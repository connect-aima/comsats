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docProps/core.xml" ContentType="application/vnd.openxmlformats-package.core-properties+xml"/>
  <Override PartName="/ppt/presentation.xml" ContentType="application/vnd.openxmlformats-officedocument.presentationml.presentation.main+xml"/>
  <Override PartName="/ppt/metadata" ContentType="application/binary"/>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custom-properties" Target="docProps/custom.xml"/><Relationship Id="rId2" Type="http://schemas.openxmlformats.org/officeDocument/2006/relationships/officeDocument" Target="ppt/presentation.xml"/><Relationship Id="rId1"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 id="2147483660"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Lst>
  <p:sldSz cy="68580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2880">
          <p15:clr>
            <a:srgbClr val="A4A3A4"/>
          </p15:clr>
        </p15:guide>
      </p15:sldGuideLst>
    </p:ext>
    <p:ext uri="GoogleSlidesCustomDataVersion2">
      <go:slidesCustomData xmlns:go="http://customooxmlschemas.google.com/" r:id="rId39" roundtripDataSignature="AMtx7mhfEv9U0+4FchgRCtHXISllcc1zN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6" Type="http://schemas.openxmlformats.org/officeDocument/2006/relationships/slide" Target="slides/slide20.xml"/><Relationship Id="rId13" Type="http://schemas.openxmlformats.org/officeDocument/2006/relationships/slide" Target="slides/slide7.xml"/><Relationship Id="rId39" Type="http://customschemas.google.com/relationships/presentationmetadata" Target="metadata"/><Relationship Id="rId18" Type="http://schemas.openxmlformats.org/officeDocument/2006/relationships/slide" Target="slides/slide12.xml"/><Relationship Id="rId21" Type="http://schemas.openxmlformats.org/officeDocument/2006/relationships/slide" Target="slides/slide15.xml"/><Relationship Id="rId34" Type="http://schemas.openxmlformats.org/officeDocument/2006/relationships/slide" Target="slides/slide28.xml"/><Relationship Id="rId42" Type="http://schemas.openxmlformats.org/officeDocument/2006/relationships/customXml" Target="../customXml/item3.xml"/><Relationship Id="rId7" Type="http://schemas.openxmlformats.org/officeDocument/2006/relationships/slide" Target="slides/slide1.xml"/><Relationship Id="rId20" Type="http://schemas.openxmlformats.org/officeDocument/2006/relationships/slide" Target="slides/slide14.xml"/><Relationship Id="rId2" Type="http://schemas.openxmlformats.org/officeDocument/2006/relationships/viewProps" Target="viewProps.xml"/><Relationship Id="rId29" Type="http://schemas.openxmlformats.org/officeDocument/2006/relationships/slide" Target="slides/slide23.xml"/><Relationship Id="rId16" Type="http://schemas.openxmlformats.org/officeDocument/2006/relationships/slide" Target="slides/slide10.xml"/><Relationship Id="rId41" Type="http://schemas.openxmlformats.org/officeDocument/2006/relationships/customXml" Target="../customXml/item2.xml"/><Relationship Id="rId24" Type="http://schemas.openxmlformats.org/officeDocument/2006/relationships/slide" Target="slides/slide18.xml"/><Relationship Id="rId1" Type="http://schemas.openxmlformats.org/officeDocument/2006/relationships/theme" Target="theme/theme2.xml"/><Relationship Id="rId6" Type="http://schemas.openxmlformats.org/officeDocument/2006/relationships/notesMaster" Target="notesMasters/notesMaster1.xml"/><Relationship Id="rId11" Type="http://schemas.openxmlformats.org/officeDocument/2006/relationships/slide" Target="slides/slide5.xml"/><Relationship Id="rId32" Type="http://schemas.openxmlformats.org/officeDocument/2006/relationships/slide" Target="slides/slide26.xml"/><Relationship Id="rId37" Type="http://schemas.openxmlformats.org/officeDocument/2006/relationships/slide" Target="slides/slide31.xml"/><Relationship Id="rId40" Type="http://schemas.openxmlformats.org/officeDocument/2006/relationships/customXml" Target="../customXml/item1.xml"/><Relationship Id="rId23" Type="http://schemas.openxmlformats.org/officeDocument/2006/relationships/slide" Target="slides/slide17.xml"/><Relationship Id="rId28" Type="http://schemas.openxmlformats.org/officeDocument/2006/relationships/slide" Target="slides/slide22.xml"/><Relationship Id="rId5" Type="http://schemas.openxmlformats.org/officeDocument/2006/relationships/slideMaster" Target="slideMasters/slideMaster2.xml"/><Relationship Id="rId15" Type="http://schemas.openxmlformats.org/officeDocument/2006/relationships/slide" Target="slides/slide9.xml"/><Relationship Id="rId36" Type="http://schemas.openxmlformats.org/officeDocument/2006/relationships/slide" Target="slides/slide30.xml"/><Relationship Id="rId31" Type="http://schemas.openxmlformats.org/officeDocument/2006/relationships/slide" Target="slides/slide25.xml"/><Relationship Id="rId10" Type="http://schemas.openxmlformats.org/officeDocument/2006/relationships/slide" Target="slides/slide4.xml"/><Relationship Id="rId19" Type="http://schemas.openxmlformats.org/officeDocument/2006/relationships/slide" Target="slides/slide13.xml"/><Relationship Id="rId22" Type="http://schemas.openxmlformats.org/officeDocument/2006/relationships/slide" Target="slides/slide16.xml"/><Relationship Id="rId4" Type="http://schemas.openxmlformats.org/officeDocument/2006/relationships/slideMaster" Target="slideMasters/slideMaster1.xml"/><Relationship Id="rId9" Type="http://schemas.openxmlformats.org/officeDocument/2006/relationships/slide" Target="slides/slide3.xml"/><Relationship Id="rId27" Type="http://schemas.openxmlformats.org/officeDocument/2006/relationships/slide" Target="slides/slide21.xml"/><Relationship Id="rId30" Type="http://schemas.openxmlformats.org/officeDocument/2006/relationships/slide" Target="slides/slide24.xml"/><Relationship Id="rId35" Type="http://schemas.openxmlformats.org/officeDocument/2006/relationships/slide" Target="slides/slide29.xml"/><Relationship Id="rId14" Type="http://schemas.openxmlformats.org/officeDocument/2006/relationships/slide" Target="slides/slide8.xml"/><Relationship Id="rId8" Type="http://schemas.openxmlformats.org/officeDocument/2006/relationships/slide" Target="slides/slide2.xml"/><Relationship Id="rId3" Type="http://schemas.openxmlformats.org/officeDocument/2006/relationships/presProps" Target="presProps.xml"/><Relationship Id="rId25" Type="http://schemas.openxmlformats.org/officeDocument/2006/relationships/slide" Target="slides/slide19.xml"/><Relationship Id="rId33" Type="http://schemas.openxmlformats.org/officeDocument/2006/relationships/slide" Target="slides/slide27.xml"/><Relationship Id="rId12" Type="http://schemas.openxmlformats.org/officeDocument/2006/relationships/slide" Target="slides/slide6.xml"/><Relationship Id="rId17" Type="http://schemas.openxmlformats.org/officeDocument/2006/relationships/slide" Target="slides/slide11.xml"/><Relationship Id="rId38" Type="http://schemas.openxmlformats.org/officeDocument/2006/relationships/slide" Target="slides/slide3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7200"/>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7200"/>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p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1" name="Google Shape;161;p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p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7" name="Google Shape;167;p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p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3" name="Google Shape;173;p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p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9" name="Google Shape;179;p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p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5" name="Google Shape;185;p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
        <p:nvSpPr>
          <p:cNvPr id="186" name="Google Shape;186;p5: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p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2" name="Google Shape;192;p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p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9" name="Google Shape;199;p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 name="Shape 203"/>
        <p:cNvGrpSpPr/>
        <p:nvPr/>
      </p:nvGrpSpPr>
      <p:grpSpPr>
        <a:xfrm>
          <a:off x="0" y="0"/>
          <a:ext cx="0" cy="0"/>
          <a:chOff x="0" y="0"/>
          <a:chExt cx="0" cy="0"/>
        </a:xfrm>
      </p:grpSpPr>
      <p:sp>
        <p:nvSpPr>
          <p:cNvPr id="204" name="Google Shape;204;p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5" name="Google Shape;205;p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 name="Shape 210"/>
        <p:cNvGrpSpPr/>
        <p:nvPr/>
      </p:nvGrpSpPr>
      <p:grpSpPr>
        <a:xfrm>
          <a:off x="0" y="0"/>
          <a:ext cx="0" cy="0"/>
          <a:chOff x="0" y="0"/>
          <a:chExt cx="0" cy="0"/>
        </a:xfrm>
      </p:grpSpPr>
      <p:sp>
        <p:nvSpPr>
          <p:cNvPr id="211" name="Google Shape;211;p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2" name="Google Shape;212;p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 name="Shape 216"/>
        <p:cNvGrpSpPr/>
        <p:nvPr/>
      </p:nvGrpSpPr>
      <p:grpSpPr>
        <a:xfrm>
          <a:off x="0" y="0"/>
          <a:ext cx="0" cy="0"/>
          <a:chOff x="0" y="0"/>
          <a:chExt cx="0" cy="0"/>
        </a:xfrm>
      </p:grpSpPr>
      <p:sp>
        <p:nvSpPr>
          <p:cNvPr id="217" name="Google Shape;217;p1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8" name="Google Shape;218;p1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2" name="Shape 222"/>
        <p:cNvGrpSpPr/>
        <p:nvPr/>
      </p:nvGrpSpPr>
      <p:grpSpPr>
        <a:xfrm>
          <a:off x="0" y="0"/>
          <a:ext cx="0" cy="0"/>
          <a:chOff x="0" y="0"/>
          <a:chExt cx="0" cy="0"/>
        </a:xfrm>
      </p:grpSpPr>
      <p:sp>
        <p:nvSpPr>
          <p:cNvPr id="223" name="Google Shape;223;p1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4" name="Google Shape;224;p1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8" name="Shape 228"/>
        <p:cNvGrpSpPr/>
        <p:nvPr/>
      </p:nvGrpSpPr>
      <p:grpSpPr>
        <a:xfrm>
          <a:off x="0" y="0"/>
          <a:ext cx="0" cy="0"/>
          <a:chOff x="0" y="0"/>
          <a:chExt cx="0" cy="0"/>
        </a:xfrm>
      </p:grpSpPr>
      <p:sp>
        <p:nvSpPr>
          <p:cNvPr id="229" name="Google Shape;229;p1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0" name="Google Shape;230;p1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6" name="Shape 276"/>
        <p:cNvGrpSpPr/>
        <p:nvPr/>
      </p:nvGrpSpPr>
      <p:grpSpPr>
        <a:xfrm>
          <a:off x="0" y="0"/>
          <a:ext cx="0" cy="0"/>
          <a:chOff x="0" y="0"/>
          <a:chExt cx="0" cy="0"/>
        </a:xfrm>
      </p:grpSpPr>
      <p:sp>
        <p:nvSpPr>
          <p:cNvPr id="277" name="Google Shape;277;p1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8" name="Google Shape;278;p1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2" name="Shape 282"/>
        <p:cNvGrpSpPr/>
        <p:nvPr/>
      </p:nvGrpSpPr>
      <p:grpSpPr>
        <a:xfrm>
          <a:off x="0" y="0"/>
          <a:ext cx="0" cy="0"/>
          <a:chOff x="0" y="0"/>
          <a:chExt cx="0" cy="0"/>
        </a:xfrm>
      </p:grpSpPr>
      <p:sp>
        <p:nvSpPr>
          <p:cNvPr id="283" name="Google Shape;283;p1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4" name="Google Shape;284;p1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0" name="Shape 290"/>
        <p:cNvGrpSpPr/>
        <p:nvPr/>
      </p:nvGrpSpPr>
      <p:grpSpPr>
        <a:xfrm>
          <a:off x="0" y="0"/>
          <a:ext cx="0" cy="0"/>
          <a:chOff x="0" y="0"/>
          <a:chExt cx="0" cy="0"/>
        </a:xfrm>
      </p:grpSpPr>
      <p:sp>
        <p:nvSpPr>
          <p:cNvPr id="291" name="Google Shape;291;p1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2" name="Google Shape;292;p1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8" name="Shape 298"/>
        <p:cNvGrpSpPr/>
        <p:nvPr/>
      </p:nvGrpSpPr>
      <p:grpSpPr>
        <a:xfrm>
          <a:off x="0" y="0"/>
          <a:ext cx="0" cy="0"/>
          <a:chOff x="0" y="0"/>
          <a:chExt cx="0" cy="0"/>
        </a:xfrm>
      </p:grpSpPr>
      <p:sp>
        <p:nvSpPr>
          <p:cNvPr id="299" name="Google Shape;299;p1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0" name="Google Shape;300;p1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0" name="Shape 310"/>
        <p:cNvGrpSpPr/>
        <p:nvPr/>
      </p:nvGrpSpPr>
      <p:grpSpPr>
        <a:xfrm>
          <a:off x="0" y="0"/>
          <a:ext cx="0" cy="0"/>
          <a:chOff x="0" y="0"/>
          <a:chExt cx="0" cy="0"/>
        </a:xfrm>
      </p:grpSpPr>
      <p:sp>
        <p:nvSpPr>
          <p:cNvPr id="311" name="Google Shape;311;p1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2" name="Google Shape;312;p1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8" name="Shape 318"/>
        <p:cNvGrpSpPr/>
        <p:nvPr/>
      </p:nvGrpSpPr>
      <p:grpSpPr>
        <a:xfrm>
          <a:off x="0" y="0"/>
          <a:ext cx="0" cy="0"/>
          <a:chOff x="0" y="0"/>
          <a:chExt cx="0" cy="0"/>
        </a:xfrm>
      </p:grpSpPr>
      <p:sp>
        <p:nvSpPr>
          <p:cNvPr id="319" name="Google Shape;319;p1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0" name="Google Shape;320;p1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8" name="Shape 328"/>
        <p:cNvGrpSpPr/>
        <p:nvPr/>
      </p:nvGrpSpPr>
      <p:grpSpPr>
        <a:xfrm>
          <a:off x="0" y="0"/>
          <a:ext cx="0" cy="0"/>
          <a:chOff x="0" y="0"/>
          <a:chExt cx="0" cy="0"/>
        </a:xfrm>
      </p:grpSpPr>
      <p:sp>
        <p:nvSpPr>
          <p:cNvPr id="329" name="Google Shape;329;p1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30" name="Google Shape;330;p1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6" name="Shape 336"/>
        <p:cNvGrpSpPr/>
        <p:nvPr/>
      </p:nvGrpSpPr>
      <p:grpSpPr>
        <a:xfrm>
          <a:off x="0" y="0"/>
          <a:ext cx="0" cy="0"/>
          <a:chOff x="0" y="0"/>
          <a:chExt cx="0" cy="0"/>
        </a:xfrm>
      </p:grpSpPr>
      <p:sp>
        <p:nvSpPr>
          <p:cNvPr id="337" name="Google Shape;337;p2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38" name="Google Shape;338;p2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6" name="Shape 346"/>
        <p:cNvGrpSpPr/>
        <p:nvPr/>
      </p:nvGrpSpPr>
      <p:grpSpPr>
        <a:xfrm>
          <a:off x="0" y="0"/>
          <a:ext cx="0" cy="0"/>
          <a:chOff x="0" y="0"/>
          <a:chExt cx="0" cy="0"/>
        </a:xfrm>
      </p:grpSpPr>
      <p:sp>
        <p:nvSpPr>
          <p:cNvPr id="347" name="Google Shape;347;p2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48" name="Google Shape;348;p2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4" name="Shape 354"/>
        <p:cNvGrpSpPr/>
        <p:nvPr/>
      </p:nvGrpSpPr>
      <p:grpSpPr>
        <a:xfrm>
          <a:off x="0" y="0"/>
          <a:ext cx="0" cy="0"/>
          <a:chOff x="0" y="0"/>
          <a:chExt cx="0" cy="0"/>
        </a:xfrm>
      </p:grpSpPr>
      <p:sp>
        <p:nvSpPr>
          <p:cNvPr id="355" name="Google Shape;355;p2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56" name="Google Shape;356;p2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
        <p:nvSpPr>
          <p:cNvPr id="357" name="Google Shape;357;p22: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6" name="Shape 366"/>
        <p:cNvGrpSpPr/>
        <p:nvPr/>
      </p:nvGrpSpPr>
      <p:grpSpPr>
        <a:xfrm>
          <a:off x="0" y="0"/>
          <a:ext cx="0" cy="0"/>
          <a:chOff x="0" y="0"/>
          <a:chExt cx="0" cy="0"/>
        </a:xfrm>
      </p:grpSpPr>
      <p:sp>
        <p:nvSpPr>
          <p:cNvPr id="367" name="Google Shape;367;p2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68" name="Google Shape;368;p2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4" name="Shape 374"/>
        <p:cNvGrpSpPr/>
        <p:nvPr/>
      </p:nvGrpSpPr>
      <p:grpSpPr>
        <a:xfrm>
          <a:off x="0" y="0"/>
          <a:ext cx="0" cy="0"/>
          <a:chOff x="0" y="0"/>
          <a:chExt cx="0" cy="0"/>
        </a:xfrm>
      </p:grpSpPr>
      <p:sp>
        <p:nvSpPr>
          <p:cNvPr id="375" name="Google Shape;375;p2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76" name="Google Shape;376;p2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2" name="Shape 382"/>
        <p:cNvGrpSpPr/>
        <p:nvPr/>
      </p:nvGrpSpPr>
      <p:grpSpPr>
        <a:xfrm>
          <a:off x="0" y="0"/>
          <a:ext cx="0" cy="0"/>
          <a:chOff x="0" y="0"/>
          <a:chExt cx="0" cy="0"/>
        </a:xfrm>
      </p:grpSpPr>
      <p:sp>
        <p:nvSpPr>
          <p:cNvPr id="383" name="Google Shape;383;p2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84" name="Google Shape;384;p2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9" name="Shape 389"/>
        <p:cNvGrpSpPr/>
        <p:nvPr/>
      </p:nvGrpSpPr>
      <p:grpSpPr>
        <a:xfrm>
          <a:off x="0" y="0"/>
          <a:ext cx="0" cy="0"/>
          <a:chOff x="0" y="0"/>
          <a:chExt cx="0" cy="0"/>
        </a:xfrm>
      </p:grpSpPr>
      <p:sp>
        <p:nvSpPr>
          <p:cNvPr id="390" name="Google Shape;390;p2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91" name="Google Shape;391;p2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5" name="Shape 395"/>
        <p:cNvGrpSpPr/>
        <p:nvPr/>
      </p:nvGrpSpPr>
      <p:grpSpPr>
        <a:xfrm>
          <a:off x="0" y="0"/>
          <a:ext cx="0" cy="0"/>
          <a:chOff x="0" y="0"/>
          <a:chExt cx="0" cy="0"/>
        </a:xfrm>
      </p:grpSpPr>
      <p:sp>
        <p:nvSpPr>
          <p:cNvPr id="396" name="Google Shape;396;p2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97" name="Google Shape;397;p2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1" name="Shape 401"/>
        <p:cNvGrpSpPr/>
        <p:nvPr/>
      </p:nvGrpSpPr>
      <p:grpSpPr>
        <a:xfrm>
          <a:off x="0" y="0"/>
          <a:ext cx="0" cy="0"/>
          <a:chOff x="0" y="0"/>
          <a:chExt cx="0" cy="0"/>
        </a:xfrm>
      </p:grpSpPr>
      <p:sp>
        <p:nvSpPr>
          <p:cNvPr id="402" name="Google Shape;402;p2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03" name="Google Shape;403;p2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7" name="Shape 407"/>
        <p:cNvGrpSpPr/>
        <p:nvPr/>
      </p:nvGrpSpPr>
      <p:grpSpPr>
        <a:xfrm>
          <a:off x="0" y="0"/>
          <a:ext cx="0" cy="0"/>
          <a:chOff x="0" y="0"/>
          <a:chExt cx="0" cy="0"/>
        </a:xfrm>
      </p:grpSpPr>
      <p:sp>
        <p:nvSpPr>
          <p:cNvPr id="408" name="Google Shape;408;p2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09" name="Google Shape;409;p2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3" name="Shape 413"/>
        <p:cNvGrpSpPr/>
        <p:nvPr/>
      </p:nvGrpSpPr>
      <p:grpSpPr>
        <a:xfrm>
          <a:off x="0" y="0"/>
          <a:ext cx="0" cy="0"/>
          <a:chOff x="0" y="0"/>
          <a:chExt cx="0" cy="0"/>
        </a:xfrm>
      </p:grpSpPr>
      <p:sp>
        <p:nvSpPr>
          <p:cNvPr id="414" name="Google Shape;414;g383885c7c90_0_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415" name="Google Shape;415;g383885c7c90_0_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16" name="Google Shape;416;g383885c7c90_0_0: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0" name="Shape 420"/>
        <p:cNvGrpSpPr/>
        <p:nvPr/>
      </p:nvGrpSpPr>
      <p:grpSpPr>
        <a:xfrm>
          <a:off x="0" y="0"/>
          <a:ext cx="0" cy="0"/>
          <a:chOff x="0" y="0"/>
          <a:chExt cx="0" cy="0"/>
        </a:xfrm>
      </p:grpSpPr>
      <p:sp>
        <p:nvSpPr>
          <p:cNvPr id="421" name="Google Shape;421;g384bcc0d416_0_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422" name="Google Shape;422;g384bcc0d416_0_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23" name="Google Shape;423;g384bcc0d416_0_1: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7" name="Shape 427"/>
        <p:cNvGrpSpPr/>
        <p:nvPr/>
      </p:nvGrpSpPr>
      <p:grpSpPr>
        <a:xfrm>
          <a:off x="0" y="0"/>
          <a:ext cx="0" cy="0"/>
          <a:chOff x="0" y="0"/>
          <a:chExt cx="0" cy="0"/>
        </a:xfrm>
      </p:grpSpPr>
      <p:sp>
        <p:nvSpPr>
          <p:cNvPr id="428" name="Google Shape;428;p30:notes"/>
          <p:cNvSpPr/>
          <p:nvPr>
            <p:ph idx="2" type="sldImg"/>
          </p:nvPr>
        </p:nvSpPr>
        <p:spPr>
          <a:xfrm>
            <a:off x="1150938" y="692150"/>
            <a:ext cx="4556125" cy="34163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29" name="Google Shape;429;p3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32"/>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32"/>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8" name="Google Shape;18;p3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3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3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3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33"/>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4" name="Google Shape;24;p3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3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3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7" name="Shape 27"/>
        <p:cNvGrpSpPr/>
        <p:nvPr/>
      </p:nvGrpSpPr>
      <p:grpSpPr>
        <a:xfrm>
          <a:off x="0" y="0"/>
          <a:ext cx="0" cy="0"/>
          <a:chOff x="0" y="0"/>
          <a:chExt cx="0" cy="0"/>
        </a:xfrm>
      </p:grpSpPr>
      <p:sp>
        <p:nvSpPr>
          <p:cNvPr id="28" name="Google Shape;28;p3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3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0" name="Google Shape;30;p3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3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2" name="Shape 32"/>
        <p:cNvGrpSpPr/>
        <p:nvPr/>
      </p:nvGrpSpPr>
      <p:grpSpPr>
        <a:xfrm>
          <a:off x="0" y="0"/>
          <a:ext cx="0" cy="0"/>
          <a:chOff x="0" y="0"/>
          <a:chExt cx="0" cy="0"/>
        </a:xfrm>
      </p:grpSpPr>
      <p:sp>
        <p:nvSpPr>
          <p:cNvPr id="33" name="Google Shape;33;p37"/>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4" name="Google Shape;34;p37"/>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5" name="Google Shape;35;p3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6" name="Google Shape;36;p3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7" name="Google Shape;37;p3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8" name="Shape 38"/>
        <p:cNvGrpSpPr/>
        <p:nvPr/>
      </p:nvGrpSpPr>
      <p:grpSpPr>
        <a:xfrm>
          <a:off x="0" y="0"/>
          <a:ext cx="0" cy="0"/>
          <a:chOff x="0" y="0"/>
          <a:chExt cx="0" cy="0"/>
        </a:xfrm>
      </p:grpSpPr>
      <p:sp>
        <p:nvSpPr>
          <p:cNvPr id="39" name="Google Shape;39;p3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0" name="Google Shape;40;p38"/>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41" name="Google Shape;41;p38"/>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42" name="Google Shape;42;p3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 name="Google Shape;43;p3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4" name="Google Shape;44;p3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5" name="Shape 45"/>
        <p:cNvGrpSpPr/>
        <p:nvPr/>
      </p:nvGrpSpPr>
      <p:grpSpPr>
        <a:xfrm>
          <a:off x="0" y="0"/>
          <a:ext cx="0" cy="0"/>
          <a:chOff x="0" y="0"/>
          <a:chExt cx="0" cy="0"/>
        </a:xfrm>
      </p:grpSpPr>
      <p:sp>
        <p:nvSpPr>
          <p:cNvPr id="46" name="Google Shape;46;p3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7" name="Google Shape;47;p39"/>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8" name="Google Shape;48;p39"/>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9" name="Google Shape;49;p39"/>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50" name="Google Shape;50;p39"/>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51" name="Google Shape;51;p3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3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3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4" name="Shape 54"/>
        <p:cNvGrpSpPr/>
        <p:nvPr/>
      </p:nvGrpSpPr>
      <p:grpSpPr>
        <a:xfrm>
          <a:off x="0" y="0"/>
          <a:ext cx="0" cy="0"/>
          <a:chOff x="0" y="0"/>
          <a:chExt cx="0" cy="0"/>
        </a:xfrm>
      </p:grpSpPr>
      <p:sp>
        <p:nvSpPr>
          <p:cNvPr id="55" name="Google Shape;55;p4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6" name="Google Shape;56;p4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p4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8" name="Shape 58"/>
        <p:cNvGrpSpPr/>
        <p:nvPr/>
      </p:nvGrpSpPr>
      <p:grpSpPr>
        <a:xfrm>
          <a:off x="0" y="0"/>
          <a:ext cx="0" cy="0"/>
          <a:chOff x="0" y="0"/>
          <a:chExt cx="0" cy="0"/>
        </a:xfrm>
      </p:grpSpPr>
      <p:sp>
        <p:nvSpPr>
          <p:cNvPr id="59" name="Google Shape;59;p41"/>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0" name="Google Shape;60;p41"/>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61" name="Google Shape;61;p41"/>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2" name="Google Shape;62;p4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3" name="Google Shape;63;p4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4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5" name="Shape 65"/>
        <p:cNvGrpSpPr/>
        <p:nvPr/>
      </p:nvGrpSpPr>
      <p:grpSpPr>
        <a:xfrm>
          <a:off x="0" y="0"/>
          <a:ext cx="0" cy="0"/>
          <a:chOff x="0" y="0"/>
          <a:chExt cx="0" cy="0"/>
        </a:xfrm>
      </p:grpSpPr>
      <p:sp>
        <p:nvSpPr>
          <p:cNvPr id="66" name="Google Shape;66;p42"/>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7" name="Google Shape;67;p42"/>
          <p:cNvSpPr/>
          <p:nvPr>
            <p:ph idx="2" type="pic"/>
          </p:nvPr>
        </p:nvSpPr>
        <p:spPr>
          <a:xfrm>
            <a:off x="1792288" y="612775"/>
            <a:ext cx="5486400" cy="4114800"/>
          </a:xfrm>
          <a:prstGeom prst="rect">
            <a:avLst/>
          </a:prstGeom>
          <a:noFill/>
          <a:ln>
            <a:noFill/>
          </a:ln>
        </p:spPr>
      </p:sp>
      <p:sp>
        <p:nvSpPr>
          <p:cNvPr id="68" name="Google Shape;68;p42"/>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9" name="Google Shape;69;p4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p4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1" name="Google Shape;71;p4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2" name="Shape 72"/>
        <p:cNvGrpSpPr/>
        <p:nvPr/>
      </p:nvGrpSpPr>
      <p:grpSpPr>
        <a:xfrm>
          <a:off x="0" y="0"/>
          <a:ext cx="0" cy="0"/>
          <a:chOff x="0" y="0"/>
          <a:chExt cx="0" cy="0"/>
        </a:xfrm>
      </p:grpSpPr>
      <p:sp>
        <p:nvSpPr>
          <p:cNvPr id="73" name="Google Shape;73;p4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4" name="Google Shape;74;p43"/>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5" name="Google Shape;75;p4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6" name="Google Shape;76;p4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 name="Google Shape;77;p4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8" name="Shape 78"/>
        <p:cNvGrpSpPr/>
        <p:nvPr/>
      </p:nvGrpSpPr>
      <p:grpSpPr>
        <a:xfrm>
          <a:off x="0" y="0"/>
          <a:ext cx="0" cy="0"/>
          <a:chOff x="0" y="0"/>
          <a:chExt cx="0" cy="0"/>
        </a:xfrm>
      </p:grpSpPr>
      <p:sp>
        <p:nvSpPr>
          <p:cNvPr id="79" name="Google Shape;79;p44"/>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0" name="Google Shape;80;p44"/>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81" name="Google Shape;81;p4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2" name="Google Shape;82;p4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 name="Google Shape;83;p4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90" name="Shape 90"/>
        <p:cNvGrpSpPr/>
        <p:nvPr/>
      </p:nvGrpSpPr>
      <p:grpSpPr>
        <a:xfrm>
          <a:off x="0" y="0"/>
          <a:ext cx="0" cy="0"/>
          <a:chOff x="0" y="0"/>
          <a:chExt cx="0" cy="0"/>
        </a:xfrm>
      </p:grpSpPr>
      <p:sp>
        <p:nvSpPr>
          <p:cNvPr id="91" name="Google Shape;91;p3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92" name="Google Shape;92;p36"/>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93" name="Google Shape;93;p36"/>
          <p:cNvSpPr txBox="1"/>
          <p:nvPr>
            <p:ph idx="10" type="dt"/>
          </p:nvPr>
        </p:nvSpPr>
        <p:spPr>
          <a:xfrm>
            <a:off x="457200" y="6245225"/>
            <a:ext cx="2133600" cy="47625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4" name="Google Shape;94;p36"/>
          <p:cNvSpPr txBox="1"/>
          <p:nvPr>
            <p:ph idx="11" type="ftr"/>
          </p:nvPr>
        </p:nvSpPr>
        <p:spPr>
          <a:xfrm>
            <a:off x="3124200" y="6245225"/>
            <a:ext cx="2895600" cy="476250"/>
          </a:xfrm>
          <a:prstGeom prst="rect">
            <a:avLst/>
          </a:prstGeom>
          <a:noFill/>
          <a:ln>
            <a:noFill/>
          </a:ln>
        </p:spPr>
        <p:txBody>
          <a:bodyPr anchorCtr="0" anchor="t"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5" name="Google Shape;95;p36"/>
          <p:cNvSpPr txBox="1"/>
          <p:nvPr>
            <p:ph idx="12" type="sldNum"/>
          </p:nvPr>
        </p:nvSpPr>
        <p:spPr>
          <a:xfrm>
            <a:off x="6553200" y="6245225"/>
            <a:ext cx="2133600" cy="476250"/>
          </a:xfrm>
          <a:prstGeom prst="rect">
            <a:avLst/>
          </a:prstGeom>
          <a:noFill/>
          <a:ln>
            <a:noFill/>
          </a:ln>
        </p:spPr>
        <p:txBody>
          <a:bodyPr anchorCtr="0" anchor="t" bIns="45700" lIns="91425" spcFirstLastPara="1" rIns="91425" wrap="square" tIns="45700">
            <a:noAutofit/>
          </a:bodyPr>
          <a:lstStyle>
            <a:lvl1pPr indent="0" lvl="0" marL="0" algn="r">
              <a:spcBef>
                <a:spcPts val="0"/>
              </a:spcBef>
              <a:buNone/>
              <a:defRPr sz="1400">
                <a:solidFill>
                  <a:srgbClr val="000000"/>
                </a:solidFill>
                <a:latin typeface="Arial"/>
                <a:ea typeface="Arial"/>
                <a:cs typeface="Arial"/>
                <a:sym typeface="Arial"/>
              </a:defRPr>
            </a:lvl1pPr>
            <a:lvl2pPr indent="0" lvl="1" marL="0" algn="r">
              <a:spcBef>
                <a:spcPts val="0"/>
              </a:spcBef>
              <a:buNone/>
              <a:defRPr sz="1400">
                <a:solidFill>
                  <a:srgbClr val="000000"/>
                </a:solidFill>
                <a:latin typeface="Arial"/>
                <a:ea typeface="Arial"/>
                <a:cs typeface="Arial"/>
                <a:sym typeface="Arial"/>
              </a:defRPr>
            </a:lvl2pPr>
            <a:lvl3pPr indent="0" lvl="2" marL="0" algn="r">
              <a:spcBef>
                <a:spcPts val="0"/>
              </a:spcBef>
              <a:buNone/>
              <a:defRPr sz="1400">
                <a:solidFill>
                  <a:srgbClr val="000000"/>
                </a:solidFill>
                <a:latin typeface="Arial"/>
                <a:ea typeface="Arial"/>
                <a:cs typeface="Arial"/>
                <a:sym typeface="Arial"/>
              </a:defRPr>
            </a:lvl3pPr>
            <a:lvl4pPr indent="0" lvl="3" marL="0" algn="r">
              <a:spcBef>
                <a:spcPts val="0"/>
              </a:spcBef>
              <a:buNone/>
              <a:defRPr sz="1400">
                <a:solidFill>
                  <a:srgbClr val="000000"/>
                </a:solidFill>
                <a:latin typeface="Arial"/>
                <a:ea typeface="Arial"/>
                <a:cs typeface="Arial"/>
                <a:sym typeface="Arial"/>
              </a:defRPr>
            </a:lvl4pPr>
            <a:lvl5pPr indent="0" lvl="4" marL="0" algn="r">
              <a:spcBef>
                <a:spcPts val="0"/>
              </a:spcBef>
              <a:buNone/>
              <a:defRPr sz="1400">
                <a:solidFill>
                  <a:srgbClr val="000000"/>
                </a:solidFill>
                <a:latin typeface="Arial"/>
                <a:ea typeface="Arial"/>
                <a:cs typeface="Arial"/>
                <a:sym typeface="Arial"/>
              </a:defRPr>
            </a:lvl5pPr>
            <a:lvl6pPr indent="0" lvl="5" marL="0" algn="r">
              <a:spcBef>
                <a:spcPts val="0"/>
              </a:spcBef>
              <a:buNone/>
              <a:defRPr sz="1400">
                <a:solidFill>
                  <a:srgbClr val="000000"/>
                </a:solidFill>
                <a:latin typeface="Arial"/>
                <a:ea typeface="Arial"/>
                <a:cs typeface="Arial"/>
                <a:sym typeface="Arial"/>
              </a:defRPr>
            </a:lvl6pPr>
            <a:lvl7pPr indent="0" lvl="6" marL="0" algn="r">
              <a:spcBef>
                <a:spcPts val="0"/>
              </a:spcBef>
              <a:buNone/>
              <a:defRPr sz="1400">
                <a:solidFill>
                  <a:srgbClr val="000000"/>
                </a:solidFill>
                <a:latin typeface="Arial"/>
                <a:ea typeface="Arial"/>
                <a:cs typeface="Arial"/>
                <a:sym typeface="Arial"/>
              </a:defRPr>
            </a:lvl7pPr>
            <a:lvl8pPr indent="0" lvl="7" marL="0" algn="r">
              <a:spcBef>
                <a:spcPts val="0"/>
              </a:spcBef>
              <a:buNone/>
              <a:defRPr sz="1400">
                <a:solidFill>
                  <a:srgbClr val="000000"/>
                </a:solidFill>
                <a:latin typeface="Arial"/>
                <a:ea typeface="Arial"/>
                <a:cs typeface="Arial"/>
                <a:sym typeface="Arial"/>
              </a:defRPr>
            </a:lvl8pPr>
            <a:lvl9pPr indent="0" lvl="8" marL="0" algn="r">
              <a:spcBef>
                <a:spcPts val="0"/>
              </a:spcBef>
              <a:buNone/>
              <a:defRPr sz="1400">
                <a:solidFill>
                  <a:srgbClr val="000000"/>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6" name="Shape 96"/>
        <p:cNvGrpSpPr/>
        <p:nvPr/>
      </p:nvGrpSpPr>
      <p:grpSpPr>
        <a:xfrm>
          <a:off x="0" y="0"/>
          <a:ext cx="0" cy="0"/>
          <a:chOff x="0" y="0"/>
          <a:chExt cx="0" cy="0"/>
        </a:xfrm>
      </p:grpSpPr>
      <p:sp>
        <p:nvSpPr>
          <p:cNvPr id="97" name="Google Shape;97;p45"/>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98" name="Google Shape;98;p45"/>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Autofit/>
          </a:bodyPr>
          <a:lstStyle>
            <a:lvl1pPr lvl="0" algn="ctr">
              <a:spcBef>
                <a:spcPts val="640"/>
              </a:spcBef>
              <a:spcAft>
                <a:spcPts val="0"/>
              </a:spcAft>
              <a:buClr>
                <a:schemeClr val="dk1"/>
              </a:buClr>
              <a:buSzPts val="3200"/>
              <a:buFont typeface="Arial"/>
              <a:buNone/>
              <a:defRPr/>
            </a:lvl1pPr>
            <a:lvl2pPr lvl="1" algn="ctr">
              <a:spcBef>
                <a:spcPts val="560"/>
              </a:spcBef>
              <a:spcAft>
                <a:spcPts val="0"/>
              </a:spcAft>
              <a:buClr>
                <a:schemeClr val="dk1"/>
              </a:buClr>
              <a:buSzPts val="2800"/>
              <a:buFont typeface="Arial"/>
              <a:buNone/>
              <a:defRPr/>
            </a:lvl2pPr>
            <a:lvl3pPr lvl="2" algn="ctr">
              <a:spcBef>
                <a:spcPts val="480"/>
              </a:spcBef>
              <a:spcAft>
                <a:spcPts val="0"/>
              </a:spcAft>
              <a:buClr>
                <a:schemeClr val="dk1"/>
              </a:buClr>
              <a:buSzPts val="2400"/>
              <a:buFont typeface="Arial"/>
              <a:buNone/>
              <a:defRPr/>
            </a:lvl3pPr>
            <a:lvl4pPr lvl="3" algn="ctr">
              <a:spcBef>
                <a:spcPts val="400"/>
              </a:spcBef>
              <a:spcAft>
                <a:spcPts val="0"/>
              </a:spcAft>
              <a:buClr>
                <a:schemeClr val="dk1"/>
              </a:buClr>
              <a:buSzPts val="2000"/>
              <a:buFont typeface="Arial"/>
              <a:buNone/>
              <a:defRPr/>
            </a:lvl4pPr>
            <a:lvl5pPr lvl="4" algn="ctr">
              <a:spcBef>
                <a:spcPts val="400"/>
              </a:spcBef>
              <a:spcAft>
                <a:spcPts val="0"/>
              </a:spcAft>
              <a:buClr>
                <a:schemeClr val="dk1"/>
              </a:buClr>
              <a:buSzPts val="2000"/>
              <a:buFont typeface="Arial"/>
              <a:buNone/>
              <a:defRPr/>
            </a:lvl5pPr>
            <a:lvl6pPr lvl="5" algn="ctr">
              <a:spcBef>
                <a:spcPts val="400"/>
              </a:spcBef>
              <a:spcAft>
                <a:spcPts val="0"/>
              </a:spcAft>
              <a:buClr>
                <a:schemeClr val="dk1"/>
              </a:buClr>
              <a:buSzPts val="2000"/>
              <a:buFont typeface="Arial"/>
              <a:buNone/>
              <a:defRPr/>
            </a:lvl6pPr>
            <a:lvl7pPr lvl="6" algn="ctr">
              <a:spcBef>
                <a:spcPts val="400"/>
              </a:spcBef>
              <a:spcAft>
                <a:spcPts val="0"/>
              </a:spcAft>
              <a:buClr>
                <a:schemeClr val="dk1"/>
              </a:buClr>
              <a:buSzPts val="2000"/>
              <a:buFont typeface="Arial"/>
              <a:buNone/>
              <a:defRPr/>
            </a:lvl7pPr>
            <a:lvl8pPr lvl="7" algn="ctr">
              <a:spcBef>
                <a:spcPts val="400"/>
              </a:spcBef>
              <a:spcAft>
                <a:spcPts val="0"/>
              </a:spcAft>
              <a:buClr>
                <a:schemeClr val="dk1"/>
              </a:buClr>
              <a:buSzPts val="2000"/>
              <a:buFont typeface="Arial"/>
              <a:buNone/>
              <a:defRPr/>
            </a:lvl8pPr>
            <a:lvl9pPr lvl="8" algn="ctr">
              <a:spcBef>
                <a:spcPts val="400"/>
              </a:spcBef>
              <a:spcAft>
                <a:spcPts val="0"/>
              </a:spcAft>
              <a:buClr>
                <a:schemeClr val="dk1"/>
              </a:buClr>
              <a:buSzPts val="2000"/>
              <a:buFont typeface="Arial"/>
              <a:buNone/>
              <a:defRPr/>
            </a:lvl9pPr>
          </a:lstStyle>
          <a:p/>
        </p:txBody>
      </p:sp>
      <p:sp>
        <p:nvSpPr>
          <p:cNvPr id="99" name="Google Shape;99;p45"/>
          <p:cNvSpPr txBox="1"/>
          <p:nvPr>
            <p:ph idx="10" type="dt"/>
          </p:nvPr>
        </p:nvSpPr>
        <p:spPr>
          <a:xfrm>
            <a:off x="457200" y="6245225"/>
            <a:ext cx="2133600" cy="47625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0" name="Google Shape;100;p45"/>
          <p:cNvSpPr txBox="1"/>
          <p:nvPr>
            <p:ph idx="11" type="ftr"/>
          </p:nvPr>
        </p:nvSpPr>
        <p:spPr>
          <a:xfrm>
            <a:off x="3124200" y="6245225"/>
            <a:ext cx="2895600" cy="476250"/>
          </a:xfrm>
          <a:prstGeom prst="rect">
            <a:avLst/>
          </a:prstGeom>
          <a:noFill/>
          <a:ln>
            <a:noFill/>
          </a:ln>
        </p:spPr>
        <p:txBody>
          <a:bodyPr anchorCtr="0" anchor="t"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1" name="Google Shape;101;p45"/>
          <p:cNvSpPr txBox="1"/>
          <p:nvPr>
            <p:ph idx="12" type="sldNum"/>
          </p:nvPr>
        </p:nvSpPr>
        <p:spPr>
          <a:xfrm>
            <a:off x="6553200" y="6245225"/>
            <a:ext cx="2133600" cy="476250"/>
          </a:xfrm>
          <a:prstGeom prst="rect">
            <a:avLst/>
          </a:prstGeom>
          <a:noFill/>
          <a:ln>
            <a:noFill/>
          </a:ln>
        </p:spPr>
        <p:txBody>
          <a:bodyPr anchorCtr="0" anchor="t" bIns="45700" lIns="91425" spcFirstLastPara="1" rIns="91425" wrap="square" tIns="45700">
            <a:noAutofit/>
          </a:bodyPr>
          <a:lstStyle>
            <a:lvl1pPr indent="0" lvl="0" marL="0" algn="r">
              <a:spcBef>
                <a:spcPts val="0"/>
              </a:spcBef>
              <a:buNone/>
              <a:defRPr sz="1400">
                <a:solidFill>
                  <a:srgbClr val="000000"/>
                </a:solidFill>
                <a:latin typeface="Arial"/>
                <a:ea typeface="Arial"/>
                <a:cs typeface="Arial"/>
                <a:sym typeface="Arial"/>
              </a:defRPr>
            </a:lvl1pPr>
            <a:lvl2pPr indent="0" lvl="1" marL="0" algn="r">
              <a:spcBef>
                <a:spcPts val="0"/>
              </a:spcBef>
              <a:buNone/>
              <a:defRPr sz="1400">
                <a:solidFill>
                  <a:srgbClr val="000000"/>
                </a:solidFill>
                <a:latin typeface="Arial"/>
                <a:ea typeface="Arial"/>
                <a:cs typeface="Arial"/>
                <a:sym typeface="Arial"/>
              </a:defRPr>
            </a:lvl2pPr>
            <a:lvl3pPr indent="0" lvl="2" marL="0" algn="r">
              <a:spcBef>
                <a:spcPts val="0"/>
              </a:spcBef>
              <a:buNone/>
              <a:defRPr sz="1400">
                <a:solidFill>
                  <a:srgbClr val="000000"/>
                </a:solidFill>
                <a:latin typeface="Arial"/>
                <a:ea typeface="Arial"/>
                <a:cs typeface="Arial"/>
                <a:sym typeface="Arial"/>
              </a:defRPr>
            </a:lvl3pPr>
            <a:lvl4pPr indent="0" lvl="3" marL="0" algn="r">
              <a:spcBef>
                <a:spcPts val="0"/>
              </a:spcBef>
              <a:buNone/>
              <a:defRPr sz="1400">
                <a:solidFill>
                  <a:srgbClr val="000000"/>
                </a:solidFill>
                <a:latin typeface="Arial"/>
                <a:ea typeface="Arial"/>
                <a:cs typeface="Arial"/>
                <a:sym typeface="Arial"/>
              </a:defRPr>
            </a:lvl4pPr>
            <a:lvl5pPr indent="0" lvl="4" marL="0" algn="r">
              <a:spcBef>
                <a:spcPts val="0"/>
              </a:spcBef>
              <a:buNone/>
              <a:defRPr sz="1400">
                <a:solidFill>
                  <a:srgbClr val="000000"/>
                </a:solidFill>
                <a:latin typeface="Arial"/>
                <a:ea typeface="Arial"/>
                <a:cs typeface="Arial"/>
                <a:sym typeface="Arial"/>
              </a:defRPr>
            </a:lvl5pPr>
            <a:lvl6pPr indent="0" lvl="5" marL="0" algn="r">
              <a:spcBef>
                <a:spcPts val="0"/>
              </a:spcBef>
              <a:buNone/>
              <a:defRPr sz="1400">
                <a:solidFill>
                  <a:srgbClr val="000000"/>
                </a:solidFill>
                <a:latin typeface="Arial"/>
                <a:ea typeface="Arial"/>
                <a:cs typeface="Arial"/>
                <a:sym typeface="Arial"/>
              </a:defRPr>
            </a:lvl6pPr>
            <a:lvl7pPr indent="0" lvl="6" marL="0" algn="r">
              <a:spcBef>
                <a:spcPts val="0"/>
              </a:spcBef>
              <a:buNone/>
              <a:defRPr sz="1400">
                <a:solidFill>
                  <a:srgbClr val="000000"/>
                </a:solidFill>
                <a:latin typeface="Arial"/>
                <a:ea typeface="Arial"/>
                <a:cs typeface="Arial"/>
                <a:sym typeface="Arial"/>
              </a:defRPr>
            </a:lvl7pPr>
            <a:lvl8pPr indent="0" lvl="7" marL="0" algn="r">
              <a:spcBef>
                <a:spcPts val="0"/>
              </a:spcBef>
              <a:buNone/>
              <a:defRPr sz="1400">
                <a:solidFill>
                  <a:srgbClr val="000000"/>
                </a:solidFill>
                <a:latin typeface="Arial"/>
                <a:ea typeface="Arial"/>
                <a:cs typeface="Arial"/>
                <a:sym typeface="Arial"/>
              </a:defRPr>
            </a:lvl8pPr>
            <a:lvl9pPr indent="0" lvl="8" marL="0" algn="r">
              <a:spcBef>
                <a:spcPts val="0"/>
              </a:spcBef>
              <a:buNone/>
              <a:defRPr sz="1400">
                <a:solidFill>
                  <a:srgbClr val="000000"/>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02" name="Shape 102"/>
        <p:cNvGrpSpPr/>
        <p:nvPr/>
      </p:nvGrpSpPr>
      <p:grpSpPr>
        <a:xfrm>
          <a:off x="0" y="0"/>
          <a:ext cx="0" cy="0"/>
          <a:chOff x="0" y="0"/>
          <a:chExt cx="0" cy="0"/>
        </a:xfrm>
      </p:grpSpPr>
      <p:sp>
        <p:nvSpPr>
          <p:cNvPr id="103" name="Google Shape;103;p46"/>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b="1" sz="4000" cap="none"/>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104" name="Google Shape;104;p46"/>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Autofit/>
          </a:bodyPr>
          <a:lstStyle>
            <a:lvl1pPr indent="-228600" lvl="0" marL="457200" algn="l">
              <a:spcBef>
                <a:spcPts val="400"/>
              </a:spcBef>
              <a:spcAft>
                <a:spcPts val="0"/>
              </a:spcAft>
              <a:buClr>
                <a:schemeClr val="dk1"/>
              </a:buClr>
              <a:buSzPts val="2000"/>
              <a:buFont typeface="Arial"/>
              <a:buNone/>
              <a:defRPr sz="2000"/>
            </a:lvl1pPr>
            <a:lvl2pPr indent="-228600" lvl="1" marL="914400" algn="l">
              <a:spcBef>
                <a:spcPts val="360"/>
              </a:spcBef>
              <a:spcAft>
                <a:spcPts val="0"/>
              </a:spcAft>
              <a:buClr>
                <a:schemeClr val="dk1"/>
              </a:buClr>
              <a:buSzPts val="1800"/>
              <a:buFont typeface="Arial"/>
              <a:buNone/>
              <a:defRPr sz="1800"/>
            </a:lvl2pPr>
            <a:lvl3pPr indent="-228600" lvl="2" marL="1371600" algn="l">
              <a:spcBef>
                <a:spcPts val="320"/>
              </a:spcBef>
              <a:spcAft>
                <a:spcPts val="0"/>
              </a:spcAft>
              <a:buClr>
                <a:schemeClr val="dk1"/>
              </a:buClr>
              <a:buSzPts val="1600"/>
              <a:buFont typeface="Arial"/>
              <a:buNone/>
              <a:defRPr sz="1600"/>
            </a:lvl3pPr>
            <a:lvl4pPr indent="-228600" lvl="3" marL="1828800" algn="l">
              <a:spcBef>
                <a:spcPts val="280"/>
              </a:spcBef>
              <a:spcAft>
                <a:spcPts val="0"/>
              </a:spcAft>
              <a:buClr>
                <a:schemeClr val="dk1"/>
              </a:buClr>
              <a:buSzPts val="1400"/>
              <a:buFont typeface="Arial"/>
              <a:buNone/>
              <a:defRPr sz="1400"/>
            </a:lvl4pPr>
            <a:lvl5pPr indent="-228600" lvl="4" marL="2286000" algn="l">
              <a:spcBef>
                <a:spcPts val="280"/>
              </a:spcBef>
              <a:spcAft>
                <a:spcPts val="0"/>
              </a:spcAft>
              <a:buClr>
                <a:schemeClr val="dk1"/>
              </a:buClr>
              <a:buSzPts val="1400"/>
              <a:buFont typeface="Arial"/>
              <a:buNone/>
              <a:defRPr sz="1400"/>
            </a:lvl5pPr>
            <a:lvl6pPr indent="-228600" lvl="5" marL="2743200" algn="l">
              <a:spcBef>
                <a:spcPts val="280"/>
              </a:spcBef>
              <a:spcAft>
                <a:spcPts val="0"/>
              </a:spcAft>
              <a:buClr>
                <a:schemeClr val="dk1"/>
              </a:buClr>
              <a:buSzPts val="1400"/>
              <a:buFont typeface="Arial"/>
              <a:buNone/>
              <a:defRPr sz="1400"/>
            </a:lvl6pPr>
            <a:lvl7pPr indent="-228600" lvl="6" marL="3200400" algn="l">
              <a:spcBef>
                <a:spcPts val="280"/>
              </a:spcBef>
              <a:spcAft>
                <a:spcPts val="0"/>
              </a:spcAft>
              <a:buClr>
                <a:schemeClr val="dk1"/>
              </a:buClr>
              <a:buSzPts val="1400"/>
              <a:buFont typeface="Arial"/>
              <a:buNone/>
              <a:defRPr sz="1400"/>
            </a:lvl7pPr>
            <a:lvl8pPr indent="-228600" lvl="7" marL="3657600" algn="l">
              <a:spcBef>
                <a:spcPts val="280"/>
              </a:spcBef>
              <a:spcAft>
                <a:spcPts val="0"/>
              </a:spcAft>
              <a:buClr>
                <a:schemeClr val="dk1"/>
              </a:buClr>
              <a:buSzPts val="1400"/>
              <a:buFont typeface="Arial"/>
              <a:buNone/>
              <a:defRPr sz="1400"/>
            </a:lvl8pPr>
            <a:lvl9pPr indent="-228600" lvl="8" marL="4114800" algn="l">
              <a:spcBef>
                <a:spcPts val="280"/>
              </a:spcBef>
              <a:spcAft>
                <a:spcPts val="0"/>
              </a:spcAft>
              <a:buClr>
                <a:schemeClr val="dk1"/>
              </a:buClr>
              <a:buSzPts val="1400"/>
              <a:buFont typeface="Arial"/>
              <a:buNone/>
              <a:defRPr sz="1400"/>
            </a:lvl9pPr>
          </a:lstStyle>
          <a:p/>
        </p:txBody>
      </p:sp>
      <p:sp>
        <p:nvSpPr>
          <p:cNvPr id="105" name="Google Shape;105;p46"/>
          <p:cNvSpPr txBox="1"/>
          <p:nvPr>
            <p:ph idx="10" type="dt"/>
          </p:nvPr>
        </p:nvSpPr>
        <p:spPr>
          <a:xfrm>
            <a:off x="457200" y="6245225"/>
            <a:ext cx="2133600" cy="47625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6" name="Google Shape;106;p46"/>
          <p:cNvSpPr txBox="1"/>
          <p:nvPr>
            <p:ph idx="11" type="ftr"/>
          </p:nvPr>
        </p:nvSpPr>
        <p:spPr>
          <a:xfrm>
            <a:off x="3124200" y="6245225"/>
            <a:ext cx="2895600" cy="476250"/>
          </a:xfrm>
          <a:prstGeom prst="rect">
            <a:avLst/>
          </a:prstGeom>
          <a:noFill/>
          <a:ln>
            <a:noFill/>
          </a:ln>
        </p:spPr>
        <p:txBody>
          <a:bodyPr anchorCtr="0" anchor="t"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7" name="Google Shape;107;p46"/>
          <p:cNvSpPr txBox="1"/>
          <p:nvPr>
            <p:ph idx="12" type="sldNum"/>
          </p:nvPr>
        </p:nvSpPr>
        <p:spPr>
          <a:xfrm>
            <a:off x="6553200" y="6245225"/>
            <a:ext cx="2133600" cy="476250"/>
          </a:xfrm>
          <a:prstGeom prst="rect">
            <a:avLst/>
          </a:prstGeom>
          <a:noFill/>
          <a:ln>
            <a:noFill/>
          </a:ln>
        </p:spPr>
        <p:txBody>
          <a:bodyPr anchorCtr="0" anchor="t" bIns="45700" lIns="91425" spcFirstLastPara="1" rIns="91425" wrap="square" tIns="45700">
            <a:noAutofit/>
          </a:bodyPr>
          <a:lstStyle>
            <a:lvl1pPr indent="0" lvl="0" marL="0" algn="r">
              <a:spcBef>
                <a:spcPts val="0"/>
              </a:spcBef>
              <a:buNone/>
              <a:defRPr sz="1400">
                <a:solidFill>
                  <a:srgbClr val="000000"/>
                </a:solidFill>
                <a:latin typeface="Arial"/>
                <a:ea typeface="Arial"/>
                <a:cs typeface="Arial"/>
                <a:sym typeface="Arial"/>
              </a:defRPr>
            </a:lvl1pPr>
            <a:lvl2pPr indent="0" lvl="1" marL="0" algn="r">
              <a:spcBef>
                <a:spcPts val="0"/>
              </a:spcBef>
              <a:buNone/>
              <a:defRPr sz="1400">
                <a:solidFill>
                  <a:srgbClr val="000000"/>
                </a:solidFill>
                <a:latin typeface="Arial"/>
                <a:ea typeface="Arial"/>
                <a:cs typeface="Arial"/>
                <a:sym typeface="Arial"/>
              </a:defRPr>
            </a:lvl2pPr>
            <a:lvl3pPr indent="0" lvl="2" marL="0" algn="r">
              <a:spcBef>
                <a:spcPts val="0"/>
              </a:spcBef>
              <a:buNone/>
              <a:defRPr sz="1400">
                <a:solidFill>
                  <a:srgbClr val="000000"/>
                </a:solidFill>
                <a:latin typeface="Arial"/>
                <a:ea typeface="Arial"/>
                <a:cs typeface="Arial"/>
                <a:sym typeface="Arial"/>
              </a:defRPr>
            </a:lvl3pPr>
            <a:lvl4pPr indent="0" lvl="3" marL="0" algn="r">
              <a:spcBef>
                <a:spcPts val="0"/>
              </a:spcBef>
              <a:buNone/>
              <a:defRPr sz="1400">
                <a:solidFill>
                  <a:srgbClr val="000000"/>
                </a:solidFill>
                <a:latin typeface="Arial"/>
                <a:ea typeface="Arial"/>
                <a:cs typeface="Arial"/>
                <a:sym typeface="Arial"/>
              </a:defRPr>
            </a:lvl4pPr>
            <a:lvl5pPr indent="0" lvl="4" marL="0" algn="r">
              <a:spcBef>
                <a:spcPts val="0"/>
              </a:spcBef>
              <a:buNone/>
              <a:defRPr sz="1400">
                <a:solidFill>
                  <a:srgbClr val="000000"/>
                </a:solidFill>
                <a:latin typeface="Arial"/>
                <a:ea typeface="Arial"/>
                <a:cs typeface="Arial"/>
                <a:sym typeface="Arial"/>
              </a:defRPr>
            </a:lvl5pPr>
            <a:lvl6pPr indent="0" lvl="5" marL="0" algn="r">
              <a:spcBef>
                <a:spcPts val="0"/>
              </a:spcBef>
              <a:buNone/>
              <a:defRPr sz="1400">
                <a:solidFill>
                  <a:srgbClr val="000000"/>
                </a:solidFill>
                <a:latin typeface="Arial"/>
                <a:ea typeface="Arial"/>
                <a:cs typeface="Arial"/>
                <a:sym typeface="Arial"/>
              </a:defRPr>
            </a:lvl6pPr>
            <a:lvl7pPr indent="0" lvl="6" marL="0" algn="r">
              <a:spcBef>
                <a:spcPts val="0"/>
              </a:spcBef>
              <a:buNone/>
              <a:defRPr sz="1400">
                <a:solidFill>
                  <a:srgbClr val="000000"/>
                </a:solidFill>
                <a:latin typeface="Arial"/>
                <a:ea typeface="Arial"/>
                <a:cs typeface="Arial"/>
                <a:sym typeface="Arial"/>
              </a:defRPr>
            </a:lvl7pPr>
            <a:lvl8pPr indent="0" lvl="7" marL="0" algn="r">
              <a:spcBef>
                <a:spcPts val="0"/>
              </a:spcBef>
              <a:buNone/>
              <a:defRPr sz="1400">
                <a:solidFill>
                  <a:srgbClr val="000000"/>
                </a:solidFill>
                <a:latin typeface="Arial"/>
                <a:ea typeface="Arial"/>
                <a:cs typeface="Arial"/>
                <a:sym typeface="Arial"/>
              </a:defRPr>
            </a:lvl8pPr>
            <a:lvl9pPr indent="0" lvl="8" marL="0" algn="r">
              <a:spcBef>
                <a:spcPts val="0"/>
              </a:spcBef>
              <a:buNone/>
              <a:defRPr sz="1400">
                <a:solidFill>
                  <a:srgbClr val="000000"/>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108" name="Shape 108"/>
        <p:cNvGrpSpPr/>
        <p:nvPr/>
      </p:nvGrpSpPr>
      <p:grpSpPr>
        <a:xfrm>
          <a:off x="0" y="0"/>
          <a:ext cx="0" cy="0"/>
          <a:chOff x="0" y="0"/>
          <a:chExt cx="0" cy="0"/>
        </a:xfrm>
      </p:grpSpPr>
      <p:sp>
        <p:nvSpPr>
          <p:cNvPr id="109" name="Google Shape;109;p4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110" name="Google Shape;110;p47"/>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Autofit/>
          </a:bodyPr>
          <a:lstStyle>
            <a:lvl1pPr indent="-406400" lvl="0" marL="457200" algn="l">
              <a:spcBef>
                <a:spcPts val="560"/>
              </a:spcBef>
              <a:spcAft>
                <a:spcPts val="0"/>
              </a:spcAft>
              <a:buClr>
                <a:schemeClr val="dk1"/>
              </a:buClr>
              <a:buSzPts val="2800"/>
              <a:buFont typeface="Arial"/>
              <a:buChar char="•"/>
              <a:defRPr sz="2800"/>
            </a:lvl1pPr>
            <a:lvl2pPr indent="-381000" lvl="1" marL="914400" algn="l">
              <a:spcBef>
                <a:spcPts val="480"/>
              </a:spcBef>
              <a:spcAft>
                <a:spcPts val="0"/>
              </a:spcAft>
              <a:buClr>
                <a:schemeClr val="dk1"/>
              </a:buClr>
              <a:buSzPts val="2400"/>
              <a:buFont typeface="Arial"/>
              <a:buChar char="–"/>
              <a:defRPr sz="2400"/>
            </a:lvl2pPr>
            <a:lvl3pPr indent="-355600" lvl="2" marL="1371600" algn="l">
              <a:spcBef>
                <a:spcPts val="400"/>
              </a:spcBef>
              <a:spcAft>
                <a:spcPts val="0"/>
              </a:spcAft>
              <a:buClr>
                <a:schemeClr val="dk1"/>
              </a:buClr>
              <a:buSzPts val="2000"/>
              <a:buFont typeface="Arial"/>
              <a:buChar char="•"/>
              <a:defRPr sz="2000"/>
            </a:lvl3pPr>
            <a:lvl4pPr indent="-342900" lvl="3" marL="1828800" algn="l">
              <a:spcBef>
                <a:spcPts val="360"/>
              </a:spcBef>
              <a:spcAft>
                <a:spcPts val="0"/>
              </a:spcAft>
              <a:buClr>
                <a:schemeClr val="dk1"/>
              </a:buClr>
              <a:buSzPts val="1800"/>
              <a:buFont typeface="Arial"/>
              <a:buChar char="–"/>
              <a:defRPr sz="1800"/>
            </a:lvl4pPr>
            <a:lvl5pPr indent="-342900" lvl="4" marL="2286000" algn="l">
              <a:spcBef>
                <a:spcPts val="360"/>
              </a:spcBef>
              <a:spcAft>
                <a:spcPts val="0"/>
              </a:spcAft>
              <a:buClr>
                <a:schemeClr val="dk1"/>
              </a:buClr>
              <a:buSzPts val="1800"/>
              <a:buFont typeface="Arial"/>
              <a:buChar char="»"/>
              <a:defRPr sz="1800"/>
            </a:lvl5pPr>
            <a:lvl6pPr indent="-342900" lvl="5" marL="2743200" algn="l">
              <a:spcBef>
                <a:spcPts val="360"/>
              </a:spcBef>
              <a:spcAft>
                <a:spcPts val="0"/>
              </a:spcAft>
              <a:buClr>
                <a:schemeClr val="dk1"/>
              </a:buClr>
              <a:buSzPts val="1800"/>
              <a:buFont typeface="Arial"/>
              <a:buChar char="»"/>
              <a:defRPr sz="1800"/>
            </a:lvl6pPr>
            <a:lvl7pPr indent="-342900" lvl="6" marL="3200400" algn="l">
              <a:spcBef>
                <a:spcPts val="360"/>
              </a:spcBef>
              <a:spcAft>
                <a:spcPts val="0"/>
              </a:spcAft>
              <a:buClr>
                <a:schemeClr val="dk1"/>
              </a:buClr>
              <a:buSzPts val="1800"/>
              <a:buFont typeface="Arial"/>
              <a:buChar char="»"/>
              <a:defRPr sz="1800"/>
            </a:lvl7pPr>
            <a:lvl8pPr indent="-342900" lvl="7" marL="3657600" algn="l">
              <a:spcBef>
                <a:spcPts val="360"/>
              </a:spcBef>
              <a:spcAft>
                <a:spcPts val="0"/>
              </a:spcAft>
              <a:buClr>
                <a:schemeClr val="dk1"/>
              </a:buClr>
              <a:buSzPts val="1800"/>
              <a:buFont typeface="Arial"/>
              <a:buChar char="»"/>
              <a:defRPr sz="1800"/>
            </a:lvl8pPr>
            <a:lvl9pPr indent="-342900" lvl="8" marL="4114800" algn="l">
              <a:spcBef>
                <a:spcPts val="360"/>
              </a:spcBef>
              <a:spcAft>
                <a:spcPts val="0"/>
              </a:spcAft>
              <a:buClr>
                <a:schemeClr val="dk1"/>
              </a:buClr>
              <a:buSzPts val="1800"/>
              <a:buFont typeface="Arial"/>
              <a:buChar char="»"/>
              <a:defRPr sz="1800"/>
            </a:lvl9pPr>
          </a:lstStyle>
          <a:p/>
        </p:txBody>
      </p:sp>
      <p:sp>
        <p:nvSpPr>
          <p:cNvPr id="111" name="Google Shape;111;p47"/>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Autofit/>
          </a:bodyPr>
          <a:lstStyle>
            <a:lvl1pPr indent="-406400" lvl="0" marL="457200" algn="l">
              <a:spcBef>
                <a:spcPts val="560"/>
              </a:spcBef>
              <a:spcAft>
                <a:spcPts val="0"/>
              </a:spcAft>
              <a:buClr>
                <a:schemeClr val="dk1"/>
              </a:buClr>
              <a:buSzPts val="2800"/>
              <a:buFont typeface="Arial"/>
              <a:buChar char="•"/>
              <a:defRPr sz="2800"/>
            </a:lvl1pPr>
            <a:lvl2pPr indent="-381000" lvl="1" marL="914400" algn="l">
              <a:spcBef>
                <a:spcPts val="480"/>
              </a:spcBef>
              <a:spcAft>
                <a:spcPts val="0"/>
              </a:spcAft>
              <a:buClr>
                <a:schemeClr val="dk1"/>
              </a:buClr>
              <a:buSzPts val="2400"/>
              <a:buFont typeface="Arial"/>
              <a:buChar char="–"/>
              <a:defRPr sz="2400"/>
            </a:lvl2pPr>
            <a:lvl3pPr indent="-355600" lvl="2" marL="1371600" algn="l">
              <a:spcBef>
                <a:spcPts val="400"/>
              </a:spcBef>
              <a:spcAft>
                <a:spcPts val="0"/>
              </a:spcAft>
              <a:buClr>
                <a:schemeClr val="dk1"/>
              </a:buClr>
              <a:buSzPts val="2000"/>
              <a:buFont typeface="Arial"/>
              <a:buChar char="•"/>
              <a:defRPr sz="2000"/>
            </a:lvl3pPr>
            <a:lvl4pPr indent="-342900" lvl="3" marL="1828800" algn="l">
              <a:spcBef>
                <a:spcPts val="360"/>
              </a:spcBef>
              <a:spcAft>
                <a:spcPts val="0"/>
              </a:spcAft>
              <a:buClr>
                <a:schemeClr val="dk1"/>
              </a:buClr>
              <a:buSzPts val="1800"/>
              <a:buFont typeface="Arial"/>
              <a:buChar char="–"/>
              <a:defRPr sz="1800"/>
            </a:lvl4pPr>
            <a:lvl5pPr indent="-342900" lvl="4" marL="2286000" algn="l">
              <a:spcBef>
                <a:spcPts val="360"/>
              </a:spcBef>
              <a:spcAft>
                <a:spcPts val="0"/>
              </a:spcAft>
              <a:buClr>
                <a:schemeClr val="dk1"/>
              </a:buClr>
              <a:buSzPts val="1800"/>
              <a:buFont typeface="Arial"/>
              <a:buChar char="»"/>
              <a:defRPr sz="1800"/>
            </a:lvl5pPr>
            <a:lvl6pPr indent="-342900" lvl="5" marL="2743200" algn="l">
              <a:spcBef>
                <a:spcPts val="360"/>
              </a:spcBef>
              <a:spcAft>
                <a:spcPts val="0"/>
              </a:spcAft>
              <a:buClr>
                <a:schemeClr val="dk1"/>
              </a:buClr>
              <a:buSzPts val="1800"/>
              <a:buFont typeface="Arial"/>
              <a:buChar char="»"/>
              <a:defRPr sz="1800"/>
            </a:lvl6pPr>
            <a:lvl7pPr indent="-342900" lvl="6" marL="3200400" algn="l">
              <a:spcBef>
                <a:spcPts val="360"/>
              </a:spcBef>
              <a:spcAft>
                <a:spcPts val="0"/>
              </a:spcAft>
              <a:buClr>
                <a:schemeClr val="dk1"/>
              </a:buClr>
              <a:buSzPts val="1800"/>
              <a:buFont typeface="Arial"/>
              <a:buChar char="»"/>
              <a:defRPr sz="1800"/>
            </a:lvl7pPr>
            <a:lvl8pPr indent="-342900" lvl="7" marL="3657600" algn="l">
              <a:spcBef>
                <a:spcPts val="360"/>
              </a:spcBef>
              <a:spcAft>
                <a:spcPts val="0"/>
              </a:spcAft>
              <a:buClr>
                <a:schemeClr val="dk1"/>
              </a:buClr>
              <a:buSzPts val="1800"/>
              <a:buFont typeface="Arial"/>
              <a:buChar char="»"/>
              <a:defRPr sz="1800"/>
            </a:lvl8pPr>
            <a:lvl9pPr indent="-342900" lvl="8" marL="4114800" algn="l">
              <a:spcBef>
                <a:spcPts val="360"/>
              </a:spcBef>
              <a:spcAft>
                <a:spcPts val="0"/>
              </a:spcAft>
              <a:buClr>
                <a:schemeClr val="dk1"/>
              </a:buClr>
              <a:buSzPts val="1800"/>
              <a:buFont typeface="Arial"/>
              <a:buChar char="»"/>
              <a:defRPr sz="1800"/>
            </a:lvl9pPr>
          </a:lstStyle>
          <a:p/>
        </p:txBody>
      </p:sp>
      <p:sp>
        <p:nvSpPr>
          <p:cNvPr id="112" name="Google Shape;112;p47"/>
          <p:cNvSpPr txBox="1"/>
          <p:nvPr>
            <p:ph idx="10" type="dt"/>
          </p:nvPr>
        </p:nvSpPr>
        <p:spPr>
          <a:xfrm>
            <a:off x="457200" y="6245225"/>
            <a:ext cx="2133600" cy="47625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3" name="Google Shape;113;p47"/>
          <p:cNvSpPr txBox="1"/>
          <p:nvPr>
            <p:ph idx="11" type="ftr"/>
          </p:nvPr>
        </p:nvSpPr>
        <p:spPr>
          <a:xfrm>
            <a:off x="3124200" y="6245225"/>
            <a:ext cx="2895600" cy="476250"/>
          </a:xfrm>
          <a:prstGeom prst="rect">
            <a:avLst/>
          </a:prstGeom>
          <a:noFill/>
          <a:ln>
            <a:noFill/>
          </a:ln>
        </p:spPr>
        <p:txBody>
          <a:bodyPr anchorCtr="0" anchor="t"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4" name="Google Shape;114;p47"/>
          <p:cNvSpPr txBox="1"/>
          <p:nvPr>
            <p:ph idx="12" type="sldNum"/>
          </p:nvPr>
        </p:nvSpPr>
        <p:spPr>
          <a:xfrm>
            <a:off x="6553200" y="6245225"/>
            <a:ext cx="2133600" cy="476250"/>
          </a:xfrm>
          <a:prstGeom prst="rect">
            <a:avLst/>
          </a:prstGeom>
          <a:noFill/>
          <a:ln>
            <a:noFill/>
          </a:ln>
        </p:spPr>
        <p:txBody>
          <a:bodyPr anchorCtr="0" anchor="t" bIns="45700" lIns="91425" spcFirstLastPara="1" rIns="91425" wrap="square" tIns="45700">
            <a:noAutofit/>
          </a:bodyPr>
          <a:lstStyle>
            <a:lvl1pPr indent="0" lvl="0" marL="0" algn="r">
              <a:spcBef>
                <a:spcPts val="0"/>
              </a:spcBef>
              <a:buNone/>
              <a:defRPr sz="1400">
                <a:solidFill>
                  <a:srgbClr val="000000"/>
                </a:solidFill>
                <a:latin typeface="Arial"/>
                <a:ea typeface="Arial"/>
                <a:cs typeface="Arial"/>
                <a:sym typeface="Arial"/>
              </a:defRPr>
            </a:lvl1pPr>
            <a:lvl2pPr indent="0" lvl="1" marL="0" algn="r">
              <a:spcBef>
                <a:spcPts val="0"/>
              </a:spcBef>
              <a:buNone/>
              <a:defRPr sz="1400">
                <a:solidFill>
                  <a:srgbClr val="000000"/>
                </a:solidFill>
                <a:latin typeface="Arial"/>
                <a:ea typeface="Arial"/>
                <a:cs typeface="Arial"/>
                <a:sym typeface="Arial"/>
              </a:defRPr>
            </a:lvl2pPr>
            <a:lvl3pPr indent="0" lvl="2" marL="0" algn="r">
              <a:spcBef>
                <a:spcPts val="0"/>
              </a:spcBef>
              <a:buNone/>
              <a:defRPr sz="1400">
                <a:solidFill>
                  <a:srgbClr val="000000"/>
                </a:solidFill>
                <a:latin typeface="Arial"/>
                <a:ea typeface="Arial"/>
                <a:cs typeface="Arial"/>
                <a:sym typeface="Arial"/>
              </a:defRPr>
            </a:lvl3pPr>
            <a:lvl4pPr indent="0" lvl="3" marL="0" algn="r">
              <a:spcBef>
                <a:spcPts val="0"/>
              </a:spcBef>
              <a:buNone/>
              <a:defRPr sz="1400">
                <a:solidFill>
                  <a:srgbClr val="000000"/>
                </a:solidFill>
                <a:latin typeface="Arial"/>
                <a:ea typeface="Arial"/>
                <a:cs typeface="Arial"/>
                <a:sym typeface="Arial"/>
              </a:defRPr>
            </a:lvl4pPr>
            <a:lvl5pPr indent="0" lvl="4" marL="0" algn="r">
              <a:spcBef>
                <a:spcPts val="0"/>
              </a:spcBef>
              <a:buNone/>
              <a:defRPr sz="1400">
                <a:solidFill>
                  <a:srgbClr val="000000"/>
                </a:solidFill>
                <a:latin typeface="Arial"/>
                <a:ea typeface="Arial"/>
                <a:cs typeface="Arial"/>
                <a:sym typeface="Arial"/>
              </a:defRPr>
            </a:lvl5pPr>
            <a:lvl6pPr indent="0" lvl="5" marL="0" algn="r">
              <a:spcBef>
                <a:spcPts val="0"/>
              </a:spcBef>
              <a:buNone/>
              <a:defRPr sz="1400">
                <a:solidFill>
                  <a:srgbClr val="000000"/>
                </a:solidFill>
                <a:latin typeface="Arial"/>
                <a:ea typeface="Arial"/>
                <a:cs typeface="Arial"/>
                <a:sym typeface="Arial"/>
              </a:defRPr>
            </a:lvl6pPr>
            <a:lvl7pPr indent="0" lvl="6" marL="0" algn="r">
              <a:spcBef>
                <a:spcPts val="0"/>
              </a:spcBef>
              <a:buNone/>
              <a:defRPr sz="1400">
                <a:solidFill>
                  <a:srgbClr val="000000"/>
                </a:solidFill>
                <a:latin typeface="Arial"/>
                <a:ea typeface="Arial"/>
                <a:cs typeface="Arial"/>
                <a:sym typeface="Arial"/>
              </a:defRPr>
            </a:lvl7pPr>
            <a:lvl8pPr indent="0" lvl="7" marL="0" algn="r">
              <a:spcBef>
                <a:spcPts val="0"/>
              </a:spcBef>
              <a:buNone/>
              <a:defRPr sz="1400">
                <a:solidFill>
                  <a:srgbClr val="000000"/>
                </a:solidFill>
                <a:latin typeface="Arial"/>
                <a:ea typeface="Arial"/>
                <a:cs typeface="Arial"/>
                <a:sym typeface="Arial"/>
              </a:defRPr>
            </a:lvl8pPr>
            <a:lvl9pPr indent="0" lvl="8" marL="0" algn="r">
              <a:spcBef>
                <a:spcPts val="0"/>
              </a:spcBef>
              <a:buNone/>
              <a:defRPr sz="1400">
                <a:solidFill>
                  <a:srgbClr val="000000"/>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115" name="Shape 115"/>
        <p:cNvGrpSpPr/>
        <p:nvPr/>
      </p:nvGrpSpPr>
      <p:grpSpPr>
        <a:xfrm>
          <a:off x="0" y="0"/>
          <a:ext cx="0" cy="0"/>
          <a:chOff x="0" y="0"/>
          <a:chExt cx="0" cy="0"/>
        </a:xfrm>
      </p:grpSpPr>
      <p:sp>
        <p:nvSpPr>
          <p:cNvPr id="116" name="Google Shape;116;p4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117" name="Google Shape;117;p48"/>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Autofit/>
          </a:bodyPr>
          <a:lstStyle>
            <a:lvl1pPr indent="-228600" lvl="0" marL="457200" algn="l">
              <a:spcBef>
                <a:spcPts val="480"/>
              </a:spcBef>
              <a:spcAft>
                <a:spcPts val="0"/>
              </a:spcAft>
              <a:buClr>
                <a:schemeClr val="dk1"/>
              </a:buClr>
              <a:buSzPts val="2400"/>
              <a:buFont typeface="Arial"/>
              <a:buNone/>
              <a:defRPr b="1" sz="2400"/>
            </a:lvl1pPr>
            <a:lvl2pPr indent="-228600" lvl="1" marL="914400" algn="l">
              <a:spcBef>
                <a:spcPts val="400"/>
              </a:spcBef>
              <a:spcAft>
                <a:spcPts val="0"/>
              </a:spcAft>
              <a:buClr>
                <a:schemeClr val="dk1"/>
              </a:buClr>
              <a:buSzPts val="2000"/>
              <a:buFont typeface="Arial"/>
              <a:buNone/>
              <a:defRPr b="1" sz="2000"/>
            </a:lvl2pPr>
            <a:lvl3pPr indent="-228600" lvl="2" marL="1371600" algn="l">
              <a:spcBef>
                <a:spcPts val="360"/>
              </a:spcBef>
              <a:spcAft>
                <a:spcPts val="0"/>
              </a:spcAft>
              <a:buClr>
                <a:schemeClr val="dk1"/>
              </a:buClr>
              <a:buSzPts val="1800"/>
              <a:buFont typeface="Arial"/>
              <a:buNone/>
              <a:defRPr b="1" sz="1800"/>
            </a:lvl3pPr>
            <a:lvl4pPr indent="-228600" lvl="3" marL="1828800" algn="l">
              <a:spcBef>
                <a:spcPts val="320"/>
              </a:spcBef>
              <a:spcAft>
                <a:spcPts val="0"/>
              </a:spcAft>
              <a:buClr>
                <a:schemeClr val="dk1"/>
              </a:buClr>
              <a:buSzPts val="1600"/>
              <a:buFont typeface="Arial"/>
              <a:buNone/>
              <a:defRPr b="1" sz="1600"/>
            </a:lvl4pPr>
            <a:lvl5pPr indent="-228600" lvl="4" marL="2286000" algn="l">
              <a:spcBef>
                <a:spcPts val="320"/>
              </a:spcBef>
              <a:spcAft>
                <a:spcPts val="0"/>
              </a:spcAft>
              <a:buClr>
                <a:schemeClr val="dk1"/>
              </a:buClr>
              <a:buSzPts val="1600"/>
              <a:buFont typeface="Arial"/>
              <a:buNone/>
              <a:defRPr b="1" sz="1600"/>
            </a:lvl5pPr>
            <a:lvl6pPr indent="-228600" lvl="5" marL="2743200" algn="l">
              <a:spcBef>
                <a:spcPts val="320"/>
              </a:spcBef>
              <a:spcAft>
                <a:spcPts val="0"/>
              </a:spcAft>
              <a:buClr>
                <a:schemeClr val="dk1"/>
              </a:buClr>
              <a:buSzPts val="1600"/>
              <a:buFont typeface="Arial"/>
              <a:buNone/>
              <a:defRPr b="1" sz="1600"/>
            </a:lvl6pPr>
            <a:lvl7pPr indent="-228600" lvl="6" marL="3200400" algn="l">
              <a:spcBef>
                <a:spcPts val="320"/>
              </a:spcBef>
              <a:spcAft>
                <a:spcPts val="0"/>
              </a:spcAft>
              <a:buClr>
                <a:schemeClr val="dk1"/>
              </a:buClr>
              <a:buSzPts val="1600"/>
              <a:buFont typeface="Arial"/>
              <a:buNone/>
              <a:defRPr b="1" sz="1600"/>
            </a:lvl7pPr>
            <a:lvl8pPr indent="-228600" lvl="7" marL="3657600" algn="l">
              <a:spcBef>
                <a:spcPts val="320"/>
              </a:spcBef>
              <a:spcAft>
                <a:spcPts val="0"/>
              </a:spcAft>
              <a:buClr>
                <a:schemeClr val="dk1"/>
              </a:buClr>
              <a:buSzPts val="1600"/>
              <a:buFont typeface="Arial"/>
              <a:buNone/>
              <a:defRPr b="1" sz="1600"/>
            </a:lvl8pPr>
            <a:lvl9pPr indent="-228600" lvl="8" marL="4114800" algn="l">
              <a:spcBef>
                <a:spcPts val="320"/>
              </a:spcBef>
              <a:spcAft>
                <a:spcPts val="0"/>
              </a:spcAft>
              <a:buClr>
                <a:schemeClr val="dk1"/>
              </a:buClr>
              <a:buSzPts val="1600"/>
              <a:buFont typeface="Arial"/>
              <a:buNone/>
              <a:defRPr b="1" sz="1600"/>
            </a:lvl9pPr>
          </a:lstStyle>
          <a:p/>
        </p:txBody>
      </p:sp>
      <p:sp>
        <p:nvSpPr>
          <p:cNvPr id="118" name="Google Shape;118;p48"/>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Autofit/>
          </a:bodyPr>
          <a:lstStyle>
            <a:lvl1pPr indent="-381000" lvl="0" marL="457200" algn="l">
              <a:spcBef>
                <a:spcPts val="480"/>
              </a:spcBef>
              <a:spcAft>
                <a:spcPts val="0"/>
              </a:spcAft>
              <a:buClr>
                <a:schemeClr val="dk1"/>
              </a:buClr>
              <a:buSzPts val="2400"/>
              <a:buFont typeface="Arial"/>
              <a:buChar char="•"/>
              <a:defRPr sz="2400"/>
            </a:lvl1pPr>
            <a:lvl2pPr indent="-355600" lvl="1" marL="914400" algn="l">
              <a:spcBef>
                <a:spcPts val="400"/>
              </a:spcBef>
              <a:spcAft>
                <a:spcPts val="0"/>
              </a:spcAft>
              <a:buClr>
                <a:schemeClr val="dk1"/>
              </a:buClr>
              <a:buSzPts val="2000"/>
              <a:buFont typeface="Arial"/>
              <a:buChar char="–"/>
              <a:defRPr sz="2000"/>
            </a:lvl2pPr>
            <a:lvl3pPr indent="-342900" lvl="2" marL="1371600" algn="l">
              <a:spcBef>
                <a:spcPts val="360"/>
              </a:spcBef>
              <a:spcAft>
                <a:spcPts val="0"/>
              </a:spcAft>
              <a:buClr>
                <a:schemeClr val="dk1"/>
              </a:buClr>
              <a:buSzPts val="1800"/>
              <a:buFont typeface="Arial"/>
              <a:buChar char="•"/>
              <a:defRPr sz="1800"/>
            </a:lvl3pPr>
            <a:lvl4pPr indent="-330200" lvl="3" marL="1828800" algn="l">
              <a:spcBef>
                <a:spcPts val="320"/>
              </a:spcBef>
              <a:spcAft>
                <a:spcPts val="0"/>
              </a:spcAft>
              <a:buClr>
                <a:schemeClr val="dk1"/>
              </a:buClr>
              <a:buSzPts val="1600"/>
              <a:buFont typeface="Arial"/>
              <a:buChar char="–"/>
              <a:defRPr sz="1600"/>
            </a:lvl4pPr>
            <a:lvl5pPr indent="-330200" lvl="4" marL="2286000" algn="l">
              <a:spcBef>
                <a:spcPts val="320"/>
              </a:spcBef>
              <a:spcAft>
                <a:spcPts val="0"/>
              </a:spcAft>
              <a:buClr>
                <a:schemeClr val="dk1"/>
              </a:buClr>
              <a:buSzPts val="1600"/>
              <a:buFont typeface="Arial"/>
              <a:buChar char="»"/>
              <a:defRPr sz="1600"/>
            </a:lvl5pPr>
            <a:lvl6pPr indent="-330200" lvl="5" marL="2743200" algn="l">
              <a:spcBef>
                <a:spcPts val="320"/>
              </a:spcBef>
              <a:spcAft>
                <a:spcPts val="0"/>
              </a:spcAft>
              <a:buClr>
                <a:schemeClr val="dk1"/>
              </a:buClr>
              <a:buSzPts val="1600"/>
              <a:buFont typeface="Arial"/>
              <a:buChar char="»"/>
              <a:defRPr sz="1600"/>
            </a:lvl6pPr>
            <a:lvl7pPr indent="-330200" lvl="6" marL="3200400" algn="l">
              <a:spcBef>
                <a:spcPts val="320"/>
              </a:spcBef>
              <a:spcAft>
                <a:spcPts val="0"/>
              </a:spcAft>
              <a:buClr>
                <a:schemeClr val="dk1"/>
              </a:buClr>
              <a:buSzPts val="1600"/>
              <a:buFont typeface="Arial"/>
              <a:buChar char="»"/>
              <a:defRPr sz="1600"/>
            </a:lvl7pPr>
            <a:lvl8pPr indent="-330200" lvl="7" marL="3657600" algn="l">
              <a:spcBef>
                <a:spcPts val="320"/>
              </a:spcBef>
              <a:spcAft>
                <a:spcPts val="0"/>
              </a:spcAft>
              <a:buClr>
                <a:schemeClr val="dk1"/>
              </a:buClr>
              <a:buSzPts val="1600"/>
              <a:buFont typeface="Arial"/>
              <a:buChar char="»"/>
              <a:defRPr sz="1600"/>
            </a:lvl8pPr>
            <a:lvl9pPr indent="-330200" lvl="8" marL="4114800" algn="l">
              <a:spcBef>
                <a:spcPts val="320"/>
              </a:spcBef>
              <a:spcAft>
                <a:spcPts val="0"/>
              </a:spcAft>
              <a:buClr>
                <a:schemeClr val="dk1"/>
              </a:buClr>
              <a:buSzPts val="1600"/>
              <a:buFont typeface="Arial"/>
              <a:buChar char="»"/>
              <a:defRPr sz="1600"/>
            </a:lvl9pPr>
          </a:lstStyle>
          <a:p/>
        </p:txBody>
      </p:sp>
      <p:sp>
        <p:nvSpPr>
          <p:cNvPr id="119" name="Google Shape;119;p48"/>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Autofit/>
          </a:bodyPr>
          <a:lstStyle>
            <a:lvl1pPr indent="-228600" lvl="0" marL="457200" algn="l">
              <a:spcBef>
                <a:spcPts val="480"/>
              </a:spcBef>
              <a:spcAft>
                <a:spcPts val="0"/>
              </a:spcAft>
              <a:buClr>
                <a:schemeClr val="dk1"/>
              </a:buClr>
              <a:buSzPts val="2400"/>
              <a:buFont typeface="Arial"/>
              <a:buNone/>
              <a:defRPr b="1" sz="2400"/>
            </a:lvl1pPr>
            <a:lvl2pPr indent="-228600" lvl="1" marL="914400" algn="l">
              <a:spcBef>
                <a:spcPts val="400"/>
              </a:spcBef>
              <a:spcAft>
                <a:spcPts val="0"/>
              </a:spcAft>
              <a:buClr>
                <a:schemeClr val="dk1"/>
              </a:buClr>
              <a:buSzPts val="2000"/>
              <a:buFont typeface="Arial"/>
              <a:buNone/>
              <a:defRPr b="1" sz="2000"/>
            </a:lvl2pPr>
            <a:lvl3pPr indent="-228600" lvl="2" marL="1371600" algn="l">
              <a:spcBef>
                <a:spcPts val="360"/>
              </a:spcBef>
              <a:spcAft>
                <a:spcPts val="0"/>
              </a:spcAft>
              <a:buClr>
                <a:schemeClr val="dk1"/>
              </a:buClr>
              <a:buSzPts val="1800"/>
              <a:buFont typeface="Arial"/>
              <a:buNone/>
              <a:defRPr b="1" sz="1800"/>
            </a:lvl3pPr>
            <a:lvl4pPr indent="-228600" lvl="3" marL="1828800" algn="l">
              <a:spcBef>
                <a:spcPts val="320"/>
              </a:spcBef>
              <a:spcAft>
                <a:spcPts val="0"/>
              </a:spcAft>
              <a:buClr>
                <a:schemeClr val="dk1"/>
              </a:buClr>
              <a:buSzPts val="1600"/>
              <a:buFont typeface="Arial"/>
              <a:buNone/>
              <a:defRPr b="1" sz="1600"/>
            </a:lvl4pPr>
            <a:lvl5pPr indent="-228600" lvl="4" marL="2286000" algn="l">
              <a:spcBef>
                <a:spcPts val="320"/>
              </a:spcBef>
              <a:spcAft>
                <a:spcPts val="0"/>
              </a:spcAft>
              <a:buClr>
                <a:schemeClr val="dk1"/>
              </a:buClr>
              <a:buSzPts val="1600"/>
              <a:buFont typeface="Arial"/>
              <a:buNone/>
              <a:defRPr b="1" sz="1600"/>
            </a:lvl5pPr>
            <a:lvl6pPr indent="-228600" lvl="5" marL="2743200" algn="l">
              <a:spcBef>
                <a:spcPts val="320"/>
              </a:spcBef>
              <a:spcAft>
                <a:spcPts val="0"/>
              </a:spcAft>
              <a:buClr>
                <a:schemeClr val="dk1"/>
              </a:buClr>
              <a:buSzPts val="1600"/>
              <a:buFont typeface="Arial"/>
              <a:buNone/>
              <a:defRPr b="1" sz="1600"/>
            </a:lvl6pPr>
            <a:lvl7pPr indent="-228600" lvl="6" marL="3200400" algn="l">
              <a:spcBef>
                <a:spcPts val="320"/>
              </a:spcBef>
              <a:spcAft>
                <a:spcPts val="0"/>
              </a:spcAft>
              <a:buClr>
                <a:schemeClr val="dk1"/>
              </a:buClr>
              <a:buSzPts val="1600"/>
              <a:buFont typeface="Arial"/>
              <a:buNone/>
              <a:defRPr b="1" sz="1600"/>
            </a:lvl7pPr>
            <a:lvl8pPr indent="-228600" lvl="7" marL="3657600" algn="l">
              <a:spcBef>
                <a:spcPts val="320"/>
              </a:spcBef>
              <a:spcAft>
                <a:spcPts val="0"/>
              </a:spcAft>
              <a:buClr>
                <a:schemeClr val="dk1"/>
              </a:buClr>
              <a:buSzPts val="1600"/>
              <a:buFont typeface="Arial"/>
              <a:buNone/>
              <a:defRPr b="1" sz="1600"/>
            </a:lvl8pPr>
            <a:lvl9pPr indent="-228600" lvl="8" marL="4114800" algn="l">
              <a:spcBef>
                <a:spcPts val="320"/>
              </a:spcBef>
              <a:spcAft>
                <a:spcPts val="0"/>
              </a:spcAft>
              <a:buClr>
                <a:schemeClr val="dk1"/>
              </a:buClr>
              <a:buSzPts val="1600"/>
              <a:buFont typeface="Arial"/>
              <a:buNone/>
              <a:defRPr b="1" sz="1600"/>
            </a:lvl9pPr>
          </a:lstStyle>
          <a:p/>
        </p:txBody>
      </p:sp>
      <p:sp>
        <p:nvSpPr>
          <p:cNvPr id="120" name="Google Shape;120;p48"/>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Autofit/>
          </a:bodyPr>
          <a:lstStyle>
            <a:lvl1pPr indent="-381000" lvl="0" marL="457200" algn="l">
              <a:spcBef>
                <a:spcPts val="480"/>
              </a:spcBef>
              <a:spcAft>
                <a:spcPts val="0"/>
              </a:spcAft>
              <a:buClr>
                <a:schemeClr val="dk1"/>
              </a:buClr>
              <a:buSzPts val="2400"/>
              <a:buFont typeface="Arial"/>
              <a:buChar char="•"/>
              <a:defRPr sz="2400"/>
            </a:lvl1pPr>
            <a:lvl2pPr indent="-355600" lvl="1" marL="914400" algn="l">
              <a:spcBef>
                <a:spcPts val="400"/>
              </a:spcBef>
              <a:spcAft>
                <a:spcPts val="0"/>
              </a:spcAft>
              <a:buClr>
                <a:schemeClr val="dk1"/>
              </a:buClr>
              <a:buSzPts val="2000"/>
              <a:buFont typeface="Arial"/>
              <a:buChar char="–"/>
              <a:defRPr sz="2000"/>
            </a:lvl2pPr>
            <a:lvl3pPr indent="-342900" lvl="2" marL="1371600" algn="l">
              <a:spcBef>
                <a:spcPts val="360"/>
              </a:spcBef>
              <a:spcAft>
                <a:spcPts val="0"/>
              </a:spcAft>
              <a:buClr>
                <a:schemeClr val="dk1"/>
              </a:buClr>
              <a:buSzPts val="1800"/>
              <a:buFont typeface="Arial"/>
              <a:buChar char="•"/>
              <a:defRPr sz="1800"/>
            </a:lvl3pPr>
            <a:lvl4pPr indent="-330200" lvl="3" marL="1828800" algn="l">
              <a:spcBef>
                <a:spcPts val="320"/>
              </a:spcBef>
              <a:spcAft>
                <a:spcPts val="0"/>
              </a:spcAft>
              <a:buClr>
                <a:schemeClr val="dk1"/>
              </a:buClr>
              <a:buSzPts val="1600"/>
              <a:buFont typeface="Arial"/>
              <a:buChar char="–"/>
              <a:defRPr sz="1600"/>
            </a:lvl4pPr>
            <a:lvl5pPr indent="-330200" lvl="4" marL="2286000" algn="l">
              <a:spcBef>
                <a:spcPts val="320"/>
              </a:spcBef>
              <a:spcAft>
                <a:spcPts val="0"/>
              </a:spcAft>
              <a:buClr>
                <a:schemeClr val="dk1"/>
              </a:buClr>
              <a:buSzPts val="1600"/>
              <a:buFont typeface="Arial"/>
              <a:buChar char="»"/>
              <a:defRPr sz="1600"/>
            </a:lvl5pPr>
            <a:lvl6pPr indent="-330200" lvl="5" marL="2743200" algn="l">
              <a:spcBef>
                <a:spcPts val="320"/>
              </a:spcBef>
              <a:spcAft>
                <a:spcPts val="0"/>
              </a:spcAft>
              <a:buClr>
                <a:schemeClr val="dk1"/>
              </a:buClr>
              <a:buSzPts val="1600"/>
              <a:buFont typeface="Arial"/>
              <a:buChar char="»"/>
              <a:defRPr sz="1600"/>
            </a:lvl6pPr>
            <a:lvl7pPr indent="-330200" lvl="6" marL="3200400" algn="l">
              <a:spcBef>
                <a:spcPts val="320"/>
              </a:spcBef>
              <a:spcAft>
                <a:spcPts val="0"/>
              </a:spcAft>
              <a:buClr>
                <a:schemeClr val="dk1"/>
              </a:buClr>
              <a:buSzPts val="1600"/>
              <a:buFont typeface="Arial"/>
              <a:buChar char="»"/>
              <a:defRPr sz="1600"/>
            </a:lvl7pPr>
            <a:lvl8pPr indent="-330200" lvl="7" marL="3657600" algn="l">
              <a:spcBef>
                <a:spcPts val="320"/>
              </a:spcBef>
              <a:spcAft>
                <a:spcPts val="0"/>
              </a:spcAft>
              <a:buClr>
                <a:schemeClr val="dk1"/>
              </a:buClr>
              <a:buSzPts val="1600"/>
              <a:buFont typeface="Arial"/>
              <a:buChar char="»"/>
              <a:defRPr sz="1600"/>
            </a:lvl8pPr>
            <a:lvl9pPr indent="-330200" lvl="8" marL="4114800" algn="l">
              <a:spcBef>
                <a:spcPts val="320"/>
              </a:spcBef>
              <a:spcAft>
                <a:spcPts val="0"/>
              </a:spcAft>
              <a:buClr>
                <a:schemeClr val="dk1"/>
              </a:buClr>
              <a:buSzPts val="1600"/>
              <a:buFont typeface="Arial"/>
              <a:buChar char="»"/>
              <a:defRPr sz="1600"/>
            </a:lvl9pPr>
          </a:lstStyle>
          <a:p/>
        </p:txBody>
      </p:sp>
      <p:sp>
        <p:nvSpPr>
          <p:cNvPr id="121" name="Google Shape;121;p48"/>
          <p:cNvSpPr txBox="1"/>
          <p:nvPr>
            <p:ph idx="10" type="dt"/>
          </p:nvPr>
        </p:nvSpPr>
        <p:spPr>
          <a:xfrm>
            <a:off x="457200" y="6245225"/>
            <a:ext cx="2133600" cy="47625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2" name="Google Shape;122;p48"/>
          <p:cNvSpPr txBox="1"/>
          <p:nvPr>
            <p:ph idx="11" type="ftr"/>
          </p:nvPr>
        </p:nvSpPr>
        <p:spPr>
          <a:xfrm>
            <a:off x="3124200" y="6245225"/>
            <a:ext cx="2895600" cy="476250"/>
          </a:xfrm>
          <a:prstGeom prst="rect">
            <a:avLst/>
          </a:prstGeom>
          <a:noFill/>
          <a:ln>
            <a:noFill/>
          </a:ln>
        </p:spPr>
        <p:txBody>
          <a:bodyPr anchorCtr="0" anchor="t"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3" name="Google Shape;123;p48"/>
          <p:cNvSpPr txBox="1"/>
          <p:nvPr>
            <p:ph idx="12" type="sldNum"/>
          </p:nvPr>
        </p:nvSpPr>
        <p:spPr>
          <a:xfrm>
            <a:off x="6553200" y="6245225"/>
            <a:ext cx="2133600" cy="476250"/>
          </a:xfrm>
          <a:prstGeom prst="rect">
            <a:avLst/>
          </a:prstGeom>
          <a:noFill/>
          <a:ln>
            <a:noFill/>
          </a:ln>
        </p:spPr>
        <p:txBody>
          <a:bodyPr anchorCtr="0" anchor="t" bIns="45700" lIns="91425" spcFirstLastPara="1" rIns="91425" wrap="square" tIns="45700">
            <a:noAutofit/>
          </a:bodyPr>
          <a:lstStyle>
            <a:lvl1pPr indent="0" lvl="0" marL="0" algn="r">
              <a:spcBef>
                <a:spcPts val="0"/>
              </a:spcBef>
              <a:buNone/>
              <a:defRPr sz="1400">
                <a:solidFill>
                  <a:srgbClr val="000000"/>
                </a:solidFill>
                <a:latin typeface="Arial"/>
                <a:ea typeface="Arial"/>
                <a:cs typeface="Arial"/>
                <a:sym typeface="Arial"/>
              </a:defRPr>
            </a:lvl1pPr>
            <a:lvl2pPr indent="0" lvl="1" marL="0" algn="r">
              <a:spcBef>
                <a:spcPts val="0"/>
              </a:spcBef>
              <a:buNone/>
              <a:defRPr sz="1400">
                <a:solidFill>
                  <a:srgbClr val="000000"/>
                </a:solidFill>
                <a:latin typeface="Arial"/>
                <a:ea typeface="Arial"/>
                <a:cs typeface="Arial"/>
                <a:sym typeface="Arial"/>
              </a:defRPr>
            </a:lvl2pPr>
            <a:lvl3pPr indent="0" lvl="2" marL="0" algn="r">
              <a:spcBef>
                <a:spcPts val="0"/>
              </a:spcBef>
              <a:buNone/>
              <a:defRPr sz="1400">
                <a:solidFill>
                  <a:srgbClr val="000000"/>
                </a:solidFill>
                <a:latin typeface="Arial"/>
                <a:ea typeface="Arial"/>
                <a:cs typeface="Arial"/>
                <a:sym typeface="Arial"/>
              </a:defRPr>
            </a:lvl3pPr>
            <a:lvl4pPr indent="0" lvl="3" marL="0" algn="r">
              <a:spcBef>
                <a:spcPts val="0"/>
              </a:spcBef>
              <a:buNone/>
              <a:defRPr sz="1400">
                <a:solidFill>
                  <a:srgbClr val="000000"/>
                </a:solidFill>
                <a:latin typeface="Arial"/>
                <a:ea typeface="Arial"/>
                <a:cs typeface="Arial"/>
                <a:sym typeface="Arial"/>
              </a:defRPr>
            </a:lvl4pPr>
            <a:lvl5pPr indent="0" lvl="4" marL="0" algn="r">
              <a:spcBef>
                <a:spcPts val="0"/>
              </a:spcBef>
              <a:buNone/>
              <a:defRPr sz="1400">
                <a:solidFill>
                  <a:srgbClr val="000000"/>
                </a:solidFill>
                <a:latin typeface="Arial"/>
                <a:ea typeface="Arial"/>
                <a:cs typeface="Arial"/>
                <a:sym typeface="Arial"/>
              </a:defRPr>
            </a:lvl5pPr>
            <a:lvl6pPr indent="0" lvl="5" marL="0" algn="r">
              <a:spcBef>
                <a:spcPts val="0"/>
              </a:spcBef>
              <a:buNone/>
              <a:defRPr sz="1400">
                <a:solidFill>
                  <a:srgbClr val="000000"/>
                </a:solidFill>
                <a:latin typeface="Arial"/>
                <a:ea typeface="Arial"/>
                <a:cs typeface="Arial"/>
                <a:sym typeface="Arial"/>
              </a:defRPr>
            </a:lvl6pPr>
            <a:lvl7pPr indent="0" lvl="6" marL="0" algn="r">
              <a:spcBef>
                <a:spcPts val="0"/>
              </a:spcBef>
              <a:buNone/>
              <a:defRPr sz="1400">
                <a:solidFill>
                  <a:srgbClr val="000000"/>
                </a:solidFill>
                <a:latin typeface="Arial"/>
                <a:ea typeface="Arial"/>
                <a:cs typeface="Arial"/>
                <a:sym typeface="Arial"/>
              </a:defRPr>
            </a:lvl7pPr>
            <a:lvl8pPr indent="0" lvl="7" marL="0" algn="r">
              <a:spcBef>
                <a:spcPts val="0"/>
              </a:spcBef>
              <a:buNone/>
              <a:defRPr sz="1400">
                <a:solidFill>
                  <a:srgbClr val="000000"/>
                </a:solidFill>
                <a:latin typeface="Arial"/>
                <a:ea typeface="Arial"/>
                <a:cs typeface="Arial"/>
                <a:sym typeface="Arial"/>
              </a:defRPr>
            </a:lvl8pPr>
            <a:lvl9pPr indent="0" lvl="8" marL="0" algn="r">
              <a:spcBef>
                <a:spcPts val="0"/>
              </a:spcBef>
              <a:buNone/>
              <a:defRPr sz="1400">
                <a:solidFill>
                  <a:srgbClr val="000000"/>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24" name="Shape 124"/>
        <p:cNvGrpSpPr/>
        <p:nvPr/>
      </p:nvGrpSpPr>
      <p:grpSpPr>
        <a:xfrm>
          <a:off x="0" y="0"/>
          <a:ext cx="0" cy="0"/>
          <a:chOff x="0" y="0"/>
          <a:chExt cx="0" cy="0"/>
        </a:xfrm>
      </p:grpSpPr>
      <p:sp>
        <p:nvSpPr>
          <p:cNvPr id="125" name="Google Shape;125;p4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126" name="Google Shape;126;p49"/>
          <p:cNvSpPr txBox="1"/>
          <p:nvPr>
            <p:ph idx="10" type="dt"/>
          </p:nvPr>
        </p:nvSpPr>
        <p:spPr>
          <a:xfrm>
            <a:off x="457200" y="6245225"/>
            <a:ext cx="2133600" cy="47625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7" name="Google Shape;127;p49"/>
          <p:cNvSpPr txBox="1"/>
          <p:nvPr>
            <p:ph idx="11" type="ftr"/>
          </p:nvPr>
        </p:nvSpPr>
        <p:spPr>
          <a:xfrm>
            <a:off x="3124200" y="6245225"/>
            <a:ext cx="2895600" cy="476250"/>
          </a:xfrm>
          <a:prstGeom prst="rect">
            <a:avLst/>
          </a:prstGeom>
          <a:noFill/>
          <a:ln>
            <a:noFill/>
          </a:ln>
        </p:spPr>
        <p:txBody>
          <a:bodyPr anchorCtr="0" anchor="t"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8" name="Google Shape;128;p49"/>
          <p:cNvSpPr txBox="1"/>
          <p:nvPr>
            <p:ph idx="12" type="sldNum"/>
          </p:nvPr>
        </p:nvSpPr>
        <p:spPr>
          <a:xfrm>
            <a:off x="6553200" y="6245225"/>
            <a:ext cx="2133600" cy="476250"/>
          </a:xfrm>
          <a:prstGeom prst="rect">
            <a:avLst/>
          </a:prstGeom>
          <a:noFill/>
          <a:ln>
            <a:noFill/>
          </a:ln>
        </p:spPr>
        <p:txBody>
          <a:bodyPr anchorCtr="0" anchor="t" bIns="45700" lIns="91425" spcFirstLastPara="1" rIns="91425" wrap="square" tIns="45700">
            <a:noAutofit/>
          </a:bodyPr>
          <a:lstStyle>
            <a:lvl1pPr indent="0" lvl="0" marL="0" algn="r">
              <a:spcBef>
                <a:spcPts val="0"/>
              </a:spcBef>
              <a:buNone/>
              <a:defRPr sz="1400">
                <a:solidFill>
                  <a:srgbClr val="000000"/>
                </a:solidFill>
                <a:latin typeface="Arial"/>
                <a:ea typeface="Arial"/>
                <a:cs typeface="Arial"/>
                <a:sym typeface="Arial"/>
              </a:defRPr>
            </a:lvl1pPr>
            <a:lvl2pPr indent="0" lvl="1" marL="0" algn="r">
              <a:spcBef>
                <a:spcPts val="0"/>
              </a:spcBef>
              <a:buNone/>
              <a:defRPr sz="1400">
                <a:solidFill>
                  <a:srgbClr val="000000"/>
                </a:solidFill>
                <a:latin typeface="Arial"/>
                <a:ea typeface="Arial"/>
                <a:cs typeface="Arial"/>
                <a:sym typeface="Arial"/>
              </a:defRPr>
            </a:lvl2pPr>
            <a:lvl3pPr indent="0" lvl="2" marL="0" algn="r">
              <a:spcBef>
                <a:spcPts val="0"/>
              </a:spcBef>
              <a:buNone/>
              <a:defRPr sz="1400">
                <a:solidFill>
                  <a:srgbClr val="000000"/>
                </a:solidFill>
                <a:latin typeface="Arial"/>
                <a:ea typeface="Arial"/>
                <a:cs typeface="Arial"/>
                <a:sym typeface="Arial"/>
              </a:defRPr>
            </a:lvl3pPr>
            <a:lvl4pPr indent="0" lvl="3" marL="0" algn="r">
              <a:spcBef>
                <a:spcPts val="0"/>
              </a:spcBef>
              <a:buNone/>
              <a:defRPr sz="1400">
                <a:solidFill>
                  <a:srgbClr val="000000"/>
                </a:solidFill>
                <a:latin typeface="Arial"/>
                <a:ea typeface="Arial"/>
                <a:cs typeface="Arial"/>
                <a:sym typeface="Arial"/>
              </a:defRPr>
            </a:lvl4pPr>
            <a:lvl5pPr indent="0" lvl="4" marL="0" algn="r">
              <a:spcBef>
                <a:spcPts val="0"/>
              </a:spcBef>
              <a:buNone/>
              <a:defRPr sz="1400">
                <a:solidFill>
                  <a:srgbClr val="000000"/>
                </a:solidFill>
                <a:latin typeface="Arial"/>
                <a:ea typeface="Arial"/>
                <a:cs typeface="Arial"/>
                <a:sym typeface="Arial"/>
              </a:defRPr>
            </a:lvl5pPr>
            <a:lvl6pPr indent="0" lvl="5" marL="0" algn="r">
              <a:spcBef>
                <a:spcPts val="0"/>
              </a:spcBef>
              <a:buNone/>
              <a:defRPr sz="1400">
                <a:solidFill>
                  <a:srgbClr val="000000"/>
                </a:solidFill>
                <a:latin typeface="Arial"/>
                <a:ea typeface="Arial"/>
                <a:cs typeface="Arial"/>
                <a:sym typeface="Arial"/>
              </a:defRPr>
            </a:lvl6pPr>
            <a:lvl7pPr indent="0" lvl="6" marL="0" algn="r">
              <a:spcBef>
                <a:spcPts val="0"/>
              </a:spcBef>
              <a:buNone/>
              <a:defRPr sz="1400">
                <a:solidFill>
                  <a:srgbClr val="000000"/>
                </a:solidFill>
                <a:latin typeface="Arial"/>
                <a:ea typeface="Arial"/>
                <a:cs typeface="Arial"/>
                <a:sym typeface="Arial"/>
              </a:defRPr>
            </a:lvl7pPr>
            <a:lvl8pPr indent="0" lvl="7" marL="0" algn="r">
              <a:spcBef>
                <a:spcPts val="0"/>
              </a:spcBef>
              <a:buNone/>
              <a:defRPr sz="1400">
                <a:solidFill>
                  <a:srgbClr val="000000"/>
                </a:solidFill>
                <a:latin typeface="Arial"/>
                <a:ea typeface="Arial"/>
                <a:cs typeface="Arial"/>
                <a:sym typeface="Arial"/>
              </a:defRPr>
            </a:lvl8pPr>
            <a:lvl9pPr indent="0" lvl="8" marL="0" algn="r">
              <a:spcBef>
                <a:spcPts val="0"/>
              </a:spcBef>
              <a:buNone/>
              <a:defRPr sz="1400">
                <a:solidFill>
                  <a:srgbClr val="000000"/>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29" name="Shape 129"/>
        <p:cNvGrpSpPr/>
        <p:nvPr/>
      </p:nvGrpSpPr>
      <p:grpSpPr>
        <a:xfrm>
          <a:off x="0" y="0"/>
          <a:ext cx="0" cy="0"/>
          <a:chOff x="0" y="0"/>
          <a:chExt cx="0" cy="0"/>
        </a:xfrm>
      </p:grpSpPr>
      <p:sp>
        <p:nvSpPr>
          <p:cNvPr id="130" name="Google Shape;130;p50"/>
          <p:cNvSpPr txBox="1"/>
          <p:nvPr>
            <p:ph idx="10" type="dt"/>
          </p:nvPr>
        </p:nvSpPr>
        <p:spPr>
          <a:xfrm>
            <a:off x="457200" y="6245225"/>
            <a:ext cx="2133600" cy="47625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1" name="Google Shape;131;p50"/>
          <p:cNvSpPr txBox="1"/>
          <p:nvPr>
            <p:ph idx="11" type="ftr"/>
          </p:nvPr>
        </p:nvSpPr>
        <p:spPr>
          <a:xfrm>
            <a:off x="3124200" y="6245225"/>
            <a:ext cx="2895600" cy="476250"/>
          </a:xfrm>
          <a:prstGeom prst="rect">
            <a:avLst/>
          </a:prstGeom>
          <a:noFill/>
          <a:ln>
            <a:noFill/>
          </a:ln>
        </p:spPr>
        <p:txBody>
          <a:bodyPr anchorCtr="0" anchor="t"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2" name="Google Shape;132;p50"/>
          <p:cNvSpPr txBox="1"/>
          <p:nvPr>
            <p:ph idx="12" type="sldNum"/>
          </p:nvPr>
        </p:nvSpPr>
        <p:spPr>
          <a:xfrm>
            <a:off x="6553200" y="6245225"/>
            <a:ext cx="2133600" cy="476250"/>
          </a:xfrm>
          <a:prstGeom prst="rect">
            <a:avLst/>
          </a:prstGeom>
          <a:noFill/>
          <a:ln>
            <a:noFill/>
          </a:ln>
        </p:spPr>
        <p:txBody>
          <a:bodyPr anchorCtr="0" anchor="t" bIns="45700" lIns="91425" spcFirstLastPara="1" rIns="91425" wrap="square" tIns="45700">
            <a:noAutofit/>
          </a:bodyPr>
          <a:lstStyle>
            <a:lvl1pPr indent="0" lvl="0" marL="0" algn="r">
              <a:spcBef>
                <a:spcPts val="0"/>
              </a:spcBef>
              <a:buNone/>
              <a:defRPr sz="1400">
                <a:solidFill>
                  <a:srgbClr val="000000"/>
                </a:solidFill>
                <a:latin typeface="Arial"/>
                <a:ea typeface="Arial"/>
                <a:cs typeface="Arial"/>
                <a:sym typeface="Arial"/>
              </a:defRPr>
            </a:lvl1pPr>
            <a:lvl2pPr indent="0" lvl="1" marL="0" algn="r">
              <a:spcBef>
                <a:spcPts val="0"/>
              </a:spcBef>
              <a:buNone/>
              <a:defRPr sz="1400">
                <a:solidFill>
                  <a:srgbClr val="000000"/>
                </a:solidFill>
                <a:latin typeface="Arial"/>
                <a:ea typeface="Arial"/>
                <a:cs typeface="Arial"/>
                <a:sym typeface="Arial"/>
              </a:defRPr>
            </a:lvl2pPr>
            <a:lvl3pPr indent="0" lvl="2" marL="0" algn="r">
              <a:spcBef>
                <a:spcPts val="0"/>
              </a:spcBef>
              <a:buNone/>
              <a:defRPr sz="1400">
                <a:solidFill>
                  <a:srgbClr val="000000"/>
                </a:solidFill>
                <a:latin typeface="Arial"/>
                <a:ea typeface="Arial"/>
                <a:cs typeface="Arial"/>
                <a:sym typeface="Arial"/>
              </a:defRPr>
            </a:lvl3pPr>
            <a:lvl4pPr indent="0" lvl="3" marL="0" algn="r">
              <a:spcBef>
                <a:spcPts val="0"/>
              </a:spcBef>
              <a:buNone/>
              <a:defRPr sz="1400">
                <a:solidFill>
                  <a:srgbClr val="000000"/>
                </a:solidFill>
                <a:latin typeface="Arial"/>
                <a:ea typeface="Arial"/>
                <a:cs typeface="Arial"/>
                <a:sym typeface="Arial"/>
              </a:defRPr>
            </a:lvl4pPr>
            <a:lvl5pPr indent="0" lvl="4" marL="0" algn="r">
              <a:spcBef>
                <a:spcPts val="0"/>
              </a:spcBef>
              <a:buNone/>
              <a:defRPr sz="1400">
                <a:solidFill>
                  <a:srgbClr val="000000"/>
                </a:solidFill>
                <a:latin typeface="Arial"/>
                <a:ea typeface="Arial"/>
                <a:cs typeface="Arial"/>
                <a:sym typeface="Arial"/>
              </a:defRPr>
            </a:lvl5pPr>
            <a:lvl6pPr indent="0" lvl="5" marL="0" algn="r">
              <a:spcBef>
                <a:spcPts val="0"/>
              </a:spcBef>
              <a:buNone/>
              <a:defRPr sz="1400">
                <a:solidFill>
                  <a:srgbClr val="000000"/>
                </a:solidFill>
                <a:latin typeface="Arial"/>
                <a:ea typeface="Arial"/>
                <a:cs typeface="Arial"/>
                <a:sym typeface="Arial"/>
              </a:defRPr>
            </a:lvl6pPr>
            <a:lvl7pPr indent="0" lvl="6" marL="0" algn="r">
              <a:spcBef>
                <a:spcPts val="0"/>
              </a:spcBef>
              <a:buNone/>
              <a:defRPr sz="1400">
                <a:solidFill>
                  <a:srgbClr val="000000"/>
                </a:solidFill>
                <a:latin typeface="Arial"/>
                <a:ea typeface="Arial"/>
                <a:cs typeface="Arial"/>
                <a:sym typeface="Arial"/>
              </a:defRPr>
            </a:lvl7pPr>
            <a:lvl8pPr indent="0" lvl="7" marL="0" algn="r">
              <a:spcBef>
                <a:spcPts val="0"/>
              </a:spcBef>
              <a:buNone/>
              <a:defRPr sz="1400">
                <a:solidFill>
                  <a:srgbClr val="000000"/>
                </a:solidFill>
                <a:latin typeface="Arial"/>
                <a:ea typeface="Arial"/>
                <a:cs typeface="Arial"/>
                <a:sym typeface="Arial"/>
              </a:defRPr>
            </a:lvl8pPr>
            <a:lvl9pPr indent="0" lvl="8" marL="0" algn="r">
              <a:spcBef>
                <a:spcPts val="0"/>
              </a:spcBef>
              <a:buNone/>
              <a:defRPr sz="1400">
                <a:solidFill>
                  <a:srgbClr val="000000"/>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133" name="Shape 133"/>
        <p:cNvGrpSpPr/>
        <p:nvPr/>
      </p:nvGrpSpPr>
      <p:grpSpPr>
        <a:xfrm>
          <a:off x="0" y="0"/>
          <a:ext cx="0" cy="0"/>
          <a:chOff x="0" y="0"/>
          <a:chExt cx="0" cy="0"/>
        </a:xfrm>
      </p:grpSpPr>
      <p:sp>
        <p:nvSpPr>
          <p:cNvPr id="134" name="Google Shape;134;p51"/>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b="1" sz="20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135" name="Google Shape;135;p51"/>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Autofit/>
          </a:bodyPr>
          <a:lstStyle>
            <a:lvl1pPr indent="-431800" lvl="0" marL="457200" algn="l">
              <a:spcBef>
                <a:spcPts val="640"/>
              </a:spcBef>
              <a:spcAft>
                <a:spcPts val="0"/>
              </a:spcAft>
              <a:buClr>
                <a:schemeClr val="dk1"/>
              </a:buClr>
              <a:buSzPts val="3200"/>
              <a:buFont typeface="Arial"/>
              <a:buChar char="•"/>
              <a:defRPr sz="3200"/>
            </a:lvl1pPr>
            <a:lvl2pPr indent="-406400" lvl="1" marL="914400" algn="l">
              <a:spcBef>
                <a:spcPts val="560"/>
              </a:spcBef>
              <a:spcAft>
                <a:spcPts val="0"/>
              </a:spcAft>
              <a:buClr>
                <a:schemeClr val="dk1"/>
              </a:buClr>
              <a:buSzPts val="2800"/>
              <a:buFont typeface="Arial"/>
              <a:buChar char="–"/>
              <a:defRPr sz="2800"/>
            </a:lvl2pPr>
            <a:lvl3pPr indent="-381000" lvl="2" marL="1371600" algn="l">
              <a:spcBef>
                <a:spcPts val="480"/>
              </a:spcBef>
              <a:spcAft>
                <a:spcPts val="0"/>
              </a:spcAft>
              <a:buClr>
                <a:schemeClr val="dk1"/>
              </a:buClr>
              <a:buSzPts val="2400"/>
              <a:buFont typeface="Arial"/>
              <a:buChar char="•"/>
              <a:defRPr sz="2400"/>
            </a:lvl3pPr>
            <a:lvl4pPr indent="-355600" lvl="3" marL="1828800" algn="l">
              <a:spcBef>
                <a:spcPts val="400"/>
              </a:spcBef>
              <a:spcAft>
                <a:spcPts val="0"/>
              </a:spcAft>
              <a:buClr>
                <a:schemeClr val="dk1"/>
              </a:buClr>
              <a:buSzPts val="2000"/>
              <a:buFont typeface="Arial"/>
              <a:buChar char="–"/>
              <a:defRPr sz="2000"/>
            </a:lvl4pPr>
            <a:lvl5pPr indent="-355600" lvl="4" marL="2286000" algn="l">
              <a:spcBef>
                <a:spcPts val="400"/>
              </a:spcBef>
              <a:spcAft>
                <a:spcPts val="0"/>
              </a:spcAft>
              <a:buClr>
                <a:schemeClr val="dk1"/>
              </a:buClr>
              <a:buSzPts val="2000"/>
              <a:buFont typeface="Arial"/>
              <a:buChar char="»"/>
              <a:defRPr sz="2000"/>
            </a:lvl5pPr>
            <a:lvl6pPr indent="-355600" lvl="5" marL="2743200" algn="l">
              <a:spcBef>
                <a:spcPts val="400"/>
              </a:spcBef>
              <a:spcAft>
                <a:spcPts val="0"/>
              </a:spcAft>
              <a:buClr>
                <a:schemeClr val="dk1"/>
              </a:buClr>
              <a:buSzPts val="2000"/>
              <a:buFont typeface="Arial"/>
              <a:buChar char="»"/>
              <a:defRPr sz="2000"/>
            </a:lvl6pPr>
            <a:lvl7pPr indent="-355600" lvl="6" marL="3200400" algn="l">
              <a:spcBef>
                <a:spcPts val="400"/>
              </a:spcBef>
              <a:spcAft>
                <a:spcPts val="0"/>
              </a:spcAft>
              <a:buClr>
                <a:schemeClr val="dk1"/>
              </a:buClr>
              <a:buSzPts val="2000"/>
              <a:buFont typeface="Arial"/>
              <a:buChar char="»"/>
              <a:defRPr sz="2000"/>
            </a:lvl7pPr>
            <a:lvl8pPr indent="-355600" lvl="7" marL="3657600" algn="l">
              <a:spcBef>
                <a:spcPts val="400"/>
              </a:spcBef>
              <a:spcAft>
                <a:spcPts val="0"/>
              </a:spcAft>
              <a:buClr>
                <a:schemeClr val="dk1"/>
              </a:buClr>
              <a:buSzPts val="2000"/>
              <a:buFont typeface="Arial"/>
              <a:buChar char="»"/>
              <a:defRPr sz="2000"/>
            </a:lvl8pPr>
            <a:lvl9pPr indent="-355600" lvl="8" marL="4114800" algn="l">
              <a:spcBef>
                <a:spcPts val="400"/>
              </a:spcBef>
              <a:spcAft>
                <a:spcPts val="0"/>
              </a:spcAft>
              <a:buClr>
                <a:schemeClr val="dk1"/>
              </a:buClr>
              <a:buSzPts val="2000"/>
              <a:buFont typeface="Arial"/>
              <a:buChar char="»"/>
              <a:defRPr sz="2000"/>
            </a:lvl9pPr>
          </a:lstStyle>
          <a:p/>
        </p:txBody>
      </p:sp>
      <p:sp>
        <p:nvSpPr>
          <p:cNvPr id="136" name="Google Shape;136;p51"/>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Autofit/>
          </a:bodyPr>
          <a:lstStyle>
            <a:lvl1pPr indent="-228600" lvl="0" marL="457200" algn="l">
              <a:spcBef>
                <a:spcPts val="280"/>
              </a:spcBef>
              <a:spcAft>
                <a:spcPts val="0"/>
              </a:spcAft>
              <a:buClr>
                <a:schemeClr val="dk1"/>
              </a:buClr>
              <a:buSzPts val="1400"/>
              <a:buFont typeface="Arial"/>
              <a:buNone/>
              <a:defRPr sz="1400"/>
            </a:lvl1pPr>
            <a:lvl2pPr indent="-228600" lvl="1" marL="914400" algn="l">
              <a:spcBef>
                <a:spcPts val="240"/>
              </a:spcBef>
              <a:spcAft>
                <a:spcPts val="0"/>
              </a:spcAft>
              <a:buClr>
                <a:schemeClr val="dk1"/>
              </a:buClr>
              <a:buSzPts val="1200"/>
              <a:buFont typeface="Arial"/>
              <a:buNone/>
              <a:defRPr sz="1200"/>
            </a:lvl2pPr>
            <a:lvl3pPr indent="-228600" lvl="2" marL="1371600" algn="l">
              <a:spcBef>
                <a:spcPts val="200"/>
              </a:spcBef>
              <a:spcAft>
                <a:spcPts val="0"/>
              </a:spcAft>
              <a:buClr>
                <a:schemeClr val="dk1"/>
              </a:buClr>
              <a:buSzPts val="1000"/>
              <a:buFont typeface="Arial"/>
              <a:buNone/>
              <a:defRPr sz="1000"/>
            </a:lvl3pPr>
            <a:lvl4pPr indent="-228600" lvl="3" marL="1828800" algn="l">
              <a:spcBef>
                <a:spcPts val="180"/>
              </a:spcBef>
              <a:spcAft>
                <a:spcPts val="0"/>
              </a:spcAft>
              <a:buClr>
                <a:schemeClr val="dk1"/>
              </a:buClr>
              <a:buSzPts val="900"/>
              <a:buFont typeface="Arial"/>
              <a:buNone/>
              <a:defRPr sz="900"/>
            </a:lvl4pPr>
            <a:lvl5pPr indent="-228600" lvl="4" marL="2286000" algn="l">
              <a:spcBef>
                <a:spcPts val="180"/>
              </a:spcBef>
              <a:spcAft>
                <a:spcPts val="0"/>
              </a:spcAft>
              <a:buClr>
                <a:schemeClr val="dk1"/>
              </a:buClr>
              <a:buSzPts val="900"/>
              <a:buFont typeface="Arial"/>
              <a:buNone/>
              <a:defRPr sz="900"/>
            </a:lvl5pPr>
            <a:lvl6pPr indent="-228600" lvl="5" marL="2743200" algn="l">
              <a:spcBef>
                <a:spcPts val="180"/>
              </a:spcBef>
              <a:spcAft>
                <a:spcPts val="0"/>
              </a:spcAft>
              <a:buClr>
                <a:schemeClr val="dk1"/>
              </a:buClr>
              <a:buSzPts val="900"/>
              <a:buFont typeface="Arial"/>
              <a:buNone/>
              <a:defRPr sz="900"/>
            </a:lvl6pPr>
            <a:lvl7pPr indent="-228600" lvl="6" marL="3200400" algn="l">
              <a:spcBef>
                <a:spcPts val="180"/>
              </a:spcBef>
              <a:spcAft>
                <a:spcPts val="0"/>
              </a:spcAft>
              <a:buClr>
                <a:schemeClr val="dk1"/>
              </a:buClr>
              <a:buSzPts val="900"/>
              <a:buFont typeface="Arial"/>
              <a:buNone/>
              <a:defRPr sz="900"/>
            </a:lvl7pPr>
            <a:lvl8pPr indent="-228600" lvl="7" marL="3657600" algn="l">
              <a:spcBef>
                <a:spcPts val="180"/>
              </a:spcBef>
              <a:spcAft>
                <a:spcPts val="0"/>
              </a:spcAft>
              <a:buClr>
                <a:schemeClr val="dk1"/>
              </a:buClr>
              <a:buSzPts val="900"/>
              <a:buFont typeface="Arial"/>
              <a:buNone/>
              <a:defRPr sz="900"/>
            </a:lvl8pPr>
            <a:lvl9pPr indent="-228600" lvl="8" marL="4114800" algn="l">
              <a:spcBef>
                <a:spcPts val="180"/>
              </a:spcBef>
              <a:spcAft>
                <a:spcPts val="0"/>
              </a:spcAft>
              <a:buClr>
                <a:schemeClr val="dk1"/>
              </a:buClr>
              <a:buSzPts val="900"/>
              <a:buFont typeface="Arial"/>
              <a:buNone/>
              <a:defRPr sz="900"/>
            </a:lvl9pPr>
          </a:lstStyle>
          <a:p/>
        </p:txBody>
      </p:sp>
      <p:sp>
        <p:nvSpPr>
          <p:cNvPr id="137" name="Google Shape;137;p51"/>
          <p:cNvSpPr txBox="1"/>
          <p:nvPr>
            <p:ph idx="10" type="dt"/>
          </p:nvPr>
        </p:nvSpPr>
        <p:spPr>
          <a:xfrm>
            <a:off x="457200" y="6245225"/>
            <a:ext cx="2133600" cy="47625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8" name="Google Shape;138;p51"/>
          <p:cNvSpPr txBox="1"/>
          <p:nvPr>
            <p:ph idx="11" type="ftr"/>
          </p:nvPr>
        </p:nvSpPr>
        <p:spPr>
          <a:xfrm>
            <a:off x="3124200" y="6245225"/>
            <a:ext cx="2895600" cy="476250"/>
          </a:xfrm>
          <a:prstGeom prst="rect">
            <a:avLst/>
          </a:prstGeom>
          <a:noFill/>
          <a:ln>
            <a:noFill/>
          </a:ln>
        </p:spPr>
        <p:txBody>
          <a:bodyPr anchorCtr="0" anchor="t"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9" name="Google Shape;139;p51"/>
          <p:cNvSpPr txBox="1"/>
          <p:nvPr>
            <p:ph idx="12" type="sldNum"/>
          </p:nvPr>
        </p:nvSpPr>
        <p:spPr>
          <a:xfrm>
            <a:off x="6553200" y="6245225"/>
            <a:ext cx="2133600" cy="476250"/>
          </a:xfrm>
          <a:prstGeom prst="rect">
            <a:avLst/>
          </a:prstGeom>
          <a:noFill/>
          <a:ln>
            <a:noFill/>
          </a:ln>
        </p:spPr>
        <p:txBody>
          <a:bodyPr anchorCtr="0" anchor="t" bIns="45700" lIns="91425" spcFirstLastPara="1" rIns="91425" wrap="square" tIns="45700">
            <a:noAutofit/>
          </a:bodyPr>
          <a:lstStyle>
            <a:lvl1pPr indent="0" lvl="0" marL="0" algn="r">
              <a:spcBef>
                <a:spcPts val="0"/>
              </a:spcBef>
              <a:buNone/>
              <a:defRPr sz="1400">
                <a:solidFill>
                  <a:srgbClr val="000000"/>
                </a:solidFill>
                <a:latin typeface="Arial"/>
                <a:ea typeface="Arial"/>
                <a:cs typeface="Arial"/>
                <a:sym typeface="Arial"/>
              </a:defRPr>
            </a:lvl1pPr>
            <a:lvl2pPr indent="0" lvl="1" marL="0" algn="r">
              <a:spcBef>
                <a:spcPts val="0"/>
              </a:spcBef>
              <a:buNone/>
              <a:defRPr sz="1400">
                <a:solidFill>
                  <a:srgbClr val="000000"/>
                </a:solidFill>
                <a:latin typeface="Arial"/>
                <a:ea typeface="Arial"/>
                <a:cs typeface="Arial"/>
                <a:sym typeface="Arial"/>
              </a:defRPr>
            </a:lvl2pPr>
            <a:lvl3pPr indent="0" lvl="2" marL="0" algn="r">
              <a:spcBef>
                <a:spcPts val="0"/>
              </a:spcBef>
              <a:buNone/>
              <a:defRPr sz="1400">
                <a:solidFill>
                  <a:srgbClr val="000000"/>
                </a:solidFill>
                <a:latin typeface="Arial"/>
                <a:ea typeface="Arial"/>
                <a:cs typeface="Arial"/>
                <a:sym typeface="Arial"/>
              </a:defRPr>
            </a:lvl3pPr>
            <a:lvl4pPr indent="0" lvl="3" marL="0" algn="r">
              <a:spcBef>
                <a:spcPts val="0"/>
              </a:spcBef>
              <a:buNone/>
              <a:defRPr sz="1400">
                <a:solidFill>
                  <a:srgbClr val="000000"/>
                </a:solidFill>
                <a:latin typeface="Arial"/>
                <a:ea typeface="Arial"/>
                <a:cs typeface="Arial"/>
                <a:sym typeface="Arial"/>
              </a:defRPr>
            </a:lvl4pPr>
            <a:lvl5pPr indent="0" lvl="4" marL="0" algn="r">
              <a:spcBef>
                <a:spcPts val="0"/>
              </a:spcBef>
              <a:buNone/>
              <a:defRPr sz="1400">
                <a:solidFill>
                  <a:srgbClr val="000000"/>
                </a:solidFill>
                <a:latin typeface="Arial"/>
                <a:ea typeface="Arial"/>
                <a:cs typeface="Arial"/>
                <a:sym typeface="Arial"/>
              </a:defRPr>
            </a:lvl5pPr>
            <a:lvl6pPr indent="0" lvl="5" marL="0" algn="r">
              <a:spcBef>
                <a:spcPts val="0"/>
              </a:spcBef>
              <a:buNone/>
              <a:defRPr sz="1400">
                <a:solidFill>
                  <a:srgbClr val="000000"/>
                </a:solidFill>
                <a:latin typeface="Arial"/>
                <a:ea typeface="Arial"/>
                <a:cs typeface="Arial"/>
                <a:sym typeface="Arial"/>
              </a:defRPr>
            </a:lvl6pPr>
            <a:lvl7pPr indent="0" lvl="6" marL="0" algn="r">
              <a:spcBef>
                <a:spcPts val="0"/>
              </a:spcBef>
              <a:buNone/>
              <a:defRPr sz="1400">
                <a:solidFill>
                  <a:srgbClr val="000000"/>
                </a:solidFill>
                <a:latin typeface="Arial"/>
                <a:ea typeface="Arial"/>
                <a:cs typeface="Arial"/>
                <a:sym typeface="Arial"/>
              </a:defRPr>
            </a:lvl7pPr>
            <a:lvl8pPr indent="0" lvl="7" marL="0" algn="r">
              <a:spcBef>
                <a:spcPts val="0"/>
              </a:spcBef>
              <a:buNone/>
              <a:defRPr sz="1400">
                <a:solidFill>
                  <a:srgbClr val="000000"/>
                </a:solidFill>
                <a:latin typeface="Arial"/>
                <a:ea typeface="Arial"/>
                <a:cs typeface="Arial"/>
                <a:sym typeface="Arial"/>
              </a:defRPr>
            </a:lvl8pPr>
            <a:lvl9pPr indent="0" lvl="8" marL="0" algn="r">
              <a:spcBef>
                <a:spcPts val="0"/>
              </a:spcBef>
              <a:buNone/>
              <a:defRPr sz="1400">
                <a:solidFill>
                  <a:srgbClr val="000000"/>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140" name="Shape 140"/>
        <p:cNvGrpSpPr/>
        <p:nvPr/>
      </p:nvGrpSpPr>
      <p:grpSpPr>
        <a:xfrm>
          <a:off x="0" y="0"/>
          <a:ext cx="0" cy="0"/>
          <a:chOff x="0" y="0"/>
          <a:chExt cx="0" cy="0"/>
        </a:xfrm>
      </p:grpSpPr>
      <p:sp>
        <p:nvSpPr>
          <p:cNvPr id="141" name="Google Shape;141;p52"/>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b="1" sz="20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142" name="Google Shape;142;p52"/>
          <p:cNvSpPr/>
          <p:nvPr>
            <p:ph idx="2" type="pic"/>
          </p:nvPr>
        </p:nvSpPr>
        <p:spPr>
          <a:xfrm>
            <a:off x="1792288" y="612775"/>
            <a:ext cx="5486400" cy="4114800"/>
          </a:xfrm>
          <a:prstGeom prst="rect">
            <a:avLst/>
          </a:prstGeom>
          <a:noFill/>
          <a:ln>
            <a:noFill/>
          </a:ln>
        </p:spPr>
      </p:sp>
      <p:sp>
        <p:nvSpPr>
          <p:cNvPr id="143" name="Google Shape;143;p52"/>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Autofit/>
          </a:bodyPr>
          <a:lstStyle>
            <a:lvl1pPr indent="-228600" lvl="0" marL="457200" algn="l">
              <a:spcBef>
                <a:spcPts val="280"/>
              </a:spcBef>
              <a:spcAft>
                <a:spcPts val="0"/>
              </a:spcAft>
              <a:buClr>
                <a:schemeClr val="dk1"/>
              </a:buClr>
              <a:buSzPts val="1400"/>
              <a:buFont typeface="Arial"/>
              <a:buNone/>
              <a:defRPr sz="1400"/>
            </a:lvl1pPr>
            <a:lvl2pPr indent="-228600" lvl="1" marL="914400" algn="l">
              <a:spcBef>
                <a:spcPts val="240"/>
              </a:spcBef>
              <a:spcAft>
                <a:spcPts val="0"/>
              </a:spcAft>
              <a:buClr>
                <a:schemeClr val="dk1"/>
              </a:buClr>
              <a:buSzPts val="1200"/>
              <a:buFont typeface="Arial"/>
              <a:buNone/>
              <a:defRPr sz="1200"/>
            </a:lvl2pPr>
            <a:lvl3pPr indent="-228600" lvl="2" marL="1371600" algn="l">
              <a:spcBef>
                <a:spcPts val="200"/>
              </a:spcBef>
              <a:spcAft>
                <a:spcPts val="0"/>
              </a:spcAft>
              <a:buClr>
                <a:schemeClr val="dk1"/>
              </a:buClr>
              <a:buSzPts val="1000"/>
              <a:buFont typeface="Arial"/>
              <a:buNone/>
              <a:defRPr sz="1000"/>
            </a:lvl3pPr>
            <a:lvl4pPr indent="-228600" lvl="3" marL="1828800" algn="l">
              <a:spcBef>
                <a:spcPts val="180"/>
              </a:spcBef>
              <a:spcAft>
                <a:spcPts val="0"/>
              </a:spcAft>
              <a:buClr>
                <a:schemeClr val="dk1"/>
              </a:buClr>
              <a:buSzPts val="900"/>
              <a:buFont typeface="Arial"/>
              <a:buNone/>
              <a:defRPr sz="900"/>
            </a:lvl4pPr>
            <a:lvl5pPr indent="-228600" lvl="4" marL="2286000" algn="l">
              <a:spcBef>
                <a:spcPts val="180"/>
              </a:spcBef>
              <a:spcAft>
                <a:spcPts val="0"/>
              </a:spcAft>
              <a:buClr>
                <a:schemeClr val="dk1"/>
              </a:buClr>
              <a:buSzPts val="900"/>
              <a:buFont typeface="Arial"/>
              <a:buNone/>
              <a:defRPr sz="900"/>
            </a:lvl5pPr>
            <a:lvl6pPr indent="-228600" lvl="5" marL="2743200" algn="l">
              <a:spcBef>
                <a:spcPts val="180"/>
              </a:spcBef>
              <a:spcAft>
                <a:spcPts val="0"/>
              </a:spcAft>
              <a:buClr>
                <a:schemeClr val="dk1"/>
              </a:buClr>
              <a:buSzPts val="900"/>
              <a:buFont typeface="Arial"/>
              <a:buNone/>
              <a:defRPr sz="900"/>
            </a:lvl6pPr>
            <a:lvl7pPr indent="-228600" lvl="6" marL="3200400" algn="l">
              <a:spcBef>
                <a:spcPts val="180"/>
              </a:spcBef>
              <a:spcAft>
                <a:spcPts val="0"/>
              </a:spcAft>
              <a:buClr>
                <a:schemeClr val="dk1"/>
              </a:buClr>
              <a:buSzPts val="900"/>
              <a:buFont typeface="Arial"/>
              <a:buNone/>
              <a:defRPr sz="900"/>
            </a:lvl7pPr>
            <a:lvl8pPr indent="-228600" lvl="7" marL="3657600" algn="l">
              <a:spcBef>
                <a:spcPts val="180"/>
              </a:spcBef>
              <a:spcAft>
                <a:spcPts val="0"/>
              </a:spcAft>
              <a:buClr>
                <a:schemeClr val="dk1"/>
              </a:buClr>
              <a:buSzPts val="900"/>
              <a:buFont typeface="Arial"/>
              <a:buNone/>
              <a:defRPr sz="900"/>
            </a:lvl8pPr>
            <a:lvl9pPr indent="-228600" lvl="8" marL="4114800" algn="l">
              <a:spcBef>
                <a:spcPts val="180"/>
              </a:spcBef>
              <a:spcAft>
                <a:spcPts val="0"/>
              </a:spcAft>
              <a:buClr>
                <a:schemeClr val="dk1"/>
              </a:buClr>
              <a:buSzPts val="900"/>
              <a:buFont typeface="Arial"/>
              <a:buNone/>
              <a:defRPr sz="900"/>
            </a:lvl9pPr>
          </a:lstStyle>
          <a:p/>
        </p:txBody>
      </p:sp>
      <p:sp>
        <p:nvSpPr>
          <p:cNvPr id="144" name="Google Shape;144;p52"/>
          <p:cNvSpPr txBox="1"/>
          <p:nvPr>
            <p:ph idx="10" type="dt"/>
          </p:nvPr>
        </p:nvSpPr>
        <p:spPr>
          <a:xfrm>
            <a:off x="457200" y="6245225"/>
            <a:ext cx="2133600" cy="47625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5" name="Google Shape;145;p52"/>
          <p:cNvSpPr txBox="1"/>
          <p:nvPr>
            <p:ph idx="11" type="ftr"/>
          </p:nvPr>
        </p:nvSpPr>
        <p:spPr>
          <a:xfrm>
            <a:off x="3124200" y="6245225"/>
            <a:ext cx="2895600" cy="476250"/>
          </a:xfrm>
          <a:prstGeom prst="rect">
            <a:avLst/>
          </a:prstGeom>
          <a:noFill/>
          <a:ln>
            <a:noFill/>
          </a:ln>
        </p:spPr>
        <p:txBody>
          <a:bodyPr anchorCtr="0" anchor="t"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6" name="Google Shape;146;p52"/>
          <p:cNvSpPr txBox="1"/>
          <p:nvPr>
            <p:ph idx="12" type="sldNum"/>
          </p:nvPr>
        </p:nvSpPr>
        <p:spPr>
          <a:xfrm>
            <a:off x="6553200" y="6245225"/>
            <a:ext cx="2133600" cy="476250"/>
          </a:xfrm>
          <a:prstGeom prst="rect">
            <a:avLst/>
          </a:prstGeom>
          <a:noFill/>
          <a:ln>
            <a:noFill/>
          </a:ln>
        </p:spPr>
        <p:txBody>
          <a:bodyPr anchorCtr="0" anchor="t" bIns="45700" lIns="91425" spcFirstLastPara="1" rIns="91425" wrap="square" tIns="45700">
            <a:noAutofit/>
          </a:bodyPr>
          <a:lstStyle>
            <a:lvl1pPr indent="0" lvl="0" marL="0" algn="r">
              <a:spcBef>
                <a:spcPts val="0"/>
              </a:spcBef>
              <a:buNone/>
              <a:defRPr sz="1400">
                <a:solidFill>
                  <a:srgbClr val="000000"/>
                </a:solidFill>
                <a:latin typeface="Arial"/>
                <a:ea typeface="Arial"/>
                <a:cs typeface="Arial"/>
                <a:sym typeface="Arial"/>
              </a:defRPr>
            </a:lvl1pPr>
            <a:lvl2pPr indent="0" lvl="1" marL="0" algn="r">
              <a:spcBef>
                <a:spcPts val="0"/>
              </a:spcBef>
              <a:buNone/>
              <a:defRPr sz="1400">
                <a:solidFill>
                  <a:srgbClr val="000000"/>
                </a:solidFill>
                <a:latin typeface="Arial"/>
                <a:ea typeface="Arial"/>
                <a:cs typeface="Arial"/>
                <a:sym typeface="Arial"/>
              </a:defRPr>
            </a:lvl2pPr>
            <a:lvl3pPr indent="0" lvl="2" marL="0" algn="r">
              <a:spcBef>
                <a:spcPts val="0"/>
              </a:spcBef>
              <a:buNone/>
              <a:defRPr sz="1400">
                <a:solidFill>
                  <a:srgbClr val="000000"/>
                </a:solidFill>
                <a:latin typeface="Arial"/>
                <a:ea typeface="Arial"/>
                <a:cs typeface="Arial"/>
                <a:sym typeface="Arial"/>
              </a:defRPr>
            </a:lvl3pPr>
            <a:lvl4pPr indent="0" lvl="3" marL="0" algn="r">
              <a:spcBef>
                <a:spcPts val="0"/>
              </a:spcBef>
              <a:buNone/>
              <a:defRPr sz="1400">
                <a:solidFill>
                  <a:srgbClr val="000000"/>
                </a:solidFill>
                <a:latin typeface="Arial"/>
                <a:ea typeface="Arial"/>
                <a:cs typeface="Arial"/>
                <a:sym typeface="Arial"/>
              </a:defRPr>
            </a:lvl4pPr>
            <a:lvl5pPr indent="0" lvl="4" marL="0" algn="r">
              <a:spcBef>
                <a:spcPts val="0"/>
              </a:spcBef>
              <a:buNone/>
              <a:defRPr sz="1400">
                <a:solidFill>
                  <a:srgbClr val="000000"/>
                </a:solidFill>
                <a:latin typeface="Arial"/>
                <a:ea typeface="Arial"/>
                <a:cs typeface="Arial"/>
                <a:sym typeface="Arial"/>
              </a:defRPr>
            </a:lvl5pPr>
            <a:lvl6pPr indent="0" lvl="5" marL="0" algn="r">
              <a:spcBef>
                <a:spcPts val="0"/>
              </a:spcBef>
              <a:buNone/>
              <a:defRPr sz="1400">
                <a:solidFill>
                  <a:srgbClr val="000000"/>
                </a:solidFill>
                <a:latin typeface="Arial"/>
                <a:ea typeface="Arial"/>
                <a:cs typeface="Arial"/>
                <a:sym typeface="Arial"/>
              </a:defRPr>
            </a:lvl6pPr>
            <a:lvl7pPr indent="0" lvl="6" marL="0" algn="r">
              <a:spcBef>
                <a:spcPts val="0"/>
              </a:spcBef>
              <a:buNone/>
              <a:defRPr sz="1400">
                <a:solidFill>
                  <a:srgbClr val="000000"/>
                </a:solidFill>
                <a:latin typeface="Arial"/>
                <a:ea typeface="Arial"/>
                <a:cs typeface="Arial"/>
                <a:sym typeface="Arial"/>
              </a:defRPr>
            </a:lvl7pPr>
            <a:lvl8pPr indent="0" lvl="7" marL="0" algn="r">
              <a:spcBef>
                <a:spcPts val="0"/>
              </a:spcBef>
              <a:buNone/>
              <a:defRPr sz="1400">
                <a:solidFill>
                  <a:srgbClr val="000000"/>
                </a:solidFill>
                <a:latin typeface="Arial"/>
                <a:ea typeface="Arial"/>
                <a:cs typeface="Arial"/>
                <a:sym typeface="Arial"/>
              </a:defRPr>
            </a:lvl8pPr>
            <a:lvl9pPr indent="0" lvl="8" marL="0" algn="r">
              <a:spcBef>
                <a:spcPts val="0"/>
              </a:spcBef>
              <a:buNone/>
              <a:defRPr sz="1400">
                <a:solidFill>
                  <a:srgbClr val="000000"/>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47" name="Shape 147"/>
        <p:cNvGrpSpPr/>
        <p:nvPr/>
      </p:nvGrpSpPr>
      <p:grpSpPr>
        <a:xfrm>
          <a:off x="0" y="0"/>
          <a:ext cx="0" cy="0"/>
          <a:chOff x="0" y="0"/>
          <a:chExt cx="0" cy="0"/>
        </a:xfrm>
      </p:grpSpPr>
      <p:sp>
        <p:nvSpPr>
          <p:cNvPr id="148" name="Google Shape;148;p5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149" name="Google Shape;149;p53"/>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150" name="Google Shape;150;p53"/>
          <p:cNvSpPr txBox="1"/>
          <p:nvPr>
            <p:ph idx="10" type="dt"/>
          </p:nvPr>
        </p:nvSpPr>
        <p:spPr>
          <a:xfrm>
            <a:off x="457200" y="6245225"/>
            <a:ext cx="2133600" cy="47625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1" name="Google Shape;151;p53"/>
          <p:cNvSpPr txBox="1"/>
          <p:nvPr>
            <p:ph idx="11" type="ftr"/>
          </p:nvPr>
        </p:nvSpPr>
        <p:spPr>
          <a:xfrm>
            <a:off x="3124200" y="6245225"/>
            <a:ext cx="2895600" cy="476250"/>
          </a:xfrm>
          <a:prstGeom prst="rect">
            <a:avLst/>
          </a:prstGeom>
          <a:noFill/>
          <a:ln>
            <a:noFill/>
          </a:ln>
        </p:spPr>
        <p:txBody>
          <a:bodyPr anchorCtr="0" anchor="t"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2" name="Google Shape;152;p53"/>
          <p:cNvSpPr txBox="1"/>
          <p:nvPr>
            <p:ph idx="12" type="sldNum"/>
          </p:nvPr>
        </p:nvSpPr>
        <p:spPr>
          <a:xfrm>
            <a:off x="6553200" y="6245225"/>
            <a:ext cx="2133600" cy="476250"/>
          </a:xfrm>
          <a:prstGeom prst="rect">
            <a:avLst/>
          </a:prstGeom>
          <a:noFill/>
          <a:ln>
            <a:noFill/>
          </a:ln>
        </p:spPr>
        <p:txBody>
          <a:bodyPr anchorCtr="0" anchor="t" bIns="45700" lIns="91425" spcFirstLastPara="1" rIns="91425" wrap="square" tIns="45700">
            <a:noAutofit/>
          </a:bodyPr>
          <a:lstStyle>
            <a:lvl1pPr indent="0" lvl="0" marL="0" algn="r">
              <a:spcBef>
                <a:spcPts val="0"/>
              </a:spcBef>
              <a:buNone/>
              <a:defRPr sz="1400">
                <a:solidFill>
                  <a:srgbClr val="000000"/>
                </a:solidFill>
                <a:latin typeface="Arial"/>
                <a:ea typeface="Arial"/>
                <a:cs typeface="Arial"/>
                <a:sym typeface="Arial"/>
              </a:defRPr>
            </a:lvl1pPr>
            <a:lvl2pPr indent="0" lvl="1" marL="0" algn="r">
              <a:spcBef>
                <a:spcPts val="0"/>
              </a:spcBef>
              <a:buNone/>
              <a:defRPr sz="1400">
                <a:solidFill>
                  <a:srgbClr val="000000"/>
                </a:solidFill>
                <a:latin typeface="Arial"/>
                <a:ea typeface="Arial"/>
                <a:cs typeface="Arial"/>
                <a:sym typeface="Arial"/>
              </a:defRPr>
            </a:lvl2pPr>
            <a:lvl3pPr indent="0" lvl="2" marL="0" algn="r">
              <a:spcBef>
                <a:spcPts val="0"/>
              </a:spcBef>
              <a:buNone/>
              <a:defRPr sz="1400">
                <a:solidFill>
                  <a:srgbClr val="000000"/>
                </a:solidFill>
                <a:latin typeface="Arial"/>
                <a:ea typeface="Arial"/>
                <a:cs typeface="Arial"/>
                <a:sym typeface="Arial"/>
              </a:defRPr>
            </a:lvl3pPr>
            <a:lvl4pPr indent="0" lvl="3" marL="0" algn="r">
              <a:spcBef>
                <a:spcPts val="0"/>
              </a:spcBef>
              <a:buNone/>
              <a:defRPr sz="1400">
                <a:solidFill>
                  <a:srgbClr val="000000"/>
                </a:solidFill>
                <a:latin typeface="Arial"/>
                <a:ea typeface="Arial"/>
                <a:cs typeface="Arial"/>
                <a:sym typeface="Arial"/>
              </a:defRPr>
            </a:lvl4pPr>
            <a:lvl5pPr indent="0" lvl="4" marL="0" algn="r">
              <a:spcBef>
                <a:spcPts val="0"/>
              </a:spcBef>
              <a:buNone/>
              <a:defRPr sz="1400">
                <a:solidFill>
                  <a:srgbClr val="000000"/>
                </a:solidFill>
                <a:latin typeface="Arial"/>
                <a:ea typeface="Arial"/>
                <a:cs typeface="Arial"/>
                <a:sym typeface="Arial"/>
              </a:defRPr>
            </a:lvl5pPr>
            <a:lvl6pPr indent="0" lvl="5" marL="0" algn="r">
              <a:spcBef>
                <a:spcPts val="0"/>
              </a:spcBef>
              <a:buNone/>
              <a:defRPr sz="1400">
                <a:solidFill>
                  <a:srgbClr val="000000"/>
                </a:solidFill>
                <a:latin typeface="Arial"/>
                <a:ea typeface="Arial"/>
                <a:cs typeface="Arial"/>
                <a:sym typeface="Arial"/>
              </a:defRPr>
            </a:lvl6pPr>
            <a:lvl7pPr indent="0" lvl="6" marL="0" algn="r">
              <a:spcBef>
                <a:spcPts val="0"/>
              </a:spcBef>
              <a:buNone/>
              <a:defRPr sz="1400">
                <a:solidFill>
                  <a:srgbClr val="000000"/>
                </a:solidFill>
                <a:latin typeface="Arial"/>
                <a:ea typeface="Arial"/>
                <a:cs typeface="Arial"/>
                <a:sym typeface="Arial"/>
              </a:defRPr>
            </a:lvl7pPr>
            <a:lvl8pPr indent="0" lvl="7" marL="0" algn="r">
              <a:spcBef>
                <a:spcPts val="0"/>
              </a:spcBef>
              <a:buNone/>
              <a:defRPr sz="1400">
                <a:solidFill>
                  <a:srgbClr val="000000"/>
                </a:solidFill>
                <a:latin typeface="Arial"/>
                <a:ea typeface="Arial"/>
                <a:cs typeface="Arial"/>
                <a:sym typeface="Arial"/>
              </a:defRPr>
            </a:lvl8pPr>
            <a:lvl9pPr indent="0" lvl="8" marL="0" algn="r">
              <a:spcBef>
                <a:spcPts val="0"/>
              </a:spcBef>
              <a:buNone/>
              <a:defRPr sz="1400">
                <a:solidFill>
                  <a:srgbClr val="000000"/>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53" name="Shape 153"/>
        <p:cNvGrpSpPr/>
        <p:nvPr/>
      </p:nvGrpSpPr>
      <p:grpSpPr>
        <a:xfrm>
          <a:off x="0" y="0"/>
          <a:ext cx="0" cy="0"/>
          <a:chOff x="0" y="0"/>
          <a:chExt cx="0" cy="0"/>
        </a:xfrm>
      </p:grpSpPr>
      <p:sp>
        <p:nvSpPr>
          <p:cNvPr id="154" name="Google Shape;154;p54"/>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155" name="Google Shape;155;p54"/>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156" name="Google Shape;156;p54"/>
          <p:cNvSpPr txBox="1"/>
          <p:nvPr>
            <p:ph idx="10" type="dt"/>
          </p:nvPr>
        </p:nvSpPr>
        <p:spPr>
          <a:xfrm>
            <a:off x="457200" y="6245225"/>
            <a:ext cx="2133600" cy="47625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7" name="Google Shape;157;p54"/>
          <p:cNvSpPr txBox="1"/>
          <p:nvPr>
            <p:ph idx="11" type="ftr"/>
          </p:nvPr>
        </p:nvSpPr>
        <p:spPr>
          <a:xfrm>
            <a:off x="3124200" y="6245225"/>
            <a:ext cx="2895600" cy="476250"/>
          </a:xfrm>
          <a:prstGeom prst="rect">
            <a:avLst/>
          </a:prstGeom>
          <a:noFill/>
          <a:ln>
            <a:noFill/>
          </a:ln>
        </p:spPr>
        <p:txBody>
          <a:bodyPr anchorCtr="0" anchor="t"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8" name="Google Shape;158;p54"/>
          <p:cNvSpPr txBox="1"/>
          <p:nvPr>
            <p:ph idx="12" type="sldNum"/>
          </p:nvPr>
        </p:nvSpPr>
        <p:spPr>
          <a:xfrm>
            <a:off x="6553200" y="6245225"/>
            <a:ext cx="2133600" cy="476250"/>
          </a:xfrm>
          <a:prstGeom prst="rect">
            <a:avLst/>
          </a:prstGeom>
          <a:noFill/>
          <a:ln>
            <a:noFill/>
          </a:ln>
        </p:spPr>
        <p:txBody>
          <a:bodyPr anchorCtr="0" anchor="t" bIns="45700" lIns="91425" spcFirstLastPara="1" rIns="91425" wrap="square" tIns="45700">
            <a:noAutofit/>
          </a:bodyPr>
          <a:lstStyle>
            <a:lvl1pPr indent="0" lvl="0" marL="0" algn="r">
              <a:spcBef>
                <a:spcPts val="0"/>
              </a:spcBef>
              <a:buNone/>
              <a:defRPr sz="1400">
                <a:solidFill>
                  <a:srgbClr val="000000"/>
                </a:solidFill>
                <a:latin typeface="Arial"/>
                <a:ea typeface="Arial"/>
                <a:cs typeface="Arial"/>
                <a:sym typeface="Arial"/>
              </a:defRPr>
            </a:lvl1pPr>
            <a:lvl2pPr indent="0" lvl="1" marL="0" algn="r">
              <a:spcBef>
                <a:spcPts val="0"/>
              </a:spcBef>
              <a:buNone/>
              <a:defRPr sz="1400">
                <a:solidFill>
                  <a:srgbClr val="000000"/>
                </a:solidFill>
                <a:latin typeface="Arial"/>
                <a:ea typeface="Arial"/>
                <a:cs typeface="Arial"/>
                <a:sym typeface="Arial"/>
              </a:defRPr>
            </a:lvl2pPr>
            <a:lvl3pPr indent="0" lvl="2" marL="0" algn="r">
              <a:spcBef>
                <a:spcPts val="0"/>
              </a:spcBef>
              <a:buNone/>
              <a:defRPr sz="1400">
                <a:solidFill>
                  <a:srgbClr val="000000"/>
                </a:solidFill>
                <a:latin typeface="Arial"/>
                <a:ea typeface="Arial"/>
                <a:cs typeface="Arial"/>
                <a:sym typeface="Arial"/>
              </a:defRPr>
            </a:lvl3pPr>
            <a:lvl4pPr indent="0" lvl="3" marL="0" algn="r">
              <a:spcBef>
                <a:spcPts val="0"/>
              </a:spcBef>
              <a:buNone/>
              <a:defRPr sz="1400">
                <a:solidFill>
                  <a:srgbClr val="000000"/>
                </a:solidFill>
                <a:latin typeface="Arial"/>
                <a:ea typeface="Arial"/>
                <a:cs typeface="Arial"/>
                <a:sym typeface="Arial"/>
              </a:defRPr>
            </a:lvl4pPr>
            <a:lvl5pPr indent="0" lvl="4" marL="0" algn="r">
              <a:spcBef>
                <a:spcPts val="0"/>
              </a:spcBef>
              <a:buNone/>
              <a:defRPr sz="1400">
                <a:solidFill>
                  <a:srgbClr val="000000"/>
                </a:solidFill>
                <a:latin typeface="Arial"/>
                <a:ea typeface="Arial"/>
                <a:cs typeface="Arial"/>
                <a:sym typeface="Arial"/>
              </a:defRPr>
            </a:lvl5pPr>
            <a:lvl6pPr indent="0" lvl="5" marL="0" algn="r">
              <a:spcBef>
                <a:spcPts val="0"/>
              </a:spcBef>
              <a:buNone/>
              <a:defRPr sz="1400">
                <a:solidFill>
                  <a:srgbClr val="000000"/>
                </a:solidFill>
                <a:latin typeface="Arial"/>
                <a:ea typeface="Arial"/>
                <a:cs typeface="Arial"/>
                <a:sym typeface="Arial"/>
              </a:defRPr>
            </a:lvl6pPr>
            <a:lvl7pPr indent="0" lvl="6" marL="0" algn="r">
              <a:spcBef>
                <a:spcPts val="0"/>
              </a:spcBef>
              <a:buNone/>
              <a:defRPr sz="1400">
                <a:solidFill>
                  <a:srgbClr val="000000"/>
                </a:solidFill>
                <a:latin typeface="Arial"/>
                <a:ea typeface="Arial"/>
                <a:cs typeface="Arial"/>
                <a:sym typeface="Arial"/>
              </a:defRPr>
            </a:lvl7pPr>
            <a:lvl8pPr indent="0" lvl="7" marL="0" algn="r">
              <a:spcBef>
                <a:spcPts val="0"/>
              </a:spcBef>
              <a:buNone/>
              <a:defRPr sz="1400">
                <a:solidFill>
                  <a:srgbClr val="000000"/>
                </a:solidFill>
                <a:latin typeface="Arial"/>
                <a:ea typeface="Arial"/>
                <a:cs typeface="Arial"/>
                <a:sym typeface="Arial"/>
              </a:defRPr>
            </a:lvl8pPr>
            <a:lvl9pPr indent="0" lvl="8" marL="0" algn="r">
              <a:spcBef>
                <a:spcPts val="0"/>
              </a:spcBef>
              <a:buNone/>
              <a:defRPr sz="1400">
                <a:solidFill>
                  <a:srgbClr val="000000"/>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2" Type="http://schemas.openxmlformats.org/officeDocument/2006/relationships/theme" Target="../theme/theme1.xml"/><Relationship Id="rId9" Type="http://schemas.openxmlformats.org/officeDocument/2006/relationships/slideLayout" Target="../slideLayouts/slideLayout20.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3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3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12" name="Google Shape;12;p3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3" name="Google Shape;13;p3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4" name="Google Shape;14;p3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84" name="Shape 84"/>
        <p:cNvGrpSpPr/>
        <p:nvPr/>
      </p:nvGrpSpPr>
      <p:grpSpPr>
        <a:xfrm>
          <a:off x="0" y="0"/>
          <a:ext cx="0" cy="0"/>
          <a:chOff x="0" y="0"/>
          <a:chExt cx="0" cy="0"/>
        </a:xfrm>
      </p:grpSpPr>
      <p:sp>
        <p:nvSpPr>
          <p:cNvPr id="85" name="Google Shape;85;p3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4400" u="none" cap="none" strike="noStrike">
                <a:solidFill>
                  <a:schemeClr val="dk2"/>
                </a:solidFill>
                <a:latin typeface="Arial"/>
                <a:ea typeface="Arial"/>
                <a:cs typeface="Arial"/>
                <a:sym typeface="Arial"/>
              </a:defRPr>
            </a:lvl1pPr>
            <a:lvl2pPr lvl="1" marR="0" rtl="0" algn="ctr">
              <a:spcBef>
                <a:spcPts val="0"/>
              </a:spcBef>
              <a:spcAft>
                <a:spcPts val="0"/>
              </a:spcAft>
              <a:buSzPts val="1400"/>
              <a:buNone/>
              <a:defRPr b="0" i="0" sz="4400" u="none" cap="none" strike="noStrike">
                <a:solidFill>
                  <a:schemeClr val="dk2"/>
                </a:solidFill>
                <a:latin typeface="Arial"/>
                <a:ea typeface="Arial"/>
                <a:cs typeface="Arial"/>
                <a:sym typeface="Arial"/>
              </a:defRPr>
            </a:lvl2pPr>
            <a:lvl3pPr lvl="2" marR="0" rtl="0" algn="ctr">
              <a:spcBef>
                <a:spcPts val="0"/>
              </a:spcBef>
              <a:spcAft>
                <a:spcPts val="0"/>
              </a:spcAft>
              <a:buSzPts val="1400"/>
              <a:buNone/>
              <a:defRPr b="0" i="0" sz="4400" u="none" cap="none" strike="noStrike">
                <a:solidFill>
                  <a:schemeClr val="dk2"/>
                </a:solidFill>
                <a:latin typeface="Arial"/>
                <a:ea typeface="Arial"/>
                <a:cs typeface="Arial"/>
                <a:sym typeface="Arial"/>
              </a:defRPr>
            </a:lvl3pPr>
            <a:lvl4pPr lvl="3" marR="0" rtl="0" algn="ctr">
              <a:spcBef>
                <a:spcPts val="0"/>
              </a:spcBef>
              <a:spcAft>
                <a:spcPts val="0"/>
              </a:spcAft>
              <a:buSzPts val="1400"/>
              <a:buNone/>
              <a:defRPr b="0" i="0" sz="4400" u="none" cap="none" strike="noStrike">
                <a:solidFill>
                  <a:schemeClr val="dk2"/>
                </a:solidFill>
                <a:latin typeface="Arial"/>
                <a:ea typeface="Arial"/>
                <a:cs typeface="Arial"/>
                <a:sym typeface="Arial"/>
              </a:defRPr>
            </a:lvl4pPr>
            <a:lvl5pPr lvl="4" marR="0" rtl="0" algn="ctr">
              <a:spcBef>
                <a:spcPts val="0"/>
              </a:spcBef>
              <a:spcAft>
                <a:spcPts val="0"/>
              </a:spcAft>
              <a:buSzPts val="1400"/>
              <a:buNone/>
              <a:defRPr b="0" i="0" sz="4400" u="none" cap="none" strike="noStrike">
                <a:solidFill>
                  <a:schemeClr val="dk2"/>
                </a:solidFill>
                <a:latin typeface="Arial"/>
                <a:ea typeface="Arial"/>
                <a:cs typeface="Arial"/>
                <a:sym typeface="Arial"/>
              </a:defRPr>
            </a:lvl5pPr>
            <a:lvl6pPr lvl="5" marR="0" rtl="0" algn="ctr">
              <a:spcBef>
                <a:spcPts val="0"/>
              </a:spcBef>
              <a:spcAft>
                <a:spcPts val="0"/>
              </a:spcAft>
              <a:buSzPts val="1400"/>
              <a:buNone/>
              <a:defRPr b="0" i="0" sz="4400" u="none" cap="none" strike="noStrike">
                <a:solidFill>
                  <a:schemeClr val="dk2"/>
                </a:solidFill>
                <a:latin typeface="Arial"/>
                <a:ea typeface="Arial"/>
                <a:cs typeface="Arial"/>
                <a:sym typeface="Arial"/>
              </a:defRPr>
            </a:lvl6pPr>
            <a:lvl7pPr lvl="6" marR="0" rtl="0" algn="ctr">
              <a:spcBef>
                <a:spcPts val="0"/>
              </a:spcBef>
              <a:spcAft>
                <a:spcPts val="0"/>
              </a:spcAft>
              <a:buSzPts val="1400"/>
              <a:buNone/>
              <a:defRPr b="0" i="0" sz="4400" u="none" cap="none" strike="noStrike">
                <a:solidFill>
                  <a:schemeClr val="dk2"/>
                </a:solidFill>
                <a:latin typeface="Arial"/>
                <a:ea typeface="Arial"/>
                <a:cs typeface="Arial"/>
                <a:sym typeface="Arial"/>
              </a:defRPr>
            </a:lvl7pPr>
            <a:lvl8pPr lvl="7" marR="0" rtl="0" algn="ctr">
              <a:spcBef>
                <a:spcPts val="0"/>
              </a:spcBef>
              <a:spcAft>
                <a:spcPts val="0"/>
              </a:spcAft>
              <a:buSzPts val="1400"/>
              <a:buNone/>
              <a:defRPr b="0" i="0" sz="4400" u="none" cap="none" strike="noStrike">
                <a:solidFill>
                  <a:schemeClr val="dk2"/>
                </a:solidFill>
                <a:latin typeface="Arial"/>
                <a:ea typeface="Arial"/>
                <a:cs typeface="Arial"/>
                <a:sym typeface="Arial"/>
              </a:defRPr>
            </a:lvl8pPr>
            <a:lvl9pPr lvl="8" marR="0" rtl="0" algn="ctr">
              <a:spcBef>
                <a:spcPts val="0"/>
              </a:spcBef>
              <a:spcAft>
                <a:spcPts val="0"/>
              </a:spcAft>
              <a:buSzPts val="1400"/>
              <a:buNone/>
              <a:defRPr b="0" i="0" sz="4400" u="none" cap="none" strike="noStrike">
                <a:solidFill>
                  <a:schemeClr val="dk2"/>
                </a:solidFill>
                <a:latin typeface="Arial"/>
                <a:ea typeface="Arial"/>
                <a:cs typeface="Arial"/>
                <a:sym typeface="Arial"/>
              </a:defRPr>
            </a:lvl9pPr>
          </a:lstStyle>
          <a:p/>
        </p:txBody>
      </p:sp>
      <p:sp>
        <p:nvSpPr>
          <p:cNvPr id="86" name="Google Shape;86;p35"/>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Arial"/>
                <a:ea typeface="Arial"/>
                <a:cs typeface="Arial"/>
                <a:sym typeface="Arial"/>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9pPr>
          </a:lstStyle>
          <a:p/>
        </p:txBody>
      </p:sp>
      <p:sp>
        <p:nvSpPr>
          <p:cNvPr id="87" name="Google Shape;87;p35"/>
          <p:cNvSpPr txBox="1"/>
          <p:nvPr>
            <p:ph idx="10" type="dt"/>
          </p:nvPr>
        </p:nvSpPr>
        <p:spPr>
          <a:xfrm>
            <a:off x="457200" y="6245225"/>
            <a:ext cx="2133600" cy="47625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400">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88" name="Google Shape;88;p35"/>
          <p:cNvSpPr txBox="1"/>
          <p:nvPr>
            <p:ph idx="11" type="ftr"/>
          </p:nvPr>
        </p:nvSpPr>
        <p:spPr>
          <a:xfrm>
            <a:off x="3124200" y="6245225"/>
            <a:ext cx="2895600" cy="476250"/>
          </a:xfrm>
          <a:prstGeom prst="rect">
            <a:avLst/>
          </a:prstGeom>
          <a:noFill/>
          <a:ln>
            <a:noFill/>
          </a:ln>
        </p:spPr>
        <p:txBody>
          <a:bodyPr anchorCtr="0" anchor="t" bIns="45700" lIns="91425" spcFirstLastPara="1" rIns="91425" wrap="square" tIns="45700">
            <a:noAutofit/>
          </a:bodyPr>
          <a:lstStyle>
            <a:lvl1pPr lvl="0" marR="0" rtl="0" algn="ctr">
              <a:spcBef>
                <a:spcPts val="0"/>
              </a:spcBef>
              <a:spcAft>
                <a:spcPts val="0"/>
              </a:spcAft>
              <a:buSzPts val="1400"/>
              <a:buNone/>
              <a:defRPr sz="1400">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89" name="Google Shape;89;p35"/>
          <p:cNvSpPr txBox="1"/>
          <p:nvPr>
            <p:ph idx="12" type="sldNum"/>
          </p:nvPr>
        </p:nvSpPr>
        <p:spPr>
          <a:xfrm>
            <a:off x="6553200" y="6245225"/>
            <a:ext cx="2133600" cy="476250"/>
          </a:xfrm>
          <a:prstGeom prst="rect">
            <a:avLst/>
          </a:prstGeom>
          <a:noFill/>
          <a:ln>
            <a:noFill/>
          </a:ln>
        </p:spPr>
        <p:txBody>
          <a:bodyPr anchorCtr="0" anchor="t" bIns="45700" lIns="91425" spcFirstLastPara="1" rIns="91425" wrap="square" tIns="45700">
            <a:noAutofit/>
          </a:bodyPr>
          <a:lstStyle>
            <a:lvl1pPr indent="0" lvl="0" marL="0" marR="0" rtl="0" algn="r">
              <a:spcBef>
                <a:spcPts val="0"/>
              </a:spcBef>
              <a:spcAft>
                <a:spcPts val="0"/>
              </a:spcAft>
              <a:buNone/>
              <a:defRPr sz="1400">
                <a:solidFill>
                  <a:srgbClr val="000000"/>
                </a:solidFill>
                <a:latin typeface="Arial"/>
                <a:ea typeface="Arial"/>
                <a:cs typeface="Arial"/>
                <a:sym typeface="Arial"/>
              </a:defRPr>
            </a:lvl1pPr>
            <a:lvl2pPr indent="0" lvl="1" marL="0" marR="0" rtl="0" algn="r">
              <a:spcBef>
                <a:spcPts val="0"/>
              </a:spcBef>
              <a:spcAft>
                <a:spcPts val="0"/>
              </a:spcAft>
              <a:buNone/>
              <a:defRPr sz="1400">
                <a:solidFill>
                  <a:srgbClr val="000000"/>
                </a:solidFill>
                <a:latin typeface="Arial"/>
                <a:ea typeface="Arial"/>
                <a:cs typeface="Arial"/>
                <a:sym typeface="Arial"/>
              </a:defRPr>
            </a:lvl2pPr>
            <a:lvl3pPr indent="0" lvl="2" marL="0" marR="0" rtl="0" algn="r">
              <a:spcBef>
                <a:spcPts val="0"/>
              </a:spcBef>
              <a:spcAft>
                <a:spcPts val="0"/>
              </a:spcAft>
              <a:buNone/>
              <a:defRPr sz="1400">
                <a:solidFill>
                  <a:srgbClr val="000000"/>
                </a:solidFill>
                <a:latin typeface="Arial"/>
                <a:ea typeface="Arial"/>
                <a:cs typeface="Arial"/>
                <a:sym typeface="Arial"/>
              </a:defRPr>
            </a:lvl3pPr>
            <a:lvl4pPr indent="0" lvl="3" marL="0" marR="0" rtl="0" algn="r">
              <a:spcBef>
                <a:spcPts val="0"/>
              </a:spcBef>
              <a:spcAft>
                <a:spcPts val="0"/>
              </a:spcAft>
              <a:buNone/>
              <a:defRPr sz="1400">
                <a:solidFill>
                  <a:srgbClr val="000000"/>
                </a:solidFill>
                <a:latin typeface="Arial"/>
                <a:ea typeface="Arial"/>
                <a:cs typeface="Arial"/>
                <a:sym typeface="Arial"/>
              </a:defRPr>
            </a:lvl4pPr>
            <a:lvl5pPr indent="0" lvl="4" marL="0" marR="0" rtl="0" algn="r">
              <a:spcBef>
                <a:spcPts val="0"/>
              </a:spcBef>
              <a:spcAft>
                <a:spcPts val="0"/>
              </a:spcAft>
              <a:buNone/>
              <a:defRPr sz="1400">
                <a:solidFill>
                  <a:srgbClr val="000000"/>
                </a:solidFill>
                <a:latin typeface="Arial"/>
                <a:ea typeface="Arial"/>
                <a:cs typeface="Arial"/>
                <a:sym typeface="Arial"/>
              </a:defRPr>
            </a:lvl5pPr>
            <a:lvl6pPr indent="0" lvl="5" marL="0" marR="0" rtl="0" algn="r">
              <a:spcBef>
                <a:spcPts val="0"/>
              </a:spcBef>
              <a:spcAft>
                <a:spcPts val="0"/>
              </a:spcAft>
              <a:buNone/>
              <a:defRPr sz="1400">
                <a:solidFill>
                  <a:srgbClr val="000000"/>
                </a:solidFill>
                <a:latin typeface="Arial"/>
                <a:ea typeface="Arial"/>
                <a:cs typeface="Arial"/>
                <a:sym typeface="Arial"/>
              </a:defRPr>
            </a:lvl6pPr>
            <a:lvl7pPr indent="0" lvl="6" marL="0" marR="0" rtl="0" algn="r">
              <a:spcBef>
                <a:spcPts val="0"/>
              </a:spcBef>
              <a:spcAft>
                <a:spcPts val="0"/>
              </a:spcAft>
              <a:buNone/>
              <a:defRPr sz="1400">
                <a:solidFill>
                  <a:srgbClr val="000000"/>
                </a:solidFill>
                <a:latin typeface="Arial"/>
                <a:ea typeface="Arial"/>
                <a:cs typeface="Arial"/>
                <a:sym typeface="Arial"/>
              </a:defRPr>
            </a:lvl7pPr>
            <a:lvl8pPr indent="0" lvl="7" marL="0" marR="0" rtl="0" algn="r">
              <a:spcBef>
                <a:spcPts val="0"/>
              </a:spcBef>
              <a:spcAft>
                <a:spcPts val="0"/>
              </a:spcAft>
              <a:buNone/>
              <a:defRPr sz="1400">
                <a:solidFill>
                  <a:srgbClr val="000000"/>
                </a:solidFill>
                <a:latin typeface="Arial"/>
                <a:ea typeface="Arial"/>
                <a:cs typeface="Arial"/>
                <a:sym typeface="Arial"/>
              </a:defRPr>
            </a:lvl8pPr>
            <a:lvl9pPr indent="0" lvl="8" marL="0" marR="0" rtl="0" algn="r">
              <a:spcBef>
                <a:spcPts val="0"/>
              </a:spcBef>
              <a:spcAft>
                <a:spcPts val="0"/>
              </a:spcAft>
              <a:buNone/>
              <a:defRPr sz="1400">
                <a:solidFill>
                  <a:srgbClr val="000000"/>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4.png"/><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8.png"/><Relationship Id="rId4"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10.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1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4.xml"/><Relationship Id="rId3" Type="http://schemas.openxmlformats.org/officeDocument/2006/relationships/image" Target="../media/image1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5.xml"/><Relationship Id="rId3" Type="http://schemas.openxmlformats.org/officeDocument/2006/relationships/image" Target="../media/image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6.xml"/><Relationship Id="rId3" Type="http://schemas.openxmlformats.org/officeDocument/2006/relationships/image" Target="../media/image16.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7.xml"/><Relationship Id="rId3" Type="http://schemas.openxmlformats.org/officeDocument/2006/relationships/image" Target="../media/image16.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8.xml"/><Relationship Id="rId3" Type="http://schemas.openxmlformats.org/officeDocument/2006/relationships/image" Target="../media/image9.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9.xml"/><Relationship Id="rId3" Type="http://schemas.openxmlformats.org/officeDocument/2006/relationships/image" Target="../media/image9.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0.xml"/><Relationship Id="rId3" Type="http://schemas.openxmlformats.org/officeDocument/2006/relationships/image" Target="../media/image6.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1.xml"/><Relationship Id="rId3" Type="http://schemas.openxmlformats.org/officeDocument/2006/relationships/image" Target="../media/image6.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2.xml"/><Relationship Id="rId3" Type="http://schemas.openxmlformats.org/officeDocument/2006/relationships/image" Target="../media/image24.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3.xml"/><Relationship Id="rId3" Type="http://schemas.openxmlformats.org/officeDocument/2006/relationships/image" Target="../media/image24.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4.xml"/><Relationship Id="rId3" Type="http://schemas.openxmlformats.org/officeDocument/2006/relationships/image" Target="../media/image24.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 Id="rId3" Type="http://schemas.openxmlformats.org/officeDocument/2006/relationships/image" Target="../media/image11.png"/><Relationship Id="rId4" Type="http://schemas.openxmlformats.org/officeDocument/2006/relationships/image" Target="../media/image14.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 Id="rId3" Type="http://schemas.openxmlformats.org/officeDocument/2006/relationships/image" Target="../media/image17.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 Id="rId3" Type="http://schemas.openxmlformats.org/officeDocument/2006/relationships/image" Target="../media/image19.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 Id="rId3" Type="http://schemas.openxmlformats.org/officeDocument/2006/relationships/image" Target="../media/image21.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 Id="rId3" Type="http://schemas.openxmlformats.org/officeDocument/2006/relationships/image" Target="../media/image18.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 Id="rId3" Type="http://schemas.openxmlformats.org/officeDocument/2006/relationships/image" Target="../media/image20.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 Id="rId3" Type="http://schemas.openxmlformats.org/officeDocument/2006/relationships/image" Target="../media/image22.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p1"/>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US"/>
              <a:t>Artificial Intelligence</a:t>
            </a:r>
            <a:endParaRPr>
              <a:latin typeface="Arial"/>
              <a:ea typeface="Arial"/>
              <a:cs typeface="Arial"/>
              <a:sym typeface="Arial"/>
            </a:endParaRPr>
          </a:p>
        </p:txBody>
      </p:sp>
      <p:sp>
        <p:nvSpPr>
          <p:cNvPr id="164" name="Google Shape;164;p1"/>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p>
            <a:pPr indent="0" lvl="0" marL="0" rtl="0" algn="ctr">
              <a:spcBef>
                <a:spcPts val="0"/>
              </a:spcBef>
              <a:spcAft>
                <a:spcPts val="0"/>
              </a:spcAft>
              <a:buClr>
                <a:srgbClr val="888888"/>
              </a:buClr>
              <a:buSzPts val="3200"/>
              <a:buNone/>
            </a:pPr>
            <a:r>
              <a:rPr lang="en-US"/>
              <a:t>Lecture 2</a:t>
            </a:r>
            <a:endParaRPr/>
          </a:p>
          <a:p>
            <a:pPr indent="0" lvl="0" marL="0" rtl="0" algn="ctr">
              <a:spcBef>
                <a:spcPts val="640"/>
              </a:spcBef>
              <a:spcAft>
                <a:spcPts val="0"/>
              </a:spcAft>
              <a:buClr>
                <a:srgbClr val="888888"/>
              </a:buClr>
              <a:buSzPts val="3200"/>
              <a:buNone/>
            </a:pPr>
            <a:r>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 name="Shape 168"/>
        <p:cNvGrpSpPr/>
        <p:nvPr/>
      </p:nvGrpSpPr>
      <p:grpSpPr>
        <a:xfrm>
          <a:off x="0" y="0"/>
          <a:ext cx="0" cy="0"/>
          <a:chOff x="0" y="0"/>
          <a:chExt cx="0" cy="0"/>
        </a:xfrm>
      </p:grpSpPr>
      <p:sp>
        <p:nvSpPr>
          <p:cNvPr id="169" name="Google Shape;169;p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000"/>
              <a:buFont typeface="Calibri"/>
              <a:buNone/>
            </a:pPr>
            <a:r>
              <a:rPr lang="en-US" sz="4000"/>
              <a:t>Today’s Lecture</a:t>
            </a:r>
            <a:endParaRPr/>
          </a:p>
        </p:txBody>
      </p:sp>
      <p:sp>
        <p:nvSpPr>
          <p:cNvPr id="170" name="Google Shape;170;p2"/>
          <p:cNvSpPr txBox="1"/>
          <p:nvPr>
            <p:ph idx="1" type="body"/>
          </p:nvPr>
        </p:nvSpPr>
        <p:spPr>
          <a:xfrm>
            <a:off x="457200" y="1600200"/>
            <a:ext cx="8229600" cy="2895600"/>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2200"/>
              <a:buChar char="•"/>
            </a:pPr>
            <a:r>
              <a:rPr lang="en-US" sz="2200"/>
              <a:t>Informed (Heuristic) search</a:t>
            </a:r>
            <a:endParaRPr/>
          </a:p>
          <a:p>
            <a:pPr indent="-342900" lvl="0" marL="342900" rtl="0" algn="l">
              <a:spcBef>
                <a:spcPts val="440"/>
              </a:spcBef>
              <a:spcAft>
                <a:spcPts val="0"/>
              </a:spcAft>
              <a:buClr>
                <a:schemeClr val="dk1"/>
              </a:buClr>
              <a:buSzPts val="2200"/>
              <a:buChar char="•"/>
            </a:pPr>
            <a:r>
              <a:rPr lang="en-US" sz="2200"/>
              <a:t>Heuristic evaluation function </a:t>
            </a:r>
            <a:endParaRPr/>
          </a:p>
          <a:p>
            <a:pPr indent="-342900" lvl="0" marL="342900" rtl="0" algn="l">
              <a:spcBef>
                <a:spcPts val="440"/>
              </a:spcBef>
              <a:spcAft>
                <a:spcPts val="0"/>
              </a:spcAft>
              <a:buClr>
                <a:schemeClr val="dk1"/>
              </a:buClr>
              <a:buSzPts val="2200"/>
              <a:buChar char="•"/>
            </a:pPr>
            <a:r>
              <a:rPr lang="en-US" sz="2200"/>
              <a:t>Greedy Best-First Search</a:t>
            </a:r>
            <a:endParaRPr/>
          </a:p>
          <a:p>
            <a:pPr indent="-342900" lvl="0" marL="342900" rtl="0" algn="l">
              <a:spcBef>
                <a:spcPts val="440"/>
              </a:spcBef>
              <a:spcAft>
                <a:spcPts val="0"/>
              </a:spcAft>
              <a:buClr>
                <a:schemeClr val="dk1"/>
              </a:buClr>
              <a:buSzPts val="2200"/>
              <a:buChar char="•"/>
            </a:pPr>
            <a:r>
              <a:rPr lang="en-US" sz="2200"/>
              <a:t>A* Search</a:t>
            </a:r>
            <a:endParaRPr/>
          </a:p>
          <a:p>
            <a:pPr indent="-139700" lvl="0" marL="342900" rtl="0" algn="l">
              <a:spcBef>
                <a:spcPts val="640"/>
              </a:spcBef>
              <a:spcAft>
                <a:spcPts val="0"/>
              </a:spcAft>
              <a:buClr>
                <a:schemeClr val="dk1"/>
              </a:buClr>
              <a:buSzPts val="3200"/>
              <a:buNone/>
            </a:pPr>
            <a:r>
              <a:t/>
            </a:r>
            <a:endParaRPr/>
          </a:p>
          <a:p>
            <a:pPr indent="-139700" lvl="0" marL="342900" rtl="0" algn="l">
              <a:spcBef>
                <a:spcPts val="640"/>
              </a:spcBef>
              <a:spcAft>
                <a:spcPts val="0"/>
              </a:spcAft>
              <a:buClr>
                <a:schemeClr val="dk1"/>
              </a:buClr>
              <a:buSzPts val="3200"/>
              <a:buNone/>
            </a:pPr>
            <a:r>
              <a:t/>
            </a:r>
            <a:endParaRPr/>
          </a:p>
          <a:p>
            <a:pPr indent="-139700" lvl="0" marL="342900" rtl="0" algn="l">
              <a:spcBef>
                <a:spcPts val="640"/>
              </a:spcBef>
              <a:spcAft>
                <a:spcPts val="0"/>
              </a:spcAft>
              <a:buClr>
                <a:schemeClr val="dk1"/>
              </a:buClr>
              <a:buSzPts val="3200"/>
              <a:buNone/>
            </a:pPr>
            <a:r>
              <a:t/>
            </a:r>
            <a:endParaRPr/>
          </a:p>
          <a:p>
            <a:pPr indent="-139700" lvl="0" marL="342900" rtl="0" algn="l">
              <a:spcBef>
                <a:spcPts val="640"/>
              </a:spcBef>
              <a:spcAft>
                <a:spcPts val="0"/>
              </a:spcAft>
              <a:buClr>
                <a:schemeClr val="dk1"/>
              </a:buClr>
              <a:buSzPts val="3200"/>
              <a:buNone/>
            </a:pPr>
            <a:r>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 name="Shape 174"/>
        <p:cNvGrpSpPr/>
        <p:nvPr/>
      </p:nvGrpSpPr>
      <p:grpSpPr>
        <a:xfrm>
          <a:off x="0" y="0"/>
          <a:ext cx="0" cy="0"/>
          <a:chOff x="0" y="0"/>
          <a:chExt cx="0" cy="0"/>
        </a:xfrm>
      </p:grpSpPr>
      <p:sp>
        <p:nvSpPr>
          <p:cNvPr id="175" name="Google Shape;175;p3"/>
          <p:cNvSpPr txBox="1"/>
          <p:nvPr>
            <p:ph type="title"/>
          </p:nvPr>
        </p:nvSpPr>
        <p:spPr>
          <a:xfrm>
            <a:off x="457200" y="274638"/>
            <a:ext cx="8229600" cy="1096962"/>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US"/>
              <a:t>Informed (Heuristic) Search</a:t>
            </a:r>
            <a:endParaRPr/>
          </a:p>
        </p:txBody>
      </p:sp>
      <p:sp>
        <p:nvSpPr>
          <p:cNvPr id="176" name="Google Shape;176;p3"/>
          <p:cNvSpPr txBox="1"/>
          <p:nvPr>
            <p:ph idx="1" type="body"/>
          </p:nvPr>
        </p:nvSpPr>
        <p:spPr>
          <a:xfrm>
            <a:off x="457200" y="1371600"/>
            <a:ext cx="8229600" cy="5141400"/>
          </a:xfrm>
          <a:prstGeom prst="rect">
            <a:avLst/>
          </a:prstGeom>
          <a:noFill/>
          <a:ln>
            <a:noFill/>
          </a:ln>
        </p:spPr>
        <p:txBody>
          <a:bodyPr anchorCtr="0" anchor="t" bIns="45700" lIns="91425" spcFirstLastPara="1" rIns="91425" wrap="square" tIns="45700">
            <a:normAutofit fontScale="62500"/>
          </a:bodyPr>
          <a:lstStyle/>
          <a:p>
            <a:pPr indent="-200660" lvl="0" marL="342900" rtl="0" algn="l">
              <a:spcBef>
                <a:spcPts val="0"/>
              </a:spcBef>
              <a:spcAft>
                <a:spcPts val="0"/>
              </a:spcAft>
              <a:buClr>
                <a:schemeClr val="dk1"/>
              </a:buClr>
              <a:buSzPct val="100000"/>
              <a:buNone/>
            </a:pPr>
            <a:r>
              <a:t/>
            </a:r>
            <a:endParaRPr/>
          </a:p>
          <a:p>
            <a:pPr indent="-327660" lvl="0" marL="342900" rtl="0" algn="l">
              <a:spcBef>
                <a:spcPts val="448"/>
              </a:spcBef>
              <a:spcAft>
                <a:spcPts val="0"/>
              </a:spcAft>
              <a:buClr>
                <a:schemeClr val="dk1"/>
              </a:buClr>
              <a:buSzPct val="100000"/>
              <a:buChar char="•"/>
            </a:pPr>
            <a:r>
              <a:rPr lang="en-US"/>
              <a:t>Informed heuristic search, also known as informed search or heuristic search, is a type of search algorithm used in artificial intelligence </a:t>
            </a:r>
            <a:r>
              <a:rPr lang="en-US">
                <a:solidFill>
                  <a:srgbClr val="FF0000"/>
                </a:solidFill>
              </a:rPr>
              <a:t>to efficiently explore a search space by using domain-specific knowledge or heuristics to guide the search towards the goal</a:t>
            </a:r>
            <a:r>
              <a:rPr lang="en-US"/>
              <a:t>.</a:t>
            </a:r>
            <a:endParaRPr/>
          </a:p>
          <a:p>
            <a:pPr indent="-327660" lvl="0" marL="342900" rtl="0" algn="l">
              <a:spcBef>
                <a:spcPts val="448"/>
              </a:spcBef>
              <a:spcAft>
                <a:spcPts val="0"/>
              </a:spcAft>
              <a:buClr>
                <a:schemeClr val="dk1"/>
              </a:buClr>
              <a:buSzPct val="100000"/>
              <a:buChar char="•"/>
            </a:pPr>
            <a:r>
              <a:rPr lang="en-US"/>
              <a:t>Unlike uninformed search algorithms, which explore the search space without any additional knowledge, informed heuristic search algorithms make use of information about the problem domain to make more informed decisions about which paths to explore.</a:t>
            </a:r>
            <a:endParaRPr/>
          </a:p>
          <a:p>
            <a:pPr indent="-327660" lvl="0" marL="342900" rtl="0" algn="l">
              <a:spcBef>
                <a:spcPts val="448"/>
              </a:spcBef>
              <a:spcAft>
                <a:spcPts val="0"/>
              </a:spcAft>
              <a:buClr>
                <a:srgbClr val="FF0000"/>
              </a:buClr>
              <a:buSzPct val="100000"/>
              <a:buChar char="•"/>
            </a:pPr>
            <a:r>
              <a:rPr lang="en-US">
                <a:solidFill>
                  <a:srgbClr val="FF0000"/>
                </a:solidFill>
              </a:rPr>
              <a:t>The key idea behind informed heuristic search is to prioritize the exploration of paths that are more likely to lead to the goal, based on some heuristic evaluation of the state or node being considered. </a:t>
            </a:r>
            <a:endParaRPr/>
          </a:p>
          <a:p>
            <a:pPr indent="-327660" lvl="0" marL="342900" rtl="0" algn="l">
              <a:spcBef>
                <a:spcPts val="448"/>
              </a:spcBef>
              <a:spcAft>
                <a:spcPts val="0"/>
              </a:spcAft>
              <a:buClr>
                <a:srgbClr val="FF0000"/>
              </a:buClr>
              <a:buSzPct val="100000"/>
              <a:buChar char="•"/>
            </a:pPr>
            <a:r>
              <a:rPr lang="en-US">
                <a:solidFill>
                  <a:srgbClr val="FF0000"/>
                </a:solidFill>
              </a:rPr>
              <a:t>This heuristic evaluation function estimates the cost or distance from the current state to the goal state, providing guidance to the search algorithm on which paths are more promising.</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 name="Shape 180"/>
        <p:cNvGrpSpPr/>
        <p:nvPr/>
      </p:nvGrpSpPr>
      <p:grpSpPr>
        <a:xfrm>
          <a:off x="0" y="0"/>
          <a:ext cx="0" cy="0"/>
          <a:chOff x="0" y="0"/>
          <a:chExt cx="0" cy="0"/>
        </a:xfrm>
      </p:grpSpPr>
      <p:sp>
        <p:nvSpPr>
          <p:cNvPr id="181" name="Google Shape;181;p4"/>
          <p:cNvSpPr txBox="1"/>
          <p:nvPr>
            <p:ph type="title"/>
          </p:nvPr>
        </p:nvSpPr>
        <p:spPr>
          <a:xfrm>
            <a:off x="457200" y="274638"/>
            <a:ext cx="8229600" cy="792162"/>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000"/>
              <a:buFont typeface="Calibri"/>
              <a:buNone/>
            </a:pPr>
            <a:r>
              <a:rPr lang="en-US" sz="4000"/>
              <a:t>Heuristic evaluation function </a:t>
            </a:r>
            <a:endParaRPr/>
          </a:p>
        </p:txBody>
      </p:sp>
      <p:sp>
        <p:nvSpPr>
          <p:cNvPr id="182" name="Google Shape;182;p4"/>
          <p:cNvSpPr txBox="1"/>
          <p:nvPr>
            <p:ph idx="1" type="body"/>
          </p:nvPr>
        </p:nvSpPr>
        <p:spPr>
          <a:xfrm>
            <a:off x="457200" y="1354775"/>
            <a:ext cx="8229600" cy="5336100"/>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rgbClr val="FF0000"/>
              </a:buClr>
              <a:buSzPts val="2200"/>
              <a:buChar char="•"/>
            </a:pPr>
            <a:r>
              <a:rPr lang="en-US" sz="2200">
                <a:solidFill>
                  <a:srgbClr val="FF0000"/>
                </a:solidFill>
              </a:rPr>
              <a:t>A heuristic evaluation function</a:t>
            </a:r>
            <a:r>
              <a:rPr lang="en-US" sz="2200"/>
              <a:t>, often simply referred to as a heuristic function or heuristic, </a:t>
            </a:r>
            <a:r>
              <a:rPr lang="en-US" sz="2200">
                <a:solidFill>
                  <a:srgbClr val="FF0000"/>
                </a:solidFill>
              </a:rPr>
              <a:t>is a function used in problem-solving and decision-making processes to estimate the potential for a given solution to lead to the goal or to evaluate the quality of a solution.</a:t>
            </a:r>
            <a:endParaRPr/>
          </a:p>
          <a:p>
            <a:pPr indent="-342900" lvl="0" marL="342900" rtl="0" algn="l">
              <a:spcBef>
                <a:spcPts val="440"/>
              </a:spcBef>
              <a:spcAft>
                <a:spcPts val="0"/>
              </a:spcAft>
              <a:buClr>
                <a:schemeClr val="dk1"/>
              </a:buClr>
              <a:buSzPts val="2200"/>
              <a:buChar char="•"/>
            </a:pPr>
            <a:r>
              <a:rPr lang="en-US" sz="2200"/>
              <a:t>Heuristic evaluation function estimates the cost of an optimal path between a pair of states in a path-finding problem. </a:t>
            </a:r>
            <a:endParaRPr/>
          </a:p>
          <a:p>
            <a:pPr indent="-342900" lvl="0" marL="342900" rtl="0" algn="l">
              <a:spcBef>
                <a:spcPts val="440"/>
              </a:spcBef>
              <a:spcAft>
                <a:spcPts val="0"/>
              </a:spcAft>
              <a:buClr>
                <a:srgbClr val="FF0000"/>
              </a:buClr>
              <a:buSzPts val="2200"/>
              <a:buChar char="•"/>
            </a:pPr>
            <a:r>
              <a:rPr lang="en-US" sz="2200">
                <a:solidFill>
                  <a:srgbClr val="FF0000"/>
                </a:solidFill>
              </a:rPr>
              <a:t>For example, airline distance is an estimate of the highway distance between a pair of locations.</a:t>
            </a:r>
            <a:endParaRPr/>
          </a:p>
          <a:p>
            <a:pPr indent="-342900" lvl="0" marL="342900" rtl="0" algn="l">
              <a:lnSpc>
                <a:spcPct val="90000"/>
              </a:lnSpc>
              <a:spcBef>
                <a:spcPts val="440"/>
              </a:spcBef>
              <a:spcAft>
                <a:spcPts val="0"/>
              </a:spcAft>
              <a:buClr>
                <a:schemeClr val="dk1"/>
              </a:buClr>
              <a:buSzPts val="2200"/>
              <a:buChar char="•"/>
            </a:pPr>
            <a:r>
              <a:rPr lang="en-US" sz="2200"/>
              <a:t>For a fixed goal state, a heuristic evaluation is a function of a node, say </a:t>
            </a:r>
            <a:r>
              <a:rPr lang="en-US" sz="2200">
                <a:latin typeface="Courier New"/>
                <a:ea typeface="Courier New"/>
                <a:cs typeface="Courier New"/>
                <a:sym typeface="Courier New"/>
              </a:rPr>
              <a:t>h(n)</a:t>
            </a:r>
            <a:r>
              <a:rPr lang="en-US" sz="2200">
                <a:latin typeface="Calibri"/>
                <a:ea typeface="Calibri"/>
                <a:cs typeface="Calibri"/>
                <a:sym typeface="Calibri"/>
              </a:rPr>
              <a:t>, </a:t>
            </a:r>
            <a:r>
              <a:rPr lang="en-US" sz="2200"/>
              <a:t>that estimates the distance from node, say </a:t>
            </a:r>
            <a:r>
              <a:rPr lang="en-US" sz="2200">
                <a:latin typeface="Courier New"/>
                <a:ea typeface="Courier New"/>
                <a:cs typeface="Courier New"/>
                <a:sym typeface="Courier New"/>
              </a:rPr>
              <a:t>n</a:t>
            </a:r>
            <a:r>
              <a:rPr lang="en-US" sz="2200"/>
              <a:t> to the goal state.</a:t>
            </a:r>
            <a:endParaRPr/>
          </a:p>
          <a:p>
            <a:pPr indent="-342900" lvl="0" marL="342900" rtl="0" algn="l">
              <a:lnSpc>
                <a:spcPct val="90000"/>
              </a:lnSpc>
              <a:spcBef>
                <a:spcPts val="440"/>
              </a:spcBef>
              <a:spcAft>
                <a:spcPts val="0"/>
              </a:spcAft>
              <a:buClr>
                <a:schemeClr val="dk1"/>
              </a:buClr>
              <a:buSzPts val="2200"/>
              <a:buChar char="•"/>
            </a:pPr>
            <a:r>
              <a:rPr lang="en-US" sz="2200">
                <a:latin typeface="Courier New"/>
                <a:ea typeface="Courier New"/>
                <a:cs typeface="Courier New"/>
                <a:sym typeface="Courier New"/>
              </a:rPr>
              <a:t>h(n)</a:t>
            </a:r>
            <a:r>
              <a:rPr lang="en-US" sz="2200"/>
              <a:t>= estimated cost of the cheapest path from node n to a goal node.</a:t>
            </a:r>
            <a:endParaRPr sz="2200"/>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p5"/>
          <p:cNvSpPr txBox="1"/>
          <p:nvPr>
            <p:ph type="title"/>
          </p:nvPr>
        </p:nvSpPr>
        <p:spPr>
          <a:xfrm>
            <a:off x="457200" y="274638"/>
            <a:ext cx="8229600" cy="792162"/>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000"/>
              <a:buFont typeface="Calibri"/>
              <a:buNone/>
            </a:pPr>
            <a:r>
              <a:rPr lang="en-US" sz="4000"/>
              <a:t>Greedy Best-First Search</a:t>
            </a:r>
            <a:endParaRPr/>
          </a:p>
        </p:txBody>
      </p:sp>
      <p:sp>
        <p:nvSpPr>
          <p:cNvPr id="189" name="Google Shape;189;p5"/>
          <p:cNvSpPr txBox="1"/>
          <p:nvPr>
            <p:ph idx="1" type="body"/>
          </p:nvPr>
        </p:nvSpPr>
        <p:spPr>
          <a:xfrm>
            <a:off x="457200" y="1219200"/>
            <a:ext cx="8229600" cy="5486400"/>
          </a:xfrm>
          <a:prstGeom prst="rect">
            <a:avLst/>
          </a:prstGeom>
          <a:noFill/>
          <a:ln>
            <a:noFill/>
          </a:ln>
        </p:spPr>
        <p:txBody>
          <a:bodyPr anchorCtr="0" anchor="t" bIns="45700" lIns="91425" spcFirstLastPara="1" rIns="91425" wrap="square" tIns="45700">
            <a:normAutofit/>
          </a:bodyPr>
          <a:lstStyle/>
          <a:p>
            <a:pPr indent="-342900" lvl="0" marL="342900" rtl="0" algn="l">
              <a:lnSpc>
                <a:spcPct val="100000"/>
              </a:lnSpc>
              <a:spcBef>
                <a:spcPts val="0"/>
              </a:spcBef>
              <a:spcAft>
                <a:spcPts val="0"/>
              </a:spcAft>
              <a:buClr>
                <a:schemeClr val="dk1"/>
              </a:buClr>
              <a:buSzPts val="2400"/>
              <a:buChar char="•"/>
            </a:pPr>
            <a:r>
              <a:rPr lang="en-US" sz="2400"/>
              <a:t>Greedy Best-First search tries to expand the node that is closest to the goal assuming it will lead to a solution quickly.</a:t>
            </a:r>
            <a:endParaRPr/>
          </a:p>
          <a:p>
            <a:pPr indent="-342900" lvl="0" marL="342900" rtl="0" algn="l">
              <a:lnSpc>
                <a:spcPct val="100000"/>
              </a:lnSpc>
              <a:spcBef>
                <a:spcPts val="480"/>
              </a:spcBef>
              <a:spcAft>
                <a:spcPts val="0"/>
              </a:spcAft>
              <a:buClr>
                <a:schemeClr val="dk1"/>
              </a:buClr>
              <a:buSzPts val="2400"/>
              <a:buChar char="•"/>
            </a:pPr>
            <a:r>
              <a:rPr lang="en-US" sz="2400"/>
              <a:t>It refers specifically to a search with a heuristic that attempts to predict how close the end of a path is to a solution, so that paths which are judged to be closer to a solution are extended first. </a:t>
            </a:r>
            <a:endParaRPr sz="2400"/>
          </a:p>
          <a:p>
            <a:pPr indent="0" lvl="0" marL="0" rtl="0" algn="l">
              <a:lnSpc>
                <a:spcPct val="80000"/>
              </a:lnSpc>
              <a:spcBef>
                <a:spcPts val="480"/>
              </a:spcBef>
              <a:spcAft>
                <a:spcPts val="0"/>
              </a:spcAft>
              <a:buNone/>
            </a:pPr>
            <a:r>
              <a:t/>
            </a:r>
            <a:endParaRPr sz="2400"/>
          </a:p>
          <a:p>
            <a:pPr indent="-285750" lvl="1" marL="742950" rtl="0" algn="l">
              <a:lnSpc>
                <a:spcPct val="80000"/>
              </a:lnSpc>
              <a:spcBef>
                <a:spcPts val="400"/>
              </a:spcBef>
              <a:spcAft>
                <a:spcPts val="0"/>
              </a:spcAft>
              <a:buClr>
                <a:srgbClr val="FF0000"/>
              </a:buClr>
              <a:buSzPts val="2000"/>
              <a:buChar char="–"/>
            </a:pPr>
            <a:r>
              <a:rPr b="1" lang="en-US" sz="2000">
                <a:solidFill>
                  <a:srgbClr val="FF0000"/>
                </a:solidFill>
                <a:latin typeface="Courier New"/>
                <a:ea typeface="Courier New"/>
                <a:cs typeface="Courier New"/>
                <a:sym typeface="Courier New"/>
              </a:rPr>
              <a:t>f(n) = h(n)</a:t>
            </a:r>
            <a:endParaRPr>
              <a:solidFill>
                <a:srgbClr val="FF0000"/>
              </a:solidFill>
            </a:endParaRPr>
          </a:p>
          <a:p>
            <a:pPr indent="0" lvl="0" marL="742950" rtl="0" algn="l">
              <a:lnSpc>
                <a:spcPct val="80000"/>
              </a:lnSpc>
              <a:spcBef>
                <a:spcPts val="400"/>
              </a:spcBef>
              <a:spcAft>
                <a:spcPts val="0"/>
              </a:spcAft>
              <a:buNone/>
            </a:pPr>
            <a:r>
              <a:t/>
            </a:r>
            <a:endParaRPr>
              <a:solidFill>
                <a:srgbClr val="FF0000"/>
              </a:solidFill>
            </a:endParaRPr>
          </a:p>
          <a:p>
            <a:pPr indent="-342900" lvl="0" marL="342900" rtl="0" algn="l">
              <a:lnSpc>
                <a:spcPct val="80000"/>
              </a:lnSpc>
              <a:spcBef>
                <a:spcPts val="480"/>
              </a:spcBef>
              <a:spcAft>
                <a:spcPts val="0"/>
              </a:spcAft>
              <a:buClr>
                <a:schemeClr val="dk1"/>
              </a:buClr>
              <a:buSzPts val="2400"/>
              <a:buChar char="•"/>
            </a:pPr>
            <a:r>
              <a:rPr lang="en-US" sz="2400"/>
              <a:t>Implementation</a:t>
            </a:r>
            <a:endParaRPr/>
          </a:p>
          <a:p>
            <a:pPr indent="-285750" lvl="1" marL="742950" rtl="0" algn="l">
              <a:lnSpc>
                <a:spcPct val="80000"/>
              </a:lnSpc>
              <a:spcBef>
                <a:spcPts val="400"/>
              </a:spcBef>
              <a:spcAft>
                <a:spcPts val="0"/>
              </a:spcAft>
              <a:buClr>
                <a:schemeClr val="dk1"/>
              </a:buClr>
              <a:buSzPts val="2000"/>
              <a:buChar char="–"/>
            </a:pPr>
            <a:r>
              <a:rPr lang="en-US" sz="2000"/>
              <a:t>expand the “most desirable” node into the queue.</a:t>
            </a:r>
            <a:endParaRPr/>
          </a:p>
          <a:p>
            <a:pPr indent="-285750" lvl="1" marL="742950" rtl="0" algn="l">
              <a:lnSpc>
                <a:spcPct val="80000"/>
              </a:lnSpc>
              <a:spcBef>
                <a:spcPts val="400"/>
              </a:spcBef>
              <a:spcAft>
                <a:spcPts val="0"/>
              </a:spcAft>
              <a:buClr>
                <a:schemeClr val="dk1"/>
              </a:buClr>
              <a:buSzPts val="2000"/>
              <a:buChar char="–"/>
            </a:pPr>
            <a:r>
              <a:rPr lang="en-US" sz="2000"/>
              <a:t>sort the queue in decreasing order of desirability.</a:t>
            </a:r>
            <a:endParaRPr/>
          </a:p>
          <a:p>
            <a:pPr indent="-285750" lvl="1" marL="742950" rtl="0" algn="l">
              <a:lnSpc>
                <a:spcPct val="80000"/>
              </a:lnSpc>
              <a:spcBef>
                <a:spcPts val="400"/>
              </a:spcBef>
              <a:spcAft>
                <a:spcPts val="0"/>
              </a:spcAft>
              <a:buClr>
                <a:schemeClr val="dk1"/>
              </a:buClr>
              <a:buSzPts val="2000"/>
              <a:buFont typeface="Calibri"/>
              <a:buNone/>
            </a:pPr>
            <a:r>
              <a:t/>
            </a:r>
            <a:endParaRPr sz="2000"/>
          </a:p>
          <a:p>
            <a:pPr indent="-342900" lvl="0" marL="342900" rtl="0" algn="l">
              <a:lnSpc>
                <a:spcPct val="80000"/>
              </a:lnSpc>
              <a:spcBef>
                <a:spcPts val="480"/>
              </a:spcBef>
              <a:spcAft>
                <a:spcPts val="0"/>
              </a:spcAft>
              <a:buClr>
                <a:schemeClr val="dk1"/>
              </a:buClr>
              <a:buSzPts val="2400"/>
              <a:buChar char="•"/>
            </a:pPr>
            <a:r>
              <a:rPr lang="en-US" sz="2400"/>
              <a:t>Example: consider the straight-line distance heuristic h</a:t>
            </a:r>
            <a:r>
              <a:rPr baseline="-25000" lang="en-US" sz="2400"/>
              <a:t>SLD</a:t>
            </a:r>
            <a:endParaRPr baseline="-25000" sz="2400"/>
          </a:p>
          <a:p>
            <a:pPr indent="-285750" lvl="1" marL="742950" rtl="0" algn="l">
              <a:lnSpc>
                <a:spcPct val="80000"/>
              </a:lnSpc>
              <a:spcBef>
                <a:spcPts val="400"/>
              </a:spcBef>
              <a:spcAft>
                <a:spcPts val="0"/>
              </a:spcAft>
              <a:buClr>
                <a:schemeClr val="dk1"/>
              </a:buClr>
              <a:buSzPts val="2000"/>
              <a:buChar char="–"/>
            </a:pPr>
            <a:r>
              <a:rPr lang="en-US" sz="2000"/>
              <a:t>Expand the node that appears to be closest to the goal</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 name="Shape 193"/>
        <p:cNvGrpSpPr/>
        <p:nvPr/>
      </p:nvGrpSpPr>
      <p:grpSpPr>
        <a:xfrm>
          <a:off x="0" y="0"/>
          <a:ext cx="0" cy="0"/>
          <a:chOff x="0" y="0"/>
          <a:chExt cx="0" cy="0"/>
        </a:xfrm>
      </p:grpSpPr>
      <p:sp>
        <p:nvSpPr>
          <p:cNvPr id="194" name="Google Shape;194;p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000"/>
              <a:buFont typeface="Calibri"/>
              <a:buNone/>
            </a:pPr>
            <a:r>
              <a:rPr lang="en-US" sz="4000"/>
              <a:t>Greedy Best-First Search</a:t>
            </a:r>
            <a:endParaRPr/>
          </a:p>
        </p:txBody>
      </p:sp>
      <p:pic>
        <p:nvPicPr>
          <p:cNvPr id="195" name="Google Shape;195;p6"/>
          <p:cNvPicPr preferRelativeResize="0"/>
          <p:nvPr/>
        </p:nvPicPr>
        <p:blipFill rotWithShape="1">
          <a:blip r:embed="rId3">
            <a:alphaModFix/>
          </a:blip>
          <a:srcRect b="0" l="0" r="0" t="0"/>
          <a:stretch/>
        </p:blipFill>
        <p:spPr>
          <a:xfrm>
            <a:off x="0" y="1584325"/>
            <a:ext cx="8896350" cy="4206875"/>
          </a:xfrm>
          <a:prstGeom prst="rect">
            <a:avLst/>
          </a:prstGeom>
          <a:noFill/>
          <a:ln>
            <a:noFill/>
          </a:ln>
        </p:spPr>
      </p:pic>
      <p:pic>
        <p:nvPicPr>
          <p:cNvPr id="196" name="Google Shape;196;p6"/>
          <p:cNvPicPr preferRelativeResize="0"/>
          <p:nvPr/>
        </p:nvPicPr>
        <p:blipFill rotWithShape="1">
          <a:blip r:embed="rId4">
            <a:alphaModFix/>
          </a:blip>
          <a:srcRect b="0" l="0" r="0" t="0"/>
          <a:stretch/>
        </p:blipFill>
        <p:spPr>
          <a:xfrm>
            <a:off x="4295" y="1676400"/>
            <a:ext cx="6931224" cy="411480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0" name="Shape 200"/>
        <p:cNvGrpSpPr/>
        <p:nvPr/>
      </p:nvGrpSpPr>
      <p:grpSpPr>
        <a:xfrm>
          <a:off x="0" y="0"/>
          <a:ext cx="0" cy="0"/>
          <a:chOff x="0" y="0"/>
          <a:chExt cx="0" cy="0"/>
        </a:xfrm>
      </p:grpSpPr>
      <p:sp>
        <p:nvSpPr>
          <p:cNvPr id="201" name="Google Shape;201;p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000"/>
              <a:buFont typeface="Calibri"/>
              <a:buNone/>
            </a:pPr>
            <a:r>
              <a:rPr lang="en-US" sz="4000"/>
              <a:t>Greedy Best-First Search</a:t>
            </a:r>
            <a:endParaRPr/>
          </a:p>
        </p:txBody>
      </p:sp>
      <p:sp>
        <p:nvSpPr>
          <p:cNvPr id="202" name="Google Shape;202;p7"/>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l">
              <a:lnSpc>
                <a:spcPct val="90000"/>
              </a:lnSpc>
              <a:spcBef>
                <a:spcPts val="0"/>
              </a:spcBef>
              <a:spcAft>
                <a:spcPts val="0"/>
              </a:spcAft>
              <a:buClr>
                <a:schemeClr val="dk1"/>
              </a:buClr>
              <a:buSzPts val="2200"/>
              <a:buChar char="•"/>
            </a:pPr>
            <a:r>
              <a:rPr lang="en-US" sz="2200"/>
              <a:t>h</a:t>
            </a:r>
            <a:r>
              <a:rPr baseline="-25000" lang="en-US" sz="2200"/>
              <a:t>SLD</a:t>
            </a:r>
            <a:r>
              <a:rPr lang="en-US" sz="2200"/>
              <a:t>(Arid) = 366</a:t>
            </a:r>
            <a:endParaRPr/>
          </a:p>
          <a:p>
            <a:pPr indent="-203200" lvl="0" marL="342900" rtl="0" algn="l">
              <a:lnSpc>
                <a:spcPct val="90000"/>
              </a:lnSpc>
              <a:spcBef>
                <a:spcPts val="440"/>
              </a:spcBef>
              <a:spcAft>
                <a:spcPts val="0"/>
              </a:spcAft>
              <a:buClr>
                <a:schemeClr val="dk1"/>
              </a:buClr>
              <a:buSzPts val="2200"/>
              <a:buNone/>
            </a:pPr>
            <a:r>
              <a:t/>
            </a:r>
            <a:endParaRPr sz="2200"/>
          </a:p>
          <a:p>
            <a:pPr indent="-342900" lvl="0" marL="342900" rtl="0" algn="l">
              <a:lnSpc>
                <a:spcPct val="90000"/>
              </a:lnSpc>
              <a:spcBef>
                <a:spcPts val="440"/>
              </a:spcBef>
              <a:spcAft>
                <a:spcPts val="0"/>
              </a:spcAft>
              <a:buClr>
                <a:schemeClr val="dk1"/>
              </a:buClr>
              <a:buSzPts val="2200"/>
              <a:buChar char="•"/>
            </a:pPr>
            <a:r>
              <a:rPr lang="en-US" sz="2200"/>
              <a:t>Notice that the values of h</a:t>
            </a:r>
            <a:r>
              <a:rPr baseline="-25000" lang="en-US" sz="2200"/>
              <a:t>SLD</a:t>
            </a:r>
            <a:r>
              <a:rPr lang="en-US" sz="2200"/>
              <a:t> cannot be computed from the problem itself.</a:t>
            </a:r>
            <a:endParaRPr/>
          </a:p>
          <a:p>
            <a:pPr indent="-203200" lvl="0" marL="342900" rtl="0" algn="l">
              <a:lnSpc>
                <a:spcPct val="90000"/>
              </a:lnSpc>
              <a:spcBef>
                <a:spcPts val="440"/>
              </a:spcBef>
              <a:spcAft>
                <a:spcPts val="0"/>
              </a:spcAft>
              <a:buClr>
                <a:schemeClr val="dk1"/>
              </a:buClr>
              <a:buSzPts val="2200"/>
              <a:buNone/>
            </a:pPr>
            <a:r>
              <a:t/>
            </a:r>
            <a:endParaRPr sz="2200"/>
          </a:p>
          <a:p>
            <a:pPr indent="-342900" lvl="0" marL="342900" rtl="0" algn="l">
              <a:lnSpc>
                <a:spcPct val="90000"/>
              </a:lnSpc>
              <a:spcBef>
                <a:spcPts val="440"/>
              </a:spcBef>
              <a:spcAft>
                <a:spcPts val="0"/>
              </a:spcAft>
              <a:buClr>
                <a:schemeClr val="dk1"/>
              </a:buClr>
              <a:buSzPts val="2200"/>
              <a:buChar char="•"/>
            </a:pPr>
            <a:r>
              <a:rPr lang="en-US" sz="2200"/>
              <a:t>It takes some experience to know that h</a:t>
            </a:r>
            <a:r>
              <a:rPr baseline="-25000" lang="en-US" sz="2200"/>
              <a:t>SLD</a:t>
            </a:r>
            <a:r>
              <a:rPr lang="en-US" sz="2200"/>
              <a:t> is correlated with actual road distances, therefore a useful heuristic.</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6" name="Shape 206"/>
        <p:cNvGrpSpPr/>
        <p:nvPr/>
      </p:nvGrpSpPr>
      <p:grpSpPr>
        <a:xfrm>
          <a:off x="0" y="0"/>
          <a:ext cx="0" cy="0"/>
          <a:chOff x="0" y="0"/>
          <a:chExt cx="0" cy="0"/>
        </a:xfrm>
      </p:grpSpPr>
      <p:sp>
        <p:nvSpPr>
          <p:cNvPr id="207" name="Google Shape;207;p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000"/>
              <a:buFont typeface="Calibri"/>
              <a:buNone/>
            </a:pPr>
            <a:r>
              <a:rPr lang="en-US" sz="4000"/>
              <a:t>Greedy Best-First Search</a:t>
            </a:r>
            <a:endParaRPr/>
          </a:p>
        </p:txBody>
      </p:sp>
      <p:pic>
        <p:nvPicPr>
          <p:cNvPr id="208" name="Google Shape;208;p8"/>
          <p:cNvPicPr preferRelativeResize="0"/>
          <p:nvPr/>
        </p:nvPicPr>
        <p:blipFill rotWithShape="1">
          <a:blip r:embed="rId3">
            <a:alphaModFix/>
          </a:blip>
          <a:srcRect b="0" l="0" r="0" t="0"/>
          <a:stretch/>
        </p:blipFill>
        <p:spPr>
          <a:xfrm>
            <a:off x="4114800" y="1752600"/>
            <a:ext cx="1743075" cy="657225"/>
          </a:xfrm>
          <a:prstGeom prst="rect">
            <a:avLst/>
          </a:prstGeom>
          <a:noFill/>
          <a:ln>
            <a:noFill/>
          </a:ln>
        </p:spPr>
      </p:pic>
      <p:pic>
        <p:nvPicPr>
          <p:cNvPr id="209" name="Google Shape;209;p8"/>
          <p:cNvPicPr preferRelativeResize="0"/>
          <p:nvPr/>
        </p:nvPicPr>
        <p:blipFill rotWithShape="1">
          <a:blip r:embed="rId4">
            <a:alphaModFix/>
          </a:blip>
          <a:srcRect b="0" l="0" r="0" t="0"/>
          <a:stretch/>
        </p:blipFill>
        <p:spPr>
          <a:xfrm>
            <a:off x="1600200" y="3314700"/>
            <a:ext cx="7419975" cy="15621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3" name="Shape 213"/>
        <p:cNvGrpSpPr/>
        <p:nvPr/>
      </p:nvGrpSpPr>
      <p:grpSpPr>
        <a:xfrm>
          <a:off x="0" y="0"/>
          <a:ext cx="0" cy="0"/>
          <a:chOff x="0" y="0"/>
          <a:chExt cx="0" cy="0"/>
        </a:xfrm>
      </p:grpSpPr>
      <p:sp>
        <p:nvSpPr>
          <p:cNvPr id="214" name="Google Shape;214;p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000"/>
              <a:buFont typeface="Calibri"/>
              <a:buNone/>
            </a:pPr>
            <a:r>
              <a:rPr lang="en-US" sz="4000"/>
              <a:t>Greedy Best-First Search</a:t>
            </a:r>
            <a:endParaRPr/>
          </a:p>
        </p:txBody>
      </p:sp>
      <p:pic>
        <p:nvPicPr>
          <p:cNvPr id="215" name="Google Shape;215;p9"/>
          <p:cNvPicPr preferRelativeResize="0"/>
          <p:nvPr/>
        </p:nvPicPr>
        <p:blipFill rotWithShape="1">
          <a:blip r:embed="rId3">
            <a:alphaModFix/>
          </a:blip>
          <a:srcRect b="0" l="0" r="0" t="0"/>
          <a:stretch/>
        </p:blipFill>
        <p:spPr>
          <a:xfrm>
            <a:off x="152400" y="2214563"/>
            <a:ext cx="8691563" cy="2344737"/>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9" name="Shape 219"/>
        <p:cNvGrpSpPr/>
        <p:nvPr/>
      </p:nvGrpSpPr>
      <p:grpSpPr>
        <a:xfrm>
          <a:off x="0" y="0"/>
          <a:ext cx="0" cy="0"/>
          <a:chOff x="0" y="0"/>
          <a:chExt cx="0" cy="0"/>
        </a:xfrm>
      </p:grpSpPr>
      <p:sp>
        <p:nvSpPr>
          <p:cNvPr id="220" name="Google Shape;220;p1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000"/>
              <a:buFont typeface="Calibri"/>
              <a:buNone/>
            </a:pPr>
            <a:r>
              <a:rPr lang="en-US" sz="4000"/>
              <a:t>Greedy Best-First Search</a:t>
            </a:r>
            <a:endParaRPr/>
          </a:p>
        </p:txBody>
      </p:sp>
      <p:pic>
        <p:nvPicPr>
          <p:cNvPr id="221" name="Google Shape;221;p10"/>
          <p:cNvPicPr preferRelativeResize="0"/>
          <p:nvPr/>
        </p:nvPicPr>
        <p:blipFill rotWithShape="1">
          <a:blip r:embed="rId3">
            <a:alphaModFix/>
          </a:blip>
          <a:srcRect b="0" l="0" r="0" t="0"/>
          <a:stretch/>
        </p:blipFill>
        <p:spPr>
          <a:xfrm>
            <a:off x="228600" y="2209800"/>
            <a:ext cx="8624888" cy="318770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5" name="Shape 225"/>
        <p:cNvGrpSpPr/>
        <p:nvPr/>
      </p:nvGrpSpPr>
      <p:grpSpPr>
        <a:xfrm>
          <a:off x="0" y="0"/>
          <a:ext cx="0" cy="0"/>
          <a:chOff x="0" y="0"/>
          <a:chExt cx="0" cy="0"/>
        </a:xfrm>
      </p:grpSpPr>
      <p:sp>
        <p:nvSpPr>
          <p:cNvPr id="226" name="Google Shape;226;p11"/>
          <p:cNvSpPr txBox="1"/>
          <p:nvPr>
            <p:ph type="title"/>
          </p:nvPr>
        </p:nvSpPr>
        <p:spPr>
          <a:xfrm>
            <a:off x="457200" y="274638"/>
            <a:ext cx="8229600" cy="944562"/>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000"/>
              <a:buFont typeface="Calibri"/>
              <a:buNone/>
            </a:pPr>
            <a:r>
              <a:rPr lang="en-US" sz="4000"/>
              <a:t>A* Search</a:t>
            </a:r>
            <a:endParaRPr/>
          </a:p>
        </p:txBody>
      </p:sp>
      <p:sp>
        <p:nvSpPr>
          <p:cNvPr id="227" name="Google Shape;227;p11"/>
          <p:cNvSpPr txBox="1"/>
          <p:nvPr>
            <p:ph idx="1" type="body"/>
          </p:nvPr>
        </p:nvSpPr>
        <p:spPr>
          <a:xfrm>
            <a:off x="457200" y="1371600"/>
            <a:ext cx="8229600" cy="5334000"/>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2200"/>
              <a:buChar char="•"/>
            </a:pPr>
            <a:r>
              <a:rPr lang="en-US" sz="2200"/>
              <a:t>A* algorithm is a best-first search algorithm in which the cost associated with a node is</a:t>
            </a:r>
            <a:endParaRPr/>
          </a:p>
          <a:p>
            <a:pPr indent="-285750" lvl="1" marL="742950" rtl="0" algn="l">
              <a:spcBef>
                <a:spcPts val="440"/>
              </a:spcBef>
              <a:spcAft>
                <a:spcPts val="0"/>
              </a:spcAft>
              <a:buClr>
                <a:srgbClr val="FF0000"/>
              </a:buClr>
              <a:buSzPts val="2200"/>
              <a:buChar char="–"/>
            </a:pPr>
            <a:r>
              <a:rPr b="1" lang="en-US" sz="2200">
                <a:solidFill>
                  <a:srgbClr val="FF0000"/>
                </a:solidFill>
                <a:latin typeface="Courier New"/>
                <a:ea typeface="Courier New"/>
                <a:cs typeface="Courier New"/>
                <a:sym typeface="Courier New"/>
              </a:rPr>
              <a:t>f(n)</a:t>
            </a:r>
            <a:r>
              <a:rPr lang="en-US" sz="2200">
                <a:solidFill>
                  <a:srgbClr val="FF0000"/>
                </a:solidFill>
                <a:latin typeface="Courier New"/>
                <a:ea typeface="Courier New"/>
                <a:cs typeface="Courier New"/>
                <a:sym typeface="Courier New"/>
              </a:rPr>
              <a:t> = </a:t>
            </a:r>
            <a:r>
              <a:rPr b="1" lang="en-US" sz="2200">
                <a:solidFill>
                  <a:srgbClr val="FF0000"/>
                </a:solidFill>
                <a:latin typeface="Courier New"/>
                <a:ea typeface="Courier New"/>
                <a:cs typeface="Courier New"/>
                <a:sym typeface="Courier New"/>
              </a:rPr>
              <a:t>g(n)</a:t>
            </a:r>
            <a:r>
              <a:rPr lang="en-US" sz="2200">
                <a:solidFill>
                  <a:srgbClr val="FF0000"/>
                </a:solidFill>
                <a:latin typeface="Courier New"/>
                <a:ea typeface="Courier New"/>
                <a:cs typeface="Courier New"/>
                <a:sym typeface="Courier New"/>
              </a:rPr>
              <a:t>+ </a:t>
            </a:r>
            <a:r>
              <a:rPr b="1" lang="en-US" sz="2200">
                <a:solidFill>
                  <a:srgbClr val="FF0000"/>
                </a:solidFill>
                <a:latin typeface="Courier New"/>
                <a:ea typeface="Courier New"/>
                <a:cs typeface="Courier New"/>
                <a:sym typeface="Courier New"/>
              </a:rPr>
              <a:t>h(n)</a:t>
            </a:r>
            <a:endParaRPr sz="2200">
              <a:solidFill>
                <a:srgbClr val="FF0000"/>
              </a:solidFill>
              <a:latin typeface="Courier New"/>
              <a:ea typeface="Courier New"/>
              <a:cs typeface="Courier New"/>
              <a:sym typeface="Courier New"/>
            </a:endParaRPr>
          </a:p>
          <a:p>
            <a:pPr indent="-342900" lvl="0" marL="342900" rtl="0" algn="l">
              <a:spcBef>
                <a:spcPts val="440"/>
              </a:spcBef>
              <a:spcAft>
                <a:spcPts val="0"/>
              </a:spcAft>
              <a:buClr>
                <a:schemeClr val="dk1"/>
              </a:buClr>
              <a:buSzPts val="2200"/>
              <a:buNone/>
            </a:pPr>
            <a:r>
              <a:rPr lang="en-US" sz="2200"/>
              <a:t>	where </a:t>
            </a:r>
            <a:r>
              <a:rPr b="1" lang="en-US" sz="2200">
                <a:latin typeface="Courier New"/>
                <a:ea typeface="Courier New"/>
                <a:cs typeface="Courier New"/>
                <a:sym typeface="Courier New"/>
              </a:rPr>
              <a:t>g(n)</a:t>
            </a:r>
            <a:r>
              <a:rPr lang="en-US" sz="2200"/>
              <a:t>is the cost of the path from the initial state to node </a:t>
            </a:r>
            <a:r>
              <a:rPr b="1" lang="en-US" sz="2200">
                <a:latin typeface="Courier New"/>
                <a:ea typeface="Courier New"/>
                <a:cs typeface="Courier New"/>
                <a:sym typeface="Courier New"/>
              </a:rPr>
              <a:t>n</a:t>
            </a:r>
            <a:r>
              <a:rPr lang="en-US" sz="2200"/>
              <a:t> and </a:t>
            </a:r>
            <a:r>
              <a:rPr b="1" lang="en-US" sz="2200">
                <a:latin typeface="Courier New"/>
                <a:ea typeface="Courier New"/>
                <a:cs typeface="Courier New"/>
                <a:sym typeface="Courier New"/>
              </a:rPr>
              <a:t>h(n)</a:t>
            </a:r>
            <a:r>
              <a:rPr lang="en-US" sz="2200"/>
              <a:t>is the heuristic estimate or the cost of a path from node </a:t>
            </a:r>
            <a:r>
              <a:rPr b="1" lang="en-US" sz="2200">
                <a:latin typeface="Courier New"/>
                <a:ea typeface="Courier New"/>
                <a:cs typeface="Courier New"/>
                <a:sym typeface="Courier New"/>
              </a:rPr>
              <a:t>n</a:t>
            </a:r>
            <a:r>
              <a:rPr lang="en-US" sz="2200"/>
              <a:t> to a goal. </a:t>
            </a:r>
            <a:endParaRPr/>
          </a:p>
          <a:p>
            <a:pPr indent="-342900" lvl="0" marL="342900" rtl="0" algn="l">
              <a:spcBef>
                <a:spcPts val="440"/>
              </a:spcBef>
              <a:spcAft>
                <a:spcPts val="0"/>
              </a:spcAft>
              <a:buClr>
                <a:schemeClr val="dk1"/>
              </a:buClr>
              <a:buSzPts val="2200"/>
              <a:buChar char="•"/>
            </a:pPr>
            <a:r>
              <a:rPr lang="en-US" sz="2200"/>
              <a:t>Thus,</a:t>
            </a:r>
            <a:r>
              <a:rPr b="1" lang="en-US" sz="2200">
                <a:latin typeface="Courier New"/>
                <a:ea typeface="Courier New"/>
                <a:cs typeface="Courier New"/>
                <a:sym typeface="Courier New"/>
              </a:rPr>
              <a:t> f(n)</a:t>
            </a:r>
            <a:r>
              <a:rPr lang="en-US" sz="2200"/>
              <a:t>estimates the lowest total cost of any solution path going through node n. At each point a node with lowest </a:t>
            </a:r>
            <a:r>
              <a:rPr b="1" i="1" lang="en-US" sz="2200"/>
              <a:t>f</a:t>
            </a:r>
            <a:r>
              <a:rPr lang="en-US" sz="2200"/>
              <a:t> value is chosen for expansion. </a:t>
            </a:r>
            <a:endParaRPr/>
          </a:p>
          <a:p>
            <a:pPr indent="-342900" lvl="0" marL="342900" rtl="0" algn="l">
              <a:spcBef>
                <a:spcPts val="440"/>
              </a:spcBef>
              <a:spcAft>
                <a:spcPts val="0"/>
              </a:spcAft>
              <a:buClr>
                <a:schemeClr val="dk1"/>
              </a:buClr>
              <a:buSzPts val="2200"/>
              <a:buChar char="•"/>
            </a:pPr>
            <a:r>
              <a:rPr lang="en-US" sz="2200"/>
              <a:t>Ties among nodes of equal </a:t>
            </a:r>
            <a:r>
              <a:rPr b="1" i="1" lang="en-US" sz="2200"/>
              <a:t>f</a:t>
            </a:r>
            <a:r>
              <a:rPr lang="en-US" sz="2200"/>
              <a:t> value should be broken in favor of nodes with lower </a:t>
            </a:r>
            <a:r>
              <a:rPr b="1" i="1" lang="en-US" sz="2200"/>
              <a:t>h</a:t>
            </a:r>
            <a:r>
              <a:rPr lang="en-US" sz="2200"/>
              <a:t> values. The algorithm terminates when a goal is chosen for expansion.</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1" name="Shape 231"/>
        <p:cNvGrpSpPr/>
        <p:nvPr/>
      </p:nvGrpSpPr>
      <p:grpSpPr>
        <a:xfrm>
          <a:off x="0" y="0"/>
          <a:ext cx="0" cy="0"/>
          <a:chOff x="0" y="0"/>
          <a:chExt cx="0" cy="0"/>
        </a:xfrm>
      </p:grpSpPr>
      <p:sp>
        <p:nvSpPr>
          <p:cNvPr id="232" name="Google Shape;232;p1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000"/>
              <a:buFont typeface="Calibri"/>
              <a:buNone/>
            </a:pPr>
            <a:r>
              <a:rPr lang="en-US" sz="4000"/>
              <a:t>A*</a:t>
            </a:r>
            <a:endParaRPr/>
          </a:p>
        </p:txBody>
      </p:sp>
      <p:sp>
        <p:nvSpPr>
          <p:cNvPr id="233" name="Google Shape;233;p12"/>
          <p:cNvSpPr txBox="1"/>
          <p:nvPr>
            <p:ph idx="1" type="body"/>
          </p:nvPr>
        </p:nvSpPr>
        <p:spPr>
          <a:xfrm>
            <a:off x="457200" y="1600200"/>
            <a:ext cx="7772400" cy="4114800"/>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2400"/>
              <a:buChar char="•"/>
            </a:pPr>
            <a:r>
              <a:rPr lang="en-US" sz="2400"/>
              <a:t>f(n) = g(n) + h(n)</a:t>
            </a:r>
            <a:endParaRPr/>
          </a:p>
          <a:p>
            <a:pPr indent="-285750" lvl="1" marL="742950" rtl="0" algn="l">
              <a:spcBef>
                <a:spcPts val="480"/>
              </a:spcBef>
              <a:spcAft>
                <a:spcPts val="0"/>
              </a:spcAft>
              <a:buClr>
                <a:schemeClr val="dk1"/>
              </a:buClr>
              <a:buSzPts val="2400"/>
              <a:buChar char="–"/>
            </a:pPr>
            <a:r>
              <a:rPr lang="en-US" sz="2400"/>
              <a:t>g(n) = </a:t>
            </a:r>
            <a:r>
              <a:rPr lang="en-US" sz="2400">
                <a:latin typeface="Arial"/>
                <a:ea typeface="Arial"/>
                <a:cs typeface="Arial"/>
                <a:sym typeface="Arial"/>
              </a:rPr>
              <a:t>“</a:t>
            </a:r>
            <a:r>
              <a:rPr lang="en-US" sz="2400"/>
              <a:t>cost from </a:t>
            </a:r>
            <a:r>
              <a:rPr lang="en-US" sz="2400">
                <a:solidFill>
                  <a:srgbClr val="FF0000"/>
                </a:solidFill>
              </a:rPr>
              <a:t>the starting node</a:t>
            </a:r>
            <a:r>
              <a:rPr lang="en-US" sz="2400"/>
              <a:t> to reach n</a:t>
            </a:r>
            <a:r>
              <a:rPr lang="en-US" sz="2400">
                <a:latin typeface="Arial"/>
                <a:ea typeface="Arial"/>
                <a:cs typeface="Arial"/>
                <a:sym typeface="Arial"/>
              </a:rPr>
              <a:t>”</a:t>
            </a:r>
            <a:endParaRPr sz="2400"/>
          </a:p>
          <a:p>
            <a:pPr indent="-285750" lvl="1" marL="742950" rtl="0" algn="l">
              <a:spcBef>
                <a:spcPts val="480"/>
              </a:spcBef>
              <a:spcAft>
                <a:spcPts val="0"/>
              </a:spcAft>
              <a:buClr>
                <a:schemeClr val="dk1"/>
              </a:buClr>
              <a:buSzPts val="2400"/>
              <a:buChar char="–"/>
            </a:pPr>
            <a:r>
              <a:rPr lang="en-US" sz="2400"/>
              <a:t>h(n) = </a:t>
            </a:r>
            <a:r>
              <a:rPr lang="en-US" sz="2400">
                <a:latin typeface="Arial"/>
                <a:ea typeface="Arial"/>
                <a:cs typeface="Arial"/>
                <a:sym typeface="Arial"/>
              </a:rPr>
              <a:t>“</a:t>
            </a:r>
            <a:r>
              <a:rPr lang="en-US" sz="2400"/>
              <a:t>estimate of the cost of the cheapest path from n to the </a:t>
            </a:r>
            <a:r>
              <a:rPr lang="en-US" sz="2400">
                <a:solidFill>
                  <a:schemeClr val="accent2"/>
                </a:solidFill>
              </a:rPr>
              <a:t>goal node</a:t>
            </a:r>
            <a:r>
              <a:rPr lang="en-US" sz="2400">
                <a:latin typeface="Arial"/>
                <a:ea typeface="Arial"/>
                <a:cs typeface="Arial"/>
                <a:sym typeface="Arial"/>
              </a:rPr>
              <a:t>”</a:t>
            </a:r>
            <a:endParaRPr sz="2400"/>
          </a:p>
        </p:txBody>
      </p:sp>
      <p:sp>
        <p:nvSpPr>
          <p:cNvPr id="234" name="Google Shape;234;p12"/>
          <p:cNvSpPr/>
          <p:nvPr/>
        </p:nvSpPr>
        <p:spPr>
          <a:xfrm>
            <a:off x="746125" y="4876800"/>
            <a:ext cx="457200" cy="304800"/>
          </a:xfrm>
          <a:prstGeom prst="ellipse">
            <a:avLst/>
          </a:prstGeom>
          <a:solidFill>
            <a:srgbClr val="FF0000"/>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35" name="Google Shape;235;p12"/>
          <p:cNvSpPr/>
          <p:nvPr/>
        </p:nvSpPr>
        <p:spPr>
          <a:xfrm>
            <a:off x="7239000" y="4876800"/>
            <a:ext cx="457200" cy="304800"/>
          </a:xfrm>
          <a:prstGeom prst="ellipse">
            <a:avLst/>
          </a:prstGeom>
          <a:solidFill>
            <a:schemeClr val="accent2"/>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0000"/>
              </a:solidFill>
              <a:latin typeface="Calibri"/>
              <a:ea typeface="Calibri"/>
              <a:cs typeface="Calibri"/>
              <a:sym typeface="Calibri"/>
            </a:endParaRPr>
          </a:p>
        </p:txBody>
      </p:sp>
      <p:cxnSp>
        <p:nvCxnSpPr>
          <p:cNvPr id="236" name="Google Shape;236;p12"/>
          <p:cNvCxnSpPr/>
          <p:nvPr/>
        </p:nvCxnSpPr>
        <p:spPr>
          <a:xfrm flipH="1" rot="10800000">
            <a:off x="1127125" y="4343400"/>
            <a:ext cx="762000" cy="609600"/>
          </a:xfrm>
          <a:prstGeom prst="straightConnector1">
            <a:avLst/>
          </a:prstGeom>
          <a:noFill/>
          <a:ln cap="flat" cmpd="sng" w="9525">
            <a:solidFill>
              <a:schemeClr val="dk1"/>
            </a:solidFill>
            <a:prstDash val="solid"/>
            <a:round/>
            <a:headEnd len="med" w="med" type="none"/>
            <a:tailEnd len="med" w="med" type="triangle"/>
          </a:ln>
        </p:spPr>
      </p:cxnSp>
      <p:sp>
        <p:nvSpPr>
          <p:cNvPr id="237" name="Google Shape;237;p12"/>
          <p:cNvSpPr txBox="1"/>
          <p:nvPr/>
        </p:nvSpPr>
        <p:spPr>
          <a:xfrm>
            <a:off x="1127125" y="4308475"/>
            <a:ext cx="48895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10</a:t>
            </a:r>
            <a:endParaRPr/>
          </a:p>
        </p:txBody>
      </p:sp>
      <p:cxnSp>
        <p:nvCxnSpPr>
          <p:cNvPr id="238" name="Google Shape;238;p12"/>
          <p:cNvCxnSpPr/>
          <p:nvPr/>
        </p:nvCxnSpPr>
        <p:spPr>
          <a:xfrm>
            <a:off x="1203325" y="5029200"/>
            <a:ext cx="838200" cy="0"/>
          </a:xfrm>
          <a:prstGeom prst="straightConnector1">
            <a:avLst/>
          </a:prstGeom>
          <a:noFill/>
          <a:ln cap="flat" cmpd="sng" w="9525">
            <a:solidFill>
              <a:schemeClr val="dk1"/>
            </a:solidFill>
            <a:prstDash val="solid"/>
            <a:round/>
            <a:headEnd len="med" w="med" type="none"/>
            <a:tailEnd len="med" w="med" type="triangle"/>
          </a:ln>
        </p:spPr>
      </p:cxnSp>
      <p:sp>
        <p:nvSpPr>
          <p:cNvPr id="239" name="Google Shape;239;p12"/>
          <p:cNvSpPr txBox="1"/>
          <p:nvPr/>
        </p:nvSpPr>
        <p:spPr>
          <a:xfrm>
            <a:off x="1400175" y="4648200"/>
            <a:ext cx="48895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15</a:t>
            </a:r>
            <a:endParaRPr/>
          </a:p>
        </p:txBody>
      </p:sp>
      <p:cxnSp>
        <p:nvCxnSpPr>
          <p:cNvPr id="240" name="Google Shape;240;p12"/>
          <p:cNvCxnSpPr/>
          <p:nvPr/>
        </p:nvCxnSpPr>
        <p:spPr>
          <a:xfrm>
            <a:off x="1203325" y="5105400"/>
            <a:ext cx="533400" cy="533400"/>
          </a:xfrm>
          <a:prstGeom prst="straightConnector1">
            <a:avLst/>
          </a:prstGeom>
          <a:noFill/>
          <a:ln cap="flat" cmpd="sng" w="9525">
            <a:solidFill>
              <a:schemeClr val="dk1"/>
            </a:solidFill>
            <a:prstDash val="solid"/>
            <a:round/>
            <a:headEnd len="med" w="med" type="none"/>
            <a:tailEnd len="med" w="med" type="triangle"/>
          </a:ln>
        </p:spPr>
      </p:cxnSp>
      <p:sp>
        <p:nvSpPr>
          <p:cNvPr id="241" name="Google Shape;241;p12"/>
          <p:cNvSpPr txBox="1"/>
          <p:nvPr/>
        </p:nvSpPr>
        <p:spPr>
          <a:xfrm>
            <a:off x="1323975" y="5029200"/>
            <a:ext cx="48895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20</a:t>
            </a:r>
            <a:endParaRPr/>
          </a:p>
        </p:txBody>
      </p:sp>
      <p:sp>
        <p:nvSpPr>
          <p:cNvPr id="242" name="Google Shape;242;p12"/>
          <p:cNvSpPr/>
          <p:nvPr/>
        </p:nvSpPr>
        <p:spPr>
          <a:xfrm>
            <a:off x="1889125" y="4191000"/>
            <a:ext cx="457200" cy="304800"/>
          </a:xfrm>
          <a:prstGeom prst="ellipse">
            <a:avLst/>
          </a:prstGeom>
          <a:solidFill>
            <a:schemeClr val="accent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43" name="Google Shape;243;p12"/>
          <p:cNvSpPr/>
          <p:nvPr/>
        </p:nvSpPr>
        <p:spPr>
          <a:xfrm>
            <a:off x="2041525" y="4876800"/>
            <a:ext cx="457200" cy="304800"/>
          </a:xfrm>
          <a:prstGeom prst="ellipse">
            <a:avLst/>
          </a:prstGeom>
          <a:solidFill>
            <a:schemeClr val="accent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44" name="Google Shape;244;p12"/>
          <p:cNvSpPr/>
          <p:nvPr/>
        </p:nvSpPr>
        <p:spPr>
          <a:xfrm>
            <a:off x="1736725" y="5486400"/>
            <a:ext cx="457200" cy="304800"/>
          </a:xfrm>
          <a:prstGeom prst="ellipse">
            <a:avLst/>
          </a:prstGeom>
          <a:solidFill>
            <a:schemeClr val="accent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cxnSp>
        <p:nvCxnSpPr>
          <p:cNvPr id="245" name="Google Shape;245;p12"/>
          <p:cNvCxnSpPr/>
          <p:nvPr/>
        </p:nvCxnSpPr>
        <p:spPr>
          <a:xfrm flipH="1" rot="10800000">
            <a:off x="2346325" y="4191000"/>
            <a:ext cx="1905000" cy="152400"/>
          </a:xfrm>
          <a:prstGeom prst="straightConnector1">
            <a:avLst/>
          </a:prstGeom>
          <a:noFill/>
          <a:ln cap="flat" cmpd="sng" w="9525">
            <a:solidFill>
              <a:schemeClr val="dk1"/>
            </a:solidFill>
            <a:prstDash val="solid"/>
            <a:round/>
            <a:headEnd len="med" w="med" type="none"/>
            <a:tailEnd len="med" w="med" type="triangle"/>
          </a:ln>
        </p:spPr>
      </p:cxnSp>
      <p:cxnSp>
        <p:nvCxnSpPr>
          <p:cNvPr id="246" name="Google Shape;246;p12"/>
          <p:cNvCxnSpPr/>
          <p:nvPr/>
        </p:nvCxnSpPr>
        <p:spPr>
          <a:xfrm flipH="1" rot="10800000">
            <a:off x="2498725" y="4724400"/>
            <a:ext cx="838200" cy="304800"/>
          </a:xfrm>
          <a:prstGeom prst="straightConnector1">
            <a:avLst/>
          </a:prstGeom>
          <a:noFill/>
          <a:ln cap="flat" cmpd="sng" w="9525">
            <a:solidFill>
              <a:schemeClr val="dk1"/>
            </a:solidFill>
            <a:prstDash val="solid"/>
            <a:round/>
            <a:headEnd len="med" w="med" type="none"/>
            <a:tailEnd len="med" w="med" type="triangle"/>
          </a:ln>
        </p:spPr>
      </p:cxnSp>
      <p:cxnSp>
        <p:nvCxnSpPr>
          <p:cNvPr id="247" name="Google Shape;247;p12"/>
          <p:cNvCxnSpPr/>
          <p:nvPr/>
        </p:nvCxnSpPr>
        <p:spPr>
          <a:xfrm flipH="1" rot="10800000">
            <a:off x="2193925" y="5562600"/>
            <a:ext cx="685800" cy="76200"/>
          </a:xfrm>
          <a:prstGeom prst="straightConnector1">
            <a:avLst/>
          </a:prstGeom>
          <a:noFill/>
          <a:ln cap="flat" cmpd="sng" w="9525">
            <a:solidFill>
              <a:schemeClr val="dk1"/>
            </a:solidFill>
            <a:prstDash val="solid"/>
            <a:round/>
            <a:headEnd len="med" w="med" type="none"/>
            <a:tailEnd len="med" w="med" type="triangle"/>
          </a:ln>
        </p:spPr>
      </p:cxnSp>
      <p:cxnSp>
        <p:nvCxnSpPr>
          <p:cNvPr id="248" name="Google Shape;248;p12"/>
          <p:cNvCxnSpPr/>
          <p:nvPr/>
        </p:nvCxnSpPr>
        <p:spPr>
          <a:xfrm>
            <a:off x="2117725" y="5791200"/>
            <a:ext cx="685800" cy="381000"/>
          </a:xfrm>
          <a:prstGeom prst="straightConnector1">
            <a:avLst/>
          </a:prstGeom>
          <a:noFill/>
          <a:ln cap="flat" cmpd="sng" w="9525">
            <a:solidFill>
              <a:schemeClr val="dk1"/>
            </a:solidFill>
            <a:prstDash val="solid"/>
            <a:round/>
            <a:headEnd len="med" w="med" type="none"/>
            <a:tailEnd len="med" w="med" type="triangle"/>
          </a:ln>
        </p:spPr>
      </p:cxnSp>
      <p:cxnSp>
        <p:nvCxnSpPr>
          <p:cNvPr id="249" name="Google Shape;249;p12"/>
          <p:cNvCxnSpPr/>
          <p:nvPr/>
        </p:nvCxnSpPr>
        <p:spPr>
          <a:xfrm flipH="1" rot="10800000">
            <a:off x="2270125" y="3733800"/>
            <a:ext cx="990600" cy="457200"/>
          </a:xfrm>
          <a:prstGeom prst="straightConnector1">
            <a:avLst/>
          </a:prstGeom>
          <a:noFill/>
          <a:ln cap="flat" cmpd="sng" w="9525">
            <a:solidFill>
              <a:schemeClr val="dk1"/>
            </a:solidFill>
            <a:prstDash val="solid"/>
            <a:round/>
            <a:headEnd len="med" w="med" type="none"/>
            <a:tailEnd len="med" w="med" type="triangle"/>
          </a:ln>
        </p:spPr>
      </p:cxnSp>
      <p:cxnSp>
        <p:nvCxnSpPr>
          <p:cNvPr id="250" name="Google Shape;250;p12"/>
          <p:cNvCxnSpPr/>
          <p:nvPr/>
        </p:nvCxnSpPr>
        <p:spPr>
          <a:xfrm>
            <a:off x="2498725" y="5105400"/>
            <a:ext cx="914400" cy="228600"/>
          </a:xfrm>
          <a:prstGeom prst="straightConnector1">
            <a:avLst/>
          </a:prstGeom>
          <a:noFill/>
          <a:ln cap="flat" cmpd="sng" w="9525">
            <a:solidFill>
              <a:schemeClr val="dk1"/>
            </a:solidFill>
            <a:prstDash val="solid"/>
            <a:round/>
            <a:headEnd len="med" w="med" type="none"/>
            <a:tailEnd len="med" w="med" type="triangle"/>
          </a:ln>
        </p:spPr>
      </p:cxnSp>
      <p:sp>
        <p:nvSpPr>
          <p:cNvPr id="251" name="Google Shape;251;p12"/>
          <p:cNvSpPr/>
          <p:nvPr/>
        </p:nvSpPr>
        <p:spPr>
          <a:xfrm>
            <a:off x="3260725" y="3581400"/>
            <a:ext cx="457200" cy="304800"/>
          </a:xfrm>
          <a:prstGeom prst="ellipse">
            <a:avLst/>
          </a:prstGeom>
          <a:solidFill>
            <a:schemeClr val="accent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52" name="Google Shape;252;p12"/>
          <p:cNvSpPr/>
          <p:nvPr/>
        </p:nvSpPr>
        <p:spPr>
          <a:xfrm>
            <a:off x="4251325" y="4038600"/>
            <a:ext cx="457200" cy="304800"/>
          </a:xfrm>
          <a:prstGeom prst="ellipse">
            <a:avLst/>
          </a:prstGeom>
          <a:solidFill>
            <a:schemeClr val="accent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53" name="Google Shape;253;p12"/>
          <p:cNvSpPr/>
          <p:nvPr/>
        </p:nvSpPr>
        <p:spPr>
          <a:xfrm>
            <a:off x="3336925" y="4572000"/>
            <a:ext cx="457200" cy="304800"/>
          </a:xfrm>
          <a:prstGeom prst="ellipse">
            <a:avLst/>
          </a:prstGeom>
          <a:solidFill>
            <a:schemeClr val="accent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54" name="Google Shape;254;p12"/>
          <p:cNvSpPr/>
          <p:nvPr/>
        </p:nvSpPr>
        <p:spPr>
          <a:xfrm>
            <a:off x="3413125" y="5181600"/>
            <a:ext cx="457200" cy="304800"/>
          </a:xfrm>
          <a:prstGeom prst="ellipse">
            <a:avLst/>
          </a:prstGeom>
          <a:solidFill>
            <a:schemeClr val="accent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55" name="Google Shape;255;p12"/>
          <p:cNvSpPr/>
          <p:nvPr/>
        </p:nvSpPr>
        <p:spPr>
          <a:xfrm>
            <a:off x="2879725" y="5410200"/>
            <a:ext cx="457200" cy="304800"/>
          </a:xfrm>
          <a:prstGeom prst="ellipse">
            <a:avLst/>
          </a:prstGeom>
          <a:solidFill>
            <a:schemeClr val="accent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56" name="Google Shape;256;p12"/>
          <p:cNvSpPr/>
          <p:nvPr/>
        </p:nvSpPr>
        <p:spPr>
          <a:xfrm>
            <a:off x="2803525" y="6019800"/>
            <a:ext cx="457200" cy="304800"/>
          </a:xfrm>
          <a:prstGeom prst="ellipse">
            <a:avLst/>
          </a:prstGeom>
          <a:solidFill>
            <a:schemeClr val="accent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57" name="Google Shape;257;p12"/>
          <p:cNvSpPr txBox="1"/>
          <p:nvPr/>
        </p:nvSpPr>
        <p:spPr>
          <a:xfrm>
            <a:off x="2286000" y="3581400"/>
            <a:ext cx="48895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20</a:t>
            </a:r>
            <a:endParaRPr/>
          </a:p>
        </p:txBody>
      </p:sp>
      <p:sp>
        <p:nvSpPr>
          <p:cNvPr id="258" name="Google Shape;258;p12"/>
          <p:cNvSpPr txBox="1"/>
          <p:nvPr/>
        </p:nvSpPr>
        <p:spPr>
          <a:xfrm>
            <a:off x="3168650" y="3886200"/>
            <a:ext cx="48895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15</a:t>
            </a:r>
            <a:endParaRPr/>
          </a:p>
        </p:txBody>
      </p:sp>
      <p:sp>
        <p:nvSpPr>
          <p:cNvPr id="259" name="Google Shape;259;p12"/>
          <p:cNvSpPr txBox="1"/>
          <p:nvPr/>
        </p:nvSpPr>
        <p:spPr>
          <a:xfrm>
            <a:off x="2743200" y="4419600"/>
            <a:ext cx="48895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5</a:t>
            </a:r>
            <a:endParaRPr/>
          </a:p>
        </p:txBody>
      </p:sp>
      <p:sp>
        <p:nvSpPr>
          <p:cNvPr id="260" name="Google Shape;260;p12"/>
          <p:cNvSpPr txBox="1"/>
          <p:nvPr/>
        </p:nvSpPr>
        <p:spPr>
          <a:xfrm>
            <a:off x="2895600" y="4876800"/>
            <a:ext cx="48895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18</a:t>
            </a:r>
            <a:endParaRPr/>
          </a:p>
        </p:txBody>
      </p:sp>
      <p:sp>
        <p:nvSpPr>
          <p:cNvPr id="261" name="Google Shape;261;p12"/>
          <p:cNvSpPr txBox="1"/>
          <p:nvPr/>
        </p:nvSpPr>
        <p:spPr>
          <a:xfrm>
            <a:off x="2362200" y="5181600"/>
            <a:ext cx="48895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25</a:t>
            </a:r>
            <a:endParaRPr/>
          </a:p>
        </p:txBody>
      </p:sp>
      <p:sp>
        <p:nvSpPr>
          <p:cNvPr id="262" name="Google Shape;262;p12"/>
          <p:cNvSpPr txBox="1"/>
          <p:nvPr/>
        </p:nvSpPr>
        <p:spPr>
          <a:xfrm>
            <a:off x="2057400" y="5867400"/>
            <a:ext cx="48895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33</a:t>
            </a:r>
            <a:endParaRPr/>
          </a:p>
        </p:txBody>
      </p:sp>
      <p:cxnSp>
        <p:nvCxnSpPr>
          <p:cNvPr id="263" name="Google Shape;263;p12"/>
          <p:cNvCxnSpPr/>
          <p:nvPr/>
        </p:nvCxnSpPr>
        <p:spPr>
          <a:xfrm flipH="1" rot="10800000">
            <a:off x="3276600" y="5867400"/>
            <a:ext cx="457200" cy="304800"/>
          </a:xfrm>
          <a:prstGeom prst="straightConnector1">
            <a:avLst/>
          </a:prstGeom>
          <a:noFill/>
          <a:ln cap="flat" cmpd="sng" w="9525">
            <a:solidFill>
              <a:schemeClr val="dk1"/>
            </a:solidFill>
            <a:prstDash val="solid"/>
            <a:round/>
            <a:headEnd len="med" w="med" type="none"/>
            <a:tailEnd len="med" w="med" type="triangle"/>
          </a:ln>
        </p:spPr>
      </p:cxnSp>
      <p:cxnSp>
        <p:nvCxnSpPr>
          <p:cNvPr id="264" name="Google Shape;264;p12"/>
          <p:cNvCxnSpPr/>
          <p:nvPr/>
        </p:nvCxnSpPr>
        <p:spPr>
          <a:xfrm>
            <a:off x="3200400" y="6324600"/>
            <a:ext cx="533400" cy="381000"/>
          </a:xfrm>
          <a:prstGeom prst="straightConnector1">
            <a:avLst/>
          </a:prstGeom>
          <a:noFill/>
          <a:ln cap="flat" cmpd="sng" w="9525">
            <a:solidFill>
              <a:schemeClr val="dk1"/>
            </a:solidFill>
            <a:prstDash val="solid"/>
            <a:round/>
            <a:headEnd len="med" w="med" type="none"/>
            <a:tailEnd len="med" w="med" type="triangle"/>
          </a:ln>
        </p:spPr>
      </p:cxnSp>
      <p:cxnSp>
        <p:nvCxnSpPr>
          <p:cNvPr id="265" name="Google Shape;265;p12"/>
          <p:cNvCxnSpPr/>
          <p:nvPr/>
        </p:nvCxnSpPr>
        <p:spPr>
          <a:xfrm>
            <a:off x="3886200" y="5334000"/>
            <a:ext cx="685800" cy="76200"/>
          </a:xfrm>
          <a:prstGeom prst="straightConnector1">
            <a:avLst/>
          </a:prstGeom>
          <a:noFill/>
          <a:ln cap="flat" cmpd="sng" w="9525">
            <a:solidFill>
              <a:schemeClr val="dk1"/>
            </a:solidFill>
            <a:prstDash val="solid"/>
            <a:round/>
            <a:headEnd len="med" w="med" type="none"/>
            <a:tailEnd len="med" w="med" type="triangle"/>
          </a:ln>
        </p:spPr>
      </p:cxnSp>
      <p:cxnSp>
        <p:nvCxnSpPr>
          <p:cNvPr id="266" name="Google Shape;266;p12"/>
          <p:cNvCxnSpPr/>
          <p:nvPr/>
        </p:nvCxnSpPr>
        <p:spPr>
          <a:xfrm flipH="1" rot="10800000">
            <a:off x="3810000" y="4648200"/>
            <a:ext cx="457200" cy="76200"/>
          </a:xfrm>
          <a:prstGeom prst="straightConnector1">
            <a:avLst/>
          </a:prstGeom>
          <a:noFill/>
          <a:ln cap="flat" cmpd="sng" w="9525">
            <a:solidFill>
              <a:schemeClr val="dk1"/>
            </a:solidFill>
            <a:prstDash val="solid"/>
            <a:round/>
            <a:headEnd len="med" w="med" type="none"/>
            <a:tailEnd len="med" w="med" type="triangle"/>
          </a:ln>
        </p:spPr>
      </p:cxnSp>
      <p:cxnSp>
        <p:nvCxnSpPr>
          <p:cNvPr id="267" name="Google Shape;267;p12"/>
          <p:cNvCxnSpPr/>
          <p:nvPr/>
        </p:nvCxnSpPr>
        <p:spPr>
          <a:xfrm>
            <a:off x="4724400" y="4267200"/>
            <a:ext cx="304800" cy="228600"/>
          </a:xfrm>
          <a:prstGeom prst="straightConnector1">
            <a:avLst/>
          </a:prstGeom>
          <a:noFill/>
          <a:ln cap="flat" cmpd="sng" w="9525">
            <a:solidFill>
              <a:schemeClr val="dk1"/>
            </a:solidFill>
            <a:prstDash val="solid"/>
            <a:round/>
            <a:headEnd len="med" w="med" type="none"/>
            <a:tailEnd len="med" w="med" type="triangle"/>
          </a:ln>
        </p:spPr>
      </p:cxnSp>
      <p:cxnSp>
        <p:nvCxnSpPr>
          <p:cNvPr id="268" name="Google Shape;268;p12"/>
          <p:cNvCxnSpPr/>
          <p:nvPr/>
        </p:nvCxnSpPr>
        <p:spPr>
          <a:xfrm flipH="1" rot="10800000">
            <a:off x="3733800" y="3657600"/>
            <a:ext cx="762000" cy="76200"/>
          </a:xfrm>
          <a:prstGeom prst="straightConnector1">
            <a:avLst/>
          </a:prstGeom>
          <a:noFill/>
          <a:ln cap="flat" cmpd="sng" w="9525">
            <a:solidFill>
              <a:schemeClr val="dk1"/>
            </a:solidFill>
            <a:prstDash val="solid"/>
            <a:round/>
            <a:headEnd len="med" w="med" type="none"/>
            <a:tailEnd len="med" w="med" type="triangle"/>
          </a:ln>
        </p:spPr>
      </p:cxnSp>
      <p:sp>
        <p:nvSpPr>
          <p:cNvPr id="269" name="Google Shape;269;p12"/>
          <p:cNvSpPr txBox="1"/>
          <p:nvPr/>
        </p:nvSpPr>
        <p:spPr>
          <a:xfrm>
            <a:off x="4311650" y="3962400"/>
            <a:ext cx="33655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n</a:t>
            </a:r>
            <a:endParaRPr/>
          </a:p>
        </p:txBody>
      </p:sp>
      <p:grpSp>
        <p:nvGrpSpPr>
          <p:cNvPr id="270" name="Google Shape;270;p12"/>
          <p:cNvGrpSpPr/>
          <p:nvPr/>
        </p:nvGrpSpPr>
        <p:grpSpPr>
          <a:xfrm>
            <a:off x="442913" y="3733800"/>
            <a:ext cx="4510087" cy="1738313"/>
            <a:chOff x="279" y="2352"/>
            <a:chExt cx="2841" cy="1095"/>
          </a:xfrm>
        </p:grpSpPr>
        <p:sp>
          <p:nvSpPr>
            <p:cNvPr id="271" name="Google Shape;271;p12"/>
            <p:cNvSpPr/>
            <p:nvPr/>
          </p:nvSpPr>
          <p:spPr>
            <a:xfrm>
              <a:off x="279" y="2496"/>
              <a:ext cx="2841" cy="951"/>
            </a:xfrm>
            <a:custGeom>
              <a:rect b="b" l="l" r="r" t="t"/>
              <a:pathLst>
                <a:path extrusionOk="0" h="999" w="2841">
                  <a:moveTo>
                    <a:pt x="213" y="999"/>
                  </a:moveTo>
                  <a:cubicBezTo>
                    <a:pt x="193" y="967"/>
                    <a:pt x="167" y="939"/>
                    <a:pt x="148" y="906"/>
                  </a:cubicBezTo>
                  <a:cubicBezTo>
                    <a:pt x="120" y="857"/>
                    <a:pt x="105" y="803"/>
                    <a:pt x="74" y="757"/>
                  </a:cubicBezTo>
                  <a:cubicBezTo>
                    <a:pt x="71" y="748"/>
                    <a:pt x="70" y="738"/>
                    <a:pt x="65" y="729"/>
                  </a:cubicBezTo>
                  <a:cubicBezTo>
                    <a:pt x="54" y="710"/>
                    <a:pt x="35" y="695"/>
                    <a:pt x="28" y="674"/>
                  </a:cubicBezTo>
                  <a:cubicBezTo>
                    <a:pt x="25" y="665"/>
                    <a:pt x="22" y="655"/>
                    <a:pt x="18" y="646"/>
                  </a:cubicBezTo>
                  <a:cubicBezTo>
                    <a:pt x="13" y="636"/>
                    <a:pt x="0" y="618"/>
                    <a:pt x="0" y="618"/>
                  </a:cubicBezTo>
                  <a:lnTo>
                    <a:pt x="969" y="0"/>
                  </a:lnTo>
                  <a:lnTo>
                    <a:pt x="2841" y="0"/>
                  </a:lnTo>
                  <a:lnTo>
                    <a:pt x="2697" y="384"/>
                  </a:lnTo>
                  <a:lnTo>
                    <a:pt x="1209" y="384"/>
                  </a:lnTo>
                  <a:lnTo>
                    <a:pt x="297" y="960"/>
                  </a:lnTo>
                  <a:cubicBezTo>
                    <a:pt x="269" y="973"/>
                    <a:pt x="213" y="999"/>
                    <a:pt x="213" y="999"/>
                  </a:cubicBezTo>
                  <a:close/>
                </a:path>
              </a:pathLst>
            </a:custGeom>
            <a:noFill/>
            <a:ln cap="flat" cmpd="sng" w="57150">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72" name="Google Shape;272;p12"/>
            <p:cNvSpPr txBox="1"/>
            <p:nvPr/>
          </p:nvSpPr>
          <p:spPr>
            <a:xfrm>
              <a:off x="470" y="2352"/>
              <a:ext cx="436"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g(n)</a:t>
              </a:r>
              <a:endParaRPr/>
            </a:p>
          </p:txBody>
        </p:sp>
      </p:grpSp>
      <p:grpSp>
        <p:nvGrpSpPr>
          <p:cNvPr id="273" name="Google Shape;273;p12"/>
          <p:cNvGrpSpPr/>
          <p:nvPr/>
        </p:nvGrpSpPr>
        <p:grpSpPr>
          <a:xfrm>
            <a:off x="4419600" y="3276600"/>
            <a:ext cx="3276600" cy="609600"/>
            <a:chOff x="2784" y="2064"/>
            <a:chExt cx="2064" cy="384"/>
          </a:xfrm>
        </p:grpSpPr>
        <p:sp>
          <p:nvSpPr>
            <p:cNvPr id="274" name="Google Shape;274;p12"/>
            <p:cNvSpPr/>
            <p:nvPr/>
          </p:nvSpPr>
          <p:spPr>
            <a:xfrm rot="5400000">
              <a:off x="3744" y="1344"/>
              <a:ext cx="144" cy="2064"/>
            </a:xfrm>
            <a:prstGeom prst="leftBrace">
              <a:avLst>
                <a:gd fmla="val 119444" name="adj1"/>
                <a:gd fmla="val 50000" name="adj2"/>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75" name="Google Shape;275;p12"/>
            <p:cNvSpPr txBox="1"/>
            <p:nvPr/>
          </p:nvSpPr>
          <p:spPr>
            <a:xfrm>
              <a:off x="3596" y="2064"/>
              <a:ext cx="436"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h(n)</a:t>
              </a:r>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9" name="Shape 279"/>
        <p:cNvGrpSpPr/>
        <p:nvPr/>
      </p:nvGrpSpPr>
      <p:grpSpPr>
        <a:xfrm>
          <a:off x="0" y="0"/>
          <a:ext cx="0" cy="0"/>
          <a:chOff x="0" y="0"/>
          <a:chExt cx="0" cy="0"/>
        </a:xfrm>
      </p:grpSpPr>
      <p:sp>
        <p:nvSpPr>
          <p:cNvPr id="280" name="Google Shape;280;p1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000"/>
              <a:buFont typeface="Calibri"/>
              <a:buNone/>
            </a:pPr>
            <a:r>
              <a:rPr lang="en-US" sz="4000"/>
              <a:t>A* Search</a:t>
            </a:r>
            <a:endParaRPr/>
          </a:p>
        </p:txBody>
      </p:sp>
      <p:pic>
        <p:nvPicPr>
          <p:cNvPr id="281" name="Google Shape;281;p13"/>
          <p:cNvPicPr preferRelativeResize="0"/>
          <p:nvPr/>
        </p:nvPicPr>
        <p:blipFill rotWithShape="1">
          <a:blip r:embed="rId3">
            <a:alphaModFix/>
          </a:blip>
          <a:srcRect b="0" l="0" r="0" t="0"/>
          <a:stretch/>
        </p:blipFill>
        <p:spPr>
          <a:xfrm>
            <a:off x="228600" y="1600200"/>
            <a:ext cx="8667750" cy="4206875"/>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5" name="Shape 285"/>
        <p:cNvGrpSpPr/>
        <p:nvPr/>
      </p:nvGrpSpPr>
      <p:grpSpPr>
        <a:xfrm>
          <a:off x="0" y="0"/>
          <a:ext cx="0" cy="0"/>
          <a:chOff x="0" y="0"/>
          <a:chExt cx="0" cy="0"/>
        </a:xfrm>
      </p:grpSpPr>
      <p:sp>
        <p:nvSpPr>
          <p:cNvPr id="286" name="Google Shape;286;p1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sz="4000">
                <a:latin typeface="Arial"/>
                <a:ea typeface="Arial"/>
                <a:cs typeface="Arial"/>
                <a:sym typeface="Arial"/>
              </a:rPr>
              <a:t>A</a:t>
            </a:r>
            <a:r>
              <a:rPr baseline="30000" lang="en-US" sz="4000">
                <a:latin typeface="Arial"/>
                <a:ea typeface="Arial"/>
                <a:cs typeface="Arial"/>
                <a:sym typeface="Arial"/>
              </a:rPr>
              <a:t>*</a:t>
            </a:r>
            <a:r>
              <a:rPr lang="en-US" sz="4000">
                <a:latin typeface="Arial"/>
                <a:ea typeface="Arial"/>
                <a:cs typeface="Arial"/>
                <a:sym typeface="Arial"/>
              </a:rPr>
              <a:t> search example</a:t>
            </a:r>
            <a:endParaRPr/>
          </a:p>
        </p:txBody>
      </p:sp>
      <p:pic>
        <p:nvPicPr>
          <p:cNvPr descr="astar-progress01c" id="287" name="Google Shape;287;p14"/>
          <p:cNvPicPr preferRelativeResize="0"/>
          <p:nvPr/>
        </p:nvPicPr>
        <p:blipFill rotWithShape="1">
          <a:blip r:embed="rId3">
            <a:alphaModFix/>
          </a:blip>
          <a:srcRect b="0" l="0" r="0" t="0"/>
          <a:stretch/>
        </p:blipFill>
        <p:spPr>
          <a:xfrm>
            <a:off x="1295400" y="1524000"/>
            <a:ext cx="6873044" cy="2819400"/>
          </a:xfrm>
          <a:prstGeom prst="rect">
            <a:avLst/>
          </a:prstGeom>
          <a:noFill/>
          <a:ln>
            <a:noFill/>
          </a:ln>
        </p:spPr>
      </p:pic>
      <p:sp>
        <p:nvSpPr>
          <p:cNvPr id="288" name="Google Shape;288;p14"/>
          <p:cNvSpPr txBox="1"/>
          <p:nvPr/>
        </p:nvSpPr>
        <p:spPr>
          <a:xfrm>
            <a:off x="152400" y="304800"/>
            <a:ext cx="1219200" cy="6238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400">
                <a:solidFill>
                  <a:srgbClr val="000000"/>
                </a:solidFill>
                <a:latin typeface="Arial"/>
                <a:ea typeface="Arial"/>
                <a:cs typeface="Arial"/>
                <a:sym typeface="Arial"/>
              </a:rPr>
              <a:t>Open List:</a:t>
            </a:r>
            <a:endParaRPr/>
          </a:p>
          <a:p>
            <a:pPr indent="0" lvl="0" marL="0" marR="0" rtl="0" algn="l">
              <a:spcBef>
                <a:spcPts val="700"/>
              </a:spcBef>
              <a:spcAft>
                <a:spcPts val="0"/>
              </a:spcAft>
              <a:buNone/>
            </a:pPr>
            <a:r>
              <a:rPr lang="en-US" sz="1400">
                <a:solidFill>
                  <a:srgbClr val="000000"/>
                </a:solidFill>
                <a:latin typeface="Arial"/>
                <a:ea typeface="Arial"/>
                <a:cs typeface="Arial"/>
                <a:sym typeface="Arial"/>
              </a:rPr>
              <a:t>Arad</a:t>
            </a:r>
            <a:endParaRPr/>
          </a:p>
        </p:txBody>
      </p:sp>
      <p:sp>
        <p:nvSpPr>
          <p:cNvPr id="289" name="Google Shape;289;p14"/>
          <p:cNvSpPr txBox="1"/>
          <p:nvPr/>
        </p:nvSpPr>
        <p:spPr>
          <a:xfrm>
            <a:off x="990600" y="5257800"/>
            <a:ext cx="7467600" cy="161582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rgbClr val="000000"/>
                </a:solidFill>
                <a:latin typeface="Arial"/>
                <a:ea typeface="Arial"/>
                <a:cs typeface="Arial"/>
                <a:sym typeface="Arial"/>
              </a:rPr>
              <a:t>We start with our initial state Arad.  We make a node and add it to the open list.  Since it’s the only thing on the open list, we expand the node.</a:t>
            </a:r>
            <a:endParaRPr/>
          </a:p>
          <a:p>
            <a:pPr indent="0" lvl="0" marL="0" marR="0" rtl="0" algn="l">
              <a:spcBef>
                <a:spcPts val="900"/>
              </a:spcBef>
              <a:spcAft>
                <a:spcPts val="0"/>
              </a:spcAft>
              <a:buNone/>
            </a:pPr>
            <a:r>
              <a:rPr lang="en-US" sz="1800">
                <a:solidFill>
                  <a:srgbClr val="000000"/>
                </a:solidFill>
                <a:latin typeface="Arial"/>
                <a:ea typeface="Arial"/>
                <a:cs typeface="Arial"/>
                <a:sym typeface="Arial"/>
              </a:rPr>
              <a:t>Think of the open list as a priority queue that sorts the nodes inside of it according to their f(n) = g(n)+h(n) score.</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3" name="Shape 293"/>
        <p:cNvGrpSpPr/>
        <p:nvPr/>
      </p:nvGrpSpPr>
      <p:grpSpPr>
        <a:xfrm>
          <a:off x="0" y="0"/>
          <a:ext cx="0" cy="0"/>
          <a:chOff x="0" y="0"/>
          <a:chExt cx="0" cy="0"/>
        </a:xfrm>
      </p:grpSpPr>
      <p:pic>
        <p:nvPicPr>
          <p:cNvPr descr="astar-progress02c" id="294" name="Google Shape;294;p15"/>
          <p:cNvPicPr preferRelativeResize="0"/>
          <p:nvPr/>
        </p:nvPicPr>
        <p:blipFill rotWithShape="1">
          <a:blip r:embed="rId3">
            <a:alphaModFix/>
          </a:blip>
          <a:srcRect b="0" l="0" r="0" t="0"/>
          <a:stretch/>
        </p:blipFill>
        <p:spPr>
          <a:xfrm>
            <a:off x="1219200" y="1524000"/>
            <a:ext cx="7058802" cy="2895600"/>
          </a:xfrm>
          <a:prstGeom prst="rect">
            <a:avLst/>
          </a:prstGeom>
          <a:noFill/>
          <a:ln>
            <a:noFill/>
          </a:ln>
        </p:spPr>
      </p:pic>
      <p:sp>
        <p:nvSpPr>
          <p:cNvPr id="295" name="Google Shape;295;p1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sz="4000">
                <a:latin typeface="Arial"/>
                <a:ea typeface="Arial"/>
                <a:cs typeface="Arial"/>
                <a:sym typeface="Arial"/>
              </a:rPr>
              <a:t>A</a:t>
            </a:r>
            <a:r>
              <a:rPr baseline="30000" lang="en-US" sz="4000">
                <a:latin typeface="Arial"/>
                <a:ea typeface="Arial"/>
                <a:cs typeface="Arial"/>
                <a:sym typeface="Arial"/>
              </a:rPr>
              <a:t>*</a:t>
            </a:r>
            <a:r>
              <a:rPr lang="en-US" sz="4000">
                <a:latin typeface="Arial"/>
                <a:ea typeface="Arial"/>
                <a:cs typeface="Arial"/>
                <a:sym typeface="Arial"/>
              </a:rPr>
              <a:t> search example</a:t>
            </a:r>
            <a:endParaRPr/>
          </a:p>
        </p:txBody>
      </p:sp>
      <p:sp>
        <p:nvSpPr>
          <p:cNvPr id="296" name="Google Shape;296;p15"/>
          <p:cNvSpPr txBox="1"/>
          <p:nvPr/>
        </p:nvSpPr>
        <p:spPr>
          <a:xfrm>
            <a:off x="152400" y="304800"/>
            <a:ext cx="1219200" cy="126206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400">
                <a:solidFill>
                  <a:srgbClr val="000000"/>
                </a:solidFill>
                <a:latin typeface="Arial"/>
                <a:ea typeface="Arial"/>
                <a:cs typeface="Arial"/>
                <a:sym typeface="Arial"/>
              </a:rPr>
              <a:t>Open List:</a:t>
            </a:r>
            <a:endParaRPr/>
          </a:p>
          <a:p>
            <a:pPr indent="0" lvl="0" marL="0" marR="0" rtl="0" algn="l">
              <a:spcBef>
                <a:spcPts val="700"/>
              </a:spcBef>
              <a:spcAft>
                <a:spcPts val="0"/>
              </a:spcAft>
              <a:buNone/>
            </a:pPr>
            <a:r>
              <a:rPr lang="en-US" sz="1400">
                <a:solidFill>
                  <a:srgbClr val="000000"/>
                </a:solidFill>
                <a:latin typeface="Arial"/>
                <a:ea typeface="Arial"/>
                <a:cs typeface="Arial"/>
                <a:sym typeface="Arial"/>
              </a:rPr>
              <a:t>Sibiu</a:t>
            </a:r>
            <a:endParaRPr/>
          </a:p>
          <a:p>
            <a:pPr indent="0" lvl="0" marL="0" marR="0" rtl="0" algn="l">
              <a:spcBef>
                <a:spcPts val="700"/>
              </a:spcBef>
              <a:spcAft>
                <a:spcPts val="0"/>
              </a:spcAft>
              <a:buNone/>
            </a:pPr>
            <a:r>
              <a:rPr lang="en-US" sz="1400">
                <a:solidFill>
                  <a:srgbClr val="000000"/>
                </a:solidFill>
                <a:latin typeface="Arial"/>
                <a:ea typeface="Arial"/>
                <a:cs typeface="Arial"/>
                <a:sym typeface="Arial"/>
              </a:rPr>
              <a:t>Timisoara</a:t>
            </a:r>
            <a:endParaRPr/>
          </a:p>
          <a:p>
            <a:pPr indent="0" lvl="0" marL="0" marR="0" rtl="0" algn="l">
              <a:spcBef>
                <a:spcPts val="700"/>
              </a:spcBef>
              <a:spcAft>
                <a:spcPts val="0"/>
              </a:spcAft>
              <a:buNone/>
            </a:pPr>
            <a:r>
              <a:rPr lang="en-US" sz="1400">
                <a:solidFill>
                  <a:srgbClr val="000000"/>
                </a:solidFill>
                <a:latin typeface="Arial"/>
                <a:ea typeface="Arial"/>
                <a:cs typeface="Arial"/>
                <a:sym typeface="Arial"/>
              </a:rPr>
              <a:t>Zerind</a:t>
            </a:r>
            <a:endParaRPr sz="1400">
              <a:solidFill>
                <a:srgbClr val="000000"/>
              </a:solidFill>
              <a:latin typeface="Arial"/>
              <a:ea typeface="Arial"/>
              <a:cs typeface="Arial"/>
              <a:sym typeface="Arial"/>
            </a:endParaRPr>
          </a:p>
        </p:txBody>
      </p:sp>
      <p:sp>
        <p:nvSpPr>
          <p:cNvPr id="297" name="Google Shape;297;p15"/>
          <p:cNvSpPr txBox="1"/>
          <p:nvPr/>
        </p:nvSpPr>
        <p:spPr>
          <a:xfrm>
            <a:off x="990600" y="5257800"/>
            <a:ext cx="7467600" cy="77946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rgbClr val="000000"/>
                </a:solidFill>
                <a:latin typeface="Arial"/>
                <a:ea typeface="Arial"/>
                <a:cs typeface="Arial"/>
                <a:sym typeface="Arial"/>
              </a:rPr>
              <a:t>We add the three nodes we found to the open list.  </a:t>
            </a:r>
            <a:endParaRPr/>
          </a:p>
          <a:p>
            <a:pPr indent="0" lvl="0" marL="0" marR="0" rtl="0" algn="l">
              <a:spcBef>
                <a:spcPts val="900"/>
              </a:spcBef>
              <a:spcAft>
                <a:spcPts val="0"/>
              </a:spcAft>
              <a:buNone/>
            </a:pPr>
            <a:r>
              <a:rPr lang="en-US" sz="1800">
                <a:solidFill>
                  <a:srgbClr val="000000"/>
                </a:solidFill>
                <a:latin typeface="Arial"/>
                <a:ea typeface="Arial"/>
                <a:cs typeface="Arial"/>
                <a:sym typeface="Arial"/>
              </a:rPr>
              <a:t>We sort them according to the f(n) = g(n)+h(n) calculation.</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1" name="Shape 301"/>
        <p:cNvGrpSpPr/>
        <p:nvPr/>
      </p:nvGrpSpPr>
      <p:grpSpPr>
        <a:xfrm>
          <a:off x="0" y="0"/>
          <a:ext cx="0" cy="0"/>
          <a:chOff x="0" y="0"/>
          <a:chExt cx="0" cy="0"/>
        </a:xfrm>
      </p:grpSpPr>
      <p:pic>
        <p:nvPicPr>
          <p:cNvPr descr="astar-progress03c" id="302" name="Google Shape;302;p16"/>
          <p:cNvPicPr preferRelativeResize="0"/>
          <p:nvPr/>
        </p:nvPicPr>
        <p:blipFill rotWithShape="1">
          <a:blip r:embed="rId3">
            <a:alphaModFix/>
          </a:blip>
          <a:srcRect b="0" l="0" r="0" t="0"/>
          <a:stretch/>
        </p:blipFill>
        <p:spPr>
          <a:xfrm>
            <a:off x="1447800" y="1447800"/>
            <a:ext cx="6687286" cy="2743200"/>
          </a:xfrm>
          <a:prstGeom prst="rect">
            <a:avLst/>
          </a:prstGeom>
          <a:noFill/>
          <a:ln>
            <a:noFill/>
          </a:ln>
        </p:spPr>
      </p:pic>
      <p:sp>
        <p:nvSpPr>
          <p:cNvPr id="303" name="Google Shape;303;p1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sz="4000">
                <a:latin typeface="Arial"/>
                <a:ea typeface="Arial"/>
                <a:cs typeface="Arial"/>
                <a:sym typeface="Arial"/>
              </a:rPr>
              <a:t>A</a:t>
            </a:r>
            <a:r>
              <a:rPr baseline="30000" lang="en-US" sz="4000">
                <a:latin typeface="Arial"/>
                <a:ea typeface="Arial"/>
                <a:cs typeface="Arial"/>
                <a:sym typeface="Arial"/>
              </a:rPr>
              <a:t>*</a:t>
            </a:r>
            <a:r>
              <a:rPr lang="en-US" sz="4000">
                <a:latin typeface="Arial"/>
                <a:ea typeface="Arial"/>
                <a:cs typeface="Arial"/>
                <a:sym typeface="Arial"/>
              </a:rPr>
              <a:t> search example</a:t>
            </a:r>
            <a:endParaRPr/>
          </a:p>
        </p:txBody>
      </p:sp>
      <p:sp>
        <p:nvSpPr>
          <p:cNvPr id="304" name="Google Shape;304;p16"/>
          <p:cNvSpPr txBox="1"/>
          <p:nvPr/>
        </p:nvSpPr>
        <p:spPr>
          <a:xfrm>
            <a:off x="152400" y="304800"/>
            <a:ext cx="1447800" cy="221932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400">
                <a:solidFill>
                  <a:srgbClr val="000000"/>
                </a:solidFill>
                <a:latin typeface="Arial"/>
                <a:ea typeface="Arial"/>
                <a:cs typeface="Arial"/>
                <a:sym typeface="Arial"/>
              </a:rPr>
              <a:t>Open List:</a:t>
            </a:r>
            <a:endParaRPr/>
          </a:p>
          <a:p>
            <a:pPr indent="0" lvl="0" marL="0" marR="0" rtl="0" algn="l">
              <a:spcBef>
                <a:spcPts val="700"/>
              </a:spcBef>
              <a:spcAft>
                <a:spcPts val="0"/>
              </a:spcAft>
              <a:buNone/>
            </a:pPr>
            <a:r>
              <a:rPr lang="en-US" sz="1400">
                <a:solidFill>
                  <a:srgbClr val="000000"/>
                </a:solidFill>
                <a:latin typeface="Arial"/>
                <a:ea typeface="Arial"/>
                <a:cs typeface="Arial"/>
                <a:sym typeface="Arial"/>
              </a:rPr>
              <a:t>Rimricu Vicea</a:t>
            </a:r>
            <a:endParaRPr sz="1400">
              <a:solidFill>
                <a:srgbClr val="000000"/>
              </a:solidFill>
              <a:latin typeface="Arial"/>
              <a:ea typeface="Arial"/>
              <a:cs typeface="Arial"/>
              <a:sym typeface="Arial"/>
            </a:endParaRPr>
          </a:p>
          <a:p>
            <a:pPr indent="0" lvl="0" marL="0" marR="0" rtl="0" algn="l">
              <a:spcBef>
                <a:spcPts val="700"/>
              </a:spcBef>
              <a:spcAft>
                <a:spcPts val="0"/>
              </a:spcAft>
              <a:buNone/>
            </a:pPr>
            <a:r>
              <a:rPr lang="en-US" sz="1400">
                <a:solidFill>
                  <a:srgbClr val="000000"/>
                </a:solidFill>
                <a:latin typeface="Arial"/>
                <a:ea typeface="Arial"/>
                <a:cs typeface="Arial"/>
                <a:sym typeface="Arial"/>
              </a:rPr>
              <a:t>Fagaras</a:t>
            </a:r>
            <a:endParaRPr sz="1400">
              <a:solidFill>
                <a:srgbClr val="000000"/>
              </a:solidFill>
              <a:latin typeface="Arial"/>
              <a:ea typeface="Arial"/>
              <a:cs typeface="Arial"/>
              <a:sym typeface="Arial"/>
            </a:endParaRPr>
          </a:p>
          <a:p>
            <a:pPr indent="0" lvl="0" marL="0" marR="0" rtl="0" algn="l">
              <a:spcBef>
                <a:spcPts val="700"/>
              </a:spcBef>
              <a:spcAft>
                <a:spcPts val="0"/>
              </a:spcAft>
              <a:buNone/>
            </a:pPr>
            <a:r>
              <a:rPr lang="en-US" sz="1400">
                <a:solidFill>
                  <a:srgbClr val="000000"/>
                </a:solidFill>
                <a:latin typeface="Arial"/>
                <a:ea typeface="Arial"/>
                <a:cs typeface="Arial"/>
                <a:sym typeface="Arial"/>
              </a:rPr>
              <a:t>Timisoara</a:t>
            </a:r>
            <a:endParaRPr/>
          </a:p>
          <a:p>
            <a:pPr indent="0" lvl="0" marL="0" marR="0" rtl="0" algn="l">
              <a:spcBef>
                <a:spcPts val="700"/>
              </a:spcBef>
              <a:spcAft>
                <a:spcPts val="0"/>
              </a:spcAft>
              <a:buNone/>
            </a:pPr>
            <a:r>
              <a:rPr lang="en-US" sz="1400">
                <a:solidFill>
                  <a:srgbClr val="000000"/>
                </a:solidFill>
                <a:latin typeface="Arial"/>
                <a:ea typeface="Arial"/>
                <a:cs typeface="Arial"/>
                <a:sym typeface="Arial"/>
              </a:rPr>
              <a:t>Zerind</a:t>
            </a:r>
            <a:endParaRPr sz="1400">
              <a:solidFill>
                <a:srgbClr val="000000"/>
              </a:solidFill>
              <a:latin typeface="Arial"/>
              <a:ea typeface="Arial"/>
              <a:cs typeface="Arial"/>
              <a:sym typeface="Arial"/>
            </a:endParaRPr>
          </a:p>
          <a:p>
            <a:pPr indent="0" lvl="0" marL="0" marR="0" rtl="0" algn="l">
              <a:spcBef>
                <a:spcPts val="700"/>
              </a:spcBef>
              <a:spcAft>
                <a:spcPts val="0"/>
              </a:spcAft>
              <a:buNone/>
            </a:pPr>
            <a:r>
              <a:rPr lang="en-US" sz="1400">
                <a:solidFill>
                  <a:srgbClr val="000000"/>
                </a:solidFill>
                <a:latin typeface="Arial"/>
                <a:ea typeface="Arial"/>
                <a:cs typeface="Arial"/>
                <a:sym typeface="Arial"/>
              </a:rPr>
              <a:t>Arad</a:t>
            </a:r>
            <a:endParaRPr/>
          </a:p>
          <a:p>
            <a:pPr indent="0" lvl="0" marL="0" marR="0" rtl="0" algn="l">
              <a:spcBef>
                <a:spcPts val="700"/>
              </a:spcBef>
              <a:spcAft>
                <a:spcPts val="0"/>
              </a:spcAft>
              <a:buNone/>
            </a:pPr>
            <a:r>
              <a:rPr lang="en-US" sz="1400">
                <a:solidFill>
                  <a:srgbClr val="000000"/>
                </a:solidFill>
                <a:latin typeface="Arial"/>
                <a:ea typeface="Arial"/>
                <a:cs typeface="Arial"/>
                <a:sym typeface="Arial"/>
              </a:rPr>
              <a:t>Oradea</a:t>
            </a:r>
            <a:endParaRPr/>
          </a:p>
        </p:txBody>
      </p:sp>
      <p:cxnSp>
        <p:nvCxnSpPr>
          <p:cNvPr id="305" name="Google Shape;305;p16"/>
          <p:cNvCxnSpPr/>
          <p:nvPr/>
        </p:nvCxnSpPr>
        <p:spPr>
          <a:xfrm flipH="1">
            <a:off x="152400" y="1981200"/>
            <a:ext cx="609600" cy="152400"/>
          </a:xfrm>
          <a:prstGeom prst="straightConnector1">
            <a:avLst/>
          </a:prstGeom>
          <a:noFill/>
          <a:ln cap="flat" cmpd="sng" w="19050">
            <a:solidFill>
              <a:srgbClr val="FF0000"/>
            </a:solidFill>
            <a:prstDash val="solid"/>
            <a:round/>
            <a:headEnd len="med" w="med" type="none"/>
            <a:tailEnd len="med" w="med" type="none"/>
          </a:ln>
        </p:spPr>
      </p:cxnSp>
      <p:cxnSp>
        <p:nvCxnSpPr>
          <p:cNvPr id="306" name="Google Shape;306;p16"/>
          <p:cNvCxnSpPr/>
          <p:nvPr/>
        </p:nvCxnSpPr>
        <p:spPr>
          <a:xfrm>
            <a:off x="152400" y="1981200"/>
            <a:ext cx="609600" cy="152400"/>
          </a:xfrm>
          <a:prstGeom prst="straightConnector1">
            <a:avLst/>
          </a:prstGeom>
          <a:noFill/>
          <a:ln cap="flat" cmpd="sng" w="19050">
            <a:solidFill>
              <a:srgbClr val="FF0000"/>
            </a:solidFill>
            <a:prstDash val="solid"/>
            <a:round/>
            <a:headEnd len="med" w="med" type="none"/>
            <a:tailEnd len="med" w="med" type="none"/>
          </a:ln>
        </p:spPr>
      </p:cxnSp>
      <p:sp>
        <p:nvSpPr>
          <p:cNvPr id="307" name="Google Shape;307;p16"/>
          <p:cNvSpPr txBox="1"/>
          <p:nvPr/>
        </p:nvSpPr>
        <p:spPr>
          <a:xfrm>
            <a:off x="1143000" y="1143000"/>
            <a:ext cx="1219200" cy="10048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200">
                <a:solidFill>
                  <a:srgbClr val="000000"/>
                </a:solidFill>
                <a:latin typeface="Arial"/>
                <a:ea typeface="Arial"/>
                <a:cs typeface="Arial"/>
                <a:sym typeface="Arial"/>
              </a:rPr>
              <a:t>We’ve been to Arad before.  Don’t list it again on the open list.</a:t>
            </a:r>
            <a:endParaRPr/>
          </a:p>
        </p:txBody>
      </p:sp>
      <p:cxnSp>
        <p:nvCxnSpPr>
          <p:cNvPr id="308" name="Google Shape;308;p16"/>
          <p:cNvCxnSpPr/>
          <p:nvPr/>
        </p:nvCxnSpPr>
        <p:spPr>
          <a:xfrm rot="10800000">
            <a:off x="838200" y="2133600"/>
            <a:ext cx="990600" cy="0"/>
          </a:xfrm>
          <a:prstGeom prst="straightConnector1">
            <a:avLst/>
          </a:prstGeom>
          <a:noFill/>
          <a:ln cap="flat" cmpd="sng" w="9525">
            <a:solidFill>
              <a:schemeClr val="dk1"/>
            </a:solidFill>
            <a:prstDash val="solid"/>
            <a:round/>
            <a:headEnd len="med" w="med" type="none"/>
            <a:tailEnd len="med" w="med" type="triangle"/>
          </a:ln>
        </p:spPr>
      </p:cxnSp>
      <p:sp>
        <p:nvSpPr>
          <p:cNvPr id="309" name="Google Shape;309;p16"/>
          <p:cNvSpPr txBox="1"/>
          <p:nvPr/>
        </p:nvSpPr>
        <p:spPr>
          <a:xfrm>
            <a:off x="990600" y="5257800"/>
            <a:ext cx="7467600" cy="64135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rgbClr val="000000"/>
                </a:solidFill>
                <a:latin typeface="Arial"/>
                <a:ea typeface="Arial"/>
                <a:cs typeface="Arial"/>
                <a:sym typeface="Arial"/>
              </a:rPr>
              <a:t>When we expand Sibiu, we run into Arad again.  But we’ve already expanded this node once; so, we don’t add it to the open list again.</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3" name="Shape 313"/>
        <p:cNvGrpSpPr/>
        <p:nvPr/>
      </p:nvGrpSpPr>
      <p:grpSpPr>
        <a:xfrm>
          <a:off x="0" y="0"/>
          <a:ext cx="0" cy="0"/>
          <a:chOff x="0" y="0"/>
          <a:chExt cx="0" cy="0"/>
        </a:xfrm>
      </p:grpSpPr>
      <p:sp>
        <p:nvSpPr>
          <p:cNvPr id="314" name="Google Shape;314;p1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sz="4000">
                <a:latin typeface="Arial"/>
                <a:ea typeface="Arial"/>
                <a:cs typeface="Arial"/>
                <a:sym typeface="Arial"/>
              </a:rPr>
              <a:t>A</a:t>
            </a:r>
            <a:r>
              <a:rPr baseline="30000" lang="en-US" sz="4000">
                <a:latin typeface="Arial"/>
                <a:ea typeface="Arial"/>
                <a:cs typeface="Arial"/>
                <a:sym typeface="Arial"/>
              </a:rPr>
              <a:t>*</a:t>
            </a:r>
            <a:r>
              <a:rPr lang="en-US" sz="4000">
                <a:latin typeface="Arial"/>
                <a:ea typeface="Arial"/>
                <a:cs typeface="Arial"/>
                <a:sym typeface="Arial"/>
              </a:rPr>
              <a:t> search example</a:t>
            </a:r>
            <a:endParaRPr/>
          </a:p>
        </p:txBody>
      </p:sp>
      <p:pic>
        <p:nvPicPr>
          <p:cNvPr descr="astar-progress03c" id="315" name="Google Shape;315;p17"/>
          <p:cNvPicPr preferRelativeResize="0"/>
          <p:nvPr/>
        </p:nvPicPr>
        <p:blipFill rotWithShape="1">
          <a:blip r:embed="rId3">
            <a:alphaModFix/>
          </a:blip>
          <a:srcRect b="0" l="0" r="0" t="0"/>
          <a:stretch/>
        </p:blipFill>
        <p:spPr>
          <a:xfrm>
            <a:off x="1295400" y="1524000"/>
            <a:ext cx="6873044" cy="2819400"/>
          </a:xfrm>
          <a:prstGeom prst="rect">
            <a:avLst/>
          </a:prstGeom>
          <a:noFill/>
          <a:ln>
            <a:noFill/>
          </a:ln>
        </p:spPr>
      </p:pic>
      <p:sp>
        <p:nvSpPr>
          <p:cNvPr id="316" name="Google Shape;316;p17"/>
          <p:cNvSpPr txBox="1"/>
          <p:nvPr/>
        </p:nvSpPr>
        <p:spPr>
          <a:xfrm>
            <a:off x="152400" y="304800"/>
            <a:ext cx="1447800" cy="190023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400">
                <a:solidFill>
                  <a:srgbClr val="000000"/>
                </a:solidFill>
                <a:latin typeface="Arial"/>
                <a:ea typeface="Arial"/>
                <a:cs typeface="Arial"/>
                <a:sym typeface="Arial"/>
              </a:rPr>
              <a:t>Open List:</a:t>
            </a:r>
            <a:endParaRPr/>
          </a:p>
          <a:p>
            <a:pPr indent="0" lvl="0" marL="0" marR="0" rtl="0" algn="l">
              <a:spcBef>
                <a:spcPts val="700"/>
              </a:spcBef>
              <a:spcAft>
                <a:spcPts val="0"/>
              </a:spcAft>
              <a:buNone/>
            </a:pPr>
            <a:r>
              <a:rPr lang="en-US" sz="1400">
                <a:solidFill>
                  <a:srgbClr val="000000"/>
                </a:solidFill>
                <a:latin typeface="Arial"/>
                <a:ea typeface="Arial"/>
                <a:cs typeface="Arial"/>
                <a:sym typeface="Arial"/>
              </a:rPr>
              <a:t>Rimricu Vicea</a:t>
            </a:r>
            <a:endParaRPr/>
          </a:p>
          <a:p>
            <a:pPr indent="0" lvl="0" marL="0" marR="0" rtl="0" algn="l">
              <a:spcBef>
                <a:spcPts val="700"/>
              </a:spcBef>
              <a:spcAft>
                <a:spcPts val="0"/>
              </a:spcAft>
              <a:buNone/>
            </a:pPr>
            <a:r>
              <a:rPr lang="en-US" sz="1400">
                <a:solidFill>
                  <a:srgbClr val="000000"/>
                </a:solidFill>
                <a:latin typeface="Arial"/>
                <a:ea typeface="Arial"/>
                <a:cs typeface="Arial"/>
                <a:sym typeface="Arial"/>
              </a:rPr>
              <a:t>Fagaras</a:t>
            </a:r>
            <a:endParaRPr/>
          </a:p>
          <a:p>
            <a:pPr indent="0" lvl="0" marL="0" marR="0" rtl="0" algn="l">
              <a:spcBef>
                <a:spcPts val="700"/>
              </a:spcBef>
              <a:spcAft>
                <a:spcPts val="0"/>
              </a:spcAft>
              <a:buNone/>
            </a:pPr>
            <a:r>
              <a:rPr lang="en-US" sz="1400">
                <a:solidFill>
                  <a:srgbClr val="000000"/>
                </a:solidFill>
                <a:latin typeface="Arial"/>
                <a:ea typeface="Arial"/>
                <a:cs typeface="Arial"/>
                <a:sym typeface="Arial"/>
              </a:rPr>
              <a:t>Timisoara</a:t>
            </a:r>
            <a:endParaRPr/>
          </a:p>
          <a:p>
            <a:pPr indent="0" lvl="0" marL="0" marR="0" rtl="0" algn="l">
              <a:spcBef>
                <a:spcPts val="700"/>
              </a:spcBef>
              <a:spcAft>
                <a:spcPts val="0"/>
              </a:spcAft>
              <a:buNone/>
            </a:pPr>
            <a:r>
              <a:rPr lang="en-US" sz="1400">
                <a:solidFill>
                  <a:srgbClr val="000000"/>
                </a:solidFill>
                <a:latin typeface="Arial"/>
                <a:ea typeface="Arial"/>
                <a:cs typeface="Arial"/>
                <a:sym typeface="Arial"/>
              </a:rPr>
              <a:t>Zerind</a:t>
            </a:r>
            <a:endParaRPr/>
          </a:p>
          <a:p>
            <a:pPr indent="0" lvl="0" marL="0" marR="0" rtl="0" algn="l">
              <a:spcBef>
                <a:spcPts val="700"/>
              </a:spcBef>
              <a:spcAft>
                <a:spcPts val="0"/>
              </a:spcAft>
              <a:buNone/>
            </a:pPr>
            <a:r>
              <a:rPr lang="en-US" sz="1400">
                <a:solidFill>
                  <a:srgbClr val="000000"/>
                </a:solidFill>
                <a:latin typeface="Arial"/>
                <a:ea typeface="Arial"/>
                <a:cs typeface="Arial"/>
                <a:sym typeface="Arial"/>
              </a:rPr>
              <a:t>Oradea</a:t>
            </a:r>
            <a:endParaRPr/>
          </a:p>
        </p:txBody>
      </p:sp>
      <p:sp>
        <p:nvSpPr>
          <p:cNvPr id="317" name="Google Shape;317;p17"/>
          <p:cNvSpPr txBox="1"/>
          <p:nvPr/>
        </p:nvSpPr>
        <p:spPr>
          <a:xfrm>
            <a:off x="990600" y="5257800"/>
            <a:ext cx="7467600" cy="64135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rgbClr val="000000"/>
                </a:solidFill>
                <a:latin typeface="Arial"/>
                <a:ea typeface="Arial"/>
                <a:cs typeface="Arial"/>
                <a:sym typeface="Arial"/>
              </a:rPr>
              <a:t>We see that Rimricu Vicea is at the top of the open list; so, it’s the next node we will expand.</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1" name="Shape 321"/>
        <p:cNvGrpSpPr/>
        <p:nvPr/>
      </p:nvGrpSpPr>
      <p:grpSpPr>
        <a:xfrm>
          <a:off x="0" y="0"/>
          <a:ext cx="0" cy="0"/>
          <a:chOff x="0" y="0"/>
          <a:chExt cx="0" cy="0"/>
        </a:xfrm>
      </p:grpSpPr>
      <p:sp>
        <p:nvSpPr>
          <p:cNvPr id="322" name="Google Shape;322;p1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sz="4000">
                <a:latin typeface="Arial"/>
                <a:ea typeface="Arial"/>
                <a:cs typeface="Arial"/>
                <a:sym typeface="Arial"/>
              </a:rPr>
              <a:t>A</a:t>
            </a:r>
            <a:r>
              <a:rPr baseline="30000" lang="en-US" sz="4000">
                <a:latin typeface="Arial"/>
                <a:ea typeface="Arial"/>
                <a:cs typeface="Arial"/>
                <a:sym typeface="Arial"/>
              </a:rPr>
              <a:t>*</a:t>
            </a:r>
            <a:r>
              <a:rPr lang="en-US" sz="4000">
                <a:latin typeface="Arial"/>
                <a:ea typeface="Arial"/>
                <a:cs typeface="Arial"/>
                <a:sym typeface="Arial"/>
              </a:rPr>
              <a:t> search example</a:t>
            </a:r>
            <a:endParaRPr/>
          </a:p>
        </p:txBody>
      </p:sp>
      <p:pic>
        <p:nvPicPr>
          <p:cNvPr descr="astar-progress04c" id="323" name="Google Shape;323;p18"/>
          <p:cNvPicPr preferRelativeResize="0"/>
          <p:nvPr/>
        </p:nvPicPr>
        <p:blipFill rotWithShape="1">
          <a:blip r:embed="rId3">
            <a:alphaModFix/>
          </a:blip>
          <a:srcRect b="0" l="0" r="0" t="0"/>
          <a:stretch/>
        </p:blipFill>
        <p:spPr>
          <a:xfrm>
            <a:off x="1371600" y="1524000"/>
            <a:ext cx="6873044" cy="2819400"/>
          </a:xfrm>
          <a:prstGeom prst="rect">
            <a:avLst/>
          </a:prstGeom>
          <a:noFill/>
          <a:ln>
            <a:noFill/>
          </a:ln>
        </p:spPr>
      </p:pic>
      <p:sp>
        <p:nvSpPr>
          <p:cNvPr id="324" name="Google Shape;324;p18"/>
          <p:cNvSpPr txBox="1"/>
          <p:nvPr/>
        </p:nvSpPr>
        <p:spPr>
          <a:xfrm>
            <a:off x="152400" y="304800"/>
            <a:ext cx="1447800" cy="253841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400">
                <a:solidFill>
                  <a:srgbClr val="000000"/>
                </a:solidFill>
                <a:latin typeface="Arial"/>
                <a:ea typeface="Arial"/>
                <a:cs typeface="Arial"/>
                <a:sym typeface="Arial"/>
              </a:rPr>
              <a:t>Open List:</a:t>
            </a:r>
            <a:endParaRPr/>
          </a:p>
          <a:p>
            <a:pPr indent="0" lvl="0" marL="0" marR="0" rtl="0" algn="l">
              <a:spcBef>
                <a:spcPts val="700"/>
              </a:spcBef>
              <a:spcAft>
                <a:spcPts val="0"/>
              </a:spcAft>
              <a:buNone/>
            </a:pPr>
            <a:r>
              <a:rPr lang="en-US" sz="1400">
                <a:solidFill>
                  <a:srgbClr val="000000"/>
                </a:solidFill>
                <a:latin typeface="Arial"/>
                <a:ea typeface="Arial"/>
                <a:cs typeface="Arial"/>
                <a:sym typeface="Arial"/>
              </a:rPr>
              <a:t>Fagaras</a:t>
            </a:r>
            <a:endParaRPr/>
          </a:p>
          <a:p>
            <a:pPr indent="0" lvl="0" marL="0" marR="0" rtl="0" algn="l">
              <a:spcBef>
                <a:spcPts val="700"/>
              </a:spcBef>
              <a:spcAft>
                <a:spcPts val="0"/>
              </a:spcAft>
              <a:buNone/>
            </a:pPr>
            <a:r>
              <a:rPr lang="en-US" sz="1400">
                <a:solidFill>
                  <a:srgbClr val="000000"/>
                </a:solidFill>
                <a:latin typeface="Arial"/>
                <a:ea typeface="Arial"/>
                <a:cs typeface="Arial"/>
                <a:sym typeface="Arial"/>
              </a:rPr>
              <a:t>Pitesti</a:t>
            </a:r>
            <a:endParaRPr/>
          </a:p>
          <a:p>
            <a:pPr indent="0" lvl="0" marL="0" marR="0" rtl="0" algn="l">
              <a:spcBef>
                <a:spcPts val="700"/>
              </a:spcBef>
              <a:spcAft>
                <a:spcPts val="0"/>
              </a:spcAft>
              <a:buNone/>
            </a:pPr>
            <a:r>
              <a:rPr lang="en-US" sz="1400">
                <a:solidFill>
                  <a:srgbClr val="000000"/>
                </a:solidFill>
                <a:latin typeface="Arial"/>
                <a:ea typeface="Arial"/>
                <a:cs typeface="Arial"/>
                <a:sym typeface="Arial"/>
              </a:rPr>
              <a:t>Timisoara</a:t>
            </a:r>
            <a:endParaRPr/>
          </a:p>
          <a:p>
            <a:pPr indent="0" lvl="0" marL="0" marR="0" rtl="0" algn="l">
              <a:spcBef>
                <a:spcPts val="700"/>
              </a:spcBef>
              <a:spcAft>
                <a:spcPts val="0"/>
              </a:spcAft>
              <a:buNone/>
            </a:pPr>
            <a:r>
              <a:rPr lang="en-US" sz="1400">
                <a:solidFill>
                  <a:srgbClr val="000000"/>
                </a:solidFill>
                <a:latin typeface="Arial"/>
                <a:ea typeface="Arial"/>
                <a:cs typeface="Arial"/>
                <a:sym typeface="Arial"/>
              </a:rPr>
              <a:t>Zerind</a:t>
            </a:r>
            <a:endParaRPr/>
          </a:p>
          <a:p>
            <a:pPr indent="0" lvl="0" marL="0" marR="0" rtl="0" algn="l">
              <a:spcBef>
                <a:spcPts val="700"/>
              </a:spcBef>
              <a:spcAft>
                <a:spcPts val="0"/>
              </a:spcAft>
              <a:buNone/>
            </a:pPr>
            <a:r>
              <a:rPr lang="en-US" sz="1400">
                <a:solidFill>
                  <a:srgbClr val="000000"/>
                </a:solidFill>
                <a:latin typeface="Arial"/>
                <a:ea typeface="Arial"/>
                <a:cs typeface="Arial"/>
                <a:sym typeface="Arial"/>
              </a:rPr>
              <a:t>Craiova</a:t>
            </a:r>
            <a:endParaRPr/>
          </a:p>
          <a:p>
            <a:pPr indent="0" lvl="0" marL="0" marR="0" rtl="0" algn="l">
              <a:spcBef>
                <a:spcPts val="700"/>
              </a:spcBef>
              <a:spcAft>
                <a:spcPts val="0"/>
              </a:spcAft>
              <a:buNone/>
            </a:pPr>
            <a:r>
              <a:rPr lang="en-US" sz="1400">
                <a:solidFill>
                  <a:srgbClr val="000000"/>
                </a:solidFill>
                <a:latin typeface="Arial"/>
                <a:ea typeface="Arial"/>
                <a:cs typeface="Arial"/>
                <a:sym typeface="Arial"/>
              </a:rPr>
              <a:t>Sibiu</a:t>
            </a:r>
            <a:endParaRPr/>
          </a:p>
          <a:p>
            <a:pPr indent="0" lvl="0" marL="0" marR="0" rtl="0" algn="l">
              <a:spcBef>
                <a:spcPts val="700"/>
              </a:spcBef>
              <a:spcAft>
                <a:spcPts val="0"/>
              </a:spcAft>
              <a:buNone/>
            </a:pPr>
            <a:r>
              <a:rPr lang="en-US" sz="1400">
                <a:solidFill>
                  <a:srgbClr val="000000"/>
                </a:solidFill>
                <a:latin typeface="Arial"/>
                <a:ea typeface="Arial"/>
                <a:cs typeface="Arial"/>
                <a:sym typeface="Arial"/>
              </a:rPr>
              <a:t>Oradea</a:t>
            </a:r>
            <a:endParaRPr/>
          </a:p>
        </p:txBody>
      </p:sp>
      <p:cxnSp>
        <p:nvCxnSpPr>
          <p:cNvPr id="325" name="Google Shape;325;p18"/>
          <p:cNvCxnSpPr/>
          <p:nvPr/>
        </p:nvCxnSpPr>
        <p:spPr>
          <a:xfrm flipH="1">
            <a:off x="152400" y="2286000"/>
            <a:ext cx="609600" cy="152400"/>
          </a:xfrm>
          <a:prstGeom prst="straightConnector1">
            <a:avLst/>
          </a:prstGeom>
          <a:noFill/>
          <a:ln cap="flat" cmpd="sng" w="19050">
            <a:solidFill>
              <a:srgbClr val="FF0000"/>
            </a:solidFill>
            <a:prstDash val="solid"/>
            <a:round/>
            <a:headEnd len="med" w="med" type="none"/>
            <a:tailEnd len="med" w="med" type="none"/>
          </a:ln>
        </p:spPr>
      </p:cxnSp>
      <p:cxnSp>
        <p:nvCxnSpPr>
          <p:cNvPr id="326" name="Google Shape;326;p18"/>
          <p:cNvCxnSpPr/>
          <p:nvPr/>
        </p:nvCxnSpPr>
        <p:spPr>
          <a:xfrm>
            <a:off x="152400" y="2286000"/>
            <a:ext cx="609600" cy="152400"/>
          </a:xfrm>
          <a:prstGeom prst="straightConnector1">
            <a:avLst/>
          </a:prstGeom>
          <a:noFill/>
          <a:ln cap="flat" cmpd="sng" w="19050">
            <a:solidFill>
              <a:srgbClr val="FF0000"/>
            </a:solidFill>
            <a:prstDash val="solid"/>
            <a:round/>
            <a:headEnd len="med" w="med" type="none"/>
            <a:tailEnd len="med" w="med" type="none"/>
          </a:ln>
        </p:spPr>
      </p:cxnSp>
      <p:sp>
        <p:nvSpPr>
          <p:cNvPr id="327" name="Google Shape;327;p18"/>
          <p:cNvSpPr txBox="1"/>
          <p:nvPr/>
        </p:nvSpPr>
        <p:spPr>
          <a:xfrm>
            <a:off x="990600" y="5029200"/>
            <a:ext cx="7467600" cy="10541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rgbClr val="000000"/>
                </a:solidFill>
                <a:latin typeface="Arial"/>
                <a:ea typeface="Arial"/>
                <a:cs typeface="Arial"/>
                <a:sym typeface="Arial"/>
              </a:rPr>
              <a:t>When we expand Rimricu Vicea, we run into Sibiu again.  </a:t>
            </a:r>
            <a:endParaRPr/>
          </a:p>
          <a:p>
            <a:pPr indent="0" lvl="0" marL="0" marR="0" rtl="0" algn="l">
              <a:spcBef>
                <a:spcPts val="900"/>
              </a:spcBef>
              <a:spcAft>
                <a:spcPts val="0"/>
              </a:spcAft>
              <a:buNone/>
            </a:pPr>
            <a:r>
              <a:rPr lang="en-US" sz="1800">
                <a:solidFill>
                  <a:srgbClr val="000000"/>
                </a:solidFill>
                <a:latin typeface="Arial"/>
                <a:ea typeface="Arial"/>
                <a:cs typeface="Arial"/>
                <a:sym typeface="Arial"/>
              </a:rPr>
              <a:t>But we’ve already expanded this node once; so, we don’t add it to the open list again.</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1" name="Shape 331"/>
        <p:cNvGrpSpPr/>
        <p:nvPr/>
      </p:nvGrpSpPr>
      <p:grpSpPr>
        <a:xfrm>
          <a:off x="0" y="0"/>
          <a:ext cx="0" cy="0"/>
          <a:chOff x="0" y="0"/>
          <a:chExt cx="0" cy="0"/>
        </a:xfrm>
      </p:grpSpPr>
      <p:sp>
        <p:nvSpPr>
          <p:cNvPr id="332" name="Google Shape;332;p1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sz="4000">
                <a:latin typeface="Arial"/>
                <a:ea typeface="Arial"/>
                <a:cs typeface="Arial"/>
                <a:sym typeface="Arial"/>
              </a:rPr>
              <a:t>A</a:t>
            </a:r>
            <a:r>
              <a:rPr baseline="30000" lang="en-US" sz="4000">
                <a:latin typeface="Arial"/>
                <a:ea typeface="Arial"/>
                <a:cs typeface="Arial"/>
                <a:sym typeface="Arial"/>
              </a:rPr>
              <a:t>*</a:t>
            </a:r>
            <a:r>
              <a:rPr lang="en-US" sz="4000">
                <a:latin typeface="Arial"/>
                <a:ea typeface="Arial"/>
                <a:cs typeface="Arial"/>
                <a:sym typeface="Arial"/>
              </a:rPr>
              <a:t> search example</a:t>
            </a:r>
            <a:endParaRPr/>
          </a:p>
        </p:txBody>
      </p:sp>
      <p:pic>
        <p:nvPicPr>
          <p:cNvPr descr="astar-progress04c" id="333" name="Google Shape;333;p19"/>
          <p:cNvPicPr preferRelativeResize="0"/>
          <p:nvPr/>
        </p:nvPicPr>
        <p:blipFill rotWithShape="1">
          <a:blip r:embed="rId3">
            <a:alphaModFix/>
          </a:blip>
          <a:srcRect b="0" l="0" r="0" t="0"/>
          <a:stretch/>
        </p:blipFill>
        <p:spPr>
          <a:xfrm>
            <a:off x="1295400" y="1524000"/>
            <a:ext cx="7244560" cy="2971800"/>
          </a:xfrm>
          <a:prstGeom prst="rect">
            <a:avLst/>
          </a:prstGeom>
          <a:noFill/>
          <a:ln>
            <a:noFill/>
          </a:ln>
        </p:spPr>
      </p:pic>
      <p:sp>
        <p:nvSpPr>
          <p:cNvPr id="334" name="Google Shape;334;p19"/>
          <p:cNvSpPr txBox="1"/>
          <p:nvPr/>
        </p:nvSpPr>
        <p:spPr>
          <a:xfrm>
            <a:off x="152400" y="304800"/>
            <a:ext cx="1447800" cy="221932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400">
                <a:solidFill>
                  <a:srgbClr val="000000"/>
                </a:solidFill>
                <a:latin typeface="Arial"/>
                <a:ea typeface="Arial"/>
                <a:cs typeface="Arial"/>
                <a:sym typeface="Arial"/>
              </a:rPr>
              <a:t>Open List:</a:t>
            </a:r>
            <a:endParaRPr/>
          </a:p>
          <a:p>
            <a:pPr indent="0" lvl="0" marL="0" marR="0" rtl="0" algn="l">
              <a:spcBef>
                <a:spcPts val="700"/>
              </a:spcBef>
              <a:spcAft>
                <a:spcPts val="0"/>
              </a:spcAft>
              <a:buNone/>
            </a:pPr>
            <a:r>
              <a:rPr lang="en-US" sz="1400">
                <a:solidFill>
                  <a:srgbClr val="000000"/>
                </a:solidFill>
                <a:latin typeface="Arial"/>
                <a:ea typeface="Arial"/>
                <a:cs typeface="Arial"/>
                <a:sym typeface="Arial"/>
              </a:rPr>
              <a:t>Fagaras</a:t>
            </a:r>
            <a:endParaRPr/>
          </a:p>
          <a:p>
            <a:pPr indent="0" lvl="0" marL="0" marR="0" rtl="0" algn="l">
              <a:spcBef>
                <a:spcPts val="700"/>
              </a:spcBef>
              <a:spcAft>
                <a:spcPts val="0"/>
              </a:spcAft>
              <a:buNone/>
            </a:pPr>
            <a:r>
              <a:rPr lang="en-US" sz="1400">
                <a:solidFill>
                  <a:srgbClr val="000000"/>
                </a:solidFill>
                <a:latin typeface="Arial"/>
                <a:ea typeface="Arial"/>
                <a:cs typeface="Arial"/>
                <a:sym typeface="Arial"/>
              </a:rPr>
              <a:t>Pitesti</a:t>
            </a:r>
            <a:endParaRPr/>
          </a:p>
          <a:p>
            <a:pPr indent="0" lvl="0" marL="0" marR="0" rtl="0" algn="l">
              <a:spcBef>
                <a:spcPts val="700"/>
              </a:spcBef>
              <a:spcAft>
                <a:spcPts val="0"/>
              </a:spcAft>
              <a:buNone/>
            </a:pPr>
            <a:r>
              <a:rPr lang="en-US" sz="1400">
                <a:solidFill>
                  <a:srgbClr val="000000"/>
                </a:solidFill>
                <a:latin typeface="Arial"/>
                <a:ea typeface="Arial"/>
                <a:cs typeface="Arial"/>
                <a:sym typeface="Arial"/>
              </a:rPr>
              <a:t>Timisoara</a:t>
            </a:r>
            <a:endParaRPr/>
          </a:p>
          <a:p>
            <a:pPr indent="0" lvl="0" marL="0" marR="0" rtl="0" algn="l">
              <a:spcBef>
                <a:spcPts val="700"/>
              </a:spcBef>
              <a:spcAft>
                <a:spcPts val="0"/>
              </a:spcAft>
              <a:buNone/>
            </a:pPr>
            <a:r>
              <a:rPr lang="en-US" sz="1400">
                <a:solidFill>
                  <a:srgbClr val="000000"/>
                </a:solidFill>
                <a:latin typeface="Arial"/>
                <a:ea typeface="Arial"/>
                <a:cs typeface="Arial"/>
                <a:sym typeface="Arial"/>
              </a:rPr>
              <a:t>Zerind</a:t>
            </a:r>
            <a:endParaRPr/>
          </a:p>
          <a:p>
            <a:pPr indent="0" lvl="0" marL="0" marR="0" rtl="0" algn="l">
              <a:spcBef>
                <a:spcPts val="700"/>
              </a:spcBef>
              <a:spcAft>
                <a:spcPts val="0"/>
              </a:spcAft>
              <a:buNone/>
            </a:pPr>
            <a:r>
              <a:rPr lang="en-US" sz="1400">
                <a:solidFill>
                  <a:srgbClr val="000000"/>
                </a:solidFill>
                <a:latin typeface="Arial"/>
                <a:ea typeface="Arial"/>
                <a:cs typeface="Arial"/>
                <a:sym typeface="Arial"/>
              </a:rPr>
              <a:t>Craiova</a:t>
            </a:r>
            <a:endParaRPr/>
          </a:p>
          <a:p>
            <a:pPr indent="0" lvl="0" marL="0" marR="0" rtl="0" algn="l">
              <a:spcBef>
                <a:spcPts val="700"/>
              </a:spcBef>
              <a:spcAft>
                <a:spcPts val="0"/>
              </a:spcAft>
              <a:buNone/>
            </a:pPr>
            <a:r>
              <a:rPr lang="en-US" sz="1400">
                <a:solidFill>
                  <a:srgbClr val="000000"/>
                </a:solidFill>
                <a:latin typeface="Arial"/>
                <a:ea typeface="Arial"/>
                <a:cs typeface="Arial"/>
                <a:sym typeface="Arial"/>
              </a:rPr>
              <a:t>Oradea</a:t>
            </a:r>
            <a:endParaRPr/>
          </a:p>
        </p:txBody>
      </p:sp>
      <p:sp>
        <p:nvSpPr>
          <p:cNvPr id="335" name="Google Shape;335;p19"/>
          <p:cNvSpPr txBox="1"/>
          <p:nvPr/>
        </p:nvSpPr>
        <p:spPr>
          <a:xfrm>
            <a:off x="990600" y="5257800"/>
            <a:ext cx="7467600" cy="64135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rgbClr val="000000"/>
                </a:solidFill>
                <a:latin typeface="Arial"/>
                <a:ea typeface="Arial"/>
                <a:cs typeface="Arial"/>
                <a:sym typeface="Arial"/>
              </a:rPr>
              <a:t>Fagaras will be the next node we should expand – it’s at the top of the sorted open list.</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9" name="Shape 339"/>
        <p:cNvGrpSpPr/>
        <p:nvPr/>
      </p:nvGrpSpPr>
      <p:grpSpPr>
        <a:xfrm>
          <a:off x="0" y="0"/>
          <a:ext cx="0" cy="0"/>
          <a:chOff x="0" y="0"/>
          <a:chExt cx="0" cy="0"/>
        </a:xfrm>
      </p:grpSpPr>
      <p:sp>
        <p:nvSpPr>
          <p:cNvPr id="340" name="Google Shape;340;p2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sz="4000">
                <a:latin typeface="Arial"/>
                <a:ea typeface="Arial"/>
                <a:cs typeface="Arial"/>
                <a:sym typeface="Arial"/>
              </a:rPr>
              <a:t>A</a:t>
            </a:r>
            <a:r>
              <a:rPr baseline="30000" lang="en-US" sz="4000">
                <a:latin typeface="Arial"/>
                <a:ea typeface="Arial"/>
                <a:cs typeface="Arial"/>
                <a:sym typeface="Arial"/>
              </a:rPr>
              <a:t>*</a:t>
            </a:r>
            <a:r>
              <a:rPr lang="en-US" sz="4000">
                <a:latin typeface="Arial"/>
                <a:ea typeface="Arial"/>
                <a:cs typeface="Arial"/>
                <a:sym typeface="Arial"/>
              </a:rPr>
              <a:t> search example</a:t>
            </a:r>
            <a:endParaRPr/>
          </a:p>
        </p:txBody>
      </p:sp>
      <p:pic>
        <p:nvPicPr>
          <p:cNvPr descr="astar-progress05c" id="341" name="Google Shape;341;p20"/>
          <p:cNvPicPr preferRelativeResize="0"/>
          <p:nvPr/>
        </p:nvPicPr>
        <p:blipFill rotWithShape="1">
          <a:blip r:embed="rId3">
            <a:alphaModFix/>
          </a:blip>
          <a:srcRect b="0" l="0" r="0" t="0"/>
          <a:stretch/>
        </p:blipFill>
        <p:spPr>
          <a:xfrm>
            <a:off x="1295400" y="1524000"/>
            <a:ext cx="7058802" cy="2895600"/>
          </a:xfrm>
          <a:prstGeom prst="rect">
            <a:avLst/>
          </a:prstGeom>
          <a:noFill/>
          <a:ln>
            <a:noFill/>
          </a:ln>
        </p:spPr>
      </p:pic>
      <p:sp>
        <p:nvSpPr>
          <p:cNvPr id="342" name="Google Shape;342;p20"/>
          <p:cNvSpPr txBox="1"/>
          <p:nvPr/>
        </p:nvSpPr>
        <p:spPr>
          <a:xfrm>
            <a:off x="152400" y="304800"/>
            <a:ext cx="1447800" cy="253841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400">
                <a:solidFill>
                  <a:srgbClr val="000000"/>
                </a:solidFill>
                <a:latin typeface="Arial"/>
                <a:ea typeface="Arial"/>
                <a:cs typeface="Arial"/>
                <a:sym typeface="Arial"/>
              </a:rPr>
              <a:t>Open List:</a:t>
            </a:r>
            <a:endParaRPr/>
          </a:p>
          <a:p>
            <a:pPr indent="0" lvl="0" marL="0" marR="0" rtl="0" algn="l">
              <a:spcBef>
                <a:spcPts val="700"/>
              </a:spcBef>
              <a:spcAft>
                <a:spcPts val="0"/>
              </a:spcAft>
              <a:buNone/>
            </a:pPr>
            <a:r>
              <a:rPr lang="en-US" sz="1400">
                <a:solidFill>
                  <a:srgbClr val="000000"/>
                </a:solidFill>
                <a:latin typeface="Arial"/>
                <a:ea typeface="Arial"/>
                <a:cs typeface="Arial"/>
                <a:sym typeface="Arial"/>
              </a:rPr>
              <a:t>Pitesti</a:t>
            </a:r>
            <a:endParaRPr/>
          </a:p>
          <a:p>
            <a:pPr indent="0" lvl="0" marL="0" marR="0" rtl="0" algn="l">
              <a:spcBef>
                <a:spcPts val="700"/>
              </a:spcBef>
              <a:spcAft>
                <a:spcPts val="0"/>
              </a:spcAft>
              <a:buNone/>
            </a:pPr>
            <a:r>
              <a:rPr lang="en-US" sz="1400">
                <a:solidFill>
                  <a:srgbClr val="000000"/>
                </a:solidFill>
                <a:latin typeface="Arial"/>
                <a:ea typeface="Arial"/>
                <a:cs typeface="Arial"/>
                <a:sym typeface="Arial"/>
              </a:rPr>
              <a:t>Timisoara</a:t>
            </a:r>
            <a:endParaRPr/>
          </a:p>
          <a:p>
            <a:pPr indent="0" lvl="0" marL="0" marR="0" rtl="0" algn="l">
              <a:spcBef>
                <a:spcPts val="700"/>
              </a:spcBef>
              <a:spcAft>
                <a:spcPts val="0"/>
              </a:spcAft>
              <a:buNone/>
            </a:pPr>
            <a:r>
              <a:rPr lang="en-US" sz="1400">
                <a:solidFill>
                  <a:srgbClr val="000000"/>
                </a:solidFill>
                <a:latin typeface="Arial"/>
                <a:ea typeface="Arial"/>
                <a:cs typeface="Arial"/>
                <a:sym typeface="Arial"/>
              </a:rPr>
              <a:t>Zerind</a:t>
            </a:r>
            <a:endParaRPr/>
          </a:p>
          <a:p>
            <a:pPr indent="0" lvl="0" marL="0" marR="0" rtl="0" algn="l">
              <a:spcBef>
                <a:spcPts val="700"/>
              </a:spcBef>
              <a:spcAft>
                <a:spcPts val="0"/>
              </a:spcAft>
              <a:buNone/>
            </a:pPr>
            <a:r>
              <a:rPr lang="en-US" sz="1400">
                <a:solidFill>
                  <a:srgbClr val="000000"/>
                </a:solidFill>
                <a:latin typeface="Arial"/>
                <a:ea typeface="Arial"/>
                <a:cs typeface="Arial"/>
                <a:sym typeface="Arial"/>
              </a:rPr>
              <a:t>Bucharest</a:t>
            </a:r>
            <a:endParaRPr/>
          </a:p>
          <a:p>
            <a:pPr indent="0" lvl="0" marL="0" marR="0" rtl="0" algn="l">
              <a:spcBef>
                <a:spcPts val="700"/>
              </a:spcBef>
              <a:spcAft>
                <a:spcPts val="0"/>
              </a:spcAft>
              <a:buNone/>
            </a:pPr>
            <a:r>
              <a:rPr lang="en-US" sz="1400">
                <a:solidFill>
                  <a:srgbClr val="000000"/>
                </a:solidFill>
                <a:latin typeface="Arial"/>
                <a:ea typeface="Arial"/>
                <a:cs typeface="Arial"/>
                <a:sym typeface="Arial"/>
              </a:rPr>
              <a:t>Craiova</a:t>
            </a:r>
            <a:endParaRPr/>
          </a:p>
          <a:p>
            <a:pPr indent="0" lvl="0" marL="0" marR="0" rtl="0" algn="l">
              <a:spcBef>
                <a:spcPts val="700"/>
              </a:spcBef>
              <a:spcAft>
                <a:spcPts val="0"/>
              </a:spcAft>
              <a:buNone/>
            </a:pPr>
            <a:r>
              <a:rPr lang="en-US" sz="1400">
                <a:solidFill>
                  <a:srgbClr val="000000"/>
                </a:solidFill>
                <a:latin typeface="Arial"/>
                <a:ea typeface="Arial"/>
                <a:cs typeface="Arial"/>
                <a:sym typeface="Arial"/>
              </a:rPr>
              <a:t>Sibiu</a:t>
            </a:r>
            <a:endParaRPr/>
          </a:p>
          <a:p>
            <a:pPr indent="0" lvl="0" marL="0" marR="0" rtl="0" algn="l">
              <a:spcBef>
                <a:spcPts val="700"/>
              </a:spcBef>
              <a:spcAft>
                <a:spcPts val="0"/>
              </a:spcAft>
              <a:buNone/>
            </a:pPr>
            <a:r>
              <a:rPr lang="en-US" sz="1400">
                <a:solidFill>
                  <a:srgbClr val="000000"/>
                </a:solidFill>
                <a:latin typeface="Arial"/>
                <a:ea typeface="Arial"/>
                <a:cs typeface="Arial"/>
                <a:sym typeface="Arial"/>
              </a:rPr>
              <a:t>Oradea</a:t>
            </a:r>
            <a:endParaRPr/>
          </a:p>
        </p:txBody>
      </p:sp>
      <p:cxnSp>
        <p:nvCxnSpPr>
          <p:cNvPr id="343" name="Google Shape;343;p20"/>
          <p:cNvCxnSpPr/>
          <p:nvPr/>
        </p:nvCxnSpPr>
        <p:spPr>
          <a:xfrm flipH="1">
            <a:off x="152400" y="2286000"/>
            <a:ext cx="609600" cy="152400"/>
          </a:xfrm>
          <a:prstGeom prst="straightConnector1">
            <a:avLst/>
          </a:prstGeom>
          <a:noFill/>
          <a:ln cap="flat" cmpd="sng" w="19050">
            <a:solidFill>
              <a:srgbClr val="FF0000"/>
            </a:solidFill>
            <a:prstDash val="solid"/>
            <a:round/>
            <a:headEnd len="med" w="med" type="none"/>
            <a:tailEnd len="med" w="med" type="none"/>
          </a:ln>
        </p:spPr>
      </p:cxnSp>
      <p:cxnSp>
        <p:nvCxnSpPr>
          <p:cNvPr id="344" name="Google Shape;344;p20"/>
          <p:cNvCxnSpPr/>
          <p:nvPr/>
        </p:nvCxnSpPr>
        <p:spPr>
          <a:xfrm>
            <a:off x="152400" y="2286000"/>
            <a:ext cx="609600" cy="152400"/>
          </a:xfrm>
          <a:prstGeom prst="straightConnector1">
            <a:avLst/>
          </a:prstGeom>
          <a:noFill/>
          <a:ln cap="flat" cmpd="sng" w="19050">
            <a:solidFill>
              <a:srgbClr val="FF0000"/>
            </a:solidFill>
            <a:prstDash val="solid"/>
            <a:round/>
            <a:headEnd len="med" w="med" type="none"/>
            <a:tailEnd len="med" w="med" type="none"/>
          </a:ln>
        </p:spPr>
      </p:cxnSp>
      <p:sp>
        <p:nvSpPr>
          <p:cNvPr id="345" name="Google Shape;345;p20"/>
          <p:cNvSpPr txBox="1"/>
          <p:nvPr/>
        </p:nvSpPr>
        <p:spPr>
          <a:xfrm>
            <a:off x="990600" y="4724400"/>
            <a:ext cx="7467600" cy="132873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rgbClr val="000000"/>
                </a:solidFill>
                <a:latin typeface="Arial"/>
                <a:ea typeface="Arial"/>
                <a:cs typeface="Arial"/>
                <a:sym typeface="Arial"/>
              </a:rPr>
              <a:t>When we expand Fagaras, we find Sibiu again.  We don’t add it to the open list.</a:t>
            </a:r>
            <a:endParaRPr/>
          </a:p>
          <a:p>
            <a:pPr indent="0" lvl="0" marL="0" marR="0" rtl="0" algn="l">
              <a:spcBef>
                <a:spcPts val="900"/>
              </a:spcBef>
              <a:spcAft>
                <a:spcPts val="0"/>
              </a:spcAft>
              <a:buNone/>
            </a:pPr>
            <a:r>
              <a:rPr lang="en-US" sz="1800">
                <a:solidFill>
                  <a:srgbClr val="000000"/>
                </a:solidFill>
                <a:latin typeface="Arial"/>
                <a:ea typeface="Arial"/>
                <a:cs typeface="Arial"/>
                <a:sym typeface="Arial"/>
              </a:rPr>
              <a:t>We also find Bucharest, but we’re not done.  The algorithm doesn’t end until we “expand” the goal node – it has to be at the top of the open list.</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9" name="Shape 349"/>
        <p:cNvGrpSpPr/>
        <p:nvPr/>
      </p:nvGrpSpPr>
      <p:grpSpPr>
        <a:xfrm>
          <a:off x="0" y="0"/>
          <a:ext cx="0" cy="0"/>
          <a:chOff x="0" y="0"/>
          <a:chExt cx="0" cy="0"/>
        </a:xfrm>
      </p:grpSpPr>
      <p:sp>
        <p:nvSpPr>
          <p:cNvPr id="350" name="Google Shape;350;p2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sz="4000">
                <a:latin typeface="Arial"/>
                <a:ea typeface="Arial"/>
                <a:cs typeface="Arial"/>
                <a:sym typeface="Arial"/>
              </a:rPr>
              <a:t>A</a:t>
            </a:r>
            <a:r>
              <a:rPr baseline="30000" lang="en-US" sz="4000">
                <a:latin typeface="Arial"/>
                <a:ea typeface="Arial"/>
                <a:cs typeface="Arial"/>
                <a:sym typeface="Arial"/>
              </a:rPr>
              <a:t>*</a:t>
            </a:r>
            <a:r>
              <a:rPr lang="en-US" sz="4000">
                <a:latin typeface="Arial"/>
                <a:ea typeface="Arial"/>
                <a:cs typeface="Arial"/>
                <a:sym typeface="Arial"/>
              </a:rPr>
              <a:t> search example</a:t>
            </a:r>
            <a:endParaRPr/>
          </a:p>
        </p:txBody>
      </p:sp>
      <p:pic>
        <p:nvPicPr>
          <p:cNvPr descr="astar-progress05c" id="351" name="Google Shape;351;p21"/>
          <p:cNvPicPr preferRelativeResize="0"/>
          <p:nvPr/>
        </p:nvPicPr>
        <p:blipFill rotWithShape="1">
          <a:blip r:embed="rId3">
            <a:alphaModFix/>
          </a:blip>
          <a:srcRect b="0" l="0" r="0" t="0"/>
          <a:stretch/>
        </p:blipFill>
        <p:spPr>
          <a:xfrm>
            <a:off x="1371600" y="1524000"/>
            <a:ext cx="7058802" cy="2895600"/>
          </a:xfrm>
          <a:prstGeom prst="rect">
            <a:avLst/>
          </a:prstGeom>
          <a:noFill/>
          <a:ln>
            <a:noFill/>
          </a:ln>
        </p:spPr>
      </p:pic>
      <p:sp>
        <p:nvSpPr>
          <p:cNvPr id="352" name="Google Shape;352;p21"/>
          <p:cNvSpPr txBox="1"/>
          <p:nvPr/>
        </p:nvSpPr>
        <p:spPr>
          <a:xfrm>
            <a:off x="152400" y="304800"/>
            <a:ext cx="1447800" cy="221932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400">
                <a:solidFill>
                  <a:srgbClr val="000000"/>
                </a:solidFill>
                <a:latin typeface="Arial"/>
                <a:ea typeface="Arial"/>
                <a:cs typeface="Arial"/>
                <a:sym typeface="Arial"/>
              </a:rPr>
              <a:t>Open List:</a:t>
            </a:r>
            <a:endParaRPr/>
          </a:p>
          <a:p>
            <a:pPr indent="0" lvl="0" marL="0" marR="0" rtl="0" algn="l">
              <a:spcBef>
                <a:spcPts val="700"/>
              </a:spcBef>
              <a:spcAft>
                <a:spcPts val="0"/>
              </a:spcAft>
              <a:buNone/>
            </a:pPr>
            <a:r>
              <a:rPr lang="en-US" sz="1400">
                <a:solidFill>
                  <a:srgbClr val="000000"/>
                </a:solidFill>
                <a:latin typeface="Arial"/>
                <a:ea typeface="Arial"/>
                <a:cs typeface="Arial"/>
                <a:sym typeface="Arial"/>
              </a:rPr>
              <a:t>Pitesti</a:t>
            </a:r>
            <a:endParaRPr/>
          </a:p>
          <a:p>
            <a:pPr indent="0" lvl="0" marL="0" marR="0" rtl="0" algn="l">
              <a:spcBef>
                <a:spcPts val="700"/>
              </a:spcBef>
              <a:spcAft>
                <a:spcPts val="0"/>
              </a:spcAft>
              <a:buNone/>
            </a:pPr>
            <a:r>
              <a:rPr lang="en-US" sz="1400">
                <a:solidFill>
                  <a:srgbClr val="000000"/>
                </a:solidFill>
                <a:latin typeface="Arial"/>
                <a:ea typeface="Arial"/>
                <a:cs typeface="Arial"/>
                <a:sym typeface="Arial"/>
              </a:rPr>
              <a:t>Timisoara</a:t>
            </a:r>
            <a:endParaRPr/>
          </a:p>
          <a:p>
            <a:pPr indent="0" lvl="0" marL="0" marR="0" rtl="0" algn="l">
              <a:spcBef>
                <a:spcPts val="700"/>
              </a:spcBef>
              <a:spcAft>
                <a:spcPts val="0"/>
              </a:spcAft>
              <a:buNone/>
            </a:pPr>
            <a:r>
              <a:rPr lang="en-US" sz="1400">
                <a:solidFill>
                  <a:srgbClr val="000000"/>
                </a:solidFill>
                <a:latin typeface="Arial"/>
                <a:ea typeface="Arial"/>
                <a:cs typeface="Arial"/>
                <a:sym typeface="Arial"/>
              </a:rPr>
              <a:t>Zerind</a:t>
            </a:r>
            <a:endParaRPr/>
          </a:p>
          <a:p>
            <a:pPr indent="0" lvl="0" marL="0" marR="0" rtl="0" algn="l">
              <a:spcBef>
                <a:spcPts val="700"/>
              </a:spcBef>
              <a:spcAft>
                <a:spcPts val="0"/>
              </a:spcAft>
              <a:buNone/>
            </a:pPr>
            <a:r>
              <a:rPr lang="en-US" sz="1400">
                <a:solidFill>
                  <a:srgbClr val="000000"/>
                </a:solidFill>
                <a:latin typeface="Arial"/>
                <a:ea typeface="Arial"/>
                <a:cs typeface="Arial"/>
                <a:sym typeface="Arial"/>
              </a:rPr>
              <a:t>Bucharest</a:t>
            </a:r>
            <a:endParaRPr/>
          </a:p>
          <a:p>
            <a:pPr indent="0" lvl="0" marL="0" marR="0" rtl="0" algn="l">
              <a:spcBef>
                <a:spcPts val="700"/>
              </a:spcBef>
              <a:spcAft>
                <a:spcPts val="0"/>
              </a:spcAft>
              <a:buNone/>
            </a:pPr>
            <a:r>
              <a:rPr lang="en-US" sz="1400">
                <a:solidFill>
                  <a:srgbClr val="000000"/>
                </a:solidFill>
                <a:latin typeface="Arial"/>
                <a:ea typeface="Arial"/>
                <a:cs typeface="Arial"/>
                <a:sym typeface="Arial"/>
              </a:rPr>
              <a:t>Craiova</a:t>
            </a:r>
            <a:endParaRPr/>
          </a:p>
          <a:p>
            <a:pPr indent="0" lvl="0" marL="0" marR="0" rtl="0" algn="l">
              <a:spcBef>
                <a:spcPts val="700"/>
              </a:spcBef>
              <a:spcAft>
                <a:spcPts val="0"/>
              </a:spcAft>
              <a:buNone/>
            </a:pPr>
            <a:r>
              <a:rPr lang="en-US" sz="1400">
                <a:solidFill>
                  <a:srgbClr val="000000"/>
                </a:solidFill>
                <a:latin typeface="Arial"/>
                <a:ea typeface="Arial"/>
                <a:cs typeface="Arial"/>
                <a:sym typeface="Arial"/>
              </a:rPr>
              <a:t>Oradea</a:t>
            </a:r>
            <a:endParaRPr/>
          </a:p>
        </p:txBody>
      </p:sp>
      <p:sp>
        <p:nvSpPr>
          <p:cNvPr id="353" name="Google Shape;353;p21"/>
          <p:cNvSpPr txBox="1"/>
          <p:nvPr/>
        </p:nvSpPr>
        <p:spPr>
          <a:xfrm>
            <a:off x="990600" y="5257800"/>
            <a:ext cx="7467600" cy="36671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rgbClr val="000000"/>
                </a:solidFill>
                <a:latin typeface="Arial"/>
                <a:ea typeface="Arial"/>
                <a:cs typeface="Arial"/>
                <a:sym typeface="Arial"/>
              </a:rPr>
              <a:t>It looks like Pitesti is the next node we should expand.</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8" name="Shape 358"/>
        <p:cNvGrpSpPr/>
        <p:nvPr/>
      </p:nvGrpSpPr>
      <p:grpSpPr>
        <a:xfrm>
          <a:off x="0" y="0"/>
          <a:ext cx="0" cy="0"/>
          <a:chOff x="0" y="0"/>
          <a:chExt cx="0" cy="0"/>
        </a:xfrm>
      </p:grpSpPr>
      <p:sp>
        <p:nvSpPr>
          <p:cNvPr id="359" name="Google Shape;359;p2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sz="4000">
                <a:latin typeface="Arial"/>
                <a:ea typeface="Arial"/>
                <a:cs typeface="Arial"/>
                <a:sym typeface="Arial"/>
              </a:rPr>
              <a:t>A</a:t>
            </a:r>
            <a:r>
              <a:rPr baseline="30000" lang="en-US" sz="4000">
                <a:latin typeface="Arial"/>
                <a:ea typeface="Arial"/>
                <a:cs typeface="Arial"/>
                <a:sym typeface="Arial"/>
              </a:rPr>
              <a:t>*</a:t>
            </a:r>
            <a:r>
              <a:rPr lang="en-US" sz="4000">
                <a:latin typeface="Arial"/>
                <a:ea typeface="Arial"/>
                <a:cs typeface="Arial"/>
                <a:sym typeface="Arial"/>
              </a:rPr>
              <a:t> search example</a:t>
            </a:r>
            <a:endParaRPr/>
          </a:p>
        </p:txBody>
      </p:sp>
      <p:pic>
        <p:nvPicPr>
          <p:cNvPr descr="astar-progress06c" id="360" name="Google Shape;360;p22"/>
          <p:cNvPicPr preferRelativeResize="0"/>
          <p:nvPr/>
        </p:nvPicPr>
        <p:blipFill rotWithShape="1">
          <a:blip r:embed="rId3">
            <a:alphaModFix/>
          </a:blip>
          <a:srcRect b="0" l="0" r="0" t="0"/>
          <a:stretch/>
        </p:blipFill>
        <p:spPr>
          <a:xfrm>
            <a:off x="1508956" y="1524000"/>
            <a:ext cx="6873044" cy="2819400"/>
          </a:xfrm>
          <a:prstGeom prst="rect">
            <a:avLst/>
          </a:prstGeom>
          <a:noFill/>
          <a:ln>
            <a:noFill/>
          </a:ln>
        </p:spPr>
      </p:pic>
      <p:sp>
        <p:nvSpPr>
          <p:cNvPr id="361" name="Google Shape;361;p22"/>
          <p:cNvSpPr txBox="1"/>
          <p:nvPr/>
        </p:nvSpPr>
        <p:spPr>
          <a:xfrm>
            <a:off x="152400" y="304800"/>
            <a:ext cx="1447800" cy="221932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400">
                <a:solidFill>
                  <a:srgbClr val="000000"/>
                </a:solidFill>
                <a:latin typeface="Arial"/>
                <a:ea typeface="Arial"/>
                <a:cs typeface="Arial"/>
                <a:sym typeface="Arial"/>
              </a:rPr>
              <a:t>Open List:</a:t>
            </a:r>
            <a:endParaRPr/>
          </a:p>
          <a:p>
            <a:pPr indent="0" lvl="0" marL="0" marR="0" rtl="0" algn="l">
              <a:spcBef>
                <a:spcPts val="700"/>
              </a:spcBef>
              <a:spcAft>
                <a:spcPts val="0"/>
              </a:spcAft>
              <a:buNone/>
            </a:pPr>
            <a:r>
              <a:rPr lang="en-US" sz="1400">
                <a:solidFill>
                  <a:srgbClr val="000000"/>
                </a:solidFill>
                <a:latin typeface="Arial"/>
                <a:ea typeface="Arial"/>
                <a:cs typeface="Arial"/>
                <a:sym typeface="Arial"/>
              </a:rPr>
              <a:t>Bucharest</a:t>
            </a:r>
            <a:endParaRPr/>
          </a:p>
          <a:p>
            <a:pPr indent="0" lvl="0" marL="0" marR="0" rtl="0" algn="l">
              <a:spcBef>
                <a:spcPts val="700"/>
              </a:spcBef>
              <a:spcAft>
                <a:spcPts val="0"/>
              </a:spcAft>
              <a:buNone/>
            </a:pPr>
            <a:r>
              <a:rPr lang="en-US" sz="1400">
                <a:solidFill>
                  <a:srgbClr val="000000"/>
                </a:solidFill>
                <a:latin typeface="Arial"/>
                <a:ea typeface="Arial"/>
                <a:cs typeface="Arial"/>
                <a:sym typeface="Arial"/>
              </a:rPr>
              <a:t>Timisoara</a:t>
            </a:r>
            <a:endParaRPr/>
          </a:p>
          <a:p>
            <a:pPr indent="0" lvl="0" marL="0" marR="0" rtl="0" algn="l">
              <a:spcBef>
                <a:spcPts val="700"/>
              </a:spcBef>
              <a:spcAft>
                <a:spcPts val="0"/>
              </a:spcAft>
              <a:buNone/>
            </a:pPr>
            <a:r>
              <a:rPr lang="en-US" sz="1400">
                <a:solidFill>
                  <a:srgbClr val="000000"/>
                </a:solidFill>
                <a:latin typeface="Arial"/>
                <a:ea typeface="Arial"/>
                <a:cs typeface="Arial"/>
                <a:sym typeface="Arial"/>
              </a:rPr>
              <a:t>Zerind</a:t>
            </a:r>
            <a:endParaRPr/>
          </a:p>
          <a:p>
            <a:pPr indent="0" lvl="0" marL="0" marR="0" rtl="0" algn="l">
              <a:spcBef>
                <a:spcPts val="700"/>
              </a:spcBef>
              <a:spcAft>
                <a:spcPts val="0"/>
              </a:spcAft>
              <a:buNone/>
            </a:pPr>
            <a:r>
              <a:rPr lang="en-US" sz="1400">
                <a:solidFill>
                  <a:srgbClr val="000000"/>
                </a:solidFill>
                <a:latin typeface="Arial"/>
                <a:ea typeface="Arial"/>
                <a:cs typeface="Arial"/>
                <a:sym typeface="Arial"/>
              </a:rPr>
              <a:t>Craiova</a:t>
            </a:r>
            <a:endParaRPr/>
          </a:p>
          <a:p>
            <a:pPr indent="0" lvl="0" marL="0" marR="0" rtl="0" algn="l">
              <a:spcBef>
                <a:spcPts val="700"/>
              </a:spcBef>
              <a:spcAft>
                <a:spcPts val="0"/>
              </a:spcAft>
              <a:buNone/>
            </a:pPr>
            <a:r>
              <a:rPr lang="en-US" sz="1400">
                <a:solidFill>
                  <a:srgbClr val="000000"/>
                </a:solidFill>
                <a:latin typeface="Arial"/>
                <a:ea typeface="Arial"/>
                <a:cs typeface="Arial"/>
                <a:sym typeface="Arial"/>
              </a:rPr>
              <a:t>Rimricu Vicea</a:t>
            </a:r>
            <a:endParaRPr/>
          </a:p>
          <a:p>
            <a:pPr indent="0" lvl="0" marL="0" marR="0" rtl="0" algn="l">
              <a:spcBef>
                <a:spcPts val="700"/>
              </a:spcBef>
              <a:spcAft>
                <a:spcPts val="0"/>
              </a:spcAft>
              <a:buNone/>
            </a:pPr>
            <a:r>
              <a:rPr lang="en-US" sz="1400">
                <a:solidFill>
                  <a:srgbClr val="000000"/>
                </a:solidFill>
                <a:latin typeface="Arial"/>
                <a:ea typeface="Arial"/>
                <a:cs typeface="Arial"/>
                <a:sym typeface="Arial"/>
              </a:rPr>
              <a:t>Oradea</a:t>
            </a:r>
            <a:endParaRPr/>
          </a:p>
        </p:txBody>
      </p:sp>
      <p:sp>
        <p:nvSpPr>
          <p:cNvPr id="362" name="Google Shape;362;p22"/>
          <p:cNvSpPr txBox="1"/>
          <p:nvPr/>
        </p:nvSpPr>
        <p:spPr>
          <a:xfrm>
            <a:off x="990600" y="4953000"/>
            <a:ext cx="7467600" cy="132873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rgbClr val="000000"/>
                </a:solidFill>
                <a:latin typeface="Arial"/>
                <a:ea typeface="Arial"/>
                <a:cs typeface="Arial"/>
                <a:sym typeface="Arial"/>
              </a:rPr>
              <a:t>We just found a better value for Bucharest; so, it got moved higher in the list.  We also found a worse value for Craiova – we just ignore this.</a:t>
            </a:r>
            <a:endParaRPr/>
          </a:p>
          <a:p>
            <a:pPr indent="0" lvl="0" marL="0" marR="0" rtl="0" algn="l">
              <a:spcBef>
                <a:spcPts val="900"/>
              </a:spcBef>
              <a:spcAft>
                <a:spcPts val="0"/>
              </a:spcAft>
              <a:buNone/>
            </a:pPr>
            <a:r>
              <a:rPr lang="en-US" sz="1800">
                <a:solidFill>
                  <a:srgbClr val="000000"/>
                </a:solidFill>
                <a:latin typeface="Arial"/>
                <a:ea typeface="Arial"/>
                <a:cs typeface="Arial"/>
                <a:sym typeface="Arial"/>
              </a:rPr>
              <a:t>And of course, we ran into Rimnicu Vicea again.  Since it’s already been expanded once, we don’t re-add it to the Open List.  </a:t>
            </a:r>
            <a:endParaRPr/>
          </a:p>
        </p:txBody>
      </p:sp>
      <p:grpSp>
        <p:nvGrpSpPr>
          <p:cNvPr id="363" name="Google Shape;363;p22"/>
          <p:cNvGrpSpPr/>
          <p:nvPr/>
        </p:nvGrpSpPr>
        <p:grpSpPr>
          <a:xfrm>
            <a:off x="152400" y="1981200"/>
            <a:ext cx="1219200" cy="152400"/>
            <a:chOff x="96" y="1248"/>
            <a:chExt cx="384" cy="96"/>
          </a:xfrm>
        </p:grpSpPr>
        <p:cxnSp>
          <p:nvCxnSpPr>
            <p:cNvPr id="364" name="Google Shape;364;p22"/>
            <p:cNvCxnSpPr/>
            <p:nvPr/>
          </p:nvCxnSpPr>
          <p:spPr>
            <a:xfrm flipH="1">
              <a:off x="96" y="1248"/>
              <a:ext cx="384" cy="96"/>
            </a:xfrm>
            <a:prstGeom prst="straightConnector1">
              <a:avLst/>
            </a:prstGeom>
            <a:noFill/>
            <a:ln cap="flat" cmpd="sng" w="19050">
              <a:solidFill>
                <a:srgbClr val="FF0000"/>
              </a:solidFill>
              <a:prstDash val="solid"/>
              <a:round/>
              <a:headEnd len="med" w="med" type="none"/>
              <a:tailEnd len="med" w="med" type="none"/>
            </a:ln>
          </p:spPr>
        </p:cxnSp>
        <p:cxnSp>
          <p:nvCxnSpPr>
            <p:cNvPr id="365" name="Google Shape;365;p22"/>
            <p:cNvCxnSpPr/>
            <p:nvPr/>
          </p:nvCxnSpPr>
          <p:spPr>
            <a:xfrm>
              <a:off x="96" y="1248"/>
              <a:ext cx="384" cy="96"/>
            </a:xfrm>
            <a:prstGeom prst="straightConnector1">
              <a:avLst/>
            </a:prstGeom>
            <a:noFill/>
            <a:ln cap="flat" cmpd="sng" w="19050">
              <a:solidFill>
                <a:srgbClr val="FF0000"/>
              </a:solidFill>
              <a:prstDash val="solid"/>
              <a:round/>
              <a:headEnd len="med" w="med" type="none"/>
              <a:tailEnd len="med" w="med" type="none"/>
            </a:ln>
          </p:spPr>
        </p:cxnSp>
      </p:gr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9" name="Shape 369"/>
        <p:cNvGrpSpPr/>
        <p:nvPr/>
      </p:nvGrpSpPr>
      <p:grpSpPr>
        <a:xfrm>
          <a:off x="0" y="0"/>
          <a:ext cx="0" cy="0"/>
          <a:chOff x="0" y="0"/>
          <a:chExt cx="0" cy="0"/>
        </a:xfrm>
      </p:grpSpPr>
      <p:sp>
        <p:nvSpPr>
          <p:cNvPr id="370" name="Google Shape;370;p2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sz="4000">
                <a:latin typeface="Arial"/>
                <a:ea typeface="Arial"/>
                <a:cs typeface="Arial"/>
                <a:sym typeface="Arial"/>
              </a:rPr>
              <a:t>A</a:t>
            </a:r>
            <a:r>
              <a:rPr baseline="30000" lang="en-US" sz="4000">
                <a:latin typeface="Arial"/>
                <a:ea typeface="Arial"/>
                <a:cs typeface="Arial"/>
                <a:sym typeface="Arial"/>
              </a:rPr>
              <a:t>*</a:t>
            </a:r>
            <a:r>
              <a:rPr lang="en-US" sz="4000">
                <a:latin typeface="Arial"/>
                <a:ea typeface="Arial"/>
                <a:cs typeface="Arial"/>
                <a:sym typeface="Arial"/>
              </a:rPr>
              <a:t> search example</a:t>
            </a:r>
            <a:endParaRPr/>
          </a:p>
        </p:txBody>
      </p:sp>
      <p:pic>
        <p:nvPicPr>
          <p:cNvPr descr="astar-progress06c" id="371" name="Google Shape;371;p23"/>
          <p:cNvPicPr preferRelativeResize="0"/>
          <p:nvPr/>
        </p:nvPicPr>
        <p:blipFill rotWithShape="1">
          <a:blip r:embed="rId3">
            <a:alphaModFix/>
          </a:blip>
          <a:srcRect b="0" l="0" r="0" t="0"/>
          <a:stretch/>
        </p:blipFill>
        <p:spPr>
          <a:xfrm>
            <a:off x="918325" y="1524000"/>
            <a:ext cx="7616075" cy="3124200"/>
          </a:xfrm>
          <a:prstGeom prst="rect">
            <a:avLst/>
          </a:prstGeom>
          <a:noFill/>
          <a:ln>
            <a:noFill/>
          </a:ln>
        </p:spPr>
      </p:pic>
      <p:sp>
        <p:nvSpPr>
          <p:cNvPr id="372" name="Google Shape;372;p23"/>
          <p:cNvSpPr txBox="1"/>
          <p:nvPr/>
        </p:nvSpPr>
        <p:spPr>
          <a:xfrm>
            <a:off x="152400" y="304800"/>
            <a:ext cx="1447800" cy="190023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400">
                <a:solidFill>
                  <a:srgbClr val="000000"/>
                </a:solidFill>
                <a:latin typeface="Arial"/>
                <a:ea typeface="Arial"/>
                <a:cs typeface="Arial"/>
                <a:sym typeface="Arial"/>
              </a:rPr>
              <a:t>Open List:</a:t>
            </a:r>
            <a:endParaRPr/>
          </a:p>
          <a:p>
            <a:pPr indent="0" lvl="0" marL="0" marR="0" rtl="0" algn="l">
              <a:spcBef>
                <a:spcPts val="700"/>
              </a:spcBef>
              <a:spcAft>
                <a:spcPts val="0"/>
              </a:spcAft>
              <a:buNone/>
            </a:pPr>
            <a:r>
              <a:rPr lang="en-US" sz="1400">
                <a:solidFill>
                  <a:srgbClr val="000000"/>
                </a:solidFill>
                <a:latin typeface="Arial"/>
                <a:ea typeface="Arial"/>
                <a:cs typeface="Arial"/>
                <a:sym typeface="Arial"/>
              </a:rPr>
              <a:t>Bucharest</a:t>
            </a:r>
            <a:endParaRPr/>
          </a:p>
          <a:p>
            <a:pPr indent="0" lvl="0" marL="0" marR="0" rtl="0" algn="l">
              <a:spcBef>
                <a:spcPts val="700"/>
              </a:spcBef>
              <a:spcAft>
                <a:spcPts val="0"/>
              </a:spcAft>
              <a:buNone/>
            </a:pPr>
            <a:r>
              <a:rPr lang="en-US" sz="1400">
                <a:solidFill>
                  <a:srgbClr val="000000"/>
                </a:solidFill>
                <a:latin typeface="Arial"/>
                <a:ea typeface="Arial"/>
                <a:cs typeface="Arial"/>
                <a:sym typeface="Arial"/>
              </a:rPr>
              <a:t>Timisoara</a:t>
            </a:r>
            <a:endParaRPr/>
          </a:p>
          <a:p>
            <a:pPr indent="0" lvl="0" marL="0" marR="0" rtl="0" algn="l">
              <a:spcBef>
                <a:spcPts val="700"/>
              </a:spcBef>
              <a:spcAft>
                <a:spcPts val="0"/>
              </a:spcAft>
              <a:buNone/>
            </a:pPr>
            <a:r>
              <a:rPr lang="en-US" sz="1400">
                <a:solidFill>
                  <a:srgbClr val="000000"/>
                </a:solidFill>
                <a:latin typeface="Arial"/>
                <a:ea typeface="Arial"/>
                <a:cs typeface="Arial"/>
                <a:sym typeface="Arial"/>
              </a:rPr>
              <a:t>Zerind</a:t>
            </a:r>
            <a:endParaRPr/>
          </a:p>
          <a:p>
            <a:pPr indent="0" lvl="0" marL="0" marR="0" rtl="0" algn="l">
              <a:spcBef>
                <a:spcPts val="700"/>
              </a:spcBef>
              <a:spcAft>
                <a:spcPts val="0"/>
              </a:spcAft>
              <a:buNone/>
            </a:pPr>
            <a:r>
              <a:rPr lang="en-US" sz="1400">
                <a:solidFill>
                  <a:srgbClr val="000000"/>
                </a:solidFill>
                <a:latin typeface="Arial"/>
                <a:ea typeface="Arial"/>
                <a:cs typeface="Arial"/>
                <a:sym typeface="Arial"/>
              </a:rPr>
              <a:t>Craiova</a:t>
            </a:r>
            <a:endParaRPr/>
          </a:p>
          <a:p>
            <a:pPr indent="0" lvl="0" marL="0" marR="0" rtl="0" algn="l">
              <a:spcBef>
                <a:spcPts val="700"/>
              </a:spcBef>
              <a:spcAft>
                <a:spcPts val="0"/>
              </a:spcAft>
              <a:buNone/>
            </a:pPr>
            <a:r>
              <a:rPr lang="en-US" sz="1400">
                <a:solidFill>
                  <a:srgbClr val="000000"/>
                </a:solidFill>
                <a:latin typeface="Arial"/>
                <a:ea typeface="Arial"/>
                <a:cs typeface="Arial"/>
                <a:sym typeface="Arial"/>
              </a:rPr>
              <a:t>Oradea</a:t>
            </a:r>
            <a:endParaRPr/>
          </a:p>
        </p:txBody>
      </p:sp>
      <p:sp>
        <p:nvSpPr>
          <p:cNvPr id="373" name="Google Shape;373;p23"/>
          <p:cNvSpPr txBox="1"/>
          <p:nvPr/>
        </p:nvSpPr>
        <p:spPr>
          <a:xfrm>
            <a:off x="990600" y="5257800"/>
            <a:ext cx="7467600" cy="36671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rgbClr val="000000"/>
                </a:solidFill>
                <a:latin typeface="Arial"/>
                <a:ea typeface="Arial"/>
                <a:cs typeface="Arial"/>
                <a:sym typeface="Arial"/>
              </a:rPr>
              <a:t>Now it looks like Bucharest is at the top of the open list… </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7" name="Shape 377"/>
        <p:cNvGrpSpPr/>
        <p:nvPr/>
      </p:nvGrpSpPr>
      <p:grpSpPr>
        <a:xfrm>
          <a:off x="0" y="0"/>
          <a:ext cx="0" cy="0"/>
          <a:chOff x="0" y="0"/>
          <a:chExt cx="0" cy="0"/>
        </a:xfrm>
      </p:grpSpPr>
      <p:sp>
        <p:nvSpPr>
          <p:cNvPr id="378" name="Google Shape;378;p2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sz="4000">
                <a:latin typeface="Arial"/>
                <a:ea typeface="Arial"/>
                <a:cs typeface="Arial"/>
                <a:sym typeface="Arial"/>
              </a:rPr>
              <a:t>A</a:t>
            </a:r>
            <a:r>
              <a:rPr baseline="30000" lang="en-US" sz="4000">
                <a:latin typeface="Arial"/>
                <a:ea typeface="Arial"/>
                <a:cs typeface="Arial"/>
                <a:sym typeface="Arial"/>
              </a:rPr>
              <a:t>*</a:t>
            </a:r>
            <a:r>
              <a:rPr lang="en-US" sz="4000">
                <a:latin typeface="Arial"/>
                <a:ea typeface="Arial"/>
                <a:cs typeface="Arial"/>
                <a:sym typeface="Arial"/>
              </a:rPr>
              <a:t> search example</a:t>
            </a:r>
            <a:endParaRPr/>
          </a:p>
        </p:txBody>
      </p:sp>
      <p:pic>
        <p:nvPicPr>
          <p:cNvPr descr="astar-progress06c" id="379" name="Google Shape;379;p24"/>
          <p:cNvPicPr preferRelativeResize="0"/>
          <p:nvPr/>
        </p:nvPicPr>
        <p:blipFill rotWithShape="1">
          <a:blip r:embed="rId3">
            <a:alphaModFix/>
          </a:blip>
          <a:srcRect b="0" l="0" r="0" t="0"/>
          <a:stretch/>
        </p:blipFill>
        <p:spPr>
          <a:xfrm>
            <a:off x="838200" y="1524000"/>
            <a:ext cx="7801833" cy="3200400"/>
          </a:xfrm>
          <a:prstGeom prst="rect">
            <a:avLst/>
          </a:prstGeom>
          <a:noFill/>
          <a:ln>
            <a:noFill/>
          </a:ln>
        </p:spPr>
      </p:pic>
      <p:sp>
        <p:nvSpPr>
          <p:cNvPr id="380" name="Google Shape;380;p24"/>
          <p:cNvSpPr txBox="1"/>
          <p:nvPr/>
        </p:nvSpPr>
        <p:spPr>
          <a:xfrm>
            <a:off x="152400" y="304800"/>
            <a:ext cx="1447800" cy="190023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400">
                <a:solidFill>
                  <a:srgbClr val="000000"/>
                </a:solidFill>
                <a:latin typeface="Arial"/>
                <a:ea typeface="Arial"/>
                <a:cs typeface="Arial"/>
                <a:sym typeface="Arial"/>
              </a:rPr>
              <a:t>Open List:</a:t>
            </a:r>
            <a:endParaRPr/>
          </a:p>
          <a:p>
            <a:pPr indent="0" lvl="0" marL="0" marR="0" rtl="0" algn="l">
              <a:spcBef>
                <a:spcPts val="700"/>
              </a:spcBef>
              <a:spcAft>
                <a:spcPts val="0"/>
              </a:spcAft>
              <a:buNone/>
            </a:pPr>
            <a:r>
              <a:rPr lang="en-US" sz="1400">
                <a:solidFill>
                  <a:srgbClr val="000000"/>
                </a:solidFill>
                <a:latin typeface="Arial"/>
                <a:ea typeface="Arial"/>
                <a:cs typeface="Arial"/>
                <a:sym typeface="Arial"/>
              </a:rPr>
              <a:t>Bucharest</a:t>
            </a:r>
            <a:endParaRPr/>
          </a:p>
          <a:p>
            <a:pPr indent="0" lvl="0" marL="0" marR="0" rtl="0" algn="l">
              <a:spcBef>
                <a:spcPts val="700"/>
              </a:spcBef>
              <a:spcAft>
                <a:spcPts val="0"/>
              </a:spcAft>
              <a:buNone/>
            </a:pPr>
            <a:r>
              <a:rPr lang="en-US" sz="1400">
                <a:solidFill>
                  <a:srgbClr val="000000"/>
                </a:solidFill>
                <a:latin typeface="Arial"/>
                <a:ea typeface="Arial"/>
                <a:cs typeface="Arial"/>
                <a:sym typeface="Arial"/>
              </a:rPr>
              <a:t>Timisoara</a:t>
            </a:r>
            <a:endParaRPr/>
          </a:p>
          <a:p>
            <a:pPr indent="0" lvl="0" marL="0" marR="0" rtl="0" algn="l">
              <a:spcBef>
                <a:spcPts val="700"/>
              </a:spcBef>
              <a:spcAft>
                <a:spcPts val="0"/>
              </a:spcAft>
              <a:buNone/>
            </a:pPr>
            <a:r>
              <a:rPr lang="en-US" sz="1400">
                <a:solidFill>
                  <a:srgbClr val="000000"/>
                </a:solidFill>
                <a:latin typeface="Arial"/>
                <a:ea typeface="Arial"/>
                <a:cs typeface="Arial"/>
                <a:sym typeface="Arial"/>
              </a:rPr>
              <a:t>Zerind</a:t>
            </a:r>
            <a:endParaRPr/>
          </a:p>
          <a:p>
            <a:pPr indent="0" lvl="0" marL="0" marR="0" rtl="0" algn="l">
              <a:spcBef>
                <a:spcPts val="700"/>
              </a:spcBef>
              <a:spcAft>
                <a:spcPts val="0"/>
              </a:spcAft>
              <a:buNone/>
            </a:pPr>
            <a:r>
              <a:rPr lang="en-US" sz="1400">
                <a:solidFill>
                  <a:srgbClr val="000000"/>
                </a:solidFill>
                <a:latin typeface="Arial"/>
                <a:ea typeface="Arial"/>
                <a:cs typeface="Arial"/>
                <a:sym typeface="Arial"/>
              </a:rPr>
              <a:t>Craiova</a:t>
            </a:r>
            <a:endParaRPr/>
          </a:p>
          <a:p>
            <a:pPr indent="0" lvl="0" marL="0" marR="0" rtl="0" algn="l">
              <a:spcBef>
                <a:spcPts val="700"/>
              </a:spcBef>
              <a:spcAft>
                <a:spcPts val="0"/>
              </a:spcAft>
              <a:buNone/>
            </a:pPr>
            <a:r>
              <a:rPr lang="en-US" sz="1400">
                <a:solidFill>
                  <a:srgbClr val="000000"/>
                </a:solidFill>
                <a:latin typeface="Arial"/>
                <a:ea typeface="Arial"/>
                <a:cs typeface="Arial"/>
                <a:sym typeface="Arial"/>
              </a:rPr>
              <a:t>Oradea</a:t>
            </a:r>
            <a:endParaRPr/>
          </a:p>
        </p:txBody>
      </p:sp>
      <p:sp>
        <p:nvSpPr>
          <p:cNvPr id="381" name="Google Shape;381;p24"/>
          <p:cNvSpPr txBox="1"/>
          <p:nvPr/>
        </p:nvSpPr>
        <p:spPr>
          <a:xfrm>
            <a:off x="990600" y="5257800"/>
            <a:ext cx="7467600" cy="77946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rgbClr val="000000"/>
                </a:solidFill>
                <a:latin typeface="Arial"/>
                <a:ea typeface="Arial"/>
                <a:cs typeface="Arial"/>
                <a:sym typeface="Arial"/>
              </a:rPr>
              <a:t>Now we “expand” the node for Bucharest.  </a:t>
            </a:r>
            <a:endParaRPr/>
          </a:p>
          <a:p>
            <a:pPr indent="0" lvl="0" marL="0" marR="0" rtl="0" algn="l">
              <a:spcBef>
                <a:spcPts val="900"/>
              </a:spcBef>
              <a:spcAft>
                <a:spcPts val="0"/>
              </a:spcAft>
              <a:buNone/>
            </a:pPr>
            <a:r>
              <a:rPr lang="en-US" sz="1800">
                <a:solidFill>
                  <a:srgbClr val="000000"/>
                </a:solidFill>
                <a:latin typeface="Arial"/>
                <a:ea typeface="Arial"/>
                <a:cs typeface="Arial"/>
                <a:sym typeface="Arial"/>
              </a:rPr>
              <a:t>We’re done!   (And we know the path that we’ve found is optimal.)</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5" name="Shape 385"/>
        <p:cNvGrpSpPr/>
        <p:nvPr/>
      </p:nvGrpSpPr>
      <p:grpSpPr>
        <a:xfrm>
          <a:off x="0" y="0"/>
          <a:ext cx="0" cy="0"/>
          <a:chOff x="0" y="0"/>
          <a:chExt cx="0" cy="0"/>
        </a:xfrm>
      </p:grpSpPr>
      <p:sp>
        <p:nvSpPr>
          <p:cNvPr id="386" name="Google Shape;386;p2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000"/>
              <a:buFont typeface="Calibri"/>
              <a:buNone/>
            </a:pPr>
            <a:r>
              <a:rPr lang="en-US" sz="4000"/>
              <a:t>A* Search</a:t>
            </a:r>
            <a:endParaRPr/>
          </a:p>
        </p:txBody>
      </p:sp>
      <p:pic>
        <p:nvPicPr>
          <p:cNvPr id="387" name="Google Shape;387;p25"/>
          <p:cNvPicPr preferRelativeResize="0"/>
          <p:nvPr/>
        </p:nvPicPr>
        <p:blipFill rotWithShape="1">
          <a:blip r:embed="rId3">
            <a:alphaModFix/>
          </a:blip>
          <a:srcRect b="0" l="0" r="0" t="0"/>
          <a:stretch/>
        </p:blipFill>
        <p:spPr>
          <a:xfrm>
            <a:off x="3919538" y="1752600"/>
            <a:ext cx="1304925" cy="733425"/>
          </a:xfrm>
          <a:prstGeom prst="rect">
            <a:avLst/>
          </a:prstGeom>
          <a:noFill/>
          <a:ln>
            <a:noFill/>
          </a:ln>
        </p:spPr>
      </p:pic>
      <p:pic>
        <p:nvPicPr>
          <p:cNvPr id="388" name="Google Shape;388;p25"/>
          <p:cNvPicPr preferRelativeResize="0"/>
          <p:nvPr/>
        </p:nvPicPr>
        <p:blipFill rotWithShape="1">
          <a:blip r:embed="rId4">
            <a:alphaModFix/>
          </a:blip>
          <a:srcRect b="0" l="0" r="0" t="0"/>
          <a:stretch/>
        </p:blipFill>
        <p:spPr>
          <a:xfrm>
            <a:off x="876300" y="3476625"/>
            <a:ext cx="7391400" cy="1323975"/>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2" name="Shape 392"/>
        <p:cNvGrpSpPr/>
        <p:nvPr/>
      </p:nvGrpSpPr>
      <p:grpSpPr>
        <a:xfrm>
          <a:off x="0" y="0"/>
          <a:ext cx="0" cy="0"/>
          <a:chOff x="0" y="0"/>
          <a:chExt cx="0" cy="0"/>
        </a:xfrm>
      </p:grpSpPr>
      <p:sp>
        <p:nvSpPr>
          <p:cNvPr id="393" name="Google Shape;393;p2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000"/>
              <a:buFont typeface="Calibri"/>
              <a:buNone/>
            </a:pPr>
            <a:r>
              <a:rPr lang="en-US" sz="4000"/>
              <a:t>A* Search</a:t>
            </a:r>
            <a:endParaRPr/>
          </a:p>
        </p:txBody>
      </p:sp>
      <p:pic>
        <p:nvPicPr>
          <p:cNvPr id="394" name="Google Shape;394;p26"/>
          <p:cNvPicPr preferRelativeResize="0"/>
          <p:nvPr/>
        </p:nvPicPr>
        <p:blipFill rotWithShape="1">
          <a:blip r:embed="rId3">
            <a:alphaModFix/>
          </a:blip>
          <a:srcRect b="0" l="0" r="0" t="0"/>
          <a:stretch/>
        </p:blipFill>
        <p:spPr>
          <a:xfrm>
            <a:off x="180975" y="2376488"/>
            <a:ext cx="8734425" cy="2024062"/>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8" name="Shape 398"/>
        <p:cNvGrpSpPr/>
        <p:nvPr/>
      </p:nvGrpSpPr>
      <p:grpSpPr>
        <a:xfrm>
          <a:off x="0" y="0"/>
          <a:ext cx="0" cy="0"/>
          <a:chOff x="0" y="0"/>
          <a:chExt cx="0" cy="0"/>
        </a:xfrm>
      </p:grpSpPr>
      <p:sp>
        <p:nvSpPr>
          <p:cNvPr id="399" name="Google Shape;399;p2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000"/>
              <a:buFont typeface="Calibri"/>
              <a:buNone/>
            </a:pPr>
            <a:r>
              <a:rPr lang="en-US" sz="4000"/>
              <a:t>A* Search</a:t>
            </a:r>
            <a:endParaRPr/>
          </a:p>
        </p:txBody>
      </p:sp>
      <p:pic>
        <p:nvPicPr>
          <p:cNvPr id="400" name="Google Shape;400;p27"/>
          <p:cNvPicPr preferRelativeResize="0"/>
          <p:nvPr/>
        </p:nvPicPr>
        <p:blipFill rotWithShape="1">
          <a:blip r:embed="rId3">
            <a:alphaModFix/>
          </a:blip>
          <a:srcRect b="0" l="0" r="0" t="0"/>
          <a:stretch/>
        </p:blipFill>
        <p:spPr>
          <a:xfrm>
            <a:off x="228600" y="1947863"/>
            <a:ext cx="8658225" cy="2822575"/>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4" name="Shape 404"/>
        <p:cNvGrpSpPr/>
        <p:nvPr/>
      </p:nvGrpSpPr>
      <p:grpSpPr>
        <a:xfrm>
          <a:off x="0" y="0"/>
          <a:ext cx="0" cy="0"/>
          <a:chOff x="0" y="0"/>
          <a:chExt cx="0" cy="0"/>
        </a:xfrm>
      </p:grpSpPr>
      <p:sp>
        <p:nvSpPr>
          <p:cNvPr id="405" name="Google Shape;405;p2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000"/>
              <a:buFont typeface="Calibri"/>
              <a:buNone/>
            </a:pPr>
            <a:r>
              <a:rPr lang="en-US" sz="4000"/>
              <a:t>A* Search</a:t>
            </a:r>
            <a:endParaRPr/>
          </a:p>
        </p:txBody>
      </p:sp>
      <p:pic>
        <p:nvPicPr>
          <p:cNvPr id="406" name="Google Shape;406;p28"/>
          <p:cNvPicPr preferRelativeResize="0"/>
          <p:nvPr/>
        </p:nvPicPr>
        <p:blipFill rotWithShape="1">
          <a:blip r:embed="rId3">
            <a:alphaModFix/>
          </a:blip>
          <a:srcRect b="0" l="0" r="0" t="0"/>
          <a:stretch/>
        </p:blipFill>
        <p:spPr>
          <a:xfrm>
            <a:off x="228600" y="1981200"/>
            <a:ext cx="8639175" cy="2719388"/>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0" name="Shape 410"/>
        <p:cNvGrpSpPr/>
        <p:nvPr/>
      </p:nvGrpSpPr>
      <p:grpSpPr>
        <a:xfrm>
          <a:off x="0" y="0"/>
          <a:ext cx="0" cy="0"/>
          <a:chOff x="0" y="0"/>
          <a:chExt cx="0" cy="0"/>
        </a:xfrm>
      </p:grpSpPr>
      <p:sp>
        <p:nvSpPr>
          <p:cNvPr id="411" name="Google Shape;411;p2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000"/>
              <a:buFont typeface="Calibri"/>
              <a:buNone/>
            </a:pPr>
            <a:r>
              <a:rPr lang="en-US" sz="4000"/>
              <a:t>A* Search</a:t>
            </a:r>
            <a:endParaRPr/>
          </a:p>
        </p:txBody>
      </p:sp>
      <p:pic>
        <p:nvPicPr>
          <p:cNvPr id="412" name="Google Shape;412;p29"/>
          <p:cNvPicPr preferRelativeResize="0"/>
          <p:nvPr/>
        </p:nvPicPr>
        <p:blipFill rotWithShape="1">
          <a:blip r:embed="rId3">
            <a:alphaModFix/>
          </a:blip>
          <a:srcRect b="0" l="0" r="0" t="0"/>
          <a:stretch/>
        </p:blipFill>
        <p:spPr>
          <a:xfrm>
            <a:off x="100013" y="1514475"/>
            <a:ext cx="8739187" cy="3678238"/>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7" name="Shape 417"/>
        <p:cNvGrpSpPr/>
        <p:nvPr/>
      </p:nvGrpSpPr>
      <p:grpSpPr>
        <a:xfrm>
          <a:off x="0" y="0"/>
          <a:ext cx="0" cy="0"/>
          <a:chOff x="0" y="0"/>
          <a:chExt cx="0" cy="0"/>
        </a:xfrm>
      </p:grpSpPr>
      <p:sp>
        <p:nvSpPr>
          <p:cNvPr id="418" name="Google Shape;418;g383885c7c90_0_0"/>
          <p:cNvSpPr txBox="1"/>
          <p:nvPr>
            <p:ph type="title"/>
          </p:nvPr>
        </p:nvSpPr>
        <p:spPr>
          <a:xfrm>
            <a:off x="457200" y="274638"/>
            <a:ext cx="8229600" cy="1143000"/>
          </a:xfrm>
          <a:prstGeom prst="rect">
            <a:avLst/>
          </a:prstGeom>
        </p:spPr>
        <p:txBody>
          <a:bodyPr anchorCtr="0" anchor="ctr" bIns="45700" lIns="91425" spcFirstLastPara="1" rIns="91425" wrap="square" tIns="45700">
            <a:normAutofit/>
          </a:bodyPr>
          <a:lstStyle/>
          <a:p>
            <a:pPr indent="0" lvl="0" marL="0" rtl="0" algn="ctr">
              <a:spcBef>
                <a:spcPts val="0"/>
              </a:spcBef>
              <a:spcAft>
                <a:spcPts val="0"/>
              </a:spcAft>
              <a:buNone/>
            </a:pPr>
            <a:r>
              <a:rPr lang="en-US"/>
              <a:t>Exercise</a:t>
            </a:r>
            <a:endParaRPr/>
          </a:p>
        </p:txBody>
      </p:sp>
      <p:pic>
        <p:nvPicPr>
          <p:cNvPr id="419" name="Google Shape;419;g383885c7c90_0_0"/>
          <p:cNvPicPr preferRelativeResize="0"/>
          <p:nvPr/>
        </p:nvPicPr>
        <p:blipFill>
          <a:blip r:embed="rId3">
            <a:alphaModFix/>
          </a:blip>
          <a:stretch>
            <a:fillRect/>
          </a:stretch>
        </p:blipFill>
        <p:spPr>
          <a:xfrm>
            <a:off x="152400" y="2261769"/>
            <a:ext cx="8839199" cy="3523854"/>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4" name="Shape 424"/>
        <p:cNvGrpSpPr/>
        <p:nvPr/>
      </p:nvGrpSpPr>
      <p:grpSpPr>
        <a:xfrm>
          <a:off x="0" y="0"/>
          <a:ext cx="0" cy="0"/>
          <a:chOff x="0" y="0"/>
          <a:chExt cx="0" cy="0"/>
        </a:xfrm>
      </p:grpSpPr>
      <p:sp>
        <p:nvSpPr>
          <p:cNvPr id="425" name="Google Shape;425;g384bcc0d416_0_1"/>
          <p:cNvSpPr txBox="1"/>
          <p:nvPr>
            <p:ph type="title"/>
          </p:nvPr>
        </p:nvSpPr>
        <p:spPr>
          <a:xfrm>
            <a:off x="457200" y="274638"/>
            <a:ext cx="8229600" cy="1143000"/>
          </a:xfrm>
          <a:prstGeom prst="rect">
            <a:avLst/>
          </a:prstGeom>
        </p:spPr>
        <p:txBody>
          <a:bodyPr anchorCtr="0" anchor="ctr" bIns="45700" lIns="91425" spcFirstLastPara="1" rIns="91425" wrap="square" tIns="45700">
            <a:normAutofit/>
          </a:bodyPr>
          <a:lstStyle/>
          <a:p>
            <a:pPr indent="0" lvl="0" marL="0" rtl="0" algn="ctr">
              <a:spcBef>
                <a:spcPts val="0"/>
              </a:spcBef>
              <a:spcAft>
                <a:spcPts val="0"/>
              </a:spcAft>
              <a:buNone/>
            </a:pPr>
            <a:r>
              <a:t/>
            </a:r>
            <a:endParaRPr/>
          </a:p>
        </p:txBody>
      </p:sp>
      <p:pic>
        <p:nvPicPr>
          <p:cNvPr id="426" name="Google Shape;426;g384bcc0d416_0_1"/>
          <p:cNvPicPr preferRelativeResize="0"/>
          <p:nvPr/>
        </p:nvPicPr>
        <p:blipFill>
          <a:blip r:embed="rId3">
            <a:alphaModFix/>
          </a:blip>
          <a:stretch>
            <a:fillRect/>
          </a:stretch>
        </p:blipFill>
        <p:spPr>
          <a:xfrm>
            <a:off x="1251700" y="1530525"/>
            <a:ext cx="6640601" cy="4980450"/>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0" name="Shape 430"/>
        <p:cNvGrpSpPr/>
        <p:nvPr/>
      </p:nvGrpSpPr>
      <p:grpSpPr>
        <a:xfrm>
          <a:off x="0" y="0"/>
          <a:ext cx="0" cy="0"/>
          <a:chOff x="0" y="0"/>
          <a:chExt cx="0" cy="0"/>
        </a:xfrm>
      </p:grpSpPr>
      <p:sp>
        <p:nvSpPr>
          <p:cNvPr id="431" name="Google Shape;431;p30"/>
          <p:cNvSpPr txBox="1"/>
          <p:nvPr>
            <p:ph type="title"/>
          </p:nvPr>
        </p:nvSpPr>
        <p:spPr>
          <a:xfrm>
            <a:off x="457200" y="0"/>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000"/>
              <a:buFont typeface="Calibri"/>
              <a:buNone/>
            </a:pPr>
            <a:r>
              <a:rPr lang="en-US" sz="4000"/>
              <a:t>Summary of Today’s Lecture</a:t>
            </a:r>
            <a:endParaRPr/>
          </a:p>
        </p:txBody>
      </p:sp>
      <p:sp>
        <p:nvSpPr>
          <p:cNvPr id="432" name="Google Shape;432;p30"/>
          <p:cNvSpPr txBox="1"/>
          <p:nvPr>
            <p:ph idx="1" type="body"/>
          </p:nvPr>
        </p:nvSpPr>
        <p:spPr>
          <a:xfrm>
            <a:off x="457200" y="1600200"/>
            <a:ext cx="8229600" cy="2895600"/>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2200"/>
              <a:buChar char="•"/>
            </a:pPr>
            <a:r>
              <a:rPr lang="en-US" sz="2200"/>
              <a:t>Informed (Heuristic) search</a:t>
            </a:r>
            <a:endParaRPr/>
          </a:p>
          <a:p>
            <a:pPr indent="-342900" lvl="0" marL="342900" rtl="0" algn="l">
              <a:spcBef>
                <a:spcPts val="440"/>
              </a:spcBef>
              <a:spcAft>
                <a:spcPts val="0"/>
              </a:spcAft>
              <a:buClr>
                <a:schemeClr val="dk1"/>
              </a:buClr>
              <a:buSzPts val="2200"/>
              <a:buChar char="•"/>
            </a:pPr>
            <a:r>
              <a:rPr lang="en-US" sz="2200"/>
              <a:t>Heuristic evaluation function </a:t>
            </a:r>
            <a:endParaRPr/>
          </a:p>
          <a:p>
            <a:pPr indent="-342900" lvl="0" marL="342900" rtl="0" algn="l">
              <a:spcBef>
                <a:spcPts val="440"/>
              </a:spcBef>
              <a:spcAft>
                <a:spcPts val="0"/>
              </a:spcAft>
              <a:buClr>
                <a:schemeClr val="dk1"/>
              </a:buClr>
              <a:buSzPts val="2200"/>
              <a:buChar char="•"/>
            </a:pPr>
            <a:r>
              <a:rPr lang="en-US" sz="2200"/>
              <a:t>Greedy Best-First Search</a:t>
            </a:r>
            <a:endParaRPr/>
          </a:p>
          <a:p>
            <a:pPr indent="-342900" lvl="0" marL="342900" rtl="0" algn="l">
              <a:spcBef>
                <a:spcPts val="440"/>
              </a:spcBef>
              <a:spcAft>
                <a:spcPts val="0"/>
              </a:spcAft>
              <a:buClr>
                <a:schemeClr val="dk1"/>
              </a:buClr>
              <a:buSzPts val="2200"/>
              <a:buChar char="•"/>
            </a:pPr>
            <a:r>
              <a:rPr lang="en-US" sz="2200"/>
              <a:t>A* Search</a:t>
            </a:r>
            <a:endParaRPr/>
          </a:p>
          <a:p>
            <a:pPr indent="-139700" lvl="0" marL="342900" rtl="0" algn="l">
              <a:spcBef>
                <a:spcPts val="640"/>
              </a:spcBef>
              <a:spcAft>
                <a:spcPts val="0"/>
              </a:spcAft>
              <a:buClr>
                <a:schemeClr val="dk1"/>
              </a:buClr>
              <a:buSzPts val="3200"/>
              <a:buNone/>
            </a:pPr>
            <a:r>
              <a:t/>
            </a:r>
            <a:endParaRPr/>
          </a:p>
          <a:p>
            <a:pPr indent="-139700" lvl="0" marL="342900" rtl="0" algn="l">
              <a:spcBef>
                <a:spcPts val="640"/>
              </a:spcBef>
              <a:spcAft>
                <a:spcPts val="0"/>
              </a:spcAft>
              <a:buClr>
                <a:schemeClr val="dk1"/>
              </a:buClr>
              <a:buSzPts val="3200"/>
              <a:buNone/>
            </a:pPr>
            <a:r>
              <a:t/>
            </a:r>
            <a:endParaRPr/>
          </a:p>
          <a:p>
            <a:pPr indent="-139700" lvl="0" marL="342900" rtl="0" algn="l">
              <a:spcBef>
                <a:spcPts val="640"/>
              </a:spcBef>
              <a:spcAft>
                <a:spcPts val="0"/>
              </a:spcAft>
              <a:buClr>
                <a:schemeClr val="dk1"/>
              </a:buClr>
              <a:buSzPts val="3200"/>
              <a:buNone/>
            </a:pPr>
            <a:r>
              <a:t/>
            </a:r>
            <a:endParaRPr/>
          </a:p>
          <a:p>
            <a:pPr indent="-139700" lvl="0" marL="342900" rtl="0" algn="l">
              <a:spcBef>
                <a:spcPts val="640"/>
              </a:spcBef>
              <a:spcAft>
                <a:spcPts val="0"/>
              </a:spcAft>
              <a:buClr>
                <a:schemeClr val="dk1"/>
              </a:buClr>
              <a:buSzPts val="3200"/>
              <a:buNone/>
            </a:pPr>
            <a:r>
              <a:t/>
            </a:r>
            <a:endParaRPr/>
          </a:p>
        </p:txBody>
      </p:sp>
    </p:spTree>
  </p:cSld>
  <p:clrMapOvr>
    <a:masterClrMapping/>
  </p:clrMapOvr>
</p:sld>
</file>

<file path=ppt/theme/theme1.xml><?xml version="1.0" encoding="utf-8"?>
<a:theme xmlns:a="http://schemas.openxmlformats.org/drawingml/2006/main" xmlns:r="http://schemas.openxmlformats.org/officeDocument/2006/relationships" name="1_Default Design">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263F296526D7BB4EB949B2D9BCC1BDA8" ma:contentTypeVersion="3" ma:contentTypeDescription="Create a new document." ma:contentTypeScope="" ma:versionID="54ebf3a4d97c1b18f8c02f93bf7dfe45">
  <xsd:schema xmlns:xsd="http://www.w3.org/2001/XMLSchema" xmlns:xs="http://www.w3.org/2001/XMLSchema" xmlns:p="http://schemas.microsoft.com/office/2006/metadata/properties" xmlns:ns2="71778b39-a39e-4048-b00f-99dfecabd0ec" targetNamespace="http://schemas.microsoft.com/office/2006/metadata/properties" ma:root="true" ma:fieldsID="a0869485a2b5bdb0dfad92a9ed9b6ec3" ns2:_="">
    <xsd:import namespace="71778b39-a39e-4048-b00f-99dfecabd0ec"/>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778b39-a39e-4048-b00f-99dfecabd0ec"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41849163-300E-444D-8597-3A6CA02793D4}"/>
</file>

<file path=customXml/itemProps2.xml><?xml version="1.0" encoding="utf-8"?>
<ds:datastoreItem xmlns:ds="http://schemas.openxmlformats.org/officeDocument/2006/customXml" ds:itemID="{48461D4B-0041-42A8-AEB0-08B880D528C1}"/>
</file>

<file path=customXml/itemProps3.xml><?xml version="1.0" encoding="utf-8"?>
<ds:datastoreItem xmlns:ds="http://schemas.openxmlformats.org/officeDocument/2006/customXml" ds:itemID="{AE743E80-7280-47CD-9F9E-E014F382C51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GHAZALA</dc:creator>
  <dcterms:created xsi:type="dcterms:W3CDTF">2012-02-27T05:45:45Z</dcterms:creat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0x010100263F296526D7BB4EB949B2D9BCC1BDA8</vt:lpwstr>
  </property>
</Properties>
</file>