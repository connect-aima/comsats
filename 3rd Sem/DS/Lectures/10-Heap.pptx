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4" r:id="rId2"/>
    <p:sldMasterId id="2147483672" r:id="rId3"/>
  </p:sldMasterIdLst>
  <p:notesMasterIdLst>
    <p:notesMasterId r:id="rId30"/>
  </p:notesMasterIdLst>
  <p:sldIdLst>
    <p:sldId id="256" r:id="rId4"/>
    <p:sldId id="324" r:id="rId5"/>
    <p:sldId id="326" r:id="rId6"/>
    <p:sldId id="305" r:id="rId7"/>
    <p:sldId id="306" r:id="rId8"/>
    <p:sldId id="307" r:id="rId9"/>
    <p:sldId id="262" r:id="rId10"/>
    <p:sldId id="327" r:id="rId11"/>
    <p:sldId id="325" r:id="rId12"/>
    <p:sldId id="263" r:id="rId13"/>
    <p:sldId id="308" r:id="rId14"/>
    <p:sldId id="309" r:id="rId15"/>
    <p:sldId id="310" r:id="rId16"/>
    <p:sldId id="311" r:id="rId17"/>
    <p:sldId id="312" r:id="rId18"/>
    <p:sldId id="313" r:id="rId19"/>
    <p:sldId id="314" r:id="rId20"/>
    <p:sldId id="315" r:id="rId21"/>
    <p:sldId id="320" r:id="rId22"/>
    <p:sldId id="322" r:id="rId23"/>
    <p:sldId id="316" r:id="rId24"/>
    <p:sldId id="317" r:id="rId25"/>
    <p:sldId id="318" r:id="rId26"/>
    <p:sldId id="321" r:id="rId27"/>
    <p:sldId id="330" r:id="rId28"/>
    <p:sldId id="328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1AD481-279F-4EBA-8770-91CC3C09E339}" v="5" dt="2025-11-14T04:53:05.4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57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customXml" Target="../customXml/item3.xml"/><Relationship Id="rId21" Type="http://schemas.openxmlformats.org/officeDocument/2006/relationships/slide" Target="slides/slide18.xml"/><Relationship Id="rId34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heme" Target="theme/theme1.xml"/><Relationship Id="rId38" Type="http://schemas.openxmlformats.org/officeDocument/2006/relationships/customXml" Target="../customXml/item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viewProps" Target="viewProps.xml"/><Relationship Id="rId37" Type="http://schemas.openxmlformats.org/officeDocument/2006/relationships/customXml" Target="../customXml/item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microsoft.com/office/2015/10/relationships/revisionInfo" Target="revisionInfo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tique Ahmad Zafar" userId="3c3190ae-5c8d-4775-903c-57da784da929" providerId="ADAL" clId="{939B054C-F8A9-4478-8F2C-9BA32CC365B5}"/>
    <pc:docChg chg="undo custSel addSld delSld modSld">
      <pc:chgData name="Atique Ahmad Zafar" userId="3c3190ae-5c8d-4775-903c-57da784da929" providerId="ADAL" clId="{939B054C-F8A9-4478-8F2C-9BA32CC365B5}" dt="2025-11-14T04:53:25.235" v="248" actId="47"/>
      <pc:docMkLst>
        <pc:docMk/>
      </pc:docMkLst>
      <pc:sldChg chg="modSp mod">
        <pc:chgData name="Atique Ahmad Zafar" userId="3c3190ae-5c8d-4775-903c-57da784da929" providerId="ADAL" clId="{939B054C-F8A9-4478-8F2C-9BA32CC365B5}" dt="2025-11-14T04:07:09.562" v="0" actId="20577"/>
        <pc:sldMkLst>
          <pc:docMk/>
          <pc:sldMk cId="0" sldId="308"/>
        </pc:sldMkLst>
        <pc:spChg chg="mod">
          <ac:chgData name="Atique Ahmad Zafar" userId="3c3190ae-5c8d-4775-903c-57da784da929" providerId="ADAL" clId="{939B054C-F8A9-4478-8F2C-9BA32CC365B5}" dt="2025-11-14T04:07:09.562" v="0" actId="20577"/>
          <ac:spMkLst>
            <pc:docMk/>
            <pc:sldMk cId="0" sldId="308"/>
            <ac:spMk id="4" creationId="{00000000-0000-0000-0000-000000000000}"/>
          </ac:spMkLst>
        </pc:spChg>
      </pc:sldChg>
      <pc:sldChg chg="modSp mod">
        <pc:chgData name="Atique Ahmad Zafar" userId="3c3190ae-5c8d-4775-903c-57da784da929" providerId="ADAL" clId="{939B054C-F8A9-4478-8F2C-9BA32CC365B5}" dt="2025-11-14T04:36:57.393" v="172" actId="20577"/>
        <pc:sldMkLst>
          <pc:docMk/>
          <pc:sldMk cId="2504991818" sldId="321"/>
        </pc:sldMkLst>
        <pc:spChg chg="mod">
          <ac:chgData name="Atique Ahmad Zafar" userId="3c3190ae-5c8d-4775-903c-57da784da929" providerId="ADAL" clId="{939B054C-F8A9-4478-8F2C-9BA32CC365B5}" dt="2025-11-14T04:36:57.393" v="172" actId="20577"/>
          <ac:spMkLst>
            <pc:docMk/>
            <pc:sldMk cId="2504991818" sldId="321"/>
            <ac:spMk id="6" creationId="{168EFD27-BA31-0CFA-66BA-BC8B9E93D55D}"/>
          </ac:spMkLst>
        </pc:spChg>
      </pc:sldChg>
      <pc:sldChg chg="modSp add del mod">
        <pc:chgData name="Atique Ahmad Zafar" userId="3c3190ae-5c8d-4775-903c-57da784da929" providerId="ADAL" clId="{939B054C-F8A9-4478-8F2C-9BA32CC365B5}" dt="2025-11-14T04:53:25.235" v="248" actId="47"/>
        <pc:sldMkLst>
          <pc:docMk/>
          <pc:sldMk cId="2358718996" sldId="329"/>
        </pc:sldMkLst>
        <pc:spChg chg="mod">
          <ac:chgData name="Atique Ahmad Zafar" userId="3c3190ae-5c8d-4775-903c-57da784da929" providerId="ADAL" clId="{939B054C-F8A9-4478-8F2C-9BA32CC365B5}" dt="2025-11-14T04:42:39.336" v="182" actId="21"/>
          <ac:spMkLst>
            <pc:docMk/>
            <pc:sldMk cId="2358718996" sldId="329"/>
            <ac:spMk id="6" creationId="{275CCAA1-382F-B0CE-74F8-C641BEA12225}"/>
          </ac:spMkLst>
        </pc:spChg>
      </pc:sldChg>
      <pc:sldChg chg="modSp new mod">
        <pc:chgData name="Atique Ahmad Zafar" userId="3c3190ae-5c8d-4775-903c-57da784da929" providerId="ADAL" clId="{939B054C-F8A9-4478-8F2C-9BA32CC365B5}" dt="2025-11-14T04:53:21.471" v="247" actId="27636"/>
        <pc:sldMkLst>
          <pc:docMk/>
          <pc:sldMk cId="323294538" sldId="330"/>
        </pc:sldMkLst>
        <pc:spChg chg="mod">
          <ac:chgData name="Atique Ahmad Zafar" userId="3c3190ae-5c8d-4775-903c-57da784da929" providerId="ADAL" clId="{939B054C-F8A9-4478-8F2C-9BA32CC365B5}" dt="2025-11-14T04:53:21.471" v="247" actId="27636"/>
          <ac:spMkLst>
            <pc:docMk/>
            <pc:sldMk cId="323294538" sldId="330"/>
            <ac:spMk id="2" creationId="{1A93A03E-80F2-1B6B-9E85-BF34D227EC23}"/>
          </ac:spMkLst>
        </pc:spChg>
        <pc:spChg chg="mod">
          <ac:chgData name="Atique Ahmad Zafar" userId="3c3190ae-5c8d-4775-903c-57da784da929" providerId="ADAL" clId="{939B054C-F8A9-4478-8F2C-9BA32CC365B5}" dt="2025-11-14T04:49:37.587" v="232" actId="27636"/>
          <ac:spMkLst>
            <pc:docMk/>
            <pc:sldMk cId="323294538" sldId="330"/>
            <ac:spMk id="5" creationId="{3C7AE50E-79CC-33D6-E390-3FE4C64DEBFB}"/>
          </ac:spMkLst>
        </pc:spChg>
        <pc:spChg chg="mod">
          <ac:chgData name="Atique Ahmad Zafar" userId="3c3190ae-5c8d-4775-903c-57da784da929" providerId="ADAL" clId="{939B054C-F8A9-4478-8F2C-9BA32CC365B5}" dt="2025-11-14T04:49:47.405" v="233" actId="2710"/>
          <ac:spMkLst>
            <pc:docMk/>
            <pc:sldMk cId="323294538" sldId="330"/>
            <ac:spMk id="6" creationId="{17B15092-EADF-7C62-4144-E9CA228439D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14DCCB-EE02-4BA4-96F8-214A24D2B51B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ED50B0-D53F-4459-8D78-0CE7DA09801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 hasCustomPrompt="1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 baseline="0">
                <a:solidFill>
                  <a:schemeClr val="tx1"/>
                </a:solidFill>
              </a:defRPr>
            </a:lvl1pPr>
          </a:lstStyle>
          <a:p>
            <a:r>
              <a:rPr kumimoji="0" lang="en-US" dirty="0"/>
              <a:t>Atique Ahmad </a:t>
            </a:r>
            <a:r>
              <a:rPr kumimoji="0" lang="en-US" dirty="0" err="1"/>
              <a:t>Zafar</a:t>
            </a:r>
            <a:endParaRPr kumimoji="0"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 hasCustomPrompt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Lecture-1</a:t>
            </a:r>
            <a:endParaRPr kumimoji="0"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Data Structures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4" name="Rectangle 13"/>
          <p:cNvSpPr/>
          <p:nvPr userDrawn="1"/>
        </p:nvSpPr>
        <p:spPr>
          <a:xfrm>
            <a:off x="1219200" y="228601"/>
            <a:ext cx="7010399" cy="63094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500" b="1" dirty="0">
                <a:solidFill>
                  <a:srgbClr val="7030A0"/>
                </a:solidFill>
              </a:rPr>
              <a:t>COMSATS University Islamabad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914400" y="1752600"/>
            <a:ext cx="7315200" cy="17373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914400" y="1752600"/>
            <a:ext cx="228600" cy="17526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8" name="Title 7"/>
          <p:cNvSpPr txBox="1">
            <a:spLocks/>
          </p:cNvSpPr>
          <p:nvPr userDrawn="1"/>
        </p:nvSpPr>
        <p:spPr>
          <a:xfrm>
            <a:off x="1219200" y="1828800"/>
            <a:ext cx="6858000" cy="1676400"/>
          </a:xfrm>
          <a:prstGeom prst="rect">
            <a:avLst/>
          </a:prstGeom>
        </p:spPr>
        <p:txBody>
          <a:bodyPr vert="horz" anchor="t" anchorCtr="0">
            <a:normAutofit/>
          </a:bodyPr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Data Structure</a:t>
            </a:r>
          </a:p>
          <a:p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(CSC-211)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CF84EFB-50DB-D504-B5A3-1065D6398F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200" y="0"/>
            <a:ext cx="885825" cy="885825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64E9-BB0A-4932-9D77-E0DDE5779A3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64E9-BB0A-4932-9D77-E0DDE5779A3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64E9-BB0A-4932-9D77-E0DDE5779A3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64E9-BB0A-4932-9D77-E0DDE5779A3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64E9-BB0A-4932-9D77-E0DDE5779A3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64E9-BB0A-4932-9D77-E0DDE5779A3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64E9-BB0A-4932-9D77-E0DDE5779A3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64E9-BB0A-4932-9D77-E0DDE5779A3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64E9-BB0A-4932-9D77-E0DDE5779A3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r>
              <a:rPr lang="en-US"/>
              <a:t>Data Structures</a:t>
            </a:r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95335651-1A2C-4E2F-80CB-8C4D69804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35651-1A2C-4E2F-80CB-8C4D69804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r>
              <a:rPr lang="en-US"/>
              <a:t>Data Structures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95335651-1A2C-4E2F-80CB-8C4D69804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35651-1A2C-4E2F-80CB-8C4D69804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35651-1A2C-4E2F-80CB-8C4D69804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35651-1A2C-4E2F-80CB-8C4D69804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35651-1A2C-4E2F-80CB-8C4D69804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35651-1A2C-4E2F-80CB-8C4D69804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35651-1A2C-4E2F-80CB-8C4D69804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35651-1A2C-4E2F-80CB-8C4D69804B6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35651-1A2C-4E2F-80CB-8C4D69804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r>
              <a:rPr lang="en-US"/>
              <a:t>Data Structures</a:t>
            </a:r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95335651-1A2C-4E2F-80CB-8C4D69804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35651-1A2C-4E2F-80CB-8C4D69804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r>
              <a:rPr lang="en-US"/>
              <a:t>Data Structures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95335651-1A2C-4E2F-80CB-8C4D69804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35651-1A2C-4E2F-80CB-8C4D69804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35651-1A2C-4E2F-80CB-8C4D69804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35651-1A2C-4E2F-80CB-8C4D69804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35651-1A2C-4E2F-80CB-8C4D69804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35651-1A2C-4E2F-80CB-8C4D69804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35651-1A2C-4E2F-80CB-8C4D69804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35651-1A2C-4E2F-80CB-8C4D69804B6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35651-1A2C-4E2F-80CB-8C4D69804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Data Structures</a:t>
            </a:r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5E664E9-BB0A-4932-9D77-E0DDE5779A3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Data Structures</a:t>
            </a:r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5335651-1A2C-4E2F-80CB-8C4D69804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Data Structures</a:t>
            </a:r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5335651-1A2C-4E2F-80CB-8C4D69804B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 </a:t>
            </a:r>
            <a:r>
              <a:rPr lang="en-US" sz="3100" dirty="0"/>
              <a:t>Heap Data Structure</a:t>
            </a:r>
            <a:br>
              <a:rPr lang="en-US" sz="3200" dirty="0">
                <a:latin typeface="Arial MT"/>
                <a:cs typeface="Arial MT"/>
              </a:rPr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Atique </a:t>
            </a:r>
            <a:r>
              <a:rPr lang="en-US" dirty="0" err="1"/>
              <a:t>Zafar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03A50-069A-A53F-DE1C-72D0B6717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58573-96D9-20CC-2F15-AEBF57228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Why Do We Need Heaps?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3A7A86-6679-CA44-22D5-776315EDE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6BAD7B-AC5E-81E4-C0DE-357BAE65E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64E9-BB0A-4932-9D77-E0DDE5779A37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79815D7-CBC5-E57E-CD3B-A6B47E5EF1E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 many real-life applications, we need to </a:t>
            </a:r>
            <a:r>
              <a:rPr lang="en-US" b="1" dirty="0"/>
              <a:t>access the highest (or lowest) priority item quickly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 Scenarios: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Task Scheduling</a:t>
            </a:r>
            <a:r>
              <a:rPr lang="en-US" dirty="0"/>
              <a:t>: Tasks with higher urgency are executed first.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Hospital ER System</a:t>
            </a:r>
            <a:r>
              <a:rPr lang="en-US" dirty="0"/>
              <a:t>: Critical patients are attended before others.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CPU Process Scheduling</a:t>
            </a:r>
            <a:r>
              <a:rPr lang="en-US" dirty="0"/>
              <a:t>, </a:t>
            </a:r>
            <a:r>
              <a:rPr lang="en-US" b="1" dirty="0"/>
              <a:t>Packet Routing</a:t>
            </a:r>
            <a:r>
              <a:rPr lang="en-US" dirty="0"/>
              <a:t>, </a:t>
            </a:r>
            <a:r>
              <a:rPr lang="en-US" b="1" dirty="0"/>
              <a:t>AI Pathfinding (Dijkstra's)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requires a </a:t>
            </a:r>
            <a:r>
              <a:rPr lang="en-US" b="1" dirty="0"/>
              <a:t>Priority Queue</a:t>
            </a:r>
            <a:r>
              <a:rPr lang="en-US" dirty="0"/>
              <a:t> — and heaps are the most efficient way to implement one.</a:t>
            </a:r>
          </a:p>
        </p:txBody>
      </p:sp>
    </p:spTree>
    <p:extLst>
      <p:ext uri="{BB962C8B-B14F-4D97-AF65-F5344CB8AC3E}">
        <p14:creationId xmlns:p14="http://schemas.microsoft.com/office/powerpoint/2010/main" val="3246493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C6C00D-8388-81EA-CECE-9B9A826B9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7F6FC9-DCFF-587A-C460-962696A69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64E9-BB0A-4932-9D77-E0DDE5779A37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F3B7A6-836E-8E32-0AFA-45D975F16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491530"/>
            <a:ext cx="8216799" cy="5833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465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145291"/>
            <a:ext cx="8229600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85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Complete Binary Tree — Foundation of Heaps</a:t>
            </a:r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292346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algn="just">
              <a:lnSpc>
                <a:spcPct val="80000"/>
              </a:lnSpc>
              <a:tabLst>
                <a:tab pos="357505" algn="l"/>
              </a:tabLst>
            </a:pPr>
            <a:r>
              <a:rPr sz="2000" dirty="0"/>
              <a:t>Consider a binary tree T.</a:t>
            </a:r>
          </a:p>
          <a:p>
            <a:pPr marR="798830" algn="just">
              <a:lnSpc>
                <a:spcPct val="80000"/>
              </a:lnSpc>
              <a:tabLst>
                <a:tab pos="357505" algn="l"/>
              </a:tabLst>
            </a:pPr>
            <a:r>
              <a:rPr sz="2000" dirty="0"/>
              <a:t>Each node of the binary tree can have at most 2 children.</a:t>
            </a:r>
          </a:p>
          <a:p>
            <a:pPr algn="just">
              <a:lnSpc>
                <a:spcPct val="80000"/>
              </a:lnSpc>
              <a:tabLst>
                <a:tab pos="357505" algn="l"/>
              </a:tabLst>
            </a:pPr>
            <a:r>
              <a:rPr sz="2000" dirty="0"/>
              <a:t>Each depth d of T can have at most 2</a:t>
            </a:r>
            <a:r>
              <a:rPr sz="2000" baseline="30000" dirty="0"/>
              <a:t>d</a:t>
            </a:r>
            <a:r>
              <a:rPr sz="2000" dirty="0"/>
              <a:t> nodes.</a:t>
            </a:r>
            <a:endParaRPr lang="en-US" sz="2000" dirty="0"/>
          </a:p>
          <a:p>
            <a:pPr algn="just">
              <a:lnSpc>
                <a:spcPct val="80000"/>
              </a:lnSpc>
              <a:tabLst>
                <a:tab pos="357505" algn="l"/>
              </a:tabLst>
            </a:pPr>
            <a:endParaRPr sz="2000" dirty="0"/>
          </a:p>
          <a:p>
            <a:pPr algn="just">
              <a:lnSpc>
                <a:spcPct val="80000"/>
              </a:lnSpc>
              <a:tabLst>
                <a:tab pos="357505" algn="l"/>
              </a:tabLst>
            </a:pPr>
            <a:r>
              <a:rPr sz="2000" dirty="0"/>
              <a:t>The tree T is said to be complete</a:t>
            </a:r>
          </a:p>
          <a:p>
            <a:pPr marR="30480" lvl="1" algn="just">
              <a:lnSpc>
                <a:spcPct val="80000"/>
              </a:lnSpc>
              <a:tabLst>
                <a:tab pos="357505" algn="l"/>
              </a:tabLst>
            </a:pPr>
            <a:r>
              <a:rPr sz="2000" dirty="0"/>
              <a:t>if all its levels ( except possibly the last ) have the maximum number of possible nodes ,</a:t>
            </a:r>
          </a:p>
          <a:p>
            <a:pPr marR="231775" lvl="1" algn="just">
              <a:lnSpc>
                <a:spcPct val="80000"/>
              </a:lnSpc>
              <a:tabLst>
                <a:tab pos="357505" algn="l"/>
              </a:tabLst>
            </a:pPr>
            <a:r>
              <a:rPr sz="2000" dirty="0"/>
              <a:t>And if the last level does not have the maximum number of nodes , then nodes appear as far left as possible.</a:t>
            </a:r>
            <a:endParaRPr lang="en-US" sz="2000" dirty="0"/>
          </a:p>
          <a:p>
            <a:pPr marR="231775" lvl="1" algn="just">
              <a:lnSpc>
                <a:spcPct val="80000"/>
              </a:lnSpc>
              <a:tabLst>
                <a:tab pos="357505" algn="l"/>
              </a:tabLst>
            </a:pPr>
            <a:endParaRPr lang="en-US" sz="2000" dirty="0"/>
          </a:p>
          <a:p>
            <a:pPr algn="just">
              <a:lnSpc>
                <a:spcPct val="80000"/>
              </a:lnSpc>
              <a:tabLst>
                <a:tab pos="357505" algn="l"/>
              </a:tabLst>
            </a:pPr>
            <a:r>
              <a:rPr lang="en-US" sz="2000" dirty="0"/>
              <a:t>Why is this important for heaps?</a:t>
            </a:r>
          </a:p>
          <a:p>
            <a:pPr algn="just">
              <a:lnSpc>
                <a:spcPct val="80000"/>
              </a:lnSpc>
              <a:tabLst>
                <a:tab pos="357505" algn="l"/>
              </a:tabLst>
            </a:pPr>
            <a:r>
              <a:rPr lang="en-US" sz="2000" b="1" dirty="0"/>
              <a:t>Heaps are always complete binary trees.</a:t>
            </a:r>
          </a:p>
          <a:p>
            <a:pPr lvl="1" algn="just">
              <a:lnSpc>
                <a:spcPct val="80000"/>
              </a:lnSpc>
              <a:tabLst>
                <a:tab pos="357505" algn="l"/>
              </a:tabLst>
            </a:pPr>
            <a:r>
              <a:rPr lang="en-US" sz="2000" dirty="0"/>
              <a:t>This structure ensures:</a:t>
            </a:r>
          </a:p>
          <a:p>
            <a:pPr marL="822960" lvl="3" algn="just"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tabLst>
                <a:tab pos="357505" algn="l"/>
              </a:tabLst>
            </a:pPr>
            <a:r>
              <a:rPr lang="en-US" sz="2000" dirty="0">
                <a:solidFill>
                  <a:schemeClr val="tx1"/>
                </a:solidFill>
              </a:rPr>
              <a:t>Efficient array-based representation (no gaps in memory).</a:t>
            </a:r>
          </a:p>
          <a:p>
            <a:pPr marL="822960" lvl="3" algn="just"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tabLst>
                <a:tab pos="357505" algn="l"/>
              </a:tabLst>
            </a:pPr>
            <a:r>
              <a:rPr lang="en-US" sz="2000" dirty="0">
                <a:solidFill>
                  <a:schemeClr val="tx1"/>
                </a:solidFill>
              </a:rPr>
              <a:t>Guaranteed O(log n) time for insertion and deletion, since operations only follow a single path from root to leaf or vice versa.</a:t>
            </a:r>
          </a:p>
          <a:p>
            <a:pPr marR="231775" lvl="1" algn="just">
              <a:lnSpc>
                <a:spcPct val="80000"/>
              </a:lnSpc>
              <a:tabLst>
                <a:tab pos="357505" algn="l"/>
              </a:tabLst>
            </a:pPr>
            <a:endParaRPr sz="29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E352C5-059C-9A35-F427-B0D8C83B8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211DAB-C587-5A5E-466D-73A9CA464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64E9-BB0A-4932-9D77-E0DDE5779A37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3576701" y="1595500"/>
            <a:ext cx="772160" cy="772160"/>
            <a:chOff x="3576701" y="1595500"/>
            <a:chExt cx="772160" cy="772160"/>
          </a:xfrm>
        </p:grpSpPr>
        <p:sp>
          <p:nvSpPr>
            <p:cNvPr id="4" name="object 4"/>
            <p:cNvSpPr/>
            <p:nvPr/>
          </p:nvSpPr>
          <p:spPr>
            <a:xfrm>
              <a:off x="3581781" y="160058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1000" y="0"/>
                  </a:moveTo>
                  <a:lnTo>
                    <a:pt x="333204" y="2968"/>
                  </a:lnTo>
                  <a:lnTo>
                    <a:pt x="287181" y="11634"/>
                  </a:lnTo>
                  <a:lnTo>
                    <a:pt x="243288" y="25643"/>
                  </a:lnTo>
                  <a:lnTo>
                    <a:pt x="201881" y="44636"/>
                  </a:lnTo>
                  <a:lnTo>
                    <a:pt x="163318" y="68257"/>
                  </a:lnTo>
                  <a:lnTo>
                    <a:pt x="127955" y="96149"/>
                  </a:lnTo>
                  <a:lnTo>
                    <a:pt x="96149" y="127955"/>
                  </a:lnTo>
                  <a:lnTo>
                    <a:pt x="68257" y="163318"/>
                  </a:lnTo>
                  <a:lnTo>
                    <a:pt x="44636" y="201881"/>
                  </a:lnTo>
                  <a:lnTo>
                    <a:pt x="25643" y="243288"/>
                  </a:lnTo>
                  <a:lnTo>
                    <a:pt x="11634" y="287181"/>
                  </a:lnTo>
                  <a:lnTo>
                    <a:pt x="2968" y="333204"/>
                  </a:lnTo>
                  <a:lnTo>
                    <a:pt x="0" y="381000"/>
                  </a:lnTo>
                  <a:lnTo>
                    <a:pt x="2968" y="428795"/>
                  </a:lnTo>
                  <a:lnTo>
                    <a:pt x="11634" y="474818"/>
                  </a:lnTo>
                  <a:lnTo>
                    <a:pt x="25643" y="518711"/>
                  </a:lnTo>
                  <a:lnTo>
                    <a:pt x="44636" y="560118"/>
                  </a:lnTo>
                  <a:lnTo>
                    <a:pt x="68257" y="598681"/>
                  </a:lnTo>
                  <a:lnTo>
                    <a:pt x="96149" y="634044"/>
                  </a:lnTo>
                  <a:lnTo>
                    <a:pt x="127955" y="665850"/>
                  </a:lnTo>
                  <a:lnTo>
                    <a:pt x="163318" y="693742"/>
                  </a:lnTo>
                  <a:lnTo>
                    <a:pt x="201881" y="717363"/>
                  </a:lnTo>
                  <a:lnTo>
                    <a:pt x="243288" y="736356"/>
                  </a:lnTo>
                  <a:lnTo>
                    <a:pt x="287181" y="750365"/>
                  </a:lnTo>
                  <a:lnTo>
                    <a:pt x="333204" y="759031"/>
                  </a:lnTo>
                  <a:lnTo>
                    <a:pt x="381000" y="762000"/>
                  </a:lnTo>
                  <a:lnTo>
                    <a:pt x="428795" y="759031"/>
                  </a:lnTo>
                  <a:lnTo>
                    <a:pt x="474818" y="750365"/>
                  </a:lnTo>
                  <a:lnTo>
                    <a:pt x="518711" y="736356"/>
                  </a:lnTo>
                  <a:lnTo>
                    <a:pt x="560118" y="717363"/>
                  </a:lnTo>
                  <a:lnTo>
                    <a:pt x="598681" y="693742"/>
                  </a:lnTo>
                  <a:lnTo>
                    <a:pt x="634044" y="665850"/>
                  </a:lnTo>
                  <a:lnTo>
                    <a:pt x="665850" y="634044"/>
                  </a:lnTo>
                  <a:lnTo>
                    <a:pt x="693742" y="598681"/>
                  </a:lnTo>
                  <a:lnTo>
                    <a:pt x="717363" y="560118"/>
                  </a:lnTo>
                  <a:lnTo>
                    <a:pt x="736356" y="518711"/>
                  </a:lnTo>
                  <a:lnTo>
                    <a:pt x="750365" y="474818"/>
                  </a:lnTo>
                  <a:lnTo>
                    <a:pt x="759031" y="428795"/>
                  </a:lnTo>
                  <a:lnTo>
                    <a:pt x="762000" y="381000"/>
                  </a:lnTo>
                  <a:lnTo>
                    <a:pt x="759031" y="333204"/>
                  </a:lnTo>
                  <a:lnTo>
                    <a:pt x="750365" y="287181"/>
                  </a:lnTo>
                  <a:lnTo>
                    <a:pt x="736356" y="243288"/>
                  </a:lnTo>
                  <a:lnTo>
                    <a:pt x="717363" y="201881"/>
                  </a:lnTo>
                  <a:lnTo>
                    <a:pt x="693742" y="163318"/>
                  </a:lnTo>
                  <a:lnTo>
                    <a:pt x="665850" y="127955"/>
                  </a:lnTo>
                  <a:lnTo>
                    <a:pt x="634044" y="96149"/>
                  </a:lnTo>
                  <a:lnTo>
                    <a:pt x="598681" y="68257"/>
                  </a:lnTo>
                  <a:lnTo>
                    <a:pt x="560118" y="44636"/>
                  </a:lnTo>
                  <a:lnTo>
                    <a:pt x="518711" y="25643"/>
                  </a:lnTo>
                  <a:lnTo>
                    <a:pt x="474818" y="11634"/>
                  </a:lnTo>
                  <a:lnTo>
                    <a:pt x="428795" y="2968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81781" y="160058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381000"/>
                  </a:moveTo>
                  <a:lnTo>
                    <a:pt x="2968" y="333204"/>
                  </a:lnTo>
                  <a:lnTo>
                    <a:pt x="11634" y="287181"/>
                  </a:lnTo>
                  <a:lnTo>
                    <a:pt x="25643" y="243288"/>
                  </a:lnTo>
                  <a:lnTo>
                    <a:pt x="44636" y="201881"/>
                  </a:lnTo>
                  <a:lnTo>
                    <a:pt x="68257" y="163318"/>
                  </a:lnTo>
                  <a:lnTo>
                    <a:pt x="96149" y="127955"/>
                  </a:lnTo>
                  <a:lnTo>
                    <a:pt x="127955" y="96149"/>
                  </a:lnTo>
                  <a:lnTo>
                    <a:pt x="163318" y="68257"/>
                  </a:lnTo>
                  <a:lnTo>
                    <a:pt x="201881" y="44636"/>
                  </a:lnTo>
                  <a:lnTo>
                    <a:pt x="243288" y="25643"/>
                  </a:lnTo>
                  <a:lnTo>
                    <a:pt x="287181" y="11634"/>
                  </a:lnTo>
                  <a:lnTo>
                    <a:pt x="333204" y="2968"/>
                  </a:lnTo>
                  <a:lnTo>
                    <a:pt x="381000" y="0"/>
                  </a:lnTo>
                  <a:lnTo>
                    <a:pt x="428795" y="2968"/>
                  </a:lnTo>
                  <a:lnTo>
                    <a:pt x="474818" y="11634"/>
                  </a:lnTo>
                  <a:lnTo>
                    <a:pt x="518711" y="25643"/>
                  </a:lnTo>
                  <a:lnTo>
                    <a:pt x="560118" y="44636"/>
                  </a:lnTo>
                  <a:lnTo>
                    <a:pt x="598681" y="68257"/>
                  </a:lnTo>
                  <a:lnTo>
                    <a:pt x="634044" y="96149"/>
                  </a:lnTo>
                  <a:lnTo>
                    <a:pt x="665850" y="127955"/>
                  </a:lnTo>
                  <a:lnTo>
                    <a:pt x="693742" y="163318"/>
                  </a:lnTo>
                  <a:lnTo>
                    <a:pt x="717363" y="201881"/>
                  </a:lnTo>
                  <a:lnTo>
                    <a:pt x="736356" y="243288"/>
                  </a:lnTo>
                  <a:lnTo>
                    <a:pt x="750365" y="287181"/>
                  </a:lnTo>
                  <a:lnTo>
                    <a:pt x="759031" y="333204"/>
                  </a:lnTo>
                  <a:lnTo>
                    <a:pt x="762000" y="381000"/>
                  </a:lnTo>
                  <a:lnTo>
                    <a:pt x="759031" y="428795"/>
                  </a:lnTo>
                  <a:lnTo>
                    <a:pt x="750365" y="474818"/>
                  </a:lnTo>
                  <a:lnTo>
                    <a:pt x="736356" y="518711"/>
                  </a:lnTo>
                  <a:lnTo>
                    <a:pt x="717363" y="560118"/>
                  </a:lnTo>
                  <a:lnTo>
                    <a:pt x="693742" y="598681"/>
                  </a:lnTo>
                  <a:lnTo>
                    <a:pt x="665850" y="634044"/>
                  </a:lnTo>
                  <a:lnTo>
                    <a:pt x="634044" y="665850"/>
                  </a:lnTo>
                  <a:lnTo>
                    <a:pt x="598681" y="693742"/>
                  </a:lnTo>
                  <a:lnTo>
                    <a:pt x="560118" y="717363"/>
                  </a:lnTo>
                  <a:lnTo>
                    <a:pt x="518711" y="736356"/>
                  </a:lnTo>
                  <a:lnTo>
                    <a:pt x="474818" y="750365"/>
                  </a:lnTo>
                  <a:lnTo>
                    <a:pt x="428795" y="759031"/>
                  </a:lnTo>
                  <a:lnTo>
                    <a:pt x="381000" y="762000"/>
                  </a:lnTo>
                  <a:lnTo>
                    <a:pt x="333204" y="759031"/>
                  </a:lnTo>
                  <a:lnTo>
                    <a:pt x="287181" y="750365"/>
                  </a:lnTo>
                  <a:lnTo>
                    <a:pt x="243288" y="736356"/>
                  </a:lnTo>
                  <a:lnTo>
                    <a:pt x="201881" y="717363"/>
                  </a:lnTo>
                  <a:lnTo>
                    <a:pt x="163318" y="693742"/>
                  </a:lnTo>
                  <a:lnTo>
                    <a:pt x="127955" y="665850"/>
                  </a:lnTo>
                  <a:lnTo>
                    <a:pt x="96149" y="634044"/>
                  </a:lnTo>
                  <a:lnTo>
                    <a:pt x="68257" y="598681"/>
                  </a:lnTo>
                  <a:lnTo>
                    <a:pt x="44636" y="560118"/>
                  </a:lnTo>
                  <a:lnTo>
                    <a:pt x="25643" y="518711"/>
                  </a:lnTo>
                  <a:lnTo>
                    <a:pt x="11634" y="474818"/>
                  </a:lnTo>
                  <a:lnTo>
                    <a:pt x="2968" y="428795"/>
                  </a:lnTo>
                  <a:lnTo>
                    <a:pt x="0" y="3810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886453" y="1818640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972180" y="1943480"/>
            <a:ext cx="2443480" cy="1643380"/>
            <a:chOff x="2972180" y="1943480"/>
            <a:chExt cx="2443480" cy="1643380"/>
          </a:xfrm>
        </p:grpSpPr>
        <p:sp>
          <p:nvSpPr>
            <p:cNvPr id="8" name="object 8"/>
            <p:cNvSpPr/>
            <p:nvPr/>
          </p:nvSpPr>
          <p:spPr>
            <a:xfrm>
              <a:off x="2972181" y="1943480"/>
              <a:ext cx="1828800" cy="952500"/>
            </a:xfrm>
            <a:custGeom>
              <a:avLst/>
              <a:gdLst/>
              <a:ahLst/>
              <a:cxnLst/>
              <a:rect l="l" t="t" r="r" b="b"/>
              <a:pathLst>
                <a:path w="1828800" h="952500">
                  <a:moveTo>
                    <a:pt x="609600" y="38100"/>
                  </a:moveTo>
                  <a:lnTo>
                    <a:pt x="596900" y="31750"/>
                  </a:lnTo>
                  <a:lnTo>
                    <a:pt x="533400" y="0"/>
                  </a:lnTo>
                  <a:lnTo>
                    <a:pt x="533400" y="31750"/>
                  </a:lnTo>
                  <a:lnTo>
                    <a:pt x="0" y="31750"/>
                  </a:lnTo>
                  <a:lnTo>
                    <a:pt x="0" y="44450"/>
                  </a:lnTo>
                  <a:lnTo>
                    <a:pt x="533400" y="44450"/>
                  </a:lnTo>
                  <a:lnTo>
                    <a:pt x="533400" y="76200"/>
                  </a:lnTo>
                  <a:lnTo>
                    <a:pt x="596900" y="44450"/>
                  </a:lnTo>
                  <a:lnTo>
                    <a:pt x="609600" y="38100"/>
                  </a:lnTo>
                  <a:close/>
                </a:path>
                <a:path w="1828800" h="952500">
                  <a:moveTo>
                    <a:pt x="1828800" y="952500"/>
                  </a:moveTo>
                  <a:lnTo>
                    <a:pt x="1817446" y="908939"/>
                  </a:lnTo>
                  <a:lnTo>
                    <a:pt x="1807337" y="870077"/>
                  </a:lnTo>
                  <a:lnTo>
                    <a:pt x="1783372" y="891019"/>
                  </a:lnTo>
                  <a:lnTo>
                    <a:pt x="1300226" y="338709"/>
                  </a:lnTo>
                  <a:lnTo>
                    <a:pt x="1290574" y="347091"/>
                  </a:lnTo>
                  <a:lnTo>
                    <a:pt x="1773809" y="899375"/>
                  </a:lnTo>
                  <a:lnTo>
                    <a:pt x="1749933" y="920242"/>
                  </a:lnTo>
                  <a:lnTo>
                    <a:pt x="1828800" y="952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648580" y="281978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1000" y="0"/>
                  </a:moveTo>
                  <a:lnTo>
                    <a:pt x="333204" y="2968"/>
                  </a:lnTo>
                  <a:lnTo>
                    <a:pt x="287181" y="11634"/>
                  </a:lnTo>
                  <a:lnTo>
                    <a:pt x="243288" y="25643"/>
                  </a:lnTo>
                  <a:lnTo>
                    <a:pt x="201881" y="44636"/>
                  </a:lnTo>
                  <a:lnTo>
                    <a:pt x="163318" y="68257"/>
                  </a:lnTo>
                  <a:lnTo>
                    <a:pt x="127955" y="96149"/>
                  </a:lnTo>
                  <a:lnTo>
                    <a:pt x="96149" y="127955"/>
                  </a:lnTo>
                  <a:lnTo>
                    <a:pt x="68257" y="163318"/>
                  </a:lnTo>
                  <a:lnTo>
                    <a:pt x="44636" y="201881"/>
                  </a:lnTo>
                  <a:lnTo>
                    <a:pt x="25643" y="243288"/>
                  </a:lnTo>
                  <a:lnTo>
                    <a:pt x="11634" y="287181"/>
                  </a:lnTo>
                  <a:lnTo>
                    <a:pt x="2968" y="333204"/>
                  </a:lnTo>
                  <a:lnTo>
                    <a:pt x="0" y="381000"/>
                  </a:lnTo>
                  <a:lnTo>
                    <a:pt x="2968" y="428795"/>
                  </a:lnTo>
                  <a:lnTo>
                    <a:pt x="11634" y="474818"/>
                  </a:lnTo>
                  <a:lnTo>
                    <a:pt x="25643" y="518711"/>
                  </a:lnTo>
                  <a:lnTo>
                    <a:pt x="44636" y="560118"/>
                  </a:lnTo>
                  <a:lnTo>
                    <a:pt x="68257" y="598681"/>
                  </a:lnTo>
                  <a:lnTo>
                    <a:pt x="96149" y="634044"/>
                  </a:lnTo>
                  <a:lnTo>
                    <a:pt x="127955" y="665850"/>
                  </a:lnTo>
                  <a:lnTo>
                    <a:pt x="163318" y="693742"/>
                  </a:lnTo>
                  <a:lnTo>
                    <a:pt x="201881" y="717363"/>
                  </a:lnTo>
                  <a:lnTo>
                    <a:pt x="243288" y="736356"/>
                  </a:lnTo>
                  <a:lnTo>
                    <a:pt x="287181" y="750365"/>
                  </a:lnTo>
                  <a:lnTo>
                    <a:pt x="333204" y="759031"/>
                  </a:lnTo>
                  <a:lnTo>
                    <a:pt x="381000" y="762000"/>
                  </a:lnTo>
                  <a:lnTo>
                    <a:pt x="428795" y="759031"/>
                  </a:lnTo>
                  <a:lnTo>
                    <a:pt x="474818" y="750365"/>
                  </a:lnTo>
                  <a:lnTo>
                    <a:pt x="518711" y="736356"/>
                  </a:lnTo>
                  <a:lnTo>
                    <a:pt x="560118" y="717363"/>
                  </a:lnTo>
                  <a:lnTo>
                    <a:pt x="598681" y="693742"/>
                  </a:lnTo>
                  <a:lnTo>
                    <a:pt x="634044" y="665850"/>
                  </a:lnTo>
                  <a:lnTo>
                    <a:pt x="665850" y="634044"/>
                  </a:lnTo>
                  <a:lnTo>
                    <a:pt x="693742" y="598681"/>
                  </a:lnTo>
                  <a:lnTo>
                    <a:pt x="717363" y="560118"/>
                  </a:lnTo>
                  <a:lnTo>
                    <a:pt x="736356" y="518711"/>
                  </a:lnTo>
                  <a:lnTo>
                    <a:pt x="750365" y="474818"/>
                  </a:lnTo>
                  <a:lnTo>
                    <a:pt x="759031" y="428795"/>
                  </a:lnTo>
                  <a:lnTo>
                    <a:pt x="762000" y="381000"/>
                  </a:lnTo>
                  <a:lnTo>
                    <a:pt x="759031" y="333204"/>
                  </a:lnTo>
                  <a:lnTo>
                    <a:pt x="750365" y="287181"/>
                  </a:lnTo>
                  <a:lnTo>
                    <a:pt x="736356" y="243288"/>
                  </a:lnTo>
                  <a:lnTo>
                    <a:pt x="717363" y="201881"/>
                  </a:lnTo>
                  <a:lnTo>
                    <a:pt x="693742" y="163318"/>
                  </a:lnTo>
                  <a:lnTo>
                    <a:pt x="665850" y="127955"/>
                  </a:lnTo>
                  <a:lnTo>
                    <a:pt x="634044" y="96149"/>
                  </a:lnTo>
                  <a:lnTo>
                    <a:pt x="598681" y="68257"/>
                  </a:lnTo>
                  <a:lnTo>
                    <a:pt x="560118" y="44636"/>
                  </a:lnTo>
                  <a:lnTo>
                    <a:pt x="518711" y="25643"/>
                  </a:lnTo>
                  <a:lnTo>
                    <a:pt x="474818" y="11634"/>
                  </a:lnTo>
                  <a:lnTo>
                    <a:pt x="428795" y="2968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648580" y="281978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381000"/>
                  </a:moveTo>
                  <a:lnTo>
                    <a:pt x="2968" y="333204"/>
                  </a:lnTo>
                  <a:lnTo>
                    <a:pt x="11634" y="287181"/>
                  </a:lnTo>
                  <a:lnTo>
                    <a:pt x="25643" y="243288"/>
                  </a:lnTo>
                  <a:lnTo>
                    <a:pt x="44636" y="201881"/>
                  </a:lnTo>
                  <a:lnTo>
                    <a:pt x="68257" y="163318"/>
                  </a:lnTo>
                  <a:lnTo>
                    <a:pt x="96149" y="127955"/>
                  </a:lnTo>
                  <a:lnTo>
                    <a:pt x="127955" y="96149"/>
                  </a:lnTo>
                  <a:lnTo>
                    <a:pt x="163318" y="68257"/>
                  </a:lnTo>
                  <a:lnTo>
                    <a:pt x="201881" y="44636"/>
                  </a:lnTo>
                  <a:lnTo>
                    <a:pt x="243288" y="25643"/>
                  </a:lnTo>
                  <a:lnTo>
                    <a:pt x="287181" y="11634"/>
                  </a:lnTo>
                  <a:lnTo>
                    <a:pt x="333204" y="2968"/>
                  </a:lnTo>
                  <a:lnTo>
                    <a:pt x="381000" y="0"/>
                  </a:lnTo>
                  <a:lnTo>
                    <a:pt x="428795" y="2968"/>
                  </a:lnTo>
                  <a:lnTo>
                    <a:pt x="474818" y="11634"/>
                  </a:lnTo>
                  <a:lnTo>
                    <a:pt x="518711" y="25643"/>
                  </a:lnTo>
                  <a:lnTo>
                    <a:pt x="560118" y="44636"/>
                  </a:lnTo>
                  <a:lnTo>
                    <a:pt x="598681" y="68257"/>
                  </a:lnTo>
                  <a:lnTo>
                    <a:pt x="634044" y="96149"/>
                  </a:lnTo>
                  <a:lnTo>
                    <a:pt x="665850" y="127955"/>
                  </a:lnTo>
                  <a:lnTo>
                    <a:pt x="693742" y="163318"/>
                  </a:lnTo>
                  <a:lnTo>
                    <a:pt x="717363" y="201881"/>
                  </a:lnTo>
                  <a:lnTo>
                    <a:pt x="736356" y="243288"/>
                  </a:lnTo>
                  <a:lnTo>
                    <a:pt x="750365" y="287181"/>
                  </a:lnTo>
                  <a:lnTo>
                    <a:pt x="759031" y="333204"/>
                  </a:lnTo>
                  <a:lnTo>
                    <a:pt x="762000" y="381000"/>
                  </a:lnTo>
                  <a:lnTo>
                    <a:pt x="759031" y="428795"/>
                  </a:lnTo>
                  <a:lnTo>
                    <a:pt x="750365" y="474818"/>
                  </a:lnTo>
                  <a:lnTo>
                    <a:pt x="736356" y="518711"/>
                  </a:lnTo>
                  <a:lnTo>
                    <a:pt x="717363" y="560118"/>
                  </a:lnTo>
                  <a:lnTo>
                    <a:pt x="693742" y="598681"/>
                  </a:lnTo>
                  <a:lnTo>
                    <a:pt x="665850" y="634044"/>
                  </a:lnTo>
                  <a:lnTo>
                    <a:pt x="634044" y="665850"/>
                  </a:lnTo>
                  <a:lnTo>
                    <a:pt x="598681" y="693742"/>
                  </a:lnTo>
                  <a:lnTo>
                    <a:pt x="560118" y="717363"/>
                  </a:lnTo>
                  <a:lnTo>
                    <a:pt x="518711" y="736356"/>
                  </a:lnTo>
                  <a:lnTo>
                    <a:pt x="474818" y="750365"/>
                  </a:lnTo>
                  <a:lnTo>
                    <a:pt x="428795" y="759031"/>
                  </a:lnTo>
                  <a:lnTo>
                    <a:pt x="381000" y="762000"/>
                  </a:lnTo>
                  <a:lnTo>
                    <a:pt x="333204" y="759031"/>
                  </a:lnTo>
                  <a:lnTo>
                    <a:pt x="287181" y="750365"/>
                  </a:lnTo>
                  <a:lnTo>
                    <a:pt x="243288" y="736356"/>
                  </a:lnTo>
                  <a:lnTo>
                    <a:pt x="201881" y="717363"/>
                  </a:lnTo>
                  <a:lnTo>
                    <a:pt x="163318" y="693742"/>
                  </a:lnTo>
                  <a:lnTo>
                    <a:pt x="127955" y="665850"/>
                  </a:lnTo>
                  <a:lnTo>
                    <a:pt x="96149" y="634044"/>
                  </a:lnTo>
                  <a:lnTo>
                    <a:pt x="68257" y="598681"/>
                  </a:lnTo>
                  <a:lnTo>
                    <a:pt x="44636" y="560118"/>
                  </a:lnTo>
                  <a:lnTo>
                    <a:pt x="25643" y="518711"/>
                  </a:lnTo>
                  <a:lnTo>
                    <a:pt x="11634" y="474818"/>
                  </a:lnTo>
                  <a:lnTo>
                    <a:pt x="2968" y="428795"/>
                  </a:lnTo>
                  <a:lnTo>
                    <a:pt x="0" y="3810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196592" y="1768347"/>
            <a:ext cx="558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15" dirty="0">
                <a:solidFill>
                  <a:srgbClr val="000000"/>
                </a:solidFill>
                <a:latin typeface="Arial"/>
                <a:cs typeface="Arial"/>
              </a:rPr>
              <a:t>Tree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53508" y="3037840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595500" y="3577971"/>
            <a:ext cx="3362960" cy="1228090"/>
            <a:chOff x="1595500" y="3577971"/>
            <a:chExt cx="3362960" cy="1228090"/>
          </a:xfrm>
        </p:grpSpPr>
        <p:sp>
          <p:nvSpPr>
            <p:cNvPr id="14" name="object 14"/>
            <p:cNvSpPr/>
            <p:nvPr/>
          </p:nvSpPr>
          <p:spPr>
            <a:xfrm>
              <a:off x="4496180" y="3577971"/>
              <a:ext cx="462280" cy="613410"/>
            </a:xfrm>
            <a:custGeom>
              <a:avLst/>
              <a:gdLst/>
              <a:ahLst/>
              <a:cxnLst/>
              <a:rect l="l" t="t" r="r" b="b"/>
              <a:pathLst>
                <a:path w="462279" h="613410">
                  <a:moveTo>
                    <a:pt x="15240" y="529589"/>
                  </a:moveTo>
                  <a:lnTo>
                    <a:pt x="0" y="613409"/>
                  </a:lnTo>
                  <a:lnTo>
                    <a:pt x="76200" y="575309"/>
                  </a:lnTo>
                  <a:lnTo>
                    <a:pt x="64346" y="566419"/>
                  </a:lnTo>
                  <a:lnTo>
                    <a:pt x="43180" y="566419"/>
                  </a:lnTo>
                  <a:lnTo>
                    <a:pt x="33020" y="558799"/>
                  </a:lnTo>
                  <a:lnTo>
                    <a:pt x="40640" y="548639"/>
                  </a:lnTo>
                  <a:lnTo>
                    <a:pt x="15240" y="529589"/>
                  </a:lnTo>
                  <a:close/>
                </a:path>
                <a:path w="462279" h="613410">
                  <a:moveTo>
                    <a:pt x="40639" y="548639"/>
                  </a:moveTo>
                  <a:lnTo>
                    <a:pt x="33020" y="558799"/>
                  </a:lnTo>
                  <a:lnTo>
                    <a:pt x="43180" y="566419"/>
                  </a:lnTo>
                  <a:lnTo>
                    <a:pt x="50800" y="556259"/>
                  </a:lnTo>
                  <a:lnTo>
                    <a:pt x="40639" y="548639"/>
                  </a:lnTo>
                  <a:close/>
                </a:path>
                <a:path w="462279" h="613410">
                  <a:moveTo>
                    <a:pt x="50800" y="556259"/>
                  </a:moveTo>
                  <a:lnTo>
                    <a:pt x="43180" y="566419"/>
                  </a:lnTo>
                  <a:lnTo>
                    <a:pt x="64346" y="566419"/>
                  </a:lnTo>
                  <a:lnTo>
                    <a:pt x="50800" y="556259"/>
                  </a:lnTo>
                  <a:close/>
                </a:path>
                <a:path w="462279" h="613410">
                  <a:moveTo>
                    <a:pt x="452120" y="0"/>
                  </a:moveTo>
                  <a:lnTo>
                    <a:pt x="40639" y="548639"/>
                  </a:lnTo>
                  <a:lnTo>
                    <a:pt x="50800" y="556259"/>
                  </a:lnTo>
                  <a:lnTo>
                    <a:pt x="462280" y="7619"/>
                  </a:lnTo>
                  <a:lnTo>
                    <a:pt x="4521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600580" y="4038981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1000" y="0"/>
                  </a:moveTo>
                  <a:lnTo>
                    <a:pt x="333204" y="2968"/>
                  </a:lnTo>
                  <a:lnTo>
                    <a:pt x="287181" y="11634"/>
                  </a:lnTo>
                  <a:lnTo>
                    <a:pt x="243288" y="25643"/>
                  </a:lnTo>
                  <a:lnTo>
                    <a:pt x="201881" y="44636"/>
                  </a:lnTo>
                  <a:lnTo>
                    <a:pt x="163318" y="68257"/>
                  </a:lnTo>
                  <a:lnTo>
                    <a:pt x="127955" y="96149"/>
                  </a:lnTo>
                  <a:lnTo>
                    <a:pt x="96149" y="127955"/>
                  </a:lnTo>
                  <a:lnTo>
                    <a:pt x="68257" y="163318"/>
                  </a:lnTo>
                  <a:lnTo>
                    <a:pt x="44636" y="201881"/>
                  </a:lnTo>
                  <a:lnTo>
                    <a:pt x="25643" y="243288"/>
                  </a:lnTo>
                  <a:lnTo>
                    <a:pt x="11634" y="287181"/>
                  </a:lnTo>
                  <a:lnTo>
                    <a:pt x="2968" y="333204"/>
                  </a:lnTo>
                  <a:lnTo>
                    <a:pt x="0" y="381000"/>
                  </a:lnTo>
                  <a:lnTo>
                    <a:pt x="2968" y="428795"/>
                  </a:lnTo>
                  <a:lnTo>
                    <a:pt x="11634" y="474818"/>
                  </a:lnTo>
                  <a:lnTo>
                    <a:pt x="25643" y="518711"/>
                  </a:lnTo>
                  <a:lnTo>
                    <a:pt x="44636" y="560118"/>
                  </a:lnTo>
                  <a:lnTo>
                    <a:pt x="68257" y="598681"/>
                  </a:lnTo>
                  <a:lnTo>
                    <a:pt x="96149" y="634044"/>
                  </a:lnTo>
                  <a:lnTo>
                    <a:pt x="127955" y="665850"/>
                  </a:lnTo>
                  <a:lnTo>
                    <a:pt x="163318" y="693742"/>
                  </a:lnTo>
                  <a:lnTo>
                    <a:pt x="201881" y="717363"/>
                  </a:lnTo>
                  <a:lnTo>
                    <a:pt x="243288" y="736356"/>
                  </a:lnTo>
                  <a:lnTo>
                    <a:pt x="287181" y="750365"/>
                  </a:lnTo>
                  <a:lnTo>
                    <a:pt x="333204" y="759031"/>
                  </a:lnTo>
                  <a:lnTo>
                    <a:pt x="381000" y="762000"/>
                  </a:lnTo>
                  <a:lnTo>
                    <a:pt x="428795" y="759031"/>
                  </a:lnTo>
                  <a:lnTo>
                    <a:pt x="474818" y="750365"/>
                  </a:lnTo>
                  <a:lnTo>
                    <a:pt x="518711" y="736356"/>
                  </a:lnTo>
                  <a:lnTo>
                    <a:pt x="560118" y="717363"/>
                  </a:lnTo>
                  <a:lnTo>
                    <a:pt x="598681" y="693742"/>
                  </a:lnTo>
                  <a:lnTo>
                    <a:pt x="634044" y="665850"/>
                  </a:lnTo>
                  <a:lnTo>
                    <a:pt x="665850" y="634044"/>
                  </a:lnTo>
                  <a:lnTo>
                    <a:pt x="693742" y="598681"/>
                  </a:lnTo>
                  <a:lnTo>
                    <a:pt x="717363" y="560118"/>
                  </a:lnTo>
                  <a:lnTo>
                    <a:pt x="736356" y="518711"/>
                  </a:lnTo>
                  <a:lnTo>
                    <a:pt x="750365" y="474818"/>
                  </a:lnTo>
                  <a:lnTo>
                    <a:pt x="759031" y="428795"/>
                  </a:lnTo>
                  <a:lnTo>
                    <a:pt x="762000" y="381000"/>
                  </a:lnTo>
                  <a:lnTo>
                    <a:pt x="759031" y="333204"/>
                  </a:lnTo>
                  <a:lnTo>
                    <a:pt x="750365" y="287181"/>
                  </a:lnTo>
                  <a:lnTo>
                    <a:pt x="736356" y="243288"/>
                  </a:lnTo>
                  <a:lnTo>
                    <a:pt x="717363" y="201881"/>
                  </a:lnTo>
                  <a:lnTo>
                    <a:pt x="693742" y="163318"/>
                  </a:lnTo>
                  <a:lnTo>
                    <a:pt x="665850" y="127955"/>
                  </a:lnTo>
                  <a:lnTo>
                    <a:pt x="634044" y="96149"/>
                  </a:lnTo>
                  <a:lnTo>
                    <a:pt x="598681" y="68257"/>
                  </a:lnTo>
                  <a:lnTo>
                    <a:pt x="560118" y="44636"/>
                  </a:lnTo>
                  <a:lnTo>
                    <a:pt x="518711" y="25643"/>
                  </a:lnTo>
                  <a:lnTo>
                    <a:pt x="474818" y="11634"/>
                  </a:lnTo>
                  <a:lnTo>
                    <a:pt x="428795" y="2968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600580" y="4038981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381000"/>
                  </a:moveTo>
                  <a:lnTo>
                    <a:pt x="2968" y="333204"/>
                  </a:lnTo>
                  <a:lnTo>
                    <a:pt x="11634" y="287181"/>
                  </a:lnTo>
                  <a:lnTo>
                    <a:pt x="25643" y="243288"/>
                  </a:lnTo>
                  <a:lnTo>
                    <a:pt x="44636" y="201881"/>
                  </a:lnTo>
                  <a:lnTo>
                    <a:pt x="68257" y="163318"/>
                  </a:lnTo>
                  <a:lnTo>
                    <a:pt x="96149" y="127955"/>
                  </a:lnTo>
                  <a:lnTo>
                    <a:pt x="127955" y="96149"/>
                  </a:lnTo>
                  <a:lnTo>
                    <a:pt x="163318" y="68257"/>
                  </a:lnTo>
                  <a:lnTo>
                    <a:pt x="201881" y="44636"/>
                  </a:lnTo>
                  <a:lnTo>
                    <a:pt x="243288" y="25643"/>
                  </a:lnTo>
                  <a:lnTo>
                    <a:pt x="287181" y="11634"/>
                  </a:lnTo>
                  <a:lnTo>
                    <a:pt x="333204" y="2968"/>
                  </a:lnTo>
                  <a:lnTo>
                    <a:pt x="381000" y="0"/>
                  </a:lnTo>
                  <a:lnTo>
                    <a:pt x="428795" y="2968"/>
                  </a:lnTo>
                  <a:lnTo>
                    <a:pt x="474818" y="11634"/>
                  </a:lnTo>
                  <a:lnTo>
                    <a:pt x="518711" y="25643"/>
                  </a:lnTo>
                  <a:lnTo>
                    <a:pt x="560118" y="44636"/>
                  </a:lnTo>
                  <a:lnTo>
                    <a:pt x="598681" y="68257"/>
                  </a:lnTo>
                  <a:lnTo>
                    <a:pt x="634044" y="96149"/>
                  </a:lnTo>
                  <a:lnTo>
                    <a:pt x="665850" y="127955"/>
                  </a:lnTo>
                  <a:lnTo>
                    <a:pt x="693742" y="163318"/>
                  </a:lnTo>
                  <a:lnTo>
                    <a:pt x="717363" y="201881"/>
                  </a:lnTo>
                  <a:lnTo>
                    <a:pt x="736356" y="243288"/>
                  </a:lnTo>
                  <a:lnTo>
                    <a:pt x="750365" y="287181"/>
                  </a:lnTo>
                  <a:lnTo>
                    <a:pt x="759031" y="333204"/>
                  </a:lnTo>
                  <a:lnTo>
                    <a:pt x="762000" y="381000"/>
                  </a:lnTo>
                  <a:lnTo>
                    <a:pt x="759031" y="428795"/>
                  </a:lnTo>
                  <a:lnTo>
                    <a:pt x="750365" y="474818"/>
                  </a:lnTo>
                  <a:lnTo>
                    <a:pt x="736356" y="518711"/>
                  </a:lnTo>
                  <a:lnTo>
                    <a:pt x="717363" y="560118"/>
                  </a:lnTo>
                  <a:lnTo>
                    <a:pt x="693742" y="598681"/>
                  </a:lnTo>
                  <a:lnTo>
                    <a:pt x="665850" y="634044"/>
                  </a:lnTo>
                  <a:lnTo>
                    <a:pt x="634044" y="665850"/>
                  </a:lnTo>
                  <a:lnTo>
                    <a:pt x="598681" y="693742"/>
                  </a:lnTo>
                  <a:lnTo>
                    <a:pt x="560118" y="717363"/>
                  </a:lnTo>
                  <a:lnTo>
                    <a:pt x="518711" y="736356"/>
                  </a:lnTo>
                  <a:lnTo>
                    <a:pt x="474818" y="750365"/>
                  </a:lnTo>
                  <a:lnTo>
                    <a:pt x="428795" y="759031"/>
                  </a:lnTo>
                  <a:lnTo>
                    <a:pt x="381000" y="762000"/>
                  </a:lnTo>
                  <a:lnTo>
                    <a:pt x="333204" y="759031"/>
                  </a:lnTo>
                  <a:lnTo>
                    <a:pt x="287181" y="750365"/>
                  </a:lnTo>
                  <a:lnTo>
                    <a:pt x="243288" y="736356"/>
                  </a:lnTo>
                  <a:lnTo>
                    <a:pt x="201881" y="717363"/>
                  </a:lnTo>
                  <a:lnTo>
                    <a:pt x="163318" y="693742"/>
                  </a:lnTo>
                  <a:lnTo>
                    <a:pt x="127955" y="665850"/>
                  </a:lnTo>
                  <a:lnTo>
                    <a:pt x="96149" y="634044"/>
                  </a:lnTo>
                  <a:lnTo>
                    <a:pt x="68257" y="598681"/>
                  </a:lnTo>
                  <a:lnTo>
                    <a:pt x="44636" y="560118"/>
                  </a:lnTo>
                  <a:lnTo>
                    <a:pt x="25643" y="518711"/>
                  </a:lnTo>
                  <a:lnTo>
                    <a:pt x="11634" y="474818"/>
                  </a:lnTo>
                  <a:lnTo>
                    <a:pt x="2968" y="428795"/>
                  </a:lnTo>
                  <a:lnTo>
                    <a:pt x="0" y="3810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905254" y="4257294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509901" y="2738501"/>
            <a:ext cx="772160" cy="772160"/>
            <a:chOff x="2509901" y="2738501"/>
            <a:chExt cx="772160" cy="772160"/>
          </a:xfrm>
        </p:grpSpPr>
        <p:sp>
          <p:nvSpPr>
            <p:cNvPr id="19" name="object 19"/>
            <p:cNvSpPr/>
            <p:nvPr/>
          </p:nvSpPr>
          <p:spPr>
            <a:xfrm>
              <a:off x="2514981" y="2743581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1000" y="0"/>
                  </a:moveTo>
                  <a:lnTo>
                    <a:pt x="333204" y="2968"/>
                  </a:lnTo>
                  <a:lnTo>
                    <a:pt x="287181" y="11634"/>
                  </a:lnTo>
                  <a:lnTo>
                    <a:pt x="243288" y="25643"/>
                  </a:lnTo>
                  <a:lnTo>
                    <a:pt x="201881" y="44636"/>
                  </a:lnTo>
                  <a:lnTo>
                    <a:pt x="163318" y="68257"/>
                  </a:lnTo>
                  <a:lnTo>
                    <a:pt x="127955" y="96149"/>
                  </a:lnTo>
                  <a:lnTo>
                    <a:pt x="96149" y="127955"/>
                  </a:lnTo>
                  <a:lnTo>
                    <a:pt x="68257" y="163318"/>
                  </a:lnTo>
                  <a:lnTo>
                    <a:pt x="44636" y="201881"/>
                  </a:lnTo>
                  <a:lnTo>
                    <a:pt x="25643" y="243288"/>
                  </a:lnTo>
                  <a:lnTo>
                    <a:pt x="11634" y="287181"/>
                  </a:lnTo>
                  <a:lnTo>
                    <a:pt x="2968" y="333204"/>
                  </a:lnTo>
                  <a:lnTo>
                    <a:pt x="0" y="381000"/>
                  </a:lnTo>
                  <a:lnTo>
                    <a:pt x="2968" y="428795"/>
                  </a:lnTo>
                  <a:lnTo>
                    <a:pt x="11634" y="474818"/>
                  </a:lnTo>
                  <a:lnTo>
                    <a:pt x="25643" y="518711"/>
                  </a:lnTo>
                  <a:lnTo>
                    <a:pt x="44636" y="560118"/>
                  </a:lnTo>
                  <a:lnTo>
                    <a:pt x="68257" y="598681"/>
                  </a:lnTo>
                  <a:lnTo>
                    <a:pt x="96149" y="634044"/>
                  </a:lnTo>
                  <a:lnTo>
                    <a:pt x="127955" y="665850"/>
                  </a:lnTo>
                  <a:lnTo>
                    <a:pt x="163318" y="693742"/>
                  </a:lnTo>
                  <a:lnTo>
                    <a:pt x="201881" y="717363"/>
                  </a:lnTo>
                  <a:lnTo>
                    <a:pt x="243288" y="736356"/>
                  </a:lnTo>
                  <a:lnTo>
                    <a:pt x="287181" y="750365"/>
                  </a:lnTo>
                  <a:lnTo>
                    <a:pt x="333204" y="759031"/>
                  </a:lnTo>
                  <a:lnTo>
                    <a:pt x="381000" y="762000"/>
                  </a:lnTo>
                  <a:lnTo>
                    <a:pt x="428795" y="759031"/>
                  </a:lnTo>
                  <a:lnTo>
                    <a:pt x="474818" y="750365"/>
                  </a:lnTo>
                  <a:lnTo>
                    <a:pt x="518711" y="736356"/>
                  </a:lnTo>
                  <a:lnTo>
                    <a:pt x="560118" y="717363"/>
                  </a:lnTo>
                  <a:lnTo>
                    <a:pt x="598681" y="693742"/>
                  </a:lnTo>
                  <a:lnTo>
                    <a:pt x="634044" y="665850"/>
                  </a:lnTo>
                  <a:lnTo>
                    <a:pt x="665850" y="634044"/>
                  </a:lnTo>
                  <a:lnTo>
                    <a:pt x="693742" y="598681"/>
                  </a:lnTo>
                  <a:lnTo>
                    <a:pt x="717363" y="560118"/>
                  </a:lnTo>
                  <a:lnTo>
                    <a:pt x="736356" y="518711"/>
                  </a:lnTo>
                  <a:lnTo>
                    <a:pt x="750365" y="474818"/>
                  </a:lnTo>
                  <a:lnTo>
                    <a:pt x="759031" y="428795"/>
                  </a:lnTo>
                  <a:lnTo>
                    <a:pt x="761999" y="381000"/>
                  </a:lnTo>
                  <a:lnTo>
                    <a:pt x="759031" y="333204"/>
                  </a:lnTo>
                  <a:lnTo>
                    <a:pt x="750365" y="287181"/>
                  </a:lnTo>
                  <a:lnTo>
                    <a:pt x="736356" y="243288"/>
                  </a:lnTo>
                  <a:lnTo>
                    <a:pt x="717363" y="201881"/>
                  </a:lnTo>
                  <a:lnTo>
                    <a:pt x="693742" y="163318"/>
                  </a:lnTo>
                  <a:lnTo>
                    <a:pt x="665850" y="127955"/>
                  </a:lnTo>
                  <a:lnTo>
                    <a:pt x="634044" y="96149"/>
                  </a:lnTo>
                  <a:lnTo>
                    <a:pt x="598681" y="68257"/>
                  </a:lnTo>
                  <a:lnTo>
                    <a:pt x="560118" y="44636"/>
                  </a:lnTo>
                  <a:lnTo>
                    <a:pt x="518711" y="25643"/>
                  </a:lnTo>
                  <a:lnTo>
                    <a:pt x="474818" y="11634"/>
                  </a:lnTo>
                  <a:lnTo>
                    <a:pt x="428795" y="2968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514981" y="2743581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381000"/>
                  </a:moveTo>
                  <a:lnTo>
                    <a:pt x="2968" y="333204"/>
                  </a:lnTo>
                  <a:lnTo>
                    <a:pt x="11634" y="287181"/>
                  </a:lnTo>
                  <a:lnTo>
                    <a:pt x="25643" y="243288"/>
                  </a:lnTo>
                  <a:lnTo>
                    <a:pt x="44636" y="201881"/>
                  </a:lnTo>
                  <a:lnTo>
                    <a:pt x="68257" y="163318"/>
                  </a:lnTo>
                  <a:lnTo>
                    <a:pt x="96149" y="127955"/>
                  </a:lnTo>
                  <a:lnTo>
                    <a:pt x="127955" y="96149"/>
                  </a:lnTo>
                  <a:lnTo>
                    <a:pt x="163318" y="68257"/>
                  </a:lnTo>
                  <a:lnTo>
                    <a:pt x="201881" y="44636"/>
                  </a:lnTo>
                  <a:lnTo>
                    <a:pt x="243288" y="25643"/>
                  </a:lnTo>
                  <a:lnTo>
                    <a:pt x="287181" y="11634"/>
                  </a:lnTo>
                  <a:lnTo>
                    <a:pt x="333204" y="2968"/>
                  </a:lnTo>
                  <a:lnTo>
                    <a:pt x="381000" y="0"/>
                  </a:lnTo>
                  <a:lnTo>
                    <a:pt x="428795" y="2968"/>
                  </a:lnTo>
                  <a:lnTo>
                    <a:pt x="474818" y="11634"/>
                  </a:lnTo>
                  <a:lnTo>
                    <a:pt x="518711" y="25643"/>
                  </a:lnTo>
                  <a:lnTo>
                    <a:pt x="560118" y="44636"/>
                  </a:lnTo>
                  <a:lnTo>
                    <a:pt x="598681" y="68257"/>
                  </a:lnTo>
                  <a:lnTo>
                    <a:pt x="634044" y="96149"/>
                  </a:lnTo>
                  <a:lnTo>
                    <a:pt x="665850" y="127955"/>
                  </a:lnTo>
                  <a:lnTo>
                    <a:pt x="693742" y="163318"/>
                  </a:lnTo>
                  <a:lnTo>
                    <a:pt x="717363" y="201881"/>
                  </a:lnTo>
                  <a:lnTo>
                    <a:pt x="736356" y="243288"/>
                  </a:lnTo>
                  <a:lnTo>
                    <a:pt x="750365" y="287181"/>
                  </a:lnTo>
                  <a:lnTo>
                    <a:pt x="759031" y="333204"/>
                  </a:lnTo>
                  <a:lnTo>
                    <a:pt x="761999" y="381000"/>
                  </a:lnTo>
                  <a:lnTo>
                    <a:pt x="759031" y="428795"/>
                  </a:lnTo>
                  <a:lnTo>
                    <a:pt x="750365" y="474818"/>
                  </a:lnTo>
                  <a:lnTo>
                    <a:pt x="736356" y="518711"/>
                  </a:lnTo>
                  <a:lnTo>
                    <a:pt x="717363" y="560118"/>
                  </a:lnTo>
                  <a:lnTo>
                    <a:pt x="693742" y="598681"/>
                  </a:lnTo>
                  <a:lnTo>
                    <a:pt x="665850" y="634044"/>
                  </a:lnTo>
                  <a:lnTo>
                    <a:pt x="634044" y="665850"/>
                  </a:lnTo>
                  <a:lnTo>
                    <a:pt x="598681" y="693742"/>
                  </a:lnTo>
                  <a:lnTo>
                    <a:pt x="560118" y="717363"/>
                  </a:lnTo>
                  <a:lnTo>
                    <a:pt x="518711" y="736356"/>
                  </a:lnTo>
                  <a:lnTo>
                    <a:pt x="474818" y="750365"/>
                  </a:lnTo>
                  <a:lnTo>
                    <a:pt x="428795" y="759031"/>
                  </a:lnTo>
                  <a:lnTo>
                    <a:pt x="381000" y="762000"/>
                  </a:lnTo>
                  <a:lnTo>
                    <a:pt x="333204" y="759031"/>
                  </a:lnTo>
                  <a:lnTo>
                    <a:pt x="287181" y="750365"/>
                  </a:lnTo>
                  <a:lnTo>
                    <a:pt x="243288" y="736356"/>
                  </a:lnTo>
                  <a:lnTo>
                    <a:pt x="201881" y="717363"/>
                  </a:lnTo>
                  <a:lnTo>
                    <a:pt x="163318" y="693742"/>
                  </a:lnTo>
                  <a:lnTo>
                    <a:pt x="127955" y="665850"/>
                  </a:lnTo>
                  <a:lnTo>
                    <a:pt x="96149" y="634044"/>
                  </a:lnTo>
                  <a:lnTo>
                    <a:pt x="68257" y="598681"/>
                  </a:lnTo>
                  <a:lnTo>
                    <a:pt x="44636" y="560118"/>
                  </a:lnTo>
                  <a:lnTo>
                    <a:pt x="25643" y="518711"/>
                  </a:lnTo>
                  <a:lnTo>
                    <a:pt x="11634" y="474818"/>
                  </a:lnTo>
                  <a:lnTo>
                    <a:pt x="2968" y="428795"/>
                  </a:lnTo>
                  <a:lnTo>
                    <a:pt x="0" y="3810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819654" y="2961640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043301" y="2282189"/>
            <a:ext cx="772160" cy="2600325"/>
            <a:chOff x="3043301" y="2282189"/>
            <a:chExt cx="772160" cy="2600325"/>
          </a:xfrm>
        </p:grpSpPr>
        <p:sp>
          <p:nvSpPr>
            <p:cNvPr id="23" name="object 23"/>
            <p:cNvSpPr/>
            <p:nvPr/>
          </p:nvSpPr>
          <p:spPr>
            <a:xfrm>
              <a:off x="3200781" y="2282189"/>
              <a:ext cx="462280" cy="537845"/>
            </a:xfrm>
            <a:custGeom>
              <a:avLst/>
              <a:gdLst/>
              <a:ahLst/>
              <a:cxnLst/>
              <a:rect l="l" t="t" r="r" b="b"/>
              <a:pathLst>
                <a:path w="462279" h="537844">
                  <a:moveTo>
                    <a:pt x="20700" y="454913"/>
                  </a:moveTo>
                  <a:lnTo>
                    <a:pt x="0" y="537590"/>
                  </a:lnTo>
                  <a:lnTo>
                    <a:pt x="78485" y="504571"/>
                  </a:lnTo>
                  <a:lnTo>
                    <a:pt x="65628" y="493522"/>
                  </a:lnTo>
                  <a:lnTo>
                    <a:pt x="46100" y="493522"/>
                  </a:lnTo>
                  <a:lnTo>
                    <a:pt x="36449" y="485267"/>
                  </a:lnTo>
                  <a:lnTo>
                    <a:pt x="44750" y="475581"/>
                  </a:lnTo>
                  <a:lnTo>
                    <a:pt x="20700" y="454913"/>
                  </a:lnTo>
                  <a:close/>
                </a:path>
                <a:path w="462279" h="537844">
                  <a:moveTo>
                    <a:pt x="44750" y="475581"/>
                  </a:moveTo>
                  <a:lnTo>
                    <a:pt x="36449" y="485267"/>
                  </a:lnTo>
                  <a:lnTo>
                    <a:pt x="46100" y="493522"/>
                  </a:lnTo>
                  <a:lnTo>
                    <a:pt x="54384" y="483859"/>
                  </a:lnTo>
                  <a:lnTo>
                    <a:pt x="44750" y="475581"/>
                  </a:lnTo>
                  <a:close/>
                </a:path>
                <a:path w="462279" h="537844">
                  <a:moveTo>
                    <a:pt x="54384" y="483859"/>
                  </a:moveTo>
                  <a:lnTo>
                    <a:pt x="46100" y="493522"/>
                  </a:lnTo>
                  <a:lnTo>
                    <a:pt x="65628" y="493522"/>
                  </a:lnTo>
                  <a:lnTo>
                    <a:pt x="54384" y="483859"/>
                  </a:lnTo>
                  <a:close/>
                </a:path>
                <a:path w="462279" h="537844">
                  <a:moveTo>
                    <a:pt x="452373" y="0"/>
                  </a:moveTo>
                  <a:lnTo>
                    <a:pt x="44750" y="475581"/>
                  </a:lnTo>
                  <a:lnTo>
                    <a:pt x="54384" y="483859"/>
                  </a:lnTo>
                  <a:lnTo>
                    <a:pt x="462026" y="8382"/>
                  </a:lnTo>
                  <a:lnTo>
                    <a:pt x="4523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048381" y="411518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0999" y="0"/>
                  </a:moveTo>
                  <a:lnTo>
                    <a:pt x="333204" y="2968"/>
                  </a:lnTo>
                  <a:lnTo>
                    <a:pt x="287181" y="11634"/>
                  </a:lnTo>
                  <a:lnTo>
                    <a:pt x="243288" y="25643"/>
                  </a:lnTo>
                  <a:lnTo>
                    <a:pt x="201881" y="44636"/>
                  </a:lnTo>
                  <a:lnTo>
                    <a:pt x="163318" y="68257"/>
                  </a:lnTo>
                  <a:lnTo>
                    <a:pt x="127955" y="96149"/>
                  </a:lnTo>
                  <a:lnTo>
                    <a:pt x="96149" y="127955"/>
                  </a:lnTo>
                  <a:lnTo>
                    <a:pt x="68257" y="163318"/>
                  </a:lnTo>
                  <a:lnTo>
                    <a:pt x="44636" y="201881"/>
                  </a:lnTo>
                  <a:lnTo>
                    <a:pt x="25643" y="243288"/>
                  </a:lnTo>
                  <a:lnTo>
                    <a:pt x="11634" y="287181"/>
                  </a:lnTo>
                  <a:lnTo>
                    <a:pt x="2968" y="333204"/>
                  </a:lnTo>
                  <a:lnTo>
                    <a:pt x="0" y="381000"/>
                  </a:lnTo>
                  <a:lnTo>
                    <a:pt x="2968" y="428795"/>
                  </a:lnTo>
                  <a:lnTo>
                    <a:pt x="11634" y="474818"/>
                  </a:lnTo>
                  <a:lnTo>
                    <a:pt x="25643" y="518711"/>
                  </a:lnTo>
                  <a:lnTo>
                    <a:pt x="44636" y="560118"/>
                  </a:lnTo>
                  <a:lnTo>
                    <a:pt x="68257" y="598681"/>
                  </a:lnTo>
                  <a:lnTo>
                    <a:pt x="96149" y="634044"/>
                  </a:lnTo>
                  <a:lnTo>
                    <a:pt x="127955" y="665850"/>
                  </a:lnTo>
                  <a:lnTo>
                    <a:pt x="163318" y="693742"/>
                  </a:lnTo>
                  <a:lnTo>
                    <a:pt x="201881" y="717363"/>
                  </a:lnTo>
                  <a:lnTo>
                    <a:pt x="243288" y="736356"/>
                  </a:lnTo>
                  <a:lnTo>
                    <a:pt x="287181" y="750365"/>
                  </a:lnTo>
                  <a:lnTo>
                    <a:pt x="333204" y="759031"/>
                  </a:lnTo>
                  <a:lnTo>
                    <a:pt x="380999" y="762000"/>
                  </a:lnTo>
                  <a:lnTo>
                    <a:pt x="428795" y="759031"/>
                  </a:lnTo>
                  <a:lnTo>
                    <a:pt x="474818" y="750365"/>
                  </a:lnTo>
                  <a:lnTo>
                    <a:pt x="518711" y="736356"/>
                  </a:lnTo>
                  <a:lnTo>
                    <a:pt x="560118" y="717363"/>
                  </a:lnTo>
                  <a:lnTo>
                    <a:pt x="598681" y="693742"/>
                  </a:lnTo>
                  <a:lnTo>
                    <a:pt x="634044" y="665850"/>
                  </a:lnTo>
                  <a:lnTo>
                    <a:pt x="665850" y="634044"/>
                  </a:lnTo>
                  <a:lnTo>
                    <a:pt x="693742" y="598681"/>
                  </a:lnTo>
                  <a:lnTo>
                    <a:pt x="717363" y="560118"/>
                  </a:lnTo>
                  <a:lnTo>
                    <a:pt x="736356" y="518711"/>
                  </a:lnTo>
                  <a:lnTo>
                    <a:pt x="750365" y="474818"/>
                  </a:lnTo>
                  <a:lnTo>
                    <a:pt x="759031" y="428795"/>
                  </a:lnTo>
                  <a:lnTo>
                    <a:pt x="761999" y="381000"/>
                  </a:lnTo>
                  <a:lnTo>
                    <a:pt x="759031" y="333204"/>
                  </a:lnTo>
                  <a:lnTo>
                    <a:pt x="750365" y="287181"/>
                  </a:lnTo>
                  <a:lnTo>
                    <a:pt x="736356" y="243288"/>
                  </a:lnTo>
                  <a:lnTo>
                    <a:pt x="717363" y="201881"/>
                  </a:lnTo>
                  <a:lnTo>
                    <a:pt x="693742" y="163318"/>
                  </a:lnTo>
                  <a:lnTo>
                    <a:pt x="665850" y="127955"/>
                  </a:lnTo>
                  <a:lnTo>
                    <a:pt x="634044" y="96149"/>
                  </a:lnTo>
                  <a:lnTo>
                    <a:pt x="598681" y="68257"/>
                  </a:lnTo>
                  <a:lnTo>
                    <a:pt x="560118" y="44636"/>
                  </a:lnTo>
                  <a:lnTo>
                    <a:pt x="518711" y="25643"/>
                  </a:lnTo>
                  <a:lnTo>
                    <a:pt x="474818" y="11634"/>
                  </a:lnTo>
                  <a:lnTo>
                    <a:pt x="428795" y="2968"/>
                  </a:lnTo>
                  <a:lnTo>
                    <a:pt x="380999" y="0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048381" y="411518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381000"/>
                  </a:moveTo>
                  <a:lnTo>
                    <a:pt x="2968" y="333204"/>
                  </a:lnTo>
                  <a:lnTo>
                    <a:pt x="11634" y="287181"/>
                  </a:lnTo>
                  <a:lnTo>
                    <a:pt x="25643" y="243288"/>
                  </a:lnTo>
                  <a:lnTo>
                    <a:pt x="44636" y="201881"/>
                  </a:lnTo>
                  <a:lnTo>
                    <a:pt x="68257" y="163318"/>
                  </a:lnTo>
                  <a:lnTo>
                    <a:pt x="96149" y="127955"/>
                  </a:lnTo>
                  <a:lnTo>
                    <a:pt x="127955" y="96149"/>
                  </a:lnTo>
                  <a:lnTo>
                    <a:pt x="163318" y="68257"/>
                  </a:lnTo>
                  <a:lnTo>
                    <a:pt x="201881" y="44636"/>
                  </a:lnTo>
                  <a:lnTo>
                    <a:pt x="243288" y="25643"/>
                  </a:lnTo>
                  <a:lnTo>
                    <a:pt x="287181" y="11634"/>
                  </a:lnTo>
                  <a:lnTo>
                    <a:pt x="333204" y="2968"/>
                  </a:lnTo>
                  <a:lnTo>
                    <a:pt x="380999" y="0"/>
                  </a:lnTo>
                  <a:lnTo>
                    <a:pt x="428795" y="2968"/>
                  </a:lnTo>
                  <a:lnTo>
                    <a:pt x="474818" y="11634"/>
                  </a:lnTo>
                  <a:lnTo>
                    <a:pt x="518711" y="25643"/>
                  </a:lnTo>
                  <a:lnTo>
                    <a:pt x="560118" y="44636"/>
                  </a:lnTo>
                  <a:lnTo>
                    <a:pt x="598681" y="68257"/>
                  </a:lnTo>
                  <a:lnTo>
                    <a:pt x="634044" y="96149"/>
                  </a:lnTo>
                  <a:lnTo>
                    <a:pt x="665850" y="127955"/>
                  </a:lnTo>
                  <a:lnTo>
                    <a:pt x="693742" y="163318"/>
                  </a:lnTo>
                  <a:lnTo>
                    <a:pt x="717363" y="201881"/>
                  </a:lnTo>
                  <a:lnTo>
                    <a:pt x="736356" y="243288"/>
                  </a:lnTo>
                  <a:lnTo>
                    <a:pt x="750365" y="287181"/>
                  </a:lnTo>
                  <a:lnTo>
                    <a:pt x="759031" y="333204"/>
                  </a:lnTo>
                  <a:lnTo>
                    <a:pt x="761999" y="381000"/>
                  </a:lnTo>
                  <a:lnTo>
                    <a:pt x="759031" y="428795"/>
                  </a:lnTo>
                  <a:lnTo>
                    <a:pt x="750365" y="474818"/>
                  </a:lnTo>
                  <a:lnTo>
                    <a:pt x="736356" y="518711"/>
                  </a:lnTo>
                  <a:lnTo>
                    <a:pt x="717363" y="560118"/>
                  </a:lnTo>
                  <a:lnTo>
                    <a:pt x="693742" y="598681"/>
                  </a:lnTo>
                  <a:lnTo>
                    <a:pt x="665850" y="634044"/>
                  </a:lnTo>
                  <a:lnTo>
                    <a:pt x="634044" y="665850"/>
                  </a:lnTo>
                  <a:lnTo>
                    <a:pt x="598681" y="693742"/>
                  </a:lnTo>
                  <a:lnTo>
                    <a:pt x="560118" y="717363"/>
                  </a:lnTo>
                  <a:lnTo>
                    <a:pt x="518711" y="736356"/>
                  </a:lnTo>
                  <a:lnTo>
                    <a:pt x="474818" y="750365"/>
                  </a:lnTo>
                  <a:lnTo>
                    <a:pt x="428795" y="759031"/>
                  </a:lnTo>
                  <a:lnTo>
                    <a:pt x="380999" y="762000"/>
                  </a:lnTo>
                  <a:lnTo>
                    <a:pt x="333204" y="759031"/>
                  </a:lnTo>
                  <a:lnTo>
                    <a:pt x="287181" y="750365"/>
                  </a:lnTo>
                  <a:lnTo>
                    <a:pt x="243288" y="736356"/>
                  </a:lnTo>
                  <a:lnTo>
                    <a:pt x="201881" y="717363"/>
                  </a:lnTo>
                  <a:lnTo>
                    <a:pt x="163318" y="693742"/>
                  </a:lnTo>
                  <a:lnTo>
                    <a:pt x="127955" y="665850"/>
                  </a:lnTo>
                  <a:lnTo>
                    <a:pt x="96149" y="634044"/>
                  </a:lnTo>
                  <a:lnTo>
                    <a:pt x="68257" y="598681"/>
                  </a:lnTo>
                  <a:lnTo>
                    <a:pt x="44636" y="560118"/>
                  </a:lnTo>
                  <a:lnTo>
                    <a:pt x="25643" y="518711"/>
                  </a:lnTo>
                  <a:lnTo>
                    <a:pt x="11634" y="474818"/>
                  </a:lnTo>
                  <a:lnTo>
                    <a:pt x="2968" y="428795"/>
                  </a:lnTo>
                  <a:lnTo>
                    <a:pt x="0" y="3810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353053" y="4333494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967735" y="3501135"/>
            <a:ext cx="1838325" cy="1457325"/>
            <a:chOff x="2967735" y="3501135"/>
            <a:chExt cx="1838325" cy="1457325"/>
          </a:xfrm>
        </p:grpSpPr>
        <p:sp>
          <p:nvSpPr>
            <p:cNvPr id="28" name="object 28"/>
            <p:cNvSpPr/>
            <p:nvPr/>
          </p:nvSpPr>
          <p:spPr>
            <a:xfrm>
              <a:off x="2967735" y="3501135"/>
              <a:ext cx="614045" cy="614045"/>
            </a:xfrm>
            <a:custGeom>
              <a:avLst/>
              <a:gdLst/>
              <a:ahLst/>
              <a:cxnLst/>
              <a:rect l="l" t="t" r="r" b="b"/>
              <a:pathLst>
                <a:path w="614045" h="614045">
                  <a:moveTo>
                    <a:pt x="555689" y="564704"/>
                  </a:moveTo>
                  <a:lnTo>
                    <a:pt x="533273" y="587120"/>
                  </a:lnTo>
                  <a:lnTo>
                    <a:pt x="614044" y="614044"/>
                  </a:lnTo>
                  <a:lnTo>
                    <a:pt x="600583" y="573658"/>
                  </a:lnTo>
                  <a:lnTo>
                    <a:pt x="564641" y="573658"/>
                  </a:lnTo>
                  <a:lnTo>
                    <a:pt x="555689" y="564704"/>
                  </a:lnTo>
                  <a:close/>
                </a:path>
                <a:path w="614045" h="614045">
                  <a:moveTo>
                    <a:pt x="564704" y="555689"/>
                  </a:moveTo>
                  <a:lnTo>
                    <a:pt x="555689" y="564704"/>
                  </a:lnTo>
                  <a:lnTo>
                    <a:pt x="564641" y="573658"/>
                  </a:lnTo>
                  <a:lnTo>
                    <a:pt x="573596" y="564704"/>
                  </a:lnTo>
                  <a:lnTo>
                    <a:pt x="564704" y="555689"/>
                  </a:lnTo>
                  <a:close/>
                </a:path>
                <a:path w="614045" h="614045">
                  <a:moveTo>
                    <a:pt x="587121" y="533272"/>
                  </a:moveTo>
                  <a:lnTo>
                    <a:pt x="564704" y="555689"/>
                  </a:lnTo>
                  <a:lnTo>
                    <a:pt x="573596" y="564704"/>
                  </a:lnTo>
                  <a:lnTo>
                    <a:pt x="564641" y="573658"/>
                  </a:lnTo>
                  <a:lnTo>
                    <a:pt x="600583" y="573658"/>
                  </a:lnTo>
                  <a:lnTo>
                    <a:pt x="587121" y="533272"/>
                  </a:lnTo>
                  <a:close/>
                </a:path>
                <a:path w="614045" h="614045">
                  <a:moveTo>
                    <a:pt x="8889" y="0"/>
                  </a:moveTo>
                  <a:lnTo>
                    <a:pt x="0" y="8889"/>
                  </a:lnTo>
                  <a:lnTo>
                    <a:pt x="555689" y="564704"/>
                  </a:lnTo>
                  <a:lnTo>
                    <a:pt x="564704" y="555689"/>
                  </a:lnTo>
                  <a:lnTo>
                    <a:pt x="88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038980" y="419138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1000" y="0"/>
                  </a:moveTo>
                  <a:lnTo>
                    <a:pt x="333204" y="2968"/>
                  </a:lnTo>
                  <a:lnTo>
                    <a:pt x="287181" y="11634"/>
                  </a:lnTo>
                  <a:lnTo>
                    <a:pt x="243288" y="25643"/>
                  </a:lnTo>
                  <a:lnTo>
                    <a:pt x="201881" y="44636"/>
                  </a:lnTo>
                  <a:lnTo>
                    <a:pt x="163318" y="68257"/>
                  </a:lnTo>
                  <a:lnTo>
                    <a:pt x="127955" y="96149"/>
                  </a:lnTo>
                  <a:lnTo>
                    <a:pt x="96149" y="127955"/>
                  </a:lnTo>
                  <a:lnTo>
                    <a:pt x="68257" y="163318"/>
                  </a:lnTo>
                  <a:lnTo>
                    <a:pt x="44636" y="201881"/>
                  </a:lnTo>
                  <a:lnTo>
                    <a:pt x="25643" y="243288"/>
                  </a:lnTo>
                  <a:lnTo>
                    <a:pt x="11634" y="287181"/>
                  </a:lnTo>
                  <a:lnTo>
                    <a:pt x="2968" y="333204"/>
                  </a:lnTo>
                  <a:lnTo>
                    <a:pt x="0" y="381000"/>
                  </a:lnTo>
                  <a:lnTo>
                    <a:pt x="2968" y="428795"/>
                  </a:lnTo>
                  <a:lnTo>
                    <a:pt x="11634" y="474818"/>
                  </a:lnTo>
                  <a:lnTo>
                    <a:pt x="25643" y="518711"/>
                  </a:lnTo>
                  <a:lnTo>
                    <a:pt x="44636" y="560118"/>
                  </a:lnTo>
                  <a:lnTo>
                    <a:pt x="68257" y="598681"/>
                  </a:lnTo>
                  <a:lnTo>
                    <a:pt x="96149" y="634044"/>
                  </a:lnTo>
                  <a:lnTo>
                    <a:pt x="127955" y="665850"/>
                  </a:lnTo>
                  <a:lnTo>
                    <a:pt x="163318" y="693742"/>
                  </a:lnTo>
                  <a:lnTo>
                    <a:pt x="201881" y="717363"/>
                  </a:lnTo>
                  <a:lnTo>
                    <a:pt x="243288" y="736356"/>
                  </a:lnTo>
                  <a:lnTo>
                    <a:pt x="287181" y="750365"/>
                  </a:lnTo>
                  <a:lnTo>
                    <a:pt x="333204" y="759031"/>
                  </a:lnTo>
                  <a:lnTo>
                    <a:pt x="381000" y="762000"/>
                  </a:lnTo>
                  <a:lnTo>
                    <a:pt x="428795" y="759031"/>
                  </a:lnTo>
                  <a:lnTo>
                    <a:pt x="474818" y="750365"/>
                  </a:lnTo>
                  <a:lnTo>
                    <a:pt x="518711" y="736356"/>
                  </a:lnTo>
                  <a:lnTo>
                    <a:pt x="560118" y="717363"/>
                  </a:lnTo>
                  <a:lnTo>
                    <a:pt x="598681" y="693742"/>
                  </a:lnTo>
                  <a:lnTo>
                    <a:pt x="634044" y="665850"/>
                  </a:lnTo>
                  <a:lnTo>
                    <a:pt x="665850" y="634044"/>
                  </a:lnTo>
                  <a:lnTo>
                    <a:pt x="693742" y="598681"/>
                  </a:lnTo>
                  <a:lnTo>
                    <a:pt x="717363" y="560118"/>
                  </a:lnTo>
                  <a:lnTo>
                    <a:pt x="736356" y="518711"/>
                  </a:lnTo>
                  <a:lnTo>
                    <a:pt x="750365" y="474818"/>
                  </a:lnTo>
                  <a:lnTo>
                    <a:pt x="759031" y="428795"/>
                  </a:lnTo>
                  <a:lnTo>
                    <a:pt x="762000" y="381000"/>
                  </a:lnTo>
                  <a:lnTo>
                    <a:pt x="759031" y="333204"/>
                  </a:lnTo>
                  <a:lnTo>
                    <a:pt x="750365" y="287181"/>
                  </a:lnTo>
                  <a:lnTo>
                    <a:pt x="736356" y="243288"/>
                  </a:lnTo>
                  <a:lnTo>
                    <a:pt x="717363" y="201881"/>
                  </a:lnTo>
                  <a:lnTo>
                    <a:pt x="693742" y="163318"/>
                  </a:lnTo>
                  <a:lnTo>
                    <a:pt x="665850" y="127955"/>
                  </a:lnTo>
                  <a:lnTo>
                    <a:pt x="634044" y="96149"/>
                  </a:lnTo>
                  <a:lnTo>
                    <a:pt x="598681" y="68257"/>
                  </a:lnTo>
                  <a:lnTo>
                    <a:pt x="560118" y="44636"/>
                  </a:lnTo>
                  <a:lnTo>
                    <a:pt x="518711" y="25643"/>
                  </a:lnTo>
                  <a:lnTo>
                    <a:pt x="474818" y="11634"/>
                  </a:lnTo>
                  <a:lnTo>
                    <a:pt x="428795" y="2968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038980" y="419138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381000"/>
                  </a:moveTo>
                  <a:lnTo>
                    <a:pt x="2968" y="333204"/>
                  </a:lnTo>
                  <a:lnTo>
                    <a:pt x="11634" y="287181"/>
                  </a:lnTo>
                  <a:lnTo>
                    <a:pt x="25643" y="243288"/>
                  </a:lnTo>
                  <a:lnTo>
                    <a:pt x="44636" y="201881"/>
                  </a:lnTo>
                  <a:lnTo>
                    <a:pt x="68257" y="163318"/>
                  </a:lnTo>
                  <a:lnTo>
                    <a:pt x="96149" y="127955"/>
                  </a:lnTo>
                  <a:lnTo>
                    <a:pt x="127955" y="96149"/>
                  </a:lnTo>
                  <a:lnTo>
                    <a:pt x="163318" y="68257"/>
                  </a:lnTo>
                  <a:lnTo>
                    <a:pt x="201881" y="44636"/>
                  </a:lnTo>
                  <a:lnTo>
                    <a:pt x="243288" y="25643"/>
                  </a:lnTo>
                  <a:lnTo>
                    <a:pt x="287181" y="11634"/>
                  </a:lnTo>
                  <a:lnTo>
                    <a:pt x="333204" y="2968"/>
                  </a:lnTo>
                  <a:lnTo>
                    <a:pt x="381000" y="0"/>
                  </a:lnTo>
                  <a:lnTo>
                    <a:pt x="428795" y="2968"/>
                  </a:lnTo>
                  <a:lnTo>
                    <a:pt x="474818" y="11634"/>
                  </a:lnTo>
                  <a:lnTo>
                    <a:pt x="518711" y="25643"/>
                  </a:lnTo>
                  <a:lnTo>
                    <a:pt x="560118" y="44636"/>
                  </a:lnTo>
                  <a:lnTo>
                    <a:pt x="598681" y="68257"/>
                  </a:lnTo>
                  <a:lnTo>
                    <a:pt x="634044" y="96149"/>
                  </a:lnTo>
                  <a:lnTo>
                    <a:pt x="665850" y="127955"/>
                  </a:lnTo>
                  <a:lnTo>
                    <a:pt x="693742" y="163318"/>
                  </a:lnTo>
                  <a:lnTo>
                    <a:pt x="717363" y="201881"/>
                  </a:lnTo>
                  <a:lnTo>
                    <a:pt x="736356" y="243288"/>
                  </a:lnTo>
                  <a:lnTo>
                    <a:pt x="750365" y="287181"/>
                  </a:lnTo>
                  <a:lnTo>
                    <a:pt x="759031" y="333204"/>
                  </a:lnTo>
                  <a:lnTo>
                    <a:pt x="762000" y="381000"/>
                  </a:lnTo>
                  <a:lnTo>
                    <a:pt x="759031" y="428795"/>
                  </a:lnTo>
                  <a:lnTo>
                    <a:pt x="750365" y="474818"/>
                  </a:lnTo>
                  <a:lnTo>
                    <a:pt x="736356" y="518711"/>
                  </a:lnTo>
                  <a:lnTo>
                    <a:pt x="717363" y="560118"/>
                  </a:lnTo>
                  <a:lnTo>
                    <a:pt x="693742" y="598681"/>
                  </a:lnTo>
                  <a:lnTo>
                    <a:pt x="665850" y="634044"/>
                  </a:lnTo>
                  <a:lnTo>
                    <a:pt x="634044" y="665850"/>
                  </a:lnTo>
                  <a:lnTo>
                    <a:pt x="598681" y="693742"/>
                  </a:lnTo>
                  <a:lnTo>
                    <a:pt x="560118" y="717363"/>
                  </a:lnTo>
                  <a:lnTo>
                    <a:pt x="518711" y="736356"/>
                  </a:lnTo>
                  <a:lnTo>
                    <a:pt x="474818" y="750365"/>
                  </a:lnTo>
                  <a:lnTo>
                    <a:pt x="428795" y="759031"/>
                  </a:lnTo>
                  <a:lnTo>
                    <a:pt x="381000" y="762000"/>
                  </a:lnTo>
                  <a:lnTo>
                    <a:pt x="333204" y="759031"/>
                  </a:lnTo>
                  <a:lnTo>
                    <a:pt x="287181" y="750365"/>
                  </a:lnTo>
                  <a:lnTo>
                    <a:pt x="243288" y="736356"/>
                  </a:lnTo>
                  <a:lnTo>
                    <a:pt x="201881" y="717363"/>
                  </a:lnTo>
                  <a:lnTo>
                    <a:pt x="163318" y="693742"/>
                  </a:lnTo>
                  <a:lnTo>
                    <a:pt x="127955" y="665850"/>
                  </a:lnTo>
                  <a:lnTo>
                    <a:pt x="96149" y="634044"/>
                  </a:lnTo>
                  <a:lnTo>
                    <a:pt x="68257" y="598681"/>
                  </a:lnTo>
                  <a:lnTo>
                    <a:pt x="44636" y="560118"/>
                  </a:lnTo>
                  <a:lnTo>
                    <a:pt x="25643" y="518711"/>
                  </a:lnTo>
                  <a:lnTo>
                    <a:pt x="11634" y="474818"/>
                  </a:lnTo>
                  <a:lnTo>
                    <a:pt x="2968" y="428795"/>
                  </a:lnTo>
                  <a:lnTo>
                    <a:pt x="0" y="3810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343653" y="4409694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6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133980" y="3425571"/>
            <a:ext cx="462280" cy="613410"/>
          </a:xfrm>
          <a:custGeom>
            <a:avLst/>
            <a:gdLst/>
            <a:ahLst/>
            <a:cxnLst/>
            <a:rect l="l" t="t" r="r" b="b"/>
            <a:pathLst>
              <a:path w="462280" h="613410">
                <a:moveTo>
                  <a:pt x="15239" y="529589"/>
                </a:moveTo>
                <a:lnTo>
                  <a:pt x="0" y="613409"/>
                </a:lnTo>
                <a:lnTo>
                  <a:pt x="76200" y="575309"/>
                </a:lnTo>
                <a:lnTo>
                  <a:pt x="64346" y="566419"/>
                </a:lnTo>
                <a:lnTo>
                  <a:pt x="43180" y="566419"/>
                </a:lnTo>
                <a:lnTo>
                  <a:pt x="33019" y="558799"/>
                </a:lnTo>
                <a:lnTo>
                  <a:pt x="40639" y="548639"/>
                </a:lnTo>
                <a:lnTo>
                  <a:pt x="15239" y="529589"/>
                </a:lnTo>
                <a:close/>
              </a:path>
              <a:path w="462280" h="613410">
                <a:moveTo>
                  <a:pt x="40639" y="548639"/>
                </a:moveTo>
                <a:lnTo>
                  <a:pt x="33019" y="558799"/>
                </a:lnTo>
                <a:lnTo>
                  <a:pt x="43180" y="566419"/>
                </a:lnTo>
                <a:lnTo>
                  <a:pt x="50800" y="556259"/>
                </a:lnTo>
                <a:lnTo>
                  <a:pt x="40639" y="548639"/>
                </a:lnTo>
                <a:close/>
              </a:path>
              <a:path w="462280" h="613410">
                <a:moveTo>
                  <a:pt x="50800" y="556259"/>
                </a:moveTo>
                <a:lnTo>
                  <a:pt x="43180" y="566419"/>
                </a:lnTo>
                <a:lnTo>
                  <a:pt x="64346" y="566419"/>
                </a:lnTo>
                <a:lnTo>
                  <a:pt x="50800" y="556259"/>
                </a:lnTo>
                <a:close/>
              </a:path>
              <a:path w="462280" h="613410">
                <a:moveTo>
                  <a:pt x="452119" y="0"/>
                </a:moveTo>
                <a:lnTo>
                  <a:pt x="40639" y="548639"/>
                </a:lnTo>
                <a:lnTo>
                  <a:pt x="50800" y="556259"/>
                </a:lnTo>
                <a:lnTo>
                  <a:pt x="462280" y="7619"/>
                </a:lnTo>
                <a:lnTo>
                  <a:pt x="4521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2044192" y="5389626"/>
            <a:ext cx="3342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45005" algn="l"/>
              </a:tabLst>
            </a:pPr>
            <a:r>
              <a:rPr sz="2400" spc="-155" dirty="0">
                <a:latin typeface="Arial MT"/>
                <a:cs typeface="Arial MT"/>
              </a:rPr>
              <a:t>Fig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Complete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20" dirty="0">
                <a:latin typeface="Arial MT"/>
                <a:cs typeface="Arial MT"/>
              </a:rPr>
              <a:t>Binary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85" dirty="0">
                <a:latin typeface="Arial MT"/>
                <a:cs typeface="Arial MT"/>
              </a:rPr>
              <a:t>Tree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6" name="object 2">
            <a:extLst>
              <a:ext uri="{FF2B5EF4-FFF2-40B4-BE49-F238E27FC236}">
                <a16:creationId xmlns:a16="http://schemas.microsoft.com/office/drawing/2014/main" id="{EE8329F3-99BC-865B-8236-626A920EB629}"/>
              </a:ext>
            </a:extLst>
          </p:cNvPr>
          <p:cNvSpPr txBox="1">
            <a:spLocks/>
          </p:cNvSpPr>
          <p:nvPr/>
        </p:nvSpPr>
        <p:spPr>
          <a:xfrm>
            <a:off x="152400" y="637733"/>
            <a:ext cx="8229600" cy="505267"/>
          </a:xfrm>
          <a:prstGeom prst="rect">
            <a:avLst/>
          </a:prstGeom>
        </p:spPr>
        <p:txBody>
          <a:bodyPr vert="horz" wrap="square" lIns="0" tIns="12700" rIns="0" bIns="0" rtlCol="0" anchor="b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23850">
              <a:spcBef>
                <a:spcPts val="100"/>
              </a:spcBef>
            </a:pPr>
            <a:r>
              <a:rPr lang="en-US" dirty="0"/>
              <a:t>Complete Binary Tree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306CC0A-9AA1-A9CD-D410-3A5C12671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</a:t>
            </a:r>
            <a:endParaRPr lang="en-US" dirty="0"/>
          </a:p>
        </p:txBody>
      </p:sp>
      <p:sp>
        <p:nvSpPr>
          <p:cNvPr id="34" name="Slide Number Placeholder 33">
            <a:extLst>
              <a:ext uri="{FF2B5EF4-FFF2-40B4-BE49-F238E27FC236}">
                <a16:creationId xmlns:a16="http://schemas.microsoft.com/office/drawing/2014/main" id="{A9CEB583-2B12-E7D5-08F3-406FA9A9E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64E9-BB0A-4932-9D77-E0DDE5779A37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535116"/>
            <a:ext cx="8189594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850">
              <a:spcBef>
                <a:spcPts val="100"/>
              </a:spcBef>
            </a:pPr>
            <a:r>
              <a:rPr dirty="0"/>
              <a:t>Heap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57200" y="1219200"/>
            <a:ext cx="8265794" cy="4810419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74320" indent="-274320" algn="just"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tabLst>
                <a:tab pos="357505" algn="l"/>
              </a:tabLst>
            </a:pPr>
            <a:r>
              <a:rPr sz="2400" dirty="0"/>
              <a:t>A Heap is a binary tree that satisfies two properties</a:t>
            </a:r>
          </a:p>
          <a:p>
            <a:pPr marL="731520" lvl="1" indent="-274320" algn="just"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tabLst>
                <a:tab pos="357505" algn="l"/>
              </a:tabLst>
            </a:pPr>
            <a:r>
              <a:rPr sz="2400" b="1" dirty="0"/>
              <a:t>Shape property</a:t>
            </a:r>
            <a:r>
              <a:rPr sz="2400" dirty="0"/>
              <a:t>: A heap must be a complete binary tree</a:t>
            </a:r>
          </a:p>
          <a:p>
            <a:pPr marL="731520" marR="36830" lvl="1" indent="-274320" algn="just"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tabLst>
                <a:tab pos="357505" algn="l"/>
              </a:tabLst>
            </a:pPr>
            <a:r>
              <a:rPr sz="2400" b="1" dirty="0"/>
              <a:t>Order property</a:t>
            </a:r>
            <a:r>
              <a:rPr sz="2400" dirty="0"/>
              <a:t>: For every node in the heap, the value stored in that node is greater than or equal to the value in each of its children (</a:t>
            </a:r>
            <a:r>
              <a:rPr sz="2400" dirty="0" err="1"/>
              <a:t>MaxHeap</a:t>
            </a:r>
            <a:r>
              <a:rPr sz="2400" dirty="0"/>
              <a:t>).</a:t>
            </a:r>
            <a:endParaRPr lang="en-US" sz="2400" dirty="0"/>
          </a:p>
          <a:p>
            <a:pPr marL="731520" marR="36830" lvl="1" indent="-274320" algn="just"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tabLst>
                <a:tab pos="357505" algn="l"/>
              </a:tabLst>
            </a:pPr>
            <a:endParaRPr sz="2400" dirty="0"/>
          </a:p>
          <a:p>
            <a:pPr marL="274320" indent="-274320" algn="just"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tabLst>
                <a:tab pos="357505" algn="l"/>
              </a:tabLst>
            </a:pPr>
            <a:r>
              <a:rPr sz="2400" dirty="0"/>
              <a:t>Suppose H is a complete binary tree with n elements.</a:t>
            </a:r>
          </a:p>
          <a:p>
            <a:pPr marL="274320" marR="288925" indent="-274320" algn="just"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tabLst>
                <a:tab pos="357505" algn="l"/>
              </a:tabLst>
            </a:pPr>
            <a:r>
              <a:rPr sz="2400" dirty="0"/>
              <a:t>The H is called a heap , or a </a:t>
            </a:r>
            <a:r>
              <a:rPr sz="2400" b="1" dirty="0"/>
              <a:t>maxheap</a:t>
            </a:r>
            <a:r>
              <a:rPr sz="2400" dirty="0"/>
              <a:t> , if each node N of H has the following property :</a:t>
            </a:r>
          </a:p>
          <a:p>
            <a:pPr marL="731520" marR="313690" lvl="1" indent="-274320" algn="just"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tabLst>
                <a:tab pos="357505" algn="l"/>
              </a:tabLst>
            </a:pPr>
            <a:r>
              <a:rPr sz="2400" dirty="0"/>
              <a:t>The value at N is greater than or equal to the value at each of the children of N.</a:t>
            </a:r>
            <a:endParaRPr lang="en-US" sz="2400" dirty="0"/>
          </a:p>
          <a:p>
            <a:pPr marL="731520" marR="313690" lvl="1" indent="-274320" algn="just"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tabLst>
                <a:tab pos="357505" algn="l"/>
              </a:tabLst>
            </a:pPr>
            <a:endParaRPr sz="2400" dirty="0"/>
          </a:p>
          <a:p>
            <a:pPr marL="274320" marR="5080" indent="-274320" algn="just"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tabLst>
                <a:tab pos="357505" algn="l"/>
              </a:tabLst>
            </a:pPr>
            <a:r>
              <a:rPr sz="2400" dirty="0"/>
              <a:t>A </a:t>
            </a:r>
            <a:r>
              <a:rPr sz="2400" b="1" dirty="0"/>
              <a:t>minimum heap </a:t>
            </a:r>
            <a:r>
              <a:rPr sz="2400" dirty="0"/>
              <a:t>is defined similarly : The value at N is less than or equal to the value at any of the children of N</a:t>
            </a:r>
            <a:r>
              <a:rPr sz="2400" spc="-25" dirty="0">
                <a:latin typeface="Arial MT"/>
                <a:cs typeface="Arial MT"/>
              </a:rPr>
              <a:t>.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C1C228-AFA4-BD71-C198-B6D0CF093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7127E2-C691-B5E1-8CC6-2F9713ACC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64E9-BB0A-4932-9D77-E0DDE5779A37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3576701" y="1288984"/>
            <a:ext cx="772160" cy="772160"/>
            <a:chOff x="3576701" y="1595500"/>
            <a:chExt cx="772160" cy="772160"/>
          </a:xfrm>
        </p:grpSpPr>
        <p:sp>
          <p:nvSpPr>
            <p:cNvPr id="4" name="object 4"/>
            <p:cNvSpPr/>
            <p:nvPr/>
          </p:nvSpPr>
          <p:spPr>
            <a:xfrm>
              <a:off x="3581781" y="160058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1000" y="0"/>
                  </a:moveTo>
                  <a:lnTo>
                    <a:pt x="333204" y="2968"/>
                  </a:lnTo>
                  <a:lnTo>
                    <a:pt x="287181" y="11634"/>
                  </a:lnTo>
                  <a:lnTo>
                    <a:pt x="243288" y="25643"/>
                  </a:lnTo>
                  <a:lnTo>
                    <a:pt x="201881" y="44636"/>
                  </a:lnTo>
                  <a:lnTo>
                    <a:pt x="163318" y="68257"/>
                  </a:lnTo>
                  <a:lnTo>
                    <a:pt x="127955" y="96149"/>
                  </a:lnTo>
                  <a:lnTo>
                    <a:pt x="96149" y="127955"/>
                  </a:lnTo>
                  <a:lnTo>
                    <a:pt x="68257" y="163318"/>
                  </a:lnTo>
                  <a:lnTo>
                    <a:pt x="44636" y="201881"/>
                  </a:lnTo>
                  <a:lnTo>
                    <a:pt x="25643" y="243288"/>
                  </a:lnTo>
                  <a:lnTo>
                    <a:pt x="11634" y="287181"/>
                  </a:lnTo>
                  <a:lnTo>
                    <a:pt x="2968" y="333204"/>
                  </a:lnTo>
                  <a:lnTo>
                    <a:pt x="0" y="381000"/>
                  </a:lnTo>
                  <a:lnTo>
                    <a:pt x="2968" y="428795"/>
                  </a:lnTo>
                  <a:lnTo>
                    <a:pt x="11634" y="474818"/>
                  </a:lnTo>
                  <a:lnTo>
                    <a:pt x="25643" y="518711"/>
                  </a:lnTo>
                  <a:lnTo>
                    <a:pt x="44636" y="560118"/>
                  </a:lnTo>
                  <a:lnTo>
                    <a:pt x="68257" y="598681"/>
                  </a:lnTo>
                  <a:lnTo>
                    <a:pt x="96149" y="634044"/>
                  </a:lnTo>
                  <a:lnTo>
                    <a:pt x="127955" y="665850"/>
                  </a:lnTo>
                  <a:lnTo>
                    <a:pt x="163318" y="693742"/>
                  </a:lnTo>
                  <a:lnTo>
                    <a:pt x="201881" y="717363"/>
                  </a:lnTo>
                  <a:lnTo>
                    <a:pt x="243288" y="736356"/>
                  </a:lnTo>
                  <a:lnTo>
                    <a:pt x="287181" y="750365"/>
                  </a:lnTo>
                  <a:lnTo>
                    <a:pt x="333204" y="759031"/>
                  </a:lnTo>
                  <a:lnTo>
                    <a:pt x="381000" y="762000"/>
                  </a:lnTo>
                  <a:lnTo>
                    <a:pt x="428795" y="759031"/>
                  </a:lnTo>
                  <a:lnTo>
                    <a:pt x="474818" y="750365"/>
                  </a:lnTo>
                  <a:lnTo>
                    <a:pt x="518711" y="736356"/>
                  </a:lnTo>
                  <a:lnTo>
                    <a:pt x="560118" y="717363"/>
                  </a:lnTo>
                  <a:lnTo>
                    <a:pt x="598681" y="693742"/>
                  </a:lnTo>
                  <a:lnTo>
                    <a:pt x="634044" y="665850"/>
                  </a:lnTo>
                  <a:lnTo>
                    <a:pt x="665850" y="634044"/>
                  </a:lnTo>
                  <a:lnTo>
                    <a:pt x="693742" y="598681"/>
                  </a:lnTo>
                  <a:lnTo>
                    <a:pt x="717363" y="560118"/>
                  </a:lnTo>
                  <a:lnTo>
                    <a:pt x="736356" y="518711"/>
                  </a:lnTo>
                  <a:lnTo>
                    <a:pt x="750365" y="474818"/>
                  </a:lnTo>
                  <a:lnTo>
                    <a:pt x="759031" y="428795"/>
                  </a:lnTo>
                  <a:lnTo>
                    <a:pt x="762000" y="381000"/>
                  </a:lnTo>
                  <a:lnTo>
                    <a:pt x="759031" y="333204"/>
                  </a:lnTo>
                  <a:lnTo>
                    <a:pt x="750365" y="287181"/>
                  </a:lnTo>
                  <a:lnTo>
                    <a:pt x="736356" y="243288"/>
                  </a:lnTo>
                  <a:lnTo>
                    <a:pt x="717363" y="201881"/>
                  </a:lnTo>
                  <a:lnTo>
                    <a:pt x="693742" y="163318"/>
                  </a:lnTo>
                  <a:lnTo>
                    <a:pt x="665850" y="127955"/>
                  </a:lnTo>
                  <a:lnTo>
                    <a:pt x="634044" y="96149"/>
                  </a:lnTo>
                  <a:lnTo>
                    <a:pt x="598681" y="68257"/>
                  </a:lnTo>
                  <a:lnTo>
                    <a:pt x="560118" y="44636"/>
                  </a:lnTo>
                  <a:lnTo>
                    <a:pt x="518711" y="25643"/>
                  </a:lnTo>
                  <a:lnTo>
                    <a:pt x="474818" y="11634"/>
                  </a:lnTo>
                  <a:lnTo>
                    <a:pt x="428795" y="2968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81781" y="160058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381000"/>
                  </a:moveTo>
                  <a:lnTo>
                    <a:pt x="2968" y="333204"/>
                  </a:lnTo>
                  <a:lnTo>
                    <a:pt x="11634" y="287181"/>
                  </a:lnTo>
                  <a:lnTo>
                    <a:pt x="25643" y="243288"/>
                  </a:lnTo>
                  <a:lnTo>
                    <a:pt x="44636" y="201881"/>
                  </a:lnTo>
                  <a:lnTo>
                    <a:pt x="68257" y="163318"/>
                  </a:lnTo>
                  <a:lnTo>
                    <a:pt x="96149" y="127955"/>
                  </a:lnTo>
                  <a:lnTo>
                    <a:pt x="127955" y="96149"/>
                  </a:lnTo>
                  <a:lnTo>
                    <a:pt x="163318" y="68257"/>
                  </a:lnTo>
                  <a:lnTo>
                    <a:pt x="201881" y="44636"/>
                  </a:lnTo>
                  <a:lnTo>
                    <a:pt x="243288" y="25643"/>
                  </a:lnTo>
                  <a:lnTo>
                    <a:pt x="287181" y="11634"/>
                  </a:lnTo>
                  <a:lnTo>
                    <a:pt x="333204" y="2968"/>
                  </a:lnTo>
                  <a:lnTo>
                    <a:pt x="381000" y="0"/>
                  </a:lnTo>
                  <a:lnTo>
                    <a:pt x="428795" y="2968"/>
                  </a:lnTo>
                  <a:lnTo>
                    <a:pt x="474818" y="11634"/>
                  </a:lnTo>
                  <a:lnTo>
                    <a:pt x="518711" y="25643"/>
                  </a:lnTo>
                  <a:lnTo>
                    <a:pt x="560118" y="44636"/>
                  </a:lnTo>
                  <a:lnTo>
                    <a:pt x="598681" y="68257"/>
                  </a:lnTo>
                  <a:lnTo>
                    <a:pt x="634044" y="96149"/>
                  </a:lnTo>
                  <a:lnTo>
                    <a:pt x="665850" y="127955"/>
                  </a:lnTo>
                  <a:lnTo>
                    <a:pt x="693742" y="163318"/>
                  </a:lnTo>
                  <a:lnTo>
                    <a:pt x="717363" y="201881"/>
                  </a:lnTo>
                  <a:lnTo>
                    <a:pt x="736356" y="243288"/>
                  </a:lnTo>
                  <a:lnTo>
                    <a:pt x="750365" y="287181"/>
                  </a:lnTo>
                  <a:lnTo>
                    <a:pt x="759031" y="333204"/>
                  </a:lnTo>
                  <a:lnTo>
                    <a:pt x="762000" y="381000"/>
                  </a:lnTo>
                  <a:lnTo>
                    <a:pt x="759031" y="428795"/>
                  </a:lnTo>
                  <a:lnTo>
                    <a:pt x="750365" y="474818"/>
                  </a:lnTo>
                  <a:lnTo>
                    <a:pt x="736356" y="518711"/>
                  </a:lnTo>
                  <a:lnTo>
                    <a:pt x="717363" y="560118"/>
                  </a:lnTo>
                  <a:lnTo>
                    <a:pt x="693742" y="598681"/>
                  </a:lnTo>
                  <a:lnTo>
                    <a:pt x="665850" y="634044"/>
                  </a:lnTo>
                  <a:lnTo>
                    <a:pt x="634044" y="665850"/>
                  </a:lnTo>
                  <a:lnTo>
                    <a:pt x="598681" y="693742"/>
                  </a:lnTo>
                  <a:lnTo>
                    <a:pt x="560118" y="717363"/>
                  </a:lnTo>
                  <a:lnTo>
                    <a:pt x="518711" y="736356"/>
                  </a:lnTo>
                  <a:lnTo>
                    <a:pt x="474818" y="750365"/>
                  </a:lnTo>
                  <a:lnTo>
                    <a:pt x="428795" y="759031"/>
                  </a:lnTo>
                  <a:lnTo>
                    <a:pt x="381000" y="762000"/>
                  </a:lnTo>
                  <a:lnTo>
                    <a:pt x="333204" y="759031"/>
                  </a:lnTo>
                  <a:lnTo>
                    <a:pt x="287181" y="750365"/>
                  </a:lnTo>
                  <a:lnTo>
                    <a:pt x="243288" y="736356"/>
                  </a:lnTo>
                  <a:lnTo>
                    <a:pt x="201881" y="717363"/>
                  </a:lnTo>
                  <a:lnTo>
                    <a:pt x="163318" y="693742"/>
                  </a:lnTo>
                  <a:lnTo>
                    <a:pt x="127955" y="665850"/>
                  </a:lnTo>
                  <a:lnTo>
                    <a:pt x="96149" y="634044"/>
                  </a:lnTo>
                  <a:lnTo>
                    <a:pt x="68257" y="598681"/>
                  </a:lnTo>
                  <a:lnTo>
                    <a:pt x="44636" y="560118"/>
                  </a:lnTo>
                  <a:lnTo>
                    <a:pt x="25643" y="518711"/>
                  </a:lnTo>
                  <a:lnTo>
                    <a:pt x="11634" y="474818"/>
                  </a:lnTo>
                  <a:lnTo>
                    <a:pt x="2968" y="428795"/>
                  </a:lnTo>
                  <a:lnTo>
                    <a:pt x="0" y="3810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823208" y="1512124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60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972180" y="1636964"/>
            <a:ext cx="2443480" cy="1643380"/>
            <a:chOff x="2972180" y="1943480"/>
            <a:chExt cx="2443480" cy="1643380"/>
          </a:xfrm>
        </p:grpSpPr>
        <p:sp>
          <p:nvSpPr>
            <p:cNvPr id="8" name="object 8"/>
            <p:cNvSpPr/>
            <p:nvPr/>
          </p:nvSpPr>
          <p:spPr>
            <a:xfrm>
              <a:off x="2972181" y="1943480"/>
              <a:ext cx="1828800" cy="952500"/>
            </a:xfrm>
            <a:custGeom>
              <a:avLst/>
              <a:gdLst/>
              <a:ahLst/>
              <a:cxnLst/>
              <a:rect l="l" t="t" r="r" b="b"/>
              <a:pathLst>
                <a:path w="1828800" h="952500">
                  <a:moveTo>
                    <a:pt x="609600" y="38100"/>
                  </a:moveTo>
                  <a:lnTo>
                    <a:pt x="596900" y="31750"/>
                  </a:lnTo>
                  <a:lnTo>
                    <a:pt x="533400" y="0"/>
                  </a:lnTo>
                  <a:lnTo>
                    <a:pt x="533400" y="31750"/>
                  </a:lnTo>
                  <a:lnTo>
                    <a:pt x="0" y="31750"/>
                  </a:lnTo>
                  <a:lnTo>
                    <a:pt x="0" y="44450"/>
                  </a:lnTo>
                  <a:lnTo>
                    <a:pt x="533400" y="44450"/>
                  </a:lnTo>
                  <a:lnTo>
                    <a:pt x="533400" y="76200"/>
                  </a:lnTo>
                  <a:lnTo>
                    <a:pt x="596900" y="44450"/>
                  </a:lnTo>
                  <a:lnTo>
                    <a:pt x="609600" y="38100"/>
                  </a:lnTo>
                  <a:close/>
                </a:path>
                <a:path w="1828800" h="952500">
                  <a:moveTo>
                    <a:pt x="1828800" y="952500"/>
                  </a:moveTo>
                  <a:lnTo>
                    <a:pt x="1817446" y="908939"/>
                  </a:lnTo>
                  <a:lnTo>
                    <a:pt x="1807337" y="870077"/>
                  </a:lnTo>
                  <a:lnTo>
                    <a:pt x="1783372" y="891019"/>
                  </a:lnTo>
                  <a:lnTo>
                    <a:pt x="1300226" y="338709"/>
                  </a:lnTo>
                  <a:lnTo>
                    <a:pt x="1290574" y="347091"/>
                  </a:lnTo>
                  <a:lnTo>
                    <a:pt x="1773809" y="899375"/>
                  </a:lnTo>
                  <a:lnTo>
                    <a:pt x="1749933" y="920242"/>
                  </a:lnTo>
                  <a:lnTo>
                    <a:pt x="1828800" y="952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648580" y="281978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1000" y="0"/>
                  </a:moveTo>
                  <a:lnTo>
                    <a:pt x="333204" y="2968"/>
                  </a:lnTo>
                  <a:lnTo>
                    <a:pt x="287181" y="11634"/>
                  </a:lnTo>
                  <a:lnTo>
                    <a:pt x="243288" y="25643"/>
                  </a:lnTo>
                  <a:lnTo>
                    <a:pt x="201881" y="44636"/>
                  </a:lnTo>
                  <a:lnTo>
                    <a:pt x="163318" y="68257"/>
                  </a:lnTo>
                  <a:lnTo>
                    <a:pt x="127955" y="96149"/>
                  </a:lnTo>
                  <a:lnTo>
                    <a:pt x="96149" y="127955"/>
                  </a:lnTo>
                  <a:lnTo>
                    <a:pt x="68257" y="163318"/>
                  </a:lnTo>
                  <a:lnTo>
                    <a:pt x="44636" y="201881"/>
                  </a:lnTo>
                  <a:lnTo>
                    <a:pt x="25643" y="243288"/>
                  </a:lnTo>
                  <a:lnTo>
                    <a:pt x="11634" y="287181"/>
                  </a:lnTo>
                  <a:lnTo>
                    <a:pt x="2968" y="333204"/>
                  </a:lnTo>
                  <a:lnTo>
                    <a:pt x="0" y="381000"/>
                  </a:lnTo>
                  <a:lnTo>
                    <a:pt x="2968" y="428795"/>
                  </a:lnTo>
                  <a:lnTo>
                    <a:pt x="11634" y="474818"/>
                  </a:lnTo>
                  <a:lnTo>
                    <a:pt x="25643" y="518711"/>
                  </a:lnTo>
                  <a:lnTo>
                    <a:pt x="44636" y="560118"/>
                  </a:lnTo>
                  <a:lnTo>
                    <a:pt x="68257" y="598681"/>
                  </a:lnTo>
                  <a:lnTo>
                    <a:pt x="96149" y="634044"/>
                  </a:lnTo>
                  <a:lnTo>
                    <a:pt x="127955" y="665850"/>
                  </a:lnTo>
                  <a:lnTo>
                    <a:pt x="163318" y="693742"/>
                  </a:lnTo>
                  <a:lnTo>
                    <a:pt x="201881" y="717363"/>
                  </a:lnTo>
                  <a:lnTo>
                    <a:pt x="243288" y="736356"/>
                  </a:lnTo>
                  <a:lnTo>
                    <a:pt x="287181" y="750365"/>
                  </a:lnTo>
                  <a:lnTo>
                    <a:pt x="333204" y="759031"/>
                  </a:lnTo>
                  <a:lnTo>
                    <a:pt x="381000" y="762000"/>
                  </a:lnTo>
                  <a:lnTo>
                    <a:pt x="428795" y="759031"/>
                  </a:lnTo>
                  <a:lnTo>
                    <a:pt x="474818" y="750365"/>
                  </a:lnTo>
                  <a:lnTo>
                    <a:pt x="518711" y="736356"/>
                  </a:lnTo>
                  <a:lnTo>
                    <a:pt x="560118" y="717363"/>
                  </a:lnTo>
                  <a:lnTo>
                    <a:pt x="598681" y="693742"/>
                  </a:lnTo>
                  <a:lnTo>
                    <a:pt x="634044" y="665850"/>
                  </a:lnTo>
                  <a:lnTo>
                    <a:pt x="665850" y="634044"/>
                  </a:lnTo>
                  <a:lnTo>
                    <a:pt x="693742" y="598681"/>
                  </a:lnTo>
                  <a:lnTo>
                    <a:pt x="717363" y="560118"/>
                  </a:lnTo>
                  <a:lnTo>
                    <a:pt x="736356" y="518711"/>
                  </a:lnTo>
                  <a:lnTo>
                    <a:pt x="750365" y="474818"/>
                  </a:lnTo>
                  <a:lnTo>
                    <a:pt x="759031" y="428795"/>
                  </a:lnTo>
                  <a:lnTo>
                    <a:pt x="762000" y="381000"/>
                  </a:lnTo>
                  <a:lnTo>
                    <a:pt x="759031" y="333204"/>
                  </a:lnTo>
                  <a:lnTo>
                    <a:pt x="750365" y="287181"/>
                  </a:lnTo>
                  <a:lnTo>
                    <a:pt x="736356" y="243288"/>
                  </a:lnTo>
                  <a:lnTo>
                    <a:pt x="717363" y="201881"/>
                  </a:lnTo>
                  <a:lnTo>
                    <a:pt x="693742" y="163318"/>
                  </a:lnTo>
                  <a:lnTo>
                    <a:pt x="665850" y="127955"/>
                  </a:lnTo>
                  <a:lnTo>
                    <a:pt x="634044" y="96149"/>
                  </a:lnTo>
                  <a:lnTo>
                    <a:pt x="598681" y="68257"/>
                  </a:lnTo>
                  <a:lnTo>
                    <a:pt x="560118" y="44636"/>
                  </a:lnTo>
                  <a:lnTo>
                    <a:pt x="518711" y="25643"/>
                  </a:lnTo>
                  <a:lnTo>
                    <a:pt x="474818" y="11634"/>
                  </a:lnTo>
                  <a:lnTo>
                    <a:pt x="428795" y="2968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648580" y="281978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381000"/>
                  </a:moveTo>
                  <a:lnTo>
                    <a:pt x="2968" y="333204"/>
                  </a:lnTo>
                  <a:lnTo>
                    <a:pt x="11634" y="287181"/>
                  </a:lnTo>
                  <a:lnTo>
                    <a:pt x="25643" y="243288"/>
                  </a:lnTo>
                  <a:lnTo>
                    <a:pt x="44636" y="201881"/>
                  </a:lnTo>
                  <a:lnTo>
                    <a:pt x="68257" y="163318"/>
                  </a:lnTo>
                  <a:lnTo>
                    <a:pt x="96149" y="127955"/>
                  </a:lnTo>
                  <a:lnTo>
                    <a:pt x="127955" y="96149"/>
                  </a:lnTo>
                  <a:lnTo>
                    <a:pt x="163318" y="68257"/>
                  </a:lnTo>
                  <a:lnTo>
                    <a:pt x="201881" y="44636"/>
                  </a:lnTo>
                  <a:lnTo>
                    <a:pt x="243288" y="25643"/>
                  </a:lnTo>
                  <a:lnTo>
                    <a:pt x="287181" y="11634"/>
                  </a:lnTo>
                  <a:lnTo>
                    <a:pt x="333204" y="2968"/>
                  </a:lnTo>
                  <a:lnTo>
                    <a:pt x="381000" y="0"/>
                  </a:lnTo>
                  <a:lnTo>
                    <a:pt x="428795" y="2968"/>
                  </a:lnTo>
                  <a:lnTo>
                    <a:pt x="474818" y="11634"/>
                  </a:lnTo>
                  <a:lnTo>
                    <a:pt x="518711" y="25643"/>
                  </a:lnTo>
                  <a:lnTo>
                    <a:pt x="560118" y="44636"/>
                  </a:lnTo>
                  <a:lnTo>
                    <a:pt x="598681" y="68257"/>
                  </a:lnTo>
                  <a:lnTo>
                    <a:pt x="634044" y="96149"/>
                  </a:lnTo>
                  <a:lnTo>
                    <a:pt x="665850" y="127955"/>
                  </a:lnTo>
                  <a:lnTo>
                    <a:pt x="693742" y="163318"/>
                  </a:lnTo>
                  <a:lnTo>
                    <a:pt x="717363" y="201881"/>
                  </a:lnTo>
                  <a:lnTo>
                    <a:pt x="736356" y="243288"/>
                  </a:lnTo>
                  <a:lnTo>
                    <a:pt x="750365" y="287181"/>
                  </a:lnTo>
                  <a:lnTo>
                    <a:pt x="759031" y="333204"/>
                  </a:lnTo>
                  <a:lnTo>
                    <a:pt x="762000" y="381000"/>
                  </a:lnTo>
                  <a:lnTo>
                    <a:pt x="759031" y="428795"/>
                  </a:lnTo>
                  <a:lnTo>
                    <a:pt x="750365" y="474818"/>
                  </a:lnTo>
                  <a:lnTo>
                    <a:pt x="736356" y="518711"/>
                  </a:lnTo>
                  <a:lnTo>
                    <a:pt x="717363" y="560118"/>
                  </a:lnTo>
                  <a:lnTo>
                    <a:pt x="693742" y="598681"/>
                  </a:lnTo>
                  <a:lnTo>
                    <a:pt x="665850" y="634044"/>
                  </a:lnTo>
                  <a:lnTo>
                    <a:pt x="634044" y="665850"/>
                  </a:lnTo>
                  <a:lnTo>
                    <a:pt x="598681" y="693742"/>
                  </a:lnTo>
                  <a:lnTo>
                    <a:pt x="560118" y="717363"/>
                  </a:lnTo>
                  <a:lnTo>
                    <a:pt x="518711" y="736356"/>
                  </a:lnTo>
                  <a:lnTo>
                    <a:pt x="474818" y="750365"/>
                  </a:lnTo>
                  <a:lnTo>
                    <a:pt x="428795" y="759031"/>
                  </a:lnTo>
                  <a:lnTo>
                    <a:pt x="381000" y="762000"/>
                  </a:lnTo>
                  <a:lnTo>
                    <a:pt x="333204" y="759031"/>
                  </a:lnTo>
                  <a:lnTo>
                    <a:pt x="287181" y="750365"/>
                  </a:lnTo>
                  <a:lnTo>
                    <a:pt x="243288" y="736356"/>
                  </a:lnTo>
                  <a:lnTo>
                    <a:pt x="201881" y="717363"/>
                  </a:lnTo>
                  <a:lnTo>
                    <a:pt x="163318" y="693742"/>
                  </a:lnTo>
                  <a:lnTo>
                    <a:pt x="127955" y="665850"/>
                  </a:lnTo>
                  <a:lnTo>
                    <a:pt x="96149" y="634044"/>
                  </a:lnTo>
                  <a:lnTo>
                    <a:pt x="68257" y="598681"/>
                  </a:lnTo>
                  <a:lnTo>
                    <a:pt x="44636" y="560118"/>
                  </a:lnTo>
                  <a:lnTo>
                    <a:pt x="25643" y="518711"/>
                  </a:lnTo>
                  <a:lnTo>
                    <a:pt x="11634" y="474818"/>
                  </a:lnTo>
                  <a:lnTo>
                    <a:pt x="2968" y="428795"/>
                  </a:lnTo>
                  <a:lnTo>
                    <a:pt x="0" y="3810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196592" y="1461831"/>
            <a:ext cx="558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15" dirty="0">
                <a:solidFill>
                  <a:srgbClr val="000000"/>
                </a:solidFill>
                <a:latin typeface="Arial"/>
                <a:cs typeface="Arial"/>
              </a:rPr>
              <a:t>Tree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90008" y="2731324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55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595500" y="3271455"/>
            <a:ext cx="3362960" cy="1228090"/>
            <a:chOff x="1595500" y="3577971"/>
            <a:chExt cx="3362960" cy="1228090"/>
          </a:xfrm>
        </p:grpSpPr>
        <p:sp>
          <p:nvSpPr>
            <p:cNvPr id="14" name="object 14"/>
            <p:cNvSpPr/>
            <p:nvPr/>
          </p:nvSpPr>
          <p:spPr>
            <a:xfrm>
              <a:off x="4496180" y="3577971"/>
              <a:ext cx="462280" cy="613410"/>
            </a:xfrm>
            <a:custGeom>
              <a:avLst/>
              <a:gdLst/>
              <a:ahLst/>
              <a:cxnLst/>
              <a:rect l="l" t="t" r="r" b="b"/>
              <a:pathLst>
                <a:path w="462279" h="613410">
                  <a:moveTo>
                    <a:pt x="15240" y="529589"/>
                  </a:moveTo>
                  <a:lnTo>
                    <a:pt x="0" y="613409"/>
                  </a:lnTo>
                  <a:lnTo>
                    <a:pt x="76200" y="575309"/>
                  </a:lnTo>
                  <a:lnTo>
                    <a:pt x="64346" y="566419"/>
                  </a:lnTo>
                  <a:lnTo>
                    <a:pt x="43180" y="566419"/>
                  </a:lnTo>
                  <a:lnTo>
                    <a:pt x="33020" y="558799"/>
                  </a:lnTo>
                  <a:lnTo>
                    <a:pt x="40640" y="548639"/>
                  </a:lnTo>
                  <a:lnTo>
                    <a:pt x="15240" y="529589"/>
                  </a:lnTo>
                  <a:close/>
                </a:path>
                <a:path w="462279" h="613410">
                  <a:moveTo>
                    <a:pt x="40639" y="548639"/>
                  </a:moveTo>
                  <a:lnTo>
                    <a:pt x="33020" y="558799"/>
                  </a:lnTo>
                  <a:lnTo>
                    <a:pt x="43180" y="566419"/>
                  </a:lnTo>
                  <a:lnTo>
                    <a:pt x="50800" y="556259"/>
                  </a:lnTo>
                  <a:lnTo>
                    <a:pt x="40639" y="548639"/>
                  </a:lnTo>
                  <a:close/>
                </a:path>
                <a:path w="462279" h="613410">
                  <a:moveTo>
                    <a:pt x="50800" y="556259"/>
                  </a:moveTo>
                  <a:lnTo>
                    <a:pt x="43180" y="566419"/>
                  </a:lnTo>
                  <a:lnTo>
                    <a:pt x="64346" y="566419"/>
                  </a:lnTo>
                  <a:lnTo>
                    <a:pt x="50800" y="556259"/>
                  </a:lnTo>
                  <a:close/>
                </a:path>
                <a:path w="462279" h="613410">
                  <a:moveTo>
                    <a:pt x="452120" y="0"/>
                  </a:moveTo>
                  <a:lnTo>
                    <a:pt x="40639" y="548639"/>
                  </a:lnTo>
                  <a:lnTo>
                    <a:pt x="50800" y="556259"/>
                  </a:lnTo>
                  <a:lnTo>
                    <a:pt x="462280" y="7619"/>
                  </a:lnTo>
                  <a:lnTo>
                    <a:pt x="4521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600580" y="4038981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1000" y="0"/>
                  </a:moveTo>
                  <a:lnTo>
                    <a:pt x="333204" y="2968"/>
                  </a:lnTo>
                  <a:lnTo>
                    <a:pt x="287181" y="11634"/>
                  </a:lnTo>
                  <a:lnTo>
                    <a:pt x="243288" y="25643"/>
                  </a:lnTo>
                  <a:lnTo>
                    <a:pt x="201881" y="44636"/>
                  </a:lnTo>
                  <a:lnTo>
                    <a:pt x="163318" y="68257"/>
                  </a:lnTo>
                  <a:lnTo>
                    <a:pt x="127955" y="96149"/>
                  </a:lnTo>
                  <a:lnTo>
                    <a:pt x="96149" y="127955"/>
                  </a:lnTo>
                  <a:lnTo>
                    <a:pt x="68257" y="163318"/>
                  </a:lnTo>
                  <a:lnTo>
                    <a:pt x="44636" y="201881"/>
                  </a:lnTo>
                  <a:lnTo>
                    <a:pt x="25643" y="243288"/>
                  </a:lnTo>
                  <a:lnTo>
                    <a:pt x="11634" y="287181"/>
                  </a:lnTo>
                  <a:lnTo>
                    <a:pt x="2968" y="333204"/>
                  </a:lnTo>
                  <a:lnTo>
                    <a:pt x="0" y="381000"/>
                  </a:lnTo>
                  <a:lnTo>
                    <a:pt x="2968" y="428795"/>
                  </a:lnTo>
                  <a:lnTo>
                    <a:pt x="11634" y="474818"/>
                  </a:lnTo>
                  <a:lnTo>
                    <a:pt x="25643" y="518711"/>
                  </a:lnTo>
                  <a:lnTo>
                    <a:pt x="44636" y="560118"/>
                  </a:lnTo>
                  <a:lnTo>
                    <a:pt x="68257" y="598681"/>
                  </a:lnTo>
                  <a:lnTo>
                    <a:pt x="96149" y="634044"/>
                  </a:lnTo>
                  <a:lnTo>
                    <a:pt x="127955" y="665850"/>
                  </a:lnTo>
                  <a:lnTo>
                    <a:pt x="163318" y="693742"/>
                  </a:lnTo>
                  <a:lnTo>
                    <a:pt x="201881" y="717363"/>
                  </a:lnTo>
                  <a:lnTo>
                    <a:pt x="243288" y="736356"/>
                  </a:lnTo>
                  <a:lnTo>
                    <a:pt x="287181" y="750365"/>
                  </a:lnTo>
                  <a:lnTo>
                    <a:pt x="333204" y="759031"/>
                  </a:lnTo>
                  <a:lnTo>
                    <a:pt x="381000" y="762000"/>
                  </a:lnTo>
                  <a:lnTo>
                    <a:pt x="428795" y="759031"/>
                  </a:lnTo>
                  <a:lnTo>
                    <a:pt x="474818" y="750365"/>
                  </a:lnTo>
                  <a:lnTo>
                    <a:pt x="518711" y="736356"/>
                  </a:lnTo>
                  <a:lnTo>
                    <a:pt x="560118" y="717363"/>
                  </a:lnTo>
                  <a:lnTo>
                    <a:pt x="598681" y="693742"/>
                  </a:lnTo>
                  <a:lnTo>
                    <a:pt x="634044" y="665850"/>
                  </a:lnTo>
                  <a:lnTo>
                    <a:pt x="665850" y="634044"/>
                  </a:lnTo>
                  <a:lnTo>
                    <a:pt x="693742" y="598681"/>
                  </a:lnTo>
                  <a:lnTo>
                    <a:pt x="717363" y="560118"/>
                  </a:lnTo>
                  <a:lnTo>
                    <a:pt x="736356" y="518711"/>
                  </a:lnTo>
                  <a:lnTo>
                    <a:pt x="750365" y="474818"/>
                  </a:lnTo>
                  <a:lnTo>
                    <a:pt x="759031" y="428795"/>
                  </a:lnTo>
                  <a:lnTo>
                    <a:pt x="762000" y="381000"/>
                  </a:lnTo>
                  <a:lnTo>
                    <a:pt x="759031" y="333204"/>
                  </a:lnTo>
                  <a:lnTo>
                    <a:pt x="750365" y="287181"/>
                  </a:lnTo>
                  <a:lnTo>
                    <a:pt x="736356" y="243288"/>
                  </a:lnTo>
                  <a:lnTo>
                    <a:pt x="717363" y="201881"/>
                  </a:lnTo>
                  <a:lnTo>
                    <a:pt x="693742" y="163318"/>
                  </a:lnTo>
                  <a:lnTo>
                    <a:pt x="665850" y="127955"/>
                  </a:lnTo>
                  <a:lnTo>
                    <a:pt x="634044" y="96149"/>
                  </a:lnTo>
                  <a:lnTo>
                    <a:pt x="598681" y="68257"/>
                  </a:lnTo>
                  <a:lnTo>
                    <a:pt x="560118" y="44636"/>
                  </a:lnTo>
                  <a:lnTo>
                    <a:pt x="518711" y="25643"/>
                  </a:lnTo>
                  <a:lnTo>
                    <a:pt x="474818" y="11634"/>
                  </a:lnTo>
                  <a:lnTo>
                    <a:pt x="428795" y="2968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600580" y="4038981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381000"/>
                  </a:moveTo>
                  <a:lnTo>
                    <a:pt x="2968" y="333204"/>
                  </a:lnTo>
                  <a:lnTo>
                    <a:pt x="11634" y="287181"/>
                  </a:lnTo>
                  <a:lnTo>
                    <a:pt x="25643" y="243288"/>
                  </a:lnTo>
                  <a:lnTo>
                    <a:pt x="44636" y="201881"/>
                  </a:lnTo>
                  <a:lnTo>
                    <a:pt x="68257" y="163318"/>
                  </a:lnTo>
                  <a:lnTo>
                    <a:pt x="96149" y="127955"/>
                  </a:lnTo>
                  <a:lnTo>
                    <a:pt x="127955" y="96149"/>
                  </a:lnTo>
                  <a:lnTo>
                    <a:pt x="163318" y="68257"/>
                  </a:lnTo>
                  <a:lnTo>
                    <a:pt x="201881" y="44636"/>
                  </a:lnTo>
                  <a:lnTo>
                    <a:pt x="243288" y="25643"/>
                  </a:lnTo>
                  <a:lnTo>
                    <a:pt x="287181" y="11634"/>
                  </a:lnTo>
                  <a:lnTo>
                    <a:pt x="333204" y="2968"/>
                  </a:lnTo>
                  <a:lnTo>
                    <a:pt x="381000" y="0"/>
                  </a:lnTo>
                  <a:lnTo>
                    <a:pt x="428795" y="2968"/>
                  </a:lnTo>
                  <a:lnTo>
                    <a:pt x="474818" y="11634"/>
                  </a:lnTo>
                  <a:lnTo>
                    <a:pt x="518711" y="25643"/>
                  </a:lnTo>
                  <a:lnTo>
                    <a:pt x="560118" y="44636"/>
                  </a:lnTo>
                  <a:lnTo>
                    <a:pt x="598681" y="68257"/>
                  </a:lnTo>
                  <a:lnTo>
                    <a:pt x="634044" y="96149"/>
                  </a:lnTo>
                  <a:lnTo>
                    <a:pt x="665850" y="127955"/>
                  </a:lnTo>
                  <a:lnTo>
                    <a:pt x="693742" y="163318"/>
                  </a:lnTo>
                  <a:lnTo>
                    <a:pt x="717363" y="201881"/>
                  </a:lnTo>
                  <a:lnTo>
                    <a:pt x="736356" y="243288"/>
                  </a:lnTo>
                  <a:lnTo>
                    <a:pt x="750365" y="287181"/>
                  </a:lnTo>
                  <a:lnTo>
                    <a:pt x="759031" y="333204"/>
                  </a:lnTo>
                  <a:lnTo>
                    <a:pt x="762000" y="381000"/>
                  </a:lnTo>
                  <a:lnTo>
                    <a:pt x="759031" y="428795"/>
                  </a:lnTo>
                  <a:lnTo>
                    <a:pt x="750365" y="474818"/>
                  </a:lnTo>
                  <a:lnTo>
                    <a:pt x="736356" y="518711"/>
                  </a:lnTo>
                  <a:lnTo>
                    <a:pt x="717363" y="560118"/>
                  </a:lnTo>
                  <a:lnTo>
                    <a:pt x="693742" y="598681"/>
                  </a:lnTo>
                  <a:lnTo>
                    <a:pt x="665850" y="634044"/>
                  </a:lnTo>
                  <a:lnTo>
                    <a:pt x="634044" y="665850"/>
                  </a:lnTo>
                  <a:lnTo>
                    <a:pt x="598681" y="693742"/>
                  </a:lnTo>
                  <a:lnTo>
                    <a:pt x="560118" y="717363"/>
                  </a:lnTo>
                  <a:lnTo>
                    <a:pt x="518711" y="736356"/>
                  </a:lnTo>
                  <a:lnTo>
                    <a:pt x="474818" y="750365"/>
                  </a:lnTo>
                  <a:lnTo>
                    <a:pt x="428795" y="759031"/>
                  </a:lnTo>
                  <a:lnTo>
                    <a:pt x="381000" y="762000"/>
                  </a:lnTo>
                  <a:lnTo>
                    <a:pt x="333204" y="759031"/>
                  </a:lnTo>
                  <a:lnTo>
                    <a:pt x="287181" y="750365"/>
                  </a:lnTo>
                  <a:lnTo>
                    <a:pt x="243288" y="736356"/>
                  </a:lnTo>
                  <a:lnTo>
                    <a:pt x="201881" y="717363"/>
                  </a:lnTo>
                  <a:lnTo>
                    <a:pt x="163318" y="693742"/>
                  </a:lnTo>
                  <a:lnTo>
                    <a:pt x="127955" y="665850"/>
                  </a:lnTo>
                  <a:lnTo>
                    <a:pt x="96149" y="634044"/>
                  </a:lnTo>
                  <a:lnTo>
                    <a:pt x="68257" y="598681"/>
                  </a:lnTo>
                  <a:lnTo>
                    <a:pt x="44636" y="560118"/>
                  </a:lnTo>
                  <a:lnTo>
                    <a:pt x="25643" y="518711"/>
                  </a:lnTo>
                  <a:lnTo>
                    <a:pt x="11634" y="474818"/>
                  </a:lnTo>
                  <a:lnTo>
                    <a:pt x="2968" y="428795"/>
                  </a:lnTo>
                  <a:lnTo>
                    <a:pt x="0" y="3810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842007" y="3950778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22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509901" y="2431985"/>
            <a:ext cx="772160" cy="772160"/>
            <a:chOff x="2509901" y="2738501"/>
            <a:chExt cx="772160" cy="772160"/>
          </a:xfrm>
        </p:grpSpPr>
        <p:sp>
          <p:nvSpPr>
            <p:cNvPr id="19" name="object 19"/>
            <p:cNvSpPr/>
            <p:nvPr/>
          </p:nvSpPr>
          <p:spPr>
            <a:xfrm>
              <a:off x="2514981" y="2743581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1000" y="0"/>
                  </a:moveTo>
                  <a:lnTo>
                    <a:pt x="333204" y="2968"/>
                  </a:lnTo>
                  <a:lnTo>
                    <a:pt x="287181" y="11634"/>
                  </a:lnTo>
                  <a:lnTo>
                    <a:pt x="243288" y="25643"/>
                  </a:lnTo>
                  <a:lnTo>
                    <a:pt x="201881" y="44636"/>
                  </a:lnTo>
                  <a:lnTo>
                    <a:pt x="163318" y="68257"/>
                  </a:lnTo>
                  <a:lnTo>
                    <a:pt x="127955" y="96149"/>
                  </a:lnTo>
                  <a:lnTo>
                    <a:pt x="96149" y="127955"/>
                  </a:lnTo>
                  <a:lnTo>
                    <a:pt x="68257" y="163318"/>
                  </a:lnTo>
                  <a:lnTo>
                    <a:pt x="44636" y="201881"/>
                  </a:lnTo>
                  <a:lnTo>
                    <a:pt x="25643" y="243288"/>
                  </a:lnTo>
                  <a:lnTo>
                    <a:pt x="11634" y="287181"/>
                  </a:lnTo>
                  <a:lnTo>
                    <a:pt x="2968" y="333204"/>
                  </a:lnTo>
                  <a:lnTo>
                    <a:pt x="0" y="381000"/>
                  </a:lnTo>
                  <a:lnTo>
                    <a:pt x="2968" y="428795"/>
                  </a:lnTo>
                  <a:lnTo>
                    <a:pt x="11634" y="474818"/>
                  </a:lnTo>
                  <a:lnTo>
                    <a:pt x="25643" y="518711"/>
                  </a:lnTo>
                  <a:lnTo>
                    <a:pt x="44636" y="560118"/>
                  </a:lnTo>
                  <a:lnTo>
                    <a:pt x="68257" y="598681"/>
                  </a:lnTo>
                  <a:lnTo>
                    <a:pt x="96149" y="634044"/>
                  </a:lnTo>
                  <a:lnTo>
                    <a:pt x="127955" y="665850"/>
                  </a:lnTo>
                  <a:lnTo>
                    <a:pt x="163318" y="693742"/>
                  </a:lnTo>
                  <a:lnTo>
                    <a:pt x="201881" y="717363"/>
                  </a:lnTo>
                  <a:lnTo>
                    <a:pt x="243288" y="736356"/>
                  </a:lnTo>
                  <a:lnTo>
                    <a:pt x="287181" y="750365"/>
                  </a:lnTo>
                  <a:lnTo>
                    <a:pt x="333204" y="759031"/>
                  </a:lnTo>
                  <a:lnTo>
                    <a:pt x="381000" y="762000"/>
                  </a:lnTo>
                  <a:lnTo>
                    <a:pt x="428795" y="759031"/>
                  </a:lnTo>
                  <a:lnTo>
                    <a:pt x="474818" y="750365"/>
                  </a:lnTo>
                  <a:lnTo>
                    <a:pt x="518711" y="736356"/>
                  </a:lnTo>
                  <a:lnTo>
                    <a:pt x="560118" y="717363"/>
                  </a:lnTo>
                  <a:lnTo>
                    <a:pt x="598681" y="693742"/>
                  </a:lnTo>
                  <a:lnTo>
                    <a:pt x="634044" y="665850"/>
                  </a:lnTo>
                  <a:lnTo>
                    <a:pt x="665850" y="634044"/>
                  </a:lnTo>
                  <a:lnTo>
                    <a:pt x="693742" y="598681"/>
                  </a:lnTo>
                  <a:lnTo>
                    <a:pt x="717363" y="560118"/>
                  </a:lnTo>
                  <a:lnTo>
                    <a:pt x="736356" y="518711"/>
                  </a:lnTo>
                  <a:lnTo>
                    <a:pt x="750365" y="474818"/>
                  </a:lnTo>
                  <a:lnTo>
                    <a:pt x="759031" y="428795"/>
                  </a:lnTo>
                  <a:lnTo>
                    <a:pt x="761999" y="381000"/>
                  </a:lnTo>
                  <a:lnTo>
                    <a:pt x="759031" y="333204"/>
                  </a:lnTo>
                  <a:lnTo>
                    <a:pt x="750365" y="287181"/>
                  </a:lnTo>
                  <a:lnTo>
                    <a:pt x="736356" y="243288"/>
                  </a:lnTo>
                  <a:lnTo>
                    <a:pt x="717363" y="201881"/>
                  </a:lnTo>
                  <a:lnTo>
                    <a:pt x="693742" y="163318"/>
                  </a:lnTo>
                  <a:lnTo>
                    <a:pt x="665850" y="127955"/>
                  </a:lnTo>
                  <a:lnTo>
                    <a:pt x="634044" y="96149"/>
                  </a:lnTo>
                  <a:lnTo>
                    <a:pt x="598681" y="68257"/>
                  </a:lnTo>
                  <a:lnTo>
                    <a:pt x="560118" y="44636"/>
                  </a:lnTo>
                  <a:lnTo>
                    <a:pt x="518711" y="25643"/>
                  </a:lnTo>
                  <a:lnTo>
                    <a:pt x="474818" y="11634"/>
                  </a:lnTo>
                  <a:lnTo>
                    <a:pt x="428795" y="2968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514981" y="2743581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381000"/>
                  </a:moveTo>
                  <a:lnTo>
                    <a:pt x="2968" y="333204"/>
                  </a:lnTo>
                  <a:lnTo>
                    <a:pt x="11634" y="287181"/>
                  </a:lnTo>
                  <a:lnTo>
                    <a:pt x="25643" y="243288"/>
                  </a:lnTo>
                  <a:lnTo>
                    <a:pt x="44636" y="201881"/>
                  </a:lnTo>
                  <a:lnTo>
                    <a:pt x="68257" y="163318"/>
                  </a:lnTo>
                  <a:lnTo>
                    <a:pt x="96149" y="127955"/>
                  </a:lnTo>
                  <a:lnTo>
                    <a:pt x="127955" y="96149"/>
                  </a:lnTo>
                  <a:lnTo>
                    <a:pt x="163318" y="68257"/>
                  </a:lnTo>
                  <a:lnTo>
                    <a:pt x="201881" y="44636"/>
                  </a:lnTo>
                  <a:lnTo>
                    <a:pt x="243288" y="25643"/>
                  </a:lnTo>
                  <a:lnTo>
                    <a:pt x="287181" y="11634"/>
                  </a:lnTo>
                  <a:lnTo>
                    <a:pt x="333204" y="2968"/>
                  </a:lnTo>
                  <a:lnTo>
                    <a:pt x="381000" y="0"/>
                  </a:lnTo>
                  <a:lnTo>
                    <a:pt x="428795" y="2968"/>
                  </a:lnTo>
                  <a:lnTo>
                    <a:pt x="474818" y="11634"/>
                  </a:lnTo>
                  <a:lnTo>
                    <a:pt x="518711" y="25643"/>
                  </a:lnTo>
                  <a:lnTo>
                    <a:pt x="560118" y="44636"/>
                  </a:lnTo>
                  <a:lnTo>
                    <a:pt x="598681" y="68257"/>
                  </a:lnTo>
                  <a:lnTo>
                    <a:pt x="634044" y="96149"/>
                  </a:lnTo>
                  <a:lnTo>
                    <a:pt x="665850" y="127955"/>
                  </a:lnTo>
                  <a:lnTo>
                    <a:pt x="693742" y="163318"/>
                  </a:lnTo>
                  <a:lnTo>
                    <a:pt x="717363" y="201881"/>
                  </a:lnTo>
                  <a:lnTo>
                    <a:pt x="736356" y="243288"/>
                  </a:lnTo>
                  <a:lnTo>
                    <a:pt x="750365" y="287181"/>
                  </a:lnTo>
                  <a:lnTo>
                    <a:pt x="759031" y="333204"/>
                  </a:lnTo>
                  <a:lnTo>
                    <a:pt x="761999" y="381000"/>
                  </a:lnTo>
                  <a:lnTo>
                    <a:pt x="759031" y="428795"/>
                  </a:lnTo>
                  <a:lnTo>
                    <a:pt x="750365" y="474818"/>
                  </a:lnTo>
                  <a:lnTo>
                    <a:pt x="736356" y="518711"/>
                  </a:lnTo>
                  <a:lnTo>
                    <a:pt x="717363" y="560118"/>
                  </a:lnTo>
                  <a:lnTo>
                    <a:pt x="693742" y="598681"/>
                  </a:lnTo>
                  <a:lnTo>
                    <a:pt x="665850" y="634044"/>
                  </a:lnTo>
                  <a:lnTo>
                    <a:pt x="634044" y="665850"/>
                  </a:lnTo>
                  <a:lnTo>
                    <a:pt x="598681" y="693742"/>
                  </a:lnTo>
                  <a:lnTo>
                    <a:pt x="560118" y="717363"/>
                  </a:lnTo>
                  <a:lnTo>
                    <a:pt x="518711" y="736356"/>
                  </a:lnTo>
                  <a:lnTo>
                    <a:pt x="474818" y="750365"/>
                  </a:lnTo>
                  <a:lnTo>
                    <a:pt x="428795" y="759031"/>
                  </a:lnTo>
                  <a:lnTo>
                    <a:pt x="381000" y="762000"/>
                  </a:lnTo>
                  <a:lnTo>
                    <a:pt x="333204" y="759031"/>
                  </a:lnTo>
                  <a:lnTo>
                    <a:pt x="287181" y="750365"/>
                  </a:lnTo>
                  <a:lnTo>
                    <a:pt x="243288" y="736356"/>
                  </a:lnTo>
                  <a:lnTo>
                    <a:pt x="201881" y="717363"/>
                  </a:lnTo>
                  <a:lnTo>
                    <a:pt x="163318" y="693742"/>
                  </a:lnTo>
                  <a:lnTo>
                    <a:pt x="127955" y="665850"/>
                  </a:lnTo>
                  <a:lnTo>
                    <a:pt x="96149" y="634044"/>
                  </a:lnTo>
                  <a:lnTo>
                    <a:pt x="68257" y="598681"/>
                  </a:lnTo>
                  <a:lnTo>
                    <a:pt x="44636" y="560118"/>
                  </a:lnTo>
                  <a:lnTo>
                    <a:pt x="25643" y="518711"/>
                  </a:lnTo>
                  <a:lnTo>
                    <a:pt x="11634" y="474818"/>
                  </a:lnTo>
                  <a:lnTo>
                    <a:pt x="2968" y="428795"/>
                  </a:lnTo>
                  <a:lnTo>
                    <a:pt x="0" y="3810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756407" y="2655124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50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043301" y="1975673"/>
            <a:ext cx="772160" cy="2600325"/>
            <a:chOff x="3043301" y="2282189"/>
            <a:chExt cx="772160" cy="2600325"/>
          </a:xfrm>
        </p:grpSpPr>
        <p:sp>
          <p:nvSpPr>
            <p:cNvPr id="23" name="object 23"/>
            <p:cNvSpPr/>
            <p:nvPr/>
          </p:nvSpPr>
          <p:spPr>
            <a:xfrm>
              <a:off x="3200781" y="2282189"/>
              <a:ext cx="462280" cy="537845"/>
            </a:xfrm>
            <a:custGeom>
              <a:avLst/>
              <a:gdLst/>
              <a:ahLst/>
              <a:cxnLst/>
              <a:rect l="l" t="t" r="r" b="b"/>
              <a:pathLst>
                <a:path w="462279" h="537844">
                  <a:moveTo>
                    <a:pt x="20700" y="454913"/>
                  </a:moveTo>
                  <a:lnTo>
                    <a:pt x="0" y="537590"/>
                  </a:lnTo>
                  <a:lnTo>
                    <a:pt x="78485" y="504571"/>
                  </a:lnTo>
                  <a:lnTo>
                    <a:pt x="65628" y="493522"/>
                  </a:lnTo>
                  <a:lnTo>
                    <a:pt x="46100" y="493522"/>
                  </a:lnTo>
                  <a:lnTo>
                    <a:pt x="36449" y="485267"/>
                  </a:lnTo>
                  <a:lnTo>
                    <a:pt x="44750" y="475581"/>
                  </a:lnTo>
                  <a:lnTo>
                    <a:pt x="20700" y="454913"/>
                  </a:lnTo>
                  <a:close/>
                </a:path>
                <a:path w="462279" h="537844">
                  <a:moveTo>
                    <a:pt x="44750" y="475581"/>
                  </a:moveTo>
                  <a:lnTo>
                    <a:pt x="36449" y="485267"/>
                  </a:lnTo>
                  <a:lnTo>
                    <a:pt x="46100" y="493522"/>
                  </a:lnTo>
                  <a:lnTo>
                    <a:pt x="54384" y="483859"/>
                  </a:lnTo>
                  <a:lnTo>
                    <a:pt x="44750" y="475581"/>
                  </a:lnTo>
                  <a:close/>
                </a:path>
                <a:path w="462279" h="537844">
                  <a:moveTo>
                    <a:pt x="54384" y="483859"/>
                  </a:moveTo>
                  <a:lnTo>
                    <a:pt x="46100" y="493522"/>
                  </a:lnTo>
                  <a:lnTo>
                    <a:pt x="65628" y="493522"/>
                  </a:lnTo>
                  <a:lnTo>
                    <a:pt x="54384" y="483859"/>
                  </a:lnTo>
                  <a:close/>
                </a:path>
                <a:path w="462279" h="537844">
                  <a:moveTo>
                    <a:pt x="452373" y="0"/>
                  </a:moveTo>
                  <a:lnTo>
                    <a:pt x="44750" y="475581"/>
                  </a:lnTo>
                  <a:lnTo>
                    <a:pt x="54384" y="483859"/>
                  </a:lnTo>
                  <a:lnTo>
                    <a:pt x="462026" y="8382"/>
                  </a:lnTo>
                  <a:lnTo>
                    <a:pt x="4523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048381" y="411518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0999" y="0"/>
                  </a:moveTo>
                  <a:lnTo>
                    <a:pt x="333204" y="2968"/>
                  </a:lnTo>
                  <a:lnTo>
                    <a:pt x="287181" y="11634"/>
                  </a:lnTo>
                  <a:lnTo>
                    <a:pt x="243288" y="25643"/>
                  </a:lnTo>
                  <a:lnTo>
                    <a:pt x="201881" y="44636"/>
                  </a:lnTo>
                  <a:lnTo>
                    <a:pt x="163318" y="68257"/>
                  </a:lnTo>
                  <a:lnTo>
                    <a:pt x="127955" y="96149"/>
                  </a:lnTo>
                  <a:lnTo>
                    <a:pt x="96149" y="127955"/>
                  </a:lnTo>
                  <a:lnTo>
                    <a:pt x="68257" y="163318"/>
                  </a:lnTo>
                  <a:lnTo>
                    <a:pt x="44636" y="201881"/>
                  </a:lnTo>
                  <a:lnTo>
                    <a:pt x="25643" y="243288"/>
                  </a:lnTo>
                  <a:lnTo>
                    <a:pt x="11634" y="287181"/>
                  </a:lnTo>
                  <a:lnTo>
                    <a:pt x="2968" y="333204"/>
                  </a:lnTo>
                  <a:lnTo>
                    <a:pt x="0" y="381000"/>
                  </a:lnTo>
                  <a:lnTo>
                    <a:pt x="2968" y="428795"/>
                  </a:lnTo>
                  <a:lnTo>
                    <a:pt x="11634" y="474818"/>
                  </a:lnTo>
                  <a:lnTo>
                    <a:pt x="25643" y="518711"/>
                  </a:lnTo>
                  <a:lnTo>
                    <a:pt x="44636" y="560118"/>
                  </a:lnTo>
                  <a:lnTo>
                    <a:pt x="68257" y="598681"/>
                  </a:lnTo>
                  <a:lnTo>
                    <a:pt x="96149" y="634044"/>
                  </a:lnTo>
                  <a:lnTo>
                    <a:pt x="127955" y="665850"/>
                  </a:lnTo>
                  <a:lnTo>
                    <a:pt x="163318" y="693742"/>
                  </a:lnTo>
                  <a:lnTo>
                    <a:pt x="201881" y="717363"/>
                  </a:lnTo>
                  <a:lnTo>
                    <a:pt x="243288" y="736356"/>
                  </a:lnTo>
                  <a:lnTo>
                    <a:pt x="287181" y="750365"/>
                  </a:lnTo>
                  <a:lnTo>
                    <a:pt x="333204" y="759031"/>
                  </a:lnTo>
                  <a:lnTo>
                    <a:pt x="380999" y="762000"/>
                  </a:lnTo>
                  <a:lnTo>
                    <a:pt x="428795" y="759031"/>
                  </a:lnTo>
                  <a:lnTo>
                    <a:pt x="474818" y="750365"/>
                  </a:lnTo>
                  <a:lnTo>
                    <a:pt x="518711" y="736356"/>
                  </a:lnTo>
                  <a:lnTo>
                    <a:pt x="560118" y="717363"/>
                  </a:lnTo>
                  <a:lnTo>
                    <a:pt x="598681" y="693742"/>
                  </a:lnTo>
                  <a:lnTo>
                    <a:pt x="634044" y="665850"/>
                  </a:lnTo>
                  <a:lnTo>
                    <a:pt x="665850" y="634044"/>
                  </a:lnTo>
                  <a:lnTo>
                    <a:pt x="693742" y="598681"/>
                  </a:lnTo>
                  <a:lnTo>
                    <a:pt x="717363" y="560118"/>
                  </a:lnTo>
                  <a:lnTo>
                    <a:pt x="736356" y="518711"/>
                  </a:lnTo>
                  <a:lnTo>
                    <a:pt x="750365" y="474818"/>
                  </a:lnTo>
                  <a:lnTo>
                    <a:pt x="759031" y="428795"/>
                  </a:lnTo>
                  <a:lnTo>
                    <a:pt x="761999" y="381000"/>
                  </a:lnTo>
                  <a:lnTo>
                    <a:pt x="759031" y="333204"/>
                  </a:lnTo>
                  <a:lnTo>
                    <a:pt x="750365" y="287181"/>
                  </a:lnTo>
                  <a:lnTo>
                    <a:pt x="736356" y="243288"/>
                  </a:lnTo>
                  <a:lnTo>
                    <a:pt x="717363" y="201881"/>
                  </a:lnTo>
                  <a:lnTo>
                    <a:pt x="693742" y="163318"/>
                  </a:lnTo>
                  <a:lnTo>
                    <a:pt x="665850" y="127955"/>
                  </a:lnTo>
                  <a:lnTo>
                    <a:pt x="634044" y="96149"/>
                  </a:lnTo>
                  <a:lnTo>
                    <a:pt x="598681" y="68257"/>
                  </a:lnTo>
                  <a:lnTo>
                    <a:pt x="560118" y="44636"/>
                  </a:lnTo>
                  <a:lnTo>
                    <a:pt x="518711" y="25643"/>
                  </a:lnTo>
                  <a:lnTo>
                    <a:pt x="474818" y="11634"/>
                  </a:lnTo>
                  <a:lnTo>
                    <a:pt x="428795" y="2968"/>
                  </a:lnTo>
                  <a:lnTo>
                    <a:pt x="380999" y="0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048381" y="411518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381000"/>
                  </a:moveTo>
                  <a:lnTo>
                    <a:pt x="2968" y="333204"/>
                  </a:lnTo>
                  <a:lnTo>
                    <a:pt x="11634" y="287181"/>
                  </a:lnTo>
                  <a:lnTo>
                    <a:pt x="25643" y="243288"/>
                  </a:lnTo>
                  <a:lnTo>
                    <a:pt x="44636" y="201881"/>
                  </a:lnTo>
                  <a:lnTo>
                    <a:pt x="68257" y="163318"/>
                  </a:lnTo>
                  <a:lnTo>
                    <a:pt x="96149" y="127955"/>
                  </a:lnTo>
                  <a:lnTo>
                    <a:pt x="127955" y="96149"/>
                  </a:lnTo>
                  <a:lnTo>
                    <a:pt x="163318" y="68257"/>
                  </a:lnTo>
                  <a:lnTo>
                    <a:pt x="201881" y="44636"/>
                  </a:lnTo>
                  <a:lnTo>
                    <a:pt x="243288" y="25643"/>
                  </a:lnTo>
                  <a:lnTo>
                    <a:pt x="287181" y="11634"/>
                  </a:lnTo>
                  <a:lnTo>
                    <a:pt x="333204" y="2968"/>
                  </a:lnTo>
                  <a:lnTo>
                    <a:pt x="380999" y="0"/>
                  </a:lnTo>
                  <a:lnTo>
                    <a:pt x="428795" y="2968"/>
                  </a:lnTo>
                  <a:lnTo>
                    <a:pt x="474818" y="11634"/>
                  </a:lnTo>
                  <a:lnTo>
                    <a:pt x="518711" y="25643"/>
                  </a:lnTo>
                  <a:lnTo>
                    <a:pt x="560118" y="44636"/>
                  </a:lnTo>
                  <a:lnTo>
                    <a:pt x="598681" y="68257"/>
                  </a:lnTo>
                  <a:lnTo>
                    <a:pt x="634044" y="96149"/>
                  </a:lnTo>
                  <a:lnTo>
                    <a:pt x="665850" y="127955"/>
                  </a:lnTo>
                  <a:lnTo>
                    <a:pt x="693742" y="163318"/>
                  </a:lnTo>
                  <a:lnTo>
                    <a:pt x="717363" y="201881"/>
                  </a:lnTo>
                  <a:lnTo>
                    <a:pt x="736356" y="243288"/>
                  </a:lnTo>
                  <a:lnTo>
                    <a:pt x="750365" y="287181"/>
                  </a:lnTo>
                  <a:lnTo>
                    <a:pt x="759031" y="333204"/>
                  </a:lnTo>
                  <a:lnTo>
                    <a:pt x="761999" y="381000"/>
                  </a:lnTo>
                  <a:lnTo>
                    <a:pt x="759031" y="428795"/>
                  </a:lnTo>
                  <a:lnTo>
                    <a:pt x="750365" y="474818"/>
                  </a:lnTo>
                  <a:lnTo>
                    <a:pt x="736356" y="518711"/>
                  </a:lnTo>
                  <a:lnTo>
                    <a:pt x="717363" y="560118"/>
                  </a:lnTo>
                  <a:lnTo>
                    <a:pt x="693742" y="598681"/>
                  </a:lnTo>
                  <a:lnTo>
                    <a:pt x="665850" y="634044"/>
                  </a:lnTo>
                  <a:lnTo>
                    <a:pt x="634044" y="665850"/>
                  </a:lnTo>
                  <a:lnTo>
                    <a:pt x="598681" y="693742"/>
                  </a:lnTo>
                  <a:lnTo>
                    <a:pt x="560118" y="717363"/>
                  </a:lnTo>
                  <a:lnTo>
                    <a:pt x="518711" y="736356"/>
                  </a:lnTo>
                  <a:lnTo>
                    <a:pt x="474818" y="750365"/>
                  </a:lnTo>
                  <a:lnTo>
                    <a:pt x="428795" y="759031"/>
                  </a:lnTo>
                  <a:lnTo>
                    <a:pt x="380999" y="762000"/>
                  </a:lnTo>
                  <a:lnTo>
                    <a:pt x="333204" y="759031"/>
                  </a:lnTo>
                  <a:lnTo>
                    <a:pt x="287181" y="750365"/>
                  </a:lnTo>
                  <a:lnTo>
                    <a:pt x="243288" y="736356"/>
                  </a:lnTo>
                  <a:lnTo>
                    <a:pt x="201881" y="717363"/>
                  </a:lnTo>
                  <a:lnTo>
                    <a:pt x="163318" y="693742"/>
                  </a:lnTo>
                  <a:lnTo>
                    <a:pt x="127955" y="665850"/>
                  </a:lnTo>
                  <a:lnTo>
                    <a:pt x="96149" y="634044"/>
                  </a:lnTo>
                  <a:lnTo>
                    <a:pt x="68257" y="598681"/>
                  </a:lnTo>
                  <a:lnTo>
                    <a:pt x="44636" y="560118"/>
                  </a:lnTo>
                  <a:lnTo>
                    <a:pt x="25643" y="518711"/>
                  </a:lnTo>
                  <a:lnTo>
                    <a:pt x="11634" y="474818"/>
                  </a:lnTo>
                  <a:lnTo>
                    <a:pt x="2968" y="428795"/>
                  </a:lnTo>
                  <a:lnTo>
                    <a:pt x="0" y="3810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289808" y="4026978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30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967735" y="3194619"/>
            <a:ext cx="1838325" cy="1457325"/>
            <a:chOff x="2967735" y="3501135"/>
            <a:chExt cx="1838325" cy="1457325"/>
          </a:xfrm>
        </p:grpSpPr>
        <p:sp>
          <p:nvSpPr>
            <p:cNvPr id="28" name="object 28"/>
            <p:cNvSpPr/>
            <p:nvPr/>
          </p:nvSpPr>
          <p:spPr>
            <a:xfrm>
              <a:off x="2967735" y="3501135"/>
              <a:ext cx="614045" cy="614045"/>
            </a:xfrm>
            <a:custGeom>
              <a:avLst/>
              <a:gdLst/>
              <a:ahLst/>
              <a:cxnLst/>
              <a:rect l="l" t="t" r="r" b="b"/>
              <a:pathLst>
                <a:path w="614045" h="614045">
                  <a:moveTo>
                    <a:pt x="555689" y="564704"/>
                  </a:moveTo>
                  <a:lnTo>
                    <a:pt x="533273" y="587120"/>
                  </a:lnTo>
                  <a:lnTo>
                    <a:pt x="614044" y="614044"/>
                  </a:lnTo>
                  <a:lnTo>
                    <a:pt x="600583" y="573658"/>
                  </a:lnTo>
                  <a:lnTo>
                    <a:pt x="564641" y="573658"/>
                  </a:lnTo>
                  <a:lnTo>
                    <a:pt x="555689" y="564704"/>
                  </a:lnTo>
                  <a:close/>
                </a:path>
                <a:path w="614045" h="614045">
                  <a:moveTo>
                    <a:pt x="564704" y="555689"/>
                  </a:moveTo>
                  <a:lnTo>
                    <a:pt x="555689" y="564704"/>
                  </a:lnTo>
                  <a:lnTo>
                    <a:pt x="564641" y="573658"/>
                  </a:lnTo>
                  <a:lnTo>
                    <a:pt x="573596" y="564704"/>
                  </a:lnTo>
                  <a:lnTo>
                    <a:pt x="564704" y="555689"/>
                  </a:lnTo>
                  <a:close/>
                </a:path>
                <a:path w="614045" h="614045">
                  <a:moveTo>
                    <a:pt x="587121" y="533272"/>
                  </a:moveTo>
                  <a:lnTo>
                    <a:pt x="564704" y="555689"/>
                  </a:lnTo>
                  <a:lnTo>
                    <a:pt x="573596" y="564704"/>
                  </a:lnTo>
                  <a:lnTo>
                    <a:pt x="564641" y="573658"/>
                  </a:lnTo>
                  <a:lnTo>
                    <a:pt x="600583" y="573658"/>
                  </a:lnTo>
                  <a:lnTo>
                    <a:pt x="587121" y="533272"/>
                  </a:lnTo>
                  <a:close/>
                </a:path>
                <a:path w="614045" h="614045">
                  <a:moveTo>
                    <a:pt x="8889" y="0"/>
                  </a:moveTo>
                  <a:lnTo>
                    <a:pt x="0" y="8889"/>
                  </a:lnTo>
                  <a:lnTo>
                    <a:pt x="555689" y="564704"/>
                  </a:lnTo>
                  <a:lnTo>
                    <a:pt x="564704" y="555689"/>
                  </a:lnTo>
                  <a:lnTo>
                    <a:pt x="88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038980" y="419138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1000" y="0"/>
                  </a:moveTo>
                  <a:lnTo>
                    <a:pt x="333204" y="2968"/>
                  </a:lnTo>
                  <a:lnTo>
                    <a:pt x="287181" y="11634"/>
                  </a:lnTo>
                  <a:lnTo>
                    <a:pt x="243288" y="25643"/>
                  </a:lnTo>
                  <a:lnTo>
                    <a:pt x="201881" y="44636"/>
                  </a:lnTo>
                  <a:lnTo>
                    <a:pt x="163318" y="68257"/>
                  </a:lnTo>
                  <a:lnTo>
                    <a:pt x="127955" y="96149"/>
                  </a:lnTo>
                  <a:lnTo>
                    <a:pt x="96149" y="127955"/>
                  </a:lnTo>
                  <a:lnTo>
                    <a:pt x="68257" y="163318"/>
                  </a:lnTo>
                  <a:lnTo>
                    <a:pt x="44636" y="201881"/>
                  </a:lnTo>
                  <a:lnTo>
                    <a:pt x="25643" y="243288"/>
                  </a:lnTo>
                  <a:lnTo>
                    <a:pt x="11634" y="287181"/>
                  </a:lnTo>
                  <a:lnTo>
                    <a:pt x="2968" y="333204"/>
                  </a:lnTo>
                  <a:lnTo>
                    <a:pt x="0" y="381000"/>
                  </a:lnTo>
                  <a:lnTo>
                    <a:pt x="2968" y="428795"/>
                  </a:lnTo>
                  <a:lnTo>
                    <a:pt x="11634" y="474818"/>
                  </a:lnTo>
                  <a:lnTo>
                    <a:pt x="25643" y="518711"/>
                  </a:lnTo>
                  <a:lnTo>
                    <a:pt x="44636" y="560118"/>
                  </a:lnTo>
                  <a:lnTo>
                    <a:pt x="68257" y="598681"/>
                  </a:lnTo>
                  <a:lnTo>
                    <a:pt x="96149" y="634044"/>
                  </a:lnTo>
                  <a:lnTo>
                    <a:pt x="127955" y="665850"/>
                  </a:lnTo>
                  <a:lnTo>
                    <a:pt x="163318" y="693742"/>
                  </a:lnTo>
                  <a:lnTo>
                    <a:pt x="201881" y="717363"/>
                  </a:lnTo>
                  <a:lnTo>
                    <a:pt x="243288" y="736356"/>
                  </a:lnTo>
                  <a:lnTo>
                    <a:pt x="287181" y="750365"/>
                  </a:lnTo>
                  <a:lnTo>
                    <a:pt x="333204" y="759031"/>
                  </a:lnTo>
                  <a:lnTo>
                    <a:pt x="381000" y="762000"/>
                  </a:lnTo>
                  <a:lnTo>
                    <a:pt x="428795" y="759031"/>
                  </a:lnTo>
                  <a:lnTo>
                    <a:pt x="474818" y="750365"/>
                  </a:lnTo>
                  <a:lnTo>
                    <a:pt x="518711" y="736356"/>
                  </a:lnTo>
                  <a:lnTo>
                    <a:pt x="560118" y="717363"/>
                  </a:lnTo>
                  <a:lnTo>
                    <a:pt x="598681" y="693742"/>
                  </a:lnTo>
                  <a:lnTo>
                    <a:pt x="634044" y="665850"/>
                  </a:lnTo>
                  <a:lnTo>
                    <a:pt x="665850" y="634044"/>
                  </a:lnTo>
                  <a:lnTo>
                    <a:pt x="693742" y="598681"/>
                  </a:lnTo>
                  <a:lnTo>
                    <a:pt x="717363" y="560118"/>
                  </a:lnTo>
                  <a:lnTo>
                    <a:pt x="736356" y="518711"/>
                  </a:lnTo>
                  <a:lnTo>
                    <a:pt x="750365" y="474818"/>
                  </a:lnTo>
                  <a:lnTo>
                    <a:pt x="759031" y="428795"/>
                  </a:lnTo>
                  <a:lnTo>
                    <a:pt x="762000" y="381000"/>
                  </a:lnTo>
                  <a:lnTo>
                    <a:pt x="759031" y="333204"/>
                  </a:lnTo>
                  <a:lnTo>
                    <a:pt x="750365" y="287181"/>
                  </a:lnTo>
                  <a:lnTo>
                    <a:pt x="736356" y="243288"/>
                  </a:lnTo>
                  <a:lnTo>
                    <a:pt x="717363" y="201881"/>
                  </a:lnTo>
                  <a:lnTo>
                    <a:pt x="693742" y="163318"/>
                  </a:lnTo>
                  <a:lnTo>
                    <a:pt x="665850" y="127955"/>
                  </a:lnTo>
                  <a:lnTo>
                    <a:pt x="634044" y="96149"/>
                  </a:lnTo>
                  <a:lnTo>
                    <a:pt x="598681" y="68257"/>
                  </a:lnTo>
                  <a:lnTo>
                    <a:pt x="560118" y="44636"/>
                  </a:lnTo>
                  <a:lnTo>
                    <a:pt x="518711" y="25643"/>
                  </a:lnTo>
                  <a:lnTo>
                    <a:pt x="474818" y="11634"/>
                  </a:lnTo>
                  <a:lnTo>
                    <a:pt x="428795" y="2968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038980" y="419138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381000"/>
                  </a:moveTo>
                  <a:lnTo>
                    <a:pt x="2968" y="333204"/>
                  </a:lnTo>
                  <a:lnTo>
                    <a:pt x="11634" y="287181"/>
                  </a:lnTo>
                  <a:lnTo>
                    <a:pt x="25643" y="243288"/>
                  </a:lnTo>
                  <a:lnTo>
                    <a:pt x="44636" y="201881"/>
                  </a:lnTo>
                  <a:lnTo>
                    <a:pt x="68257" y="163318"/>
                  </a:lnTo>
                  <a:lnTo>
                    <a:pt x="96149" y="127955"/>
                  </a:lnTo>
                  <a:lnTo>
                    <a:pt x="127955" y="96149"/>
                  </a:lnTo>
                  <a:lnTo>
                    <a:pt x="163318" y="68257"/>
                  </a:lnTo>
                  <a:lnTo>
                    <a:pt x="201881" y="44636"/>
                  </a:lnTo>
                  <a:lnTo>
                    <a:pt x="243288" y="25643"/>
                  </a:lnTo>
                  <a:lnTo>
                    <a:pt x="287181" y="11634"/>
                  </a:lnTo>
                  <a:lnTo>
                    <a:pt x="333204" y="2968"/>
                  </a:lnTo>
                  <a:lnTo>
                    <a:pt x="381000" y="0"/>
                  </a:lnTo>
                  <a:lnTo>
                    <a:pt x="428795" y="2968"/>
                  </a:lnTo>
                  <a:lnTo>
                    <a:pt x="474818" y="11634"/>
                  </a:lnTo>
                  <a:lnTo>
                    <a:pt x="518711" y="25643"/>
                  </a:lnTo>
                  <a:lnTo>
                    <a:pt x="560118" y="44636"/>
                  </a:lnTo>
                  <a:lnTo>
                    <a:pt x="598681" y="68257"/>
                  </a:lnTo>
                  <a:lnTo>
                    <a:pt x="634044" y="96149"/>
                  </a:lnTo>
                  <a:lnTo>
                    <a:pt x="665850" y="127955"/>
                  </a:lnTo>
                  <a:lnTo>
                    <a:pt x="693742" y="163318"/>
                  </a:lnTo>
                  <a:lnTo>
                    <a:pt x="717363" y="201881"/>
                  </a:lnTo>
                  <a:lnTo>
                    <a:pt x="736356" y="243288"/>
                  </a:lnTo>
                  <a:lnTo>
                    <a:pt x="750365" y="287181"/>
                  </a:lnTo>
                  <a:lnTo>
                    <a:pt x="759031" y="333204"/>
                  </a:lnTo>
                  <a:lnTo>
                    <a:pt x="762000" y="381000"/>
                  </a:lnTo>
                  <a:lnTo>
                    <a:pt x="759031" y="428795"/>
                  </a:lnTo>
                  <a:lnTo>
                    <a:pt x="750365" y="474818"/>
                  </a:lnTo>
                  <a:lnTo>
                    <a:pt x="736356" y="518711"/>
                  </a:lnTo>
                  <a:lnTo>
                    <a:pt x="717363" y="560118"/>
                  </a:lnTo>
                  <a:lnTo>
                    <a:pt x="693742" y="598681"/>
                  </a:lnTo>
                  <a:lnTo>
                    <a:pt x="665850" y="634044"/>
                  </a:lnTo>
                  <a:lnTo>
                    <a:pt x="634044" y="665850"/>
                  </a:lnTo>
                  <a:lnTo>
                    <a:pt x="598681" y="693742"/>
                  </a:lnTo>
                  <a:lnTo>
                    <a:pt x="560118" y="717363"/>
                  </a:lnTo>
                  <a:lnTo>
                    <a:pt x="518711" y="736356"/>
                  </a:lnTo>
                  <a:lnTo>
                    <a:pt x="474818" y="750365"/>
                  </a:lnTo>
                  <a:lnTo>
                    <a:pt x="428795" y="759031"/>
                  </a:lnTo>
                  <a:lnTo>
                    <a:pt x="381000" y="762000"/>
                  </a:lnTo>
                  <a:lnTo>
                    <a:pt x="333204" y="759031"/>
                  </a:lnTo>
                  <a:lnTo>
                    <a:pt x="287181" y="750365"/>
                  </a:lnTo>
                  <a:lnTo>
                    <a:pt x="243288" y="736356"/>
                  </a:lnTo>
                  <a:lnTo>
                    <a:pt x="201881" y="717363"/>
                  </a:lnTo>
                  <a:lnTo>
                    <a:pt x="163318" y="693742"/>
                  </a:lnTo>
                  <a:lnTo>
                    <a:pt x="127955" y="665850"/>
                  </a:lnTo>
                  <a:lnTo>
                    <a:pt x="96149" y="634044"/>
                  </a:lnTo>
                  <a:lnTo>
                    <a:pt x="68257" y="598681"/>
                  </a:lnTo>
                  <a:lnTo>
                    <a:pt x="44636" y="560118"/>
                  </a:lnTo>
                  <a:lnTo>
                    <a:pt x="25643" y="518711"/>
                  </a:lnTo>
                  <a:lnTo>
                    <a:pt x="11634" y="474818"/>
                  </a:lnTo>
                  <a:lnTo>
                    <a:pt x="2968" y="428795"/>
                  </a:lnTo>
                  <a:lnTo>
                    <a:pt x="0" y="3810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280408" y="4103178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44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133980" y="3119055"/>
            <a:ext cx="462280" cy="613410"/>
          </a:xfrm>
          <a:custGeom>
            <a:avLst/>
            <a:gdLst/>
            <a:ahLst/>
            <a:cxnLst/>
            <a:rect l="l" t="t" r="r" b="b"/>
            <a:pathLst>
              <a:path w="462280" h="613410">
                <a:moveTo>
                  <a:pt x="15239" y="529589"/>
                </a:moveTo>
                <a:lnTo>
                  <a:pt x="0" y="613409"/>
                </a:lnTo>
                <a:lnTo>
                  <a:pt x="76200" y="575309"/>
                </a:lnTo>
                <a:lnTo>
                  <a:pt x="64346" y="566419"/>
                </a:lnTo>
                <a:lnTo>
                  <a:pt x="43180" y="566419"/>
                </a:lnTo>
                <a:lnTo>
                  <a:pt x="33019" y="558799"/>
                </a:lnTo>
                <a:lnTo>
                  <a:pt x="40639" y="548639"/>
                </a:lnTo>
                <a:lnTo>
                  <a:pt x="15239" y="529589"/>
                </a:lnTo>
                <a:close/>
              </a:path>
              <a:path w="462280" h="613410">
                <a:moveTo>
                  <a:pt x="40639" y="548639"/>
                </a:moveTo>
                <a:lnTo>
                  <a:pt x="33019" y="558799"/>
                </a:lnTo>
                <a:lnTo>
                  <a:pt x="43180" y="566419"/>
                </a:lnTo>
                <a:lnTo>
                  <a:pt x="50800" y="556259"/>
                </a:lnTo>
                <a:lnTo>
                  <a:pt x="40639" y="548639"/>
                </a:lnTo>
                <a:close/>
              </a:path>
              <a:path w="462280" h="613410">
                <a:moveTo>
                  <a:pt x="50800" y="556259"/>
                </a:moveTo>
                <a:lnTo>
                  <a:pt x="43180" y="566419"/>
                </a:lnTo>
                <a:lnTo>
                  <a:pt x="64346" y="566419"/>
                </a:lnTo>
                <a:lnTo>
                  <a:pt x="50800" y="556259"/>
                </a:lnTo>
                <a:close/>
              </a:path>
              <a:path w="462280" h="613410">
                <a:moveTo>
                  <a:pt x="452119" y="0"/>
                </a:moveTo>
                <a:lnTo>
                  <a:pt x="40639" y="548639"/>
                </a:lnTo>
                <a:lnTo>
                  <a:pt x="50800" y="556259"/>
                </a:lnTo>
                <a:lnTo>
                  <a:pt x="462280" y="7619"/>
                </a:lnTo>
                <a:lnTo>
                  <a:pt x="4521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1831594" y="4819457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745994" y="4819457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654044" y="4833681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498594" y="4819457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565647" y="4819457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540245" y="4833681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 MT"/>
                <a:cs typeface="Arial MT"/>
              </a:rPr>
              <a:t>6</a:t>
            </a:r>
            <a:endParaRPr sz="1800">
              <a:latin typeface="Arial MT"/>
              <a:cs typeface="Arial MT"/>
            </a:endParaRPr>
          </a:p>
        </p:txBody>
      </p:sp>
      <p:graphicFrame>
        <p:nvGraphicFramePr>
          <p:cNvPr id="39" name="object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8872197"/>
              </p:ext>
            </p:extLst>
          </p:nvPr>
        </p:nvGraphicFramePr>
        <p:xfrm>
          <a:off x="1595627" y="5251512"/>
          <a:ext cx="5486400" cy="533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20"/>
                        </a:spcBef>
                      </a:pPr>
                      <a:r>
                        <a:rPr sz="1800" b="1" spc="-25" dirty="0">
                          <a:latin typeface="Arial"/>
                          <a:cs typeface="Arial"/>
                        </a:rPr>
                        <a:t>60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168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3B6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20"/>
                        </a:spcBef>
                      </a:pPr>
                      <a:r>
                        <a:rPr sz="1800" b="1" spc="-25" dirty="0">
                          <a:latin typeface="Arial"/>
                          <a:cs typeface="Arial"/>
                        </a:rPr>
                        <a:t>50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168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3B6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20"/>
                        </a:spcBef>
                      </a:pPr>
                      <a:r>
                        <a:rPr sz="1800" b="1" spc="-25" dirty="0">
                          <a:latin typeface="Arial"/>
                          <a:cs typeface="Arial"/>
                        </a:rPr>
                        <a:t>55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168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3B6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20"/>
                        </a:spcBef>
                      </a:pPr>
                      <a:r>
                        <a:rPr sz="1800" b="1" spc="-25" dirty="0">
                          <a:latin typeface="Arial"/>
                          <a:cs typeface="Arial"/>
                        </a:rPr>
                        <a:t>22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168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3B6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20"/>
                        </a:spcBef>
                      </a:pPr>
                      <a:r>
                        <a:rPr sz="1800" b="1" spc="-25" dirty="0">
                          <a:latin typeface="Arial"/>
                          <a:cs typeface="Arial"/>
                        </a:rPr>
                        <a:t>30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168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3B6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20"/>
                        </a:spcBef>
                      </a:pPr>
                      <a:r>
                        <a:rPr sz="1800" b="1" spc="-25" dirty="0">
                          <a:latin typeface="Arial"/>
                          <a:cs typeface="Arial"/>
                        </a:rPr>
                        <a:t>44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168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3B6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0" name="object 40"/>
          <p:cNvSpPr txBox="1"/>
          <p:nvPr/>
        </p:nvSpPr>
        <p:spPr>
          <a:xfrm>
            <a:off x="2669794" y="5976936"/>
            <a:ext cx="335000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Sequential Representation</a:t>
            </a:r>
          </a:p>
        </p:txBody>
      </p:sp>
      <p:sp>
        <p:nvSpPr>
          <p:cNvPr id="41" name="object 2">
            <a:extLst>
              <a:ext uri="{FF2B5EF4-FFF2-40B4-BE49-F238E27FC236}">
                <a16:creationId xmlns:a16="http://schemas.microsoft.com/office/drawing/2014/main" id="{A2323CE7-0499-C3D2-DBBC-474BE380206B}"/>
              </a:ext>
            </a:extLst>
          </p:cNvPr>
          <p:cNvSpPr txBox="1">
            <a:spLocks/>
          </p:cNvSpPr>
          <p:nvPr/>
        </p:nvSpPr>
        <p:spPr>
          <a:xfrm>
            <a:off x="185611" y="612167"/>
            <a:ext cx="8189594" cy="505267"/>
          </a:xfrm>
          <a:prstGeom prst="rect">
            <a:avLst/>
          </a:prstGeom>
        </p:spPr>
        <p:txBody>
          <a:bodyPr vert="horz" wrap="square" lIns="0" tIns="12700" rIns="0" bIns="0" rtlCol="0" anchor="b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23850">
              <a:spcBef>
                <a:spcPts val="100"/>
              </a:spcBef>
            </a:pPr>
            <a:r>
              <a:rPr lang="en-US" dirty="0"/>
              <a:t>Representation of Tree in Array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9DA586-1CEC-9240-DB52-A74A1374F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</a:t>
            </a:r>
            <a:endParaRPr lang="en-US" dirty="0"/>
          </a:p>
        </p:txBody>
      </p:sp>
      <p:sp>
        <p:nvSpPr>
          <p:cNvPr id="42" name="Slide Number Placeholder 41">
            <a:extLst>
              <a:ext uri="{FF2B5EF4-FFF2-40B4-BE49-F238E27FC236}">
                <a16:creationId xmlns:a16="http://schemas.microsoft.com/office/drawing/2014/main" id="{123414FE-6AA8-42A6-B75E-5D394299D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64E9-BB0A-4932-9D77-E0DDE5779A37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EA4BE-3B68-58F6-08CD-638AB5088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323850">
              <a:spcBef>
                <a:spcPts val="100"/>
              </a:spcBef>
            </a:pPr>
            <a:r>
              <a:rPr lang="en-US" altLang="en-US" dirty="0"/>
              <a:t>Why Implement Heaps Using Arrays?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8699C7-0C76-90FD-F550-30C708AC9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F7471C-E5C2-2D21-D295-F0AF1E253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64E9-BB0A-4932-9D77-E0DDE5779A37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0F63F06-DD77-B80E-F46F-1E6F1EFAF38D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 bwMode="auto">
          <a:xfrm>
            <a:off x="457200" y="1308966"/>
            <a:ext cx="8229600" cy="4758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fontAlgn="base">
              <a:lnSpc>
                <a:spcPct val="80000"/>
              </a:lnSpc>
              <a:spcAft>
                <a:spcPct val="0"/>
              </a:spcAft>
              <a:tabLst>
                <a:tab pos="357505" algn="l"/>
              </a:tabLst>
            </a:pPr>
            <a:r>
              <a:rPr lang="en-US" altLang="en-US" sz="2400" dirty="0"/>
              <a:t>Heaps are </a:t>
            </a:r>
            <a:r>
              <a:rPr lang="en-US" altLang="en-US" sz="2400" b="1" dirty="0"/>
              <a:t>complete binary trees </a:t>
            </a:r>
            <a:r>
              <a:rPr lang="en-US" altLang="en-US" sz="2400" dirty="0"/>
              <a:t>— fully filled except last level (left to right).</a:t>
            </a:r>
          </a:p>
          <a:p>
            <a:pPr marR="0" lvl="0" algn="just" defTabSz="914400" fontAlgn="base">
              <a:lnSpc>
                <a:spcPct val="80000"/>
              </a:lnSpc>
              <a:spcAft>
                <a:spcPct val="0"/>
              </a:spcAft>
              <a:tabLst>
                <a:tab pos="357505" algn="l"/>
              </a:tabLst>
            </a:pPr>
            <a:r>
              <a:rPr lang="en-US" altLang="en-US" sz="2400" dirty="0"/>
              <a:t>This structure has no gaps, so nodes can be stored sequentially in an array.</a:t>
            </a:r>
          </a:p>
          <a:p>
            <a:pPr marR="0" lvl="0" algn="just" defTabSz="914400" fontAlgn="base">
              <a:lnSpc>
                <a:spcPct val="80000"/>
              </a:lnSpc>
              <a:spcAft>
                <a:spcPct val="0"/>
              </a:spcAft>
              <a:tabLst>
                <a:tab pos="357505" algn="l"/>
              </a:tabLst>
            </a:pPr>
            <a:r>
              <a:rPr lang="en-US" altLang="en-US" sz="2400" dirty="0"/>
              <a:t>No need for pointers or dynamic memory like binary trees.</a:t>
            </a:r>
          </a:p>
          <a:p>
            <a:pPr marR="0" lvl="0" algn="just" defTabSz="914400" fontAlgn="base">
              <a:lnSpc>
                <a:spcPct val="80000"/>
              </a:lnSpc>
              <a:spcAft>
                <a:spcPct val="0"/>
              </a:spcAft>
              <a:tabLst>
                <a:tab pos="357505" algn="l"/>
              </a:tabLst>
            </a:pPr>
            <a:r>
              <a:rPr lang="en-US" altLang="en-US" sz="2400" dirty="0"/>
              <a:t>We can easily calculate:</a:t>
            </a:r>
          </a:p>
          <a:p>
            <a:pPr marL="548640" lvl="2" algn="just" fontAlgn="base">
              <a:lnSpc>
                <a:spcPct val="8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tabLst>
                <a:tab pos="357505" algn="l"/>
              </a:tabLst>
            </a:pPr>
            <a:r>
              <a:rPr lang="en-US" altLang="en-US" sz="2100" dirty="0">
                <a:solidFill>
                  <a:schemeClr val="tx1"/>
                </a:solidFill>
              </a:rPr>
              <a:t>Parent of i: ⌊</a:t>
            </a:r>
            <a:r>
              <a:rPr lang="en-US" altLang="en-US" sz="2100" dirty="0" err="1">
                <a:solidFill>
                  <a:schemeClr val="tx1"/>
                </a:solidFill>
              </a:rPr>
              <a:t>i</a:t>
            </a:r>
            <a:r>
              <a:rPr lang="en-US" altLang="en-US" sz="2100" dirty="0">
                <a:solidFill>
                  <a:schemeClr val="tx1"/>
                </a:solidFill>
              </a:rPr>
              <a:t> / 2⌋</a:t>
            </a:r>
          </a:p>
          <a:p>
            <a:pPr marL="548640" lvl="2" algn="just" fontAlgn="base">
              <a:lnSpc>
                <a:spcPct val="8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tabLst>
                <a:tab pos="357505" algn="l"/>
              </a:tabLst>
            </a:pPr>
            <a:r>
              <a:rPr lang="en-US" altLang="en-US" sz="2100" dirty="0">
                <a:solidFill>
                  <a:schemeClr val="tx1"/>
                </a:solidFill>
              </a:rPr>
              <a:t>Left child: 2 × </a:t>
            </a:r>
            <a:r>
              <a:rPr lang="en-US" altLang="en-US" sz="2100" dirty="0" err="1">
                <a:solidFill>
                  <a:schemeClr val="tx1"/>
                </a:solidFill>
              </a:rPr>
              <a:t>i</a:t>
            </a:r>
            <a:endParaRPr lang="en-US" altLang="en-US" sz="2100" dirty="0">
              <a:solidFill>
                <a:schemeClr val="tx1"/>
              </a:solidFill>
            </a:endParaRPr>
          </a:p>
          <a:p>
            <a:pPr marL="548640" lvl="2" algn="just" fontAlgn="base">
              <a:lnSpc>
                <a:spcPct val="8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tabLst>
                <a:tab pos="357505" algn="l"/>
              </a:tabLst>
            </a:pPr>
            <a:r>
              <a:rPr lang="en-US" altLang="en-US" sz="2100" dirty="0">
                <a:solidFill>
                  <a:schemeClr val="tx1"/>
                </a:solidFill>
              </a:rPr>
              <a:t>Right child: 2 × </a:t>
            </a:r>
            <a:r>
              <a:rPr lang="en-US" altLang="en-US" sz="2100" dirty="0" err="1">
                <a:solidFill>
                  <a:schemeClr val="tx1"/>
                </a:solidFill>
              </a:rPr>
              <a:t>i</a:t>
            </a:r>
            <a:r>
              <a:rPr lang="en-US" altLang="en-US" sz="2100" dirty="0">
                <a:solidFill>
                  <a:schemeClr val="tx1"/>
                </a:solidFill>
              </a:rPr>
              <a:t> + 1</a:t>
            </a:r>
          </a:p>
          <a:p>
            <a:pPr marR="0" lvl="0" algn="just" defTabSz="914400" fontAlgn="base">
              <a:lnSpc>
                <a:spcPct val="80000"/>
              </a:lnSpc>
              <a:spcAft>
                <a:spcPct val="0"/>
              </a:spcAft>
              <a:tabLst>
                <a:tab pos="357505" algn="l"/>
              </a:tabLst>
            </a:pPr>
            <a:r>
              <a:rPr lang="en-US" altLang="en-US" sz="2400" b="1" dirty="0"/>
              <a:t>Advantages:</a:t>
            </a:r>
          </a:p>
          <a:p>
            <a:pPr marL="548640" lvl="2" algn="just" fontAlgn="base">
              <a:lnSpc>
                <a:spcPct val="8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tabLst>
                <a:tab pos="357505" algn="l"/>
              </a:tabLst>
            </a:pPr>
            <a:r>
              <a:rPr lang="en-US" altLang="en-US" sz="2100" dirty="0">
                <a:solidFill>
                  <a:schemeClr val="tx1"/>
                </a:solidFill>
              </a:rPr>
              <a:t>Fast index computation</a:t>
            </a:r>
          </a:p>
          <a:p>
            <a:pPr marL="548640" lvl="2" algn="just" fontAlgn="base">
              <a:lnSpc>
                <a:spcPct val="8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tabLst>
                <a:tab pos="357505" algn="l"/>
              </a:tabLst>
            </a:pPr>
            <a:r>
              <a:rPr lang="en-US" altLang="en-US" sz="2100" dirty="0">
                <a:solidFill>
                  <a:schemeClr val="tx1"/>
                </a:solidFill>
              </a:rPr>
              <a:t>Space-efficient</a:t>
            </a:r>
          </a:p>
          <a:p>
            <a:pPr marL="548640" lvl="2" algn="just" fontAlgn="base">
              <a:lnSpc>
                <a:spcPct val="8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tabLst>
                <a:tab pos="357505" algn="l"/>
              </a:tabLst>
            </a:pPr>
            <a:r>
              <a:rPr lang="en-US" altLang="en-US" sz="2100" dirty="0">
                <a:solidFill>
                  <a:schemeClr val="tx1"/>
                </a:solidFill>
              </a:rPr>
              <a:t>Better cache locality and simpler to implement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5796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6BFA-6737-F77C-4A57-8BFCECAAE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2400"/>
            <a:ext cx="8229600" cy="990600"/>
          </a:xfrm>
        </p:spPr>
        <p:txBody>
          <a:bodyPr/>
          <a:lstStyle/>
          <a:p>
            <a:pPr marL="323850">
              <a:spcBef>
                <a:spcPts val="100"/>
              </a:spcBef>
            </a:pPr>
            <a:r>
              <a:rPr lang="en-US" altLang="en-US" dirty="0"/>
              <a:t>Why Heap Operations Are O(log n)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B239E3-6401-953C-6F01-BF4630B3B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A8E3E4-539E-A52B-6F87-9884BB04E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64E9-BB0A-4932-9D77-E0DDE5779A37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E0C340D-1C12-7C6B-E9D8-EB567F21D58C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 bwMode="auto">
          <a:xfrm>
            <a:off x="457200" y="1219200"/>
            <a:ext cx="8229600" cy="3917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fontAlgn="base">
              <a:lnSpc>
                <a:spcPct val="80000"/>
              </a:lnSpc>
              <a:spcAft>
                <a:spcPct val="0"/>
              </a:spcAft>
              <a:tabLst>
                <a:tab pos="357505" algn="l"/>
              </a:tabLst>
            </a:pPr>
            <a:r>
              <a:rPr lang="en-US" altLang="en-US" sz="2400" dirty="0"/>
              <a:t>Insert may need to “bubble up” from bottom to root: O(log n) swaps.</a:t>
            </a:r>
          </a:p>
          <a:p>
            <a:pPr marR="0" lvl="0" algn="just" fontAlgn="base">
              <a:lnSpc>
                <a:spcPct val="80000"/>
              </a:lnSpc>
              <a:spcAft>
                <a:spcPct val="0"/>
              </a:spcAft>
              <a:tabLst>
                <a:tab pos="357505" algn="l"/>
              </a:tabLst>
            </a:pPr>
            <a:endParaRPr lang="en-US" altLang="en-US" sz="2400" dirty="0"/>
          </a:p>
          <a:p>
            <a:pPr marR="0" lvl="0" algn="just" fontAlgn="base">
              <a:lnSpc>
                <a:spcPct val="80000"/>
              </a:lnSpc>
              <a:spcAft>
                <a:spcPct val="0"/>
              </a:spcAft>
              <a:tabLst>
                <a:tab pos="357505" algn="l"/>
              </a:tabLst>
            </a:pPr>
            <a:r>
              <a:rPr lang="en-US" altLang="en-US" sz="2400" dirty="0"/>
              <a:t>Delete (usually root) moves last node to root, then “</a:t>
            </a:r>
            <a:r>
              <a:rPr lang="en-US" altLang="en-US" sz="2400" dirty="0" err="1"/>
              <a:t>heapifies</a:t>
            </a:r>
            <a:r>
              <a:rPr lang="en-US" altLang="en-US" sz="2400" dirty="0"/>
              <a:t> down”: O(log n) steps.</a:t>
            </a:r>
          </a:p>
          <a:p>
            <a:pPr marR="0" lvl="0" algn="just" fontAlgn="base">
              <a:lnSpc>
                <a:spcPct val="80000"/>
              </a:lnSpc>
              <a:spcAft>
                <a:spcPct val="0"/>
              </a:spcAft>
              <a:tabLst>
                <a:tab pos="357505" algn="l"/>
              </a:tabLst>
            </a:pPr>
            <a:endParaRPr lang="en-US" altLang="en-US" sz="2400" dirty="0"/>
          </a:p>
          <a:p>
            <a:pPr marR="0" lvl="0" algn="just" fontAlgn="base">
              <a:lnSpc>
                <a:spcPct val="80000"/>
              </a:lnSpc>
              <a:spcAft>
                <a:spcPct val="0"/>
              </a:spcAft>
              <a:tabLst>
                <a:tab pos="357505" algn="l"/>
              </a:tabLst>
            </a:pPr>
            <a:r>
              <a:rPr lang="en-US" altLang="en-US" sz="2400" dirty="0"/>
              <a:t>Each level has at most 1 comparison/swapping step.</a:t>
            </a:r>
          </a:p>
          <a:p>
            <a:pPr marR="0" lvl="0" algn="just" fontAlgn="base">
              <a:lnSpc>
                <a:spcPct val="80000"/>
              </a:lnSpc>
              <a:spcAft>
                <a:spcPct val="0"/>
              </a:spcAft>
              <a:tabLst>
                <a:tab pos="357505" algn="l"/>
              </a:tabLst>
            </a:pPr>
            <a:endParaRPr lang="en-US" altLang="en-US" sz="2400" dirty="0"/>
          </a:p>
          <a:p>
            <a:pPr marR="0" lvl="0" algn="just" fontAlgn="base">
              <a:lnSpc>
                <a:spcPct val="80000"/>
              </a:lnSpc>
              <a:spcAft>
                <a:spcPct val="0"/>
              </a:spcAft>
              <a:tabLst>
                <a:tab pos="357505" algn="l"/>
              </a:tabLst>
            </a:pPr>
            <a:r>
              <a:rPr lang="en-US" altLang="en-US" sz="2400" dirty="0"/>
              <a:t>Key Insight:</a:t>
            </a:r>
          </a:p>
          <a:p>
            <a:pPr lvl="1" algn="just" fontAlgn="base">
              <a:lnSpc>
                <a:spcPct val="80000"/>
              </a:lnSpc>
              <a:spcAft>
                <a:spcPct val="0"/>
              </a:spcAft>
              <a:tabLst>
                <a:tab pos="357505" algn="l"/>
              </a:tabLst>
            </a:pPr>
            <a:r>
              <a:rPr lang="en-US" altLang="en-US" sz="2400" dirty="0"/>
              <a:t>We are never traversing the entire heap — just following a path from root to leaf or leaf to root</a:t>
            </a:r>
            <a:r>
              <a:rPr lang="en-US" alt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70174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228600"/>
            <a:ext cx="8178925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850">
              <a:lnSpc>
                <a:spcPct val="100000"/>
              </a:lnSpc>
              <a:spcBef>
                <a:spcPts val="100"/>
              </a:spcBef>
            </a:pPr>
            <a:r>
              <a:rPr lang="en-US" sz="2800" dirty="0"/>
              <a:t>Calculating the position of Root and Left-Right Child with 1 and 0 based indexing</a:t>
            </a:r>
            <a:endParaRPr sz="2800" dirty="0"/>
          </a:p>
        </p:txBody>
      </p:sp>
      <p:sp>
        <p:nvSpPr>
          <p:cNvPr id="4" name="object 4"/>
          <p:cNvSpPr txBox="1"/>
          <p:nvPr/>
        </p:nvSpPr>
        <p:spPr>
          <a:xfrm>
            <a:off x="457199" y="1347070"/>
            <a:ext cx="8178926" cy="2234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4320" marR="5080" indent="-274320" algn="just"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tabLst>
                <a:tab pos="357505" algn="l"/>
              </a:tabLst>
            </a:pPr>
            <a:r>
              <a:rPr sz="2800" dirty="0"/>
              <a:t>If </a:t>
            </a:r>
            <a:r>
              <a:rPr sz="2800" b="1" dirty="0"/>
              <a:t>Tree[k] </a:t>
            </a:r>
            <a:r>
              <a:rPr sz="2800" dirty="0"/>
              <a:t>is the </a:t>
            </a:r>
            <a:r>
              <a:rPr sz="2800" b="1" dirty="0"/>
              <a:t>root</a:t>
            </a:r>
            <a:r>
              <a:rPr sz="2800" dirty="0"/>
              <a:t> of the </a:t>
            </a:r>
            <a:r>
              <a:rPr sz="2800" b="1" dirty="0"/>
              <a:t>Heap</a:t>
            </a:r>
            <a:r>
              <a:rPr sz="2800" dirty="0"/>
              <a:t> , then T</a:t>
            </a:r>
            <a:r>
              <a:rPr sz="2800" b="1" dirty="0"/>
              <a:t>[2k] is left child and T[2k+1] </a:t>
            </a:r>
            <a:r>
              <a:rPr sz="2800" dirty="0"/>
              <a:t>is the right child of the root node.</a:t>
            </a:r>
            <a:endParaRPr lang="en-US" sz="2800" dirty="0"/>
          </a:p>
          <a:p>
            <a:pPr marL="274320" marR="5080" indent="-274320" algn="just"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tabLst>
                <a:tab pos="357505" algn="l"/>
              </a:tabLst>
            </a:pPr>
            <a:endParaRPr sz="2800" dirty="0"/>
          </a:p>
          <a:p>
            <a:pPr marL="274320" marR="403860" indent="-274320" algn="just"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tabLst>
                <a:tab pos="357505" algn="l"/>
              </a:tabLst>
            </a:pPr>
            <a:r>
              <a:rPr sz="2800" dirty="0"/>
              <a:t>Also , for any node </a:t>
            </a:r>
            <a:r>
              <a:rPr sz="2800" b="1" dirty="0"/>
              <a:t>Tree[</a:t>
            </a:r>
            <a:r>
              <a:rPr lang="en-US" sz="2800" b="1" dirty="0"/>
              <a:t>j</a:t>
            </a:r>
            <a:r>
              <a:rPr sz="2800" b="1" dirty="0"/>
              <a:t>]</a:t>
            </a:r>
            <a:r>
              <a:rPr sz="2800" dirty="0"/>
              <a:t> , the node </a:t>
            </a:r>
            <a:r>
              <a:rPr sz="2800" b="1" dirty="0"/>
              <a:t>Tree[</a:t>
            </a:r>
            <a:r>
              <a:rPr lang="en-US" sz="2800" b="1" dirty="0"/>
              <a:t>j</a:t>
            </a:r>
            <a:r>
              <a:rPr sz="2800" b="1" dirty="0"/>
              <a:t>/2] </a:t>
            </a:r>
            <a:r>
              <a:rPr sz="2800" dirty="0"/>
              <a:t>is the </a:t>
            </a:r>
            <a:r>
              <a:rPr sz="2800" b="1" dirty="0"/>
              <a:t>parent</a:t>
            </a:r>
            <a:r>
              <a:rPr sz="2800" dirty="0"/>
              <a:t> of </a:t>
            </a:r>
            <a:r>
              <a:rPr sz="2800" b="1" dirty="0"/>
              <a:t>Tree[</a:t>
            </a:r>
            <a:r>
              <a:rPr lang="en-US" sz="2800" b="1" dirty="0"/>
              <a:t>j</a:t>
            </a:r>
            <a:r>
              <a:rPr sz="2800" b="1" dirty="0"/>
              <a:t>].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22E034C-D02D-FC9A-1CD4-CF6FA13F76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9031384"/>
              </p:ext>
            </p:extLst>
          </p:nvPr>
        </p:nvGraphicFramePr>
        <p:xfrm>
          <a:off x="609600" y="3870960"/>
          <a:ext cx="8229600" cy="14630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4218308378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75226459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2042064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Relationship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1-based indexing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0-based indexing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0614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Left child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2i + 1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9216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Right child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2k + 1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2i + 2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3754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Parent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j /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</a:t>
                      </a:r>
                      <a:r>
                        <a:rPr lang="en-US" dirty="0" err="1"/>
                        <a:t>i</a:t>
                      </a:r>
                      <a:r>
                        <a:rPr lang="en-US" dirty="0"/>
                        <a:t> - 1) //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9350230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24FA6-678F-E6E9-F2AA-D99B3C9B3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381AA-BA6E-3117-0263-4B8C621EF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64E9-BB0A-4932-9D77-E0DDE5779A37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535116"/>
            <a:ext cx="468185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850">
              <a:lnSpc>
                <a:spcPct val="100000"/>
              </a:lnSpc>
              <a:spcBef>
                <a:spcPts val="100"/>
              </a:spcBef>
            </a:pPr>
            <a:r>
              <a:rPr dirty="0"/>
              <a:t>Inserting into a Heap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57200" y="1219200"/>
            <a:ext cx="8197975" cy="439184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4320" marR="5080" indent="-274320"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tabLst>
                <a:tab pos="357505" algn="l"/>
              </a:tabLst>
            </a:pPr>
            <a:r>
              <a:rPr sz="2400" dirty="0"/>
              <a:t>Suppose H is a heap with N elements , and suppose an ITEM of information is given , We insert ITEM into the heap as follows :</a:t>
            </a:r>
            <a:endParaRPr lang="en-US" sz="2400" dirty="0"/>
          </a:p>
          <a:p>
            <a:pPr marL="274320" marR="5080" indent="-274320"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tabLst>
                <a:tab pos="357505" algn="l"/>
              </a:tabLst>
            </a:pPr>
            <a:endParaRPr sz="2400" dirty="0"/>
          </a:p>
          <a:p>
            <a:pPr marL="971550" marR="1245235" lvl="1" indent="-514350"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  <a:buFont typeface="+mj-lt"/>
              <a:buAutoNum type="arabicPeriod"/>
              <a:tabLst>
                <a:tab pos="357505" algn="l"/>
              </a:tabLst>
            </a:pPr>
            <a:r>
              <a:rPr sz="2400" dirty="0"/>
              <a:t>First adjoin ITEM at end of H so that H is still a complete tree , but not necessarily a heap.</a:t>
            </a:r>
          </a:p>
          <a:p>
            <a:pPr marL="971550" lvl="1" indent="-514350"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  <a:buFont typeface="+mj-lt"/>
              <a:buAutoNum type="arabicPeriod"/>
              <a:tabLst>
                <a:tab pos="357505" algn="l"/>
              </a:tabLst>
            </a:pPr>
            <a:r>
              <a:rPr sz="2400" dirty="0"/>
              <a:t>The new ITEM rise to its “appropriate place” in H so</a:t>
            </a:r>
            <a:r>
              <a:rPr lang="en-US" sz="2400" dirty="0"/>
              <a:t> </a:t>
            </a:r>
            <a:r>
              <a:rPr sz="2400" dirty="0"/>
              <a:t>that H is finally a heap.</a:t>
            </a:r>
            <a:endParaRPr lang="en-US" sz="2400" dirty="0"/>
          </a:p>
          <a:p>
            <a:pPr marL="971550" lvl="1" indent="-514350"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  <a:buFont typeface="+mj-lt"/>
              <a:buAutoNum type="arabicPeriod"/>
              <a:tabLst>
                <a:tab pos="357505" algn="l"/>
              </a:tabLst>
            </a:pPr>
            <a:endParaRPr lang="en-US" sz="2400" dirty="0"/>
          </a:p>
          <a:p>
            <a:pPr marL="274320" marR="5080" indent="-274320"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tabLst>
                <a:tab pos="357505" algn="l"/>
              </a:tabLst>
            </a:pPr>
            <a:r>
              <a:rPr lang="en-US" sz="2400" dirty="0"/>
              <a:t>The new ITEM rises to its appropriate place in H so that H becomes a heap again.</a:t>
            </a:r>
          </a:p>
          <a:p>
            <a:pPr marL="274320" marR="5080" indent="-274320"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tabLst>
                <a:tab pos="357505" algn="l"/>
              </a:tabLst>
            </a:pPr>
            <a:endParaRPr lang="en-US" sz="2400" dirty="0"/>
          </a:p>
          <a:p>
            <a:pPr marL="274320" marR="5080" indent="-274320"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tabLst>
                <a:tab pos="357505" algn="l"/>
              </a:tabLst>
            </a:pPr>
            <a:r>
              <a:rPr lang="en-US" sz="2400" dirty="0"/>
              <a:t>This upward adjustment is called </a:t>
            </a:r>
            <a:r>
              <a:rPr lang="en-US" sz="2400" b="1" dirty="0"/>
              <a:t>percolating up </a:t>
            </a:r>
            <a:r>
              <a:rPr lang="en-US" sz="2400" dirty="0"/>
              <a:t>(or </a:t>
            </a:r>
            <a:r>
              <a:rPr lang="en-US" sz="2400" b="1" dirty="0"/>
              <a:t>shift up</a:t>
            </a:r>
            <a:r>
              <a:rPr lang="en-US" sz="2400" dirty="0"/>
              <a:t>), and is part of maintaining the heap property during insertion.</a:t>
            </a:r>
            <a:endParaRPr sz="24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71CF39-B5D8-FDB9-9BAD-826F5D8FE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5BC16F-FA7D-07E1-2E7D-D5AE35689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64E9-BB0A-4932-9D77-E0DDE5779A37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7200" y="637733"/>
            <a:ext cx="82296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850">
              <a:spcBef>
                <a:spcPts val="100"/>
              </a:spcBef>
            </a:pPr>
            <a:r>
              <a:rPr dirty="0"/>
              <a:t>Example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57200" y="1295400"/>
            <a:ext cx="8229599" cy="15449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4320" marR="5080" indent="-274320" algn="just"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tabLst>
                <a:tab pos="357505" algn="l"/>
              </a:tabLst>
            </a:pPr>
            <a:r>
              <a:rPr sz="2800" dirty="0"/>
              <a:t>Suppose we want to build a heap H from the following list of numbers :</a:t>
            </a:r>
            <a:endParaRPr lang="en-US" sz="2800" dirty="0"/>
          </a:p>
          <a:p>
            <a:pPr marL="274320" marR="5080" indent="-274320" algn="just"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tabLst>
                <a:tab pos="357505" algn="l"/>
              </a:tabLst>
            </a:pPr>
            <a:endParaRPr sz="2800" dirty="0"/>
          </a:p>
          <a:p>
            <a:pPr marR="5080" algn="ctr"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  <a:tabLst>
                <a:tab pos="357505" algn="l"/>
              </a:tabLst>
            </a:pPr>
            <a:r>
              <a:rPr sz="2800" dirty="0"/>
              <a:t>44,30,50,22,60,55,77,55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E12F6F2-9085-EF23-8319-9C597E455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071D2A-DCF4-3F58-0EB2-F35277DF1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64E9-BB0A-4932-9D77-E0DDE5779A37}" type="slidenum">
              <a:rPr lang="en-US" smtClean="0"/>
              <a:pPr/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2400" y="637733"/>
            <a:ext cx="82296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850">
              <a:spcBef>
                <a:spcPts val="100"/>
              </a:spcBef>
            </a:pPr>
            <a:r>
              <a:rPr dirty="0"/>
              <a:t>Insert 44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73228" y="1264920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11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034028" y="3272028"/>
            <a:ext cx="924560" cy="924560"/>
            <a:chOff x="4034028" y="3272028"/>
            <a:chExt cx="924560" cy="924560"/>
          </a:xfrm>
        </p:grpSpPr>
        <p:sp>
          <p:nvSpPr>
            <p:cNvPr id="7" name="object 7"/>
            <p:cNvSpPr/>
            <p:nvPr/>
          </p:nvSpPr>
          <p:spPr>
            <a:xfrm>
              <a:off x="4038981" y="327698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58" y="2360"/>
                  </a:lnTo>
                  <a:lnTo>
                    <a:pt x="365066" y="9289"/>
                  </a:lnTo>
                  <a:lnTo>
                    <a:pt x="321253" y="20557"/>
                  </a:lnTo>
                  <a:lnTo>
                    <a:pt x="279249" y="35933"/>
                  </a:lnTo>
                  <a:lnTo>
                    <a:pt x="239283" y="55187"/>
                  </a:lnTo>
                  <a:lnTo>
                    <a:pt x="201587" y="78090"/>
                  </a:lnTo>
                  <a:lnTo>
                    <a:pt x="166390" y="104411"/>
                  </a:lnTo>
                  <a:lnTo>
                    <a:pt x="133921" y="133921"/>
                  </a:lnTo>
                  <a:lnTo>
                    <a:pt x="104411" y="166390"/>
                  </a:lnTo>
                  <a:lnTo>
                    <a:pt x="78090" y="201587"/>
                  </a:lnTo>
                  <a:lnTo>
                    <a:pt x="55187" y="239283"/>
                  </a:lnTo>
                  <a:lnTo>
                    <a:pt x="35933" y="279249"/>
                  </a:lnTo>
                  <a:lnTo>
                    <a:pt x="20557" y="321253"/>
                  </a:lnTo>
                  <a:lnTo>
                    <a:pt x="9289" y="365066"/>
                  </a:lnTo>
                  <a:lnTo>
                    <a:pt x="2360" y="410458"/>
                  </a:lnTo>
                  <a:lnTo>
                    <a:pt x="0" y="457200"/>
                  </a:lnTo>
                  <a:lnTo>
                    <a:pt x="2360" y="503941"/>
                  </a:lnTo>
                  <a:lnTo>
                    <a:pt x="9289" y="549333"/>
                  </a:lnTo>
                  <a:lnTo>
                    <a:pt x="20557" y="593146"/>
                  </a:lnTo>
                  <a:lnTo>
                    <a:pt x="35933" y="635150"/>
                  </a:lnTo>
                  <a:lnTo>
                    <a:pt x="55187" y="675116"/>
                  </a:lnTo>
                  <a:lnTo>
                    <a:pt x="78090" y="712812"/>
                  </a:lnTo>
                  <a:lnTo>
                    <a:pt x="104411" y="748009"/>
                  </a:lnTo>
                  <a:lnTo>
                    <a:pt x="133921" y="780478"/>
                  </a:lnTo>
                  <a:lnTo>
                    <a:pt x="166390" y="809988"/>
                  </a:lnTo>
                  <a:lnTo>
                    <a:pt x="201587" y="836309"/>
                  </a:lnTo>
                  <a:lnTo>
                    <a:pt x="239283" y="859212"/>
                  </a:lnTo>
                  <a:lnTo>
                    <a:pt x="279249" y="878466"/>
                  </a:lnTo>
                  <a:lnTo>
                    <a:pt x="321253" y="893842"/>
                  </a:lnTo>
                  <a:lnTo>
                    <a:pt x="365066" y="905110"/>
                  </a:lnTo>
                  <a:lnTo>
                    <a:pt x="410458" y="912039"/>
                  </a:lnTo>
                  <a:lnTo>
                    <a:pt x="457200" y="914400"/>
                  </a:lnTo>
                  <a:lnTo>
                    <a:pt x="503941" y="912039"/>
                  </a:lnTo>
                  <a:lnTo>
                    <a:pt x="549333" y="905110"/>
                  </a:lnTo>
                  <a:lnTo>
                    <a:pt x="593146" y="893842"/>
                  </a:lnTo>
                  <a:lnTo>
                    <a:pt x="635150" y="878466"/>
                  </a:lnTo>
                  <a:lnTo>
                    <a:pt x="675116" y="859212"/>
                  </a:lnTo>
                  <a:lnTo>
                    <a:pt x="712812" y="836309"/>
                  </a:lnTo>
                  <a:lnTo>
                    <a:pt x="748009" y="809988"/>
                  </a:lnTo>
                  <a:lnTo>
                    <a:pt x="780478" y="780478"/>
                  </a:lnTo>
                  <a:lnTo>
                    <a:pt x="809988" y="748009"/>
                  </a:lnTo>
                  <a:lnTo>
                    <a:pt x="836309" y="712812"/>
                  </a:lnTo>
                  <a:lnTo>
                    <a:pt x="859212" y="675116"/>
                  </a:lnTo>
                  <a:lnTo>
                    <a:pt x="878466" y="635150"/>
                  </a:lnTo>
                  <a:lnTo>
                    <a:pt x="893842" y="593146"/>
                  </a:lnTo>
                  <a:lnTo>
                    <a:pt x="905110" y="549333"/>
                  </a:lnTo>
                  <a:lnTo>
                    <a:pt x="912039" y="503941"/>
                  </a:lnTo>
                  <a:lnTo>
                    <a:pt x="914400" y="457200"/>
                  </a:lnTo>
                  <a:lnTo>
                    <a:pt x="912039" y="410458"/>
                  </a:lnTo>
                  <a:lnTo>
                    <a:pt x="905110" y="365066"/>
                  </a:lnTo>
                  <a:lnTo>
                    <a:pt x="893842" y="321253"/>
                  </a:lnTo>
                  <a:lnTo>
                    <a:pt x="878466" y="279249"/>
                  </a:lnTo>
                  <a:lnTo>
                    <a:pt x="859212" y="239283"/>
                  </a:lnTo>
                  <a:lnTo>
                    <a:pt x="836309" y="201587"/>
                  </a:lnTo>
                  <a:lnTo>
                    <a:pt x="809988" y="166390"/>
                  </a:lnTo>
                  <a:lnTo>
                    <a:pt x="780478" y="133921"/>
                  </a:lnTo>
                  <a:lnTo>
                    <a:pt x="748009" y="104411"/>
                  </a:lnTo>
                  <a:lnTo>
                    <a:pt x="712812" y="78090"/>
                  </a:lnTo>
                  <a:lnTo>
                    <a:pt x="675116" y="55187"/>
                  </a:lnTo>
                  <a:lnTo>
                    <a:pt x="635150" y="35933"/>
                  </a:lnTo>
                  <a:lnTo>
                    <a:pt x="593146" y="20557"/>
                  </a:lnTo>
                  <a:lnTo>
                    <a:pt x="549333" y="9289"/>
                  </a:lnTo>
                  <a:lnTo>
                    <a:pt x="503941" y="23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038981" y="327698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60" y="410458"/>
                  </a:lnTo>
                  <a:lnTo>
                    <a:pt x="9289" y="365066"/>
                  </a:lnTo>
                  <a:lnTo>
                    <a:pt x="20557" y="321253"/>
                  </a:lnTo>
                  <a:lnTo>
                    <a:pt x="35933" y="279249"/>
                  </a:lnTo>
                  <a:lnTo>
                    <a:pt x="55187" y="239283"/>
                  </a:lnTo>
                  <a:lnTo>
                    <a:pt x="78090" y="201587"/>
                  </a:lnTo>
                  <a:lnTo>
                    <a:pt x="104411" y="166390"/>
                  </a:lnTo>
                  <a:lnTo>
                    <a:pt x="133921" y="133921"/>
                  </a:lnTo>
                  <a:lnTo>
                    <a:pt x="166390" y="104411"/>
                  </a:lnTo>
                  <a:lnTo>
                    <a:pt x="201587" y="78090"/>
                  </a:lnTo>
                  <a:lnTo>
                    <a:pt x="239283" y="55187"/>
                  </a:lnTo>
                  <a:lnTo>
                    <a:pt x="279249" y="35933"/>
                  </a:lnTo>
                  <a:lnTo>
                    <a:pt x="321253" y="20557"/>
                  </a:lnTo>
                  <a:lnTo>
                    <a:pt x="365066" y="9289"/>
                  </a:lnTo>
                  <a:lnTo>
                    <a:pt x="410458" y="2360"/>
                  </a:lnTo>
                  <a:lnTo>
                    <a:pt x="457200" y="0"/>
                  </a:lnTo>
                  <a:lnTo>
                    <a:pt x="503941" y="2360"/>
                  </a:lnTo>
                  <a:lnTo>
                    <a:pt x="549333" y="9289"/>
                  </a:lnTo>
                  <a:lnTo>
                    <a:pt x="593146" y="20557"/>
                  </a:lnTo>
                  <a:lnTo>
                    <a:pt x="635150" y="35933"/>
                  </a:lnTo>
                  <a:lnTo>
                    <a:pt x="675116" y="55187"/>
                  </a:lnTo>
                  <a:lnTo>
                    <a:pt x="712812" y="78090"/>
                  </a:lnTo>
                  <a:lnTo>
                    <a:pt x="748009" y="104411"/>
                  </a:lnTo>
                  <a:lnTo>
                    <a:pt x="780478" y="133921"/>
                  </a:lnTo>
                  <a:lnTo>
                    <a:pt x="809988" y="166390"/>
                  </a:lnTo>
                  <a:lnTo>
                    <a:pt x="836309" y="201587"/>
                  </a:lnTo>
                  <a:lnTo>
                    <a:pt x="859212" y="239283"/>
                  </a:lnTo>
                  <a:lnTo>
                    <a:pt x="878466" y="279249"/>
                  </a:lnTo>
                  <a:lnTo>
                    <a:pt x="893842" y="321253"/>
                  </a:lnTo>
                  <a:lnTo>
                    <a:pt x="905110" y="365066"/>
                  </a:lnTo>
                  <a:lnTo>
                    <a:pt x="912039" y="410458"/>
                  </a:lnTo>
                  <a:lnTo>
                    <a:pt x="914400" y="457200"/>
                  </a:lnTo>
                  <a:lnTo>
                    <a:pt x="912039" y="503941"/>
                  </a:lnTo>
                  <a:lnTo>
                    <a:pt x="905110" y="549333"/>
                  </a:lnTo>
                  <a:lnTo>
                    <a:pt x="893842" y="593146"/>
                  </a:lnTo>
                  <a:lnTo>
                    <a:pt x="878466" y="635150"/>
                  </a:lnTo>
                  <a:lnTo>
                    <a:pt x="859212" y="675116"/>
                  </a:lnTo>
                  <a:lnTo>
                    <a:pt x="836309" y="712812"/>
                  </a:lnTo>
                  <a:lnTo>
                    <a:pt x="809988" y="748009"/>
                  </a:lnTo>
                  <a:lnTo>
                    <a:pt x="780478" y="780478"/>
                  </a:lnTo>
                  <a:lnTo>
                    <a:pt x="748009" y="809988"/>
                  </a:lnTo>
                  <a:lnTo>
                    <a:pt x="712812" y="836309"/>
                  </a:lnTo>
                  <a:lnTo>
                    <a:pt x="675116" y="859212"/>
                  </a:lnTo>
                  <a:lnTo>
                    <a:pt x="635150" y="878466"/>
                  </a:lnTo>
                  <a:lnTo>
                    <a:pt x="593146" y="893842"/>
                  </a:lnTo>
                  <a:lnTo>
                    <a:pt x="549333" y="905110"/>
                  </a:lnTo>
                  <a:lnTo>
                    <a:pt x="503941" y="912039"/>
                  </a:lnTo>
                  <a:lnTo>
                    <a:pt x="457200" y="914400"/>
                  </a:lnTo>
                  <a:lnTo>
                    <a:pt x="410458" y="912039"/>
                  </a:lnTo>
                  <a:lnTo>
                    <a:pt x="365066" y="905110"/>
                  </a:lnTo>
                  <a:lnTo>
                    <a:pt x="321253" y="893842"/>
                  </a:lnTo>
                  <a:lnTo>
                    <a:pt x="279249" y="878466"/>
                  </a:lnTo>
                  <a:lnTo>
                    <a:pt x="239283" y="859212"/>
                  </a:lnTo>
                  <a:lnTo>
                    <a:pt x="201587" y="836309"/>
                  </a:lnTo>
                  <a:lnTo>
                    <a:pt x="166390" y="809988"/>
                  </a:lnTo>
                  <a:lnTo>
                    <a:pt x="133921" y="780478"/>
                  </a:lnTo>
                  <a:lnTo>
                    <a:pt x="104411" y="748009"/>
                  </a:lnTo>
                  <a:lnTo>
                    <a:pt x="78090" y="712812"/>
                  </a:lnTo>
                  <a:lnTo>
                    <a:pt x="55187" y="675116"/>
                  </a:lnTo>
                  <a:lnTo>
                    <a:pt x="35933" y="635150"/>
                  </a:lnTo>
                  <a:lnTo>
                    <a:pt x="20557" y="593146"/>
                  </a:lnTo>
                  <a:lnTo>
                    <a:pt x="9289" y="549333"/>
                  </a:lnTo>
                  <a:lnTo>
                    <a:pt x="2360" y="503941"/>
                  </a:lnTo>
                  <a:lnTo>
                    <a:pt x="0" y="4572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356861" y="3571240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44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25A337-B04C-93E5-2B34-4664A9926D6A}"/>
              </a:ext>
            </a:extLst>
          </p:cNvPr>
          <p:cNvSpPr txBox="1"/>
          <p:nvPr/>
        </p:nvSpPr>
        <p:spPr>
          <a:xfrm>
            <a:off x="2286000" y="1524000"/>
            <a:ext cx="4572000" cy="437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5080" algn="ctr"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  <a:tabLst>
                <a:tab pos="357505" algn="l"/>
              </a:tabLst>
            </a:pPr>
            <a:r>
              <a:rPr lang="en-US" sz="2800" dirty="0"/>
              <a:t>44,30,50,22,60,55,77,55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70C989E-B0C8-ACF2-2F8F-DCD26D34B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B814D6-7DC5-2606-A4F5-1DCD37A88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64E9-BB0A-4932-9D77-E0DDE5779A37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2400" y="637733"/>
            <a:ext cx="82296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850">
              <a:lnSpc>
                <a:spcPct val="100000"/>
              </a:lnSpc>
              <a:spcBef>
                <a:spcPts val="100"/>
              </a:spcBef>
            </a:pPr>
            <a:r>
              <a:rPr dirty="0"/>
              <a:t>Insert 30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73228" y="1264920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881501" y="2586101"/>
            <a:ext cx="924560" cy="924560"/>
            <a:chOff x="3881501" y="2586101"/>
            <a:chExt cx="924560" cy="924560"/>
          </a:xfrm>
        </p:grpSpPr>
        <p:sp>
          <p:nvSpPr>
            <p:cNvPr id="7" name="object 7"/>
            <p:cNvSpPr/>
            <p:nvPr/>
          </p:nvSpPr>
          <p:spPr>
            <a:xfrm>
              <a:off x="3886581" y="259118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58" y="2360"/>
                  </a:lnTo>
                  <a:lnTo>
                    <a:pt x="365066" y="9289"/>
                  </a:lnTo>
                  <a:lnTo>
                    <a:pt x="321253" y="20557"/>
                  </a:lnTo>
                  <a:lnTo>
                    <a:pt x="279249" y="35933"/>
                  </a:lnTo>
                  <a:lnTo>
                    <a:pt x="239283" y="55187"/>
                  </a:lnTo>
                  <a:lnTo>
                    <a:pt x="201587" y="78090"/>
                  </a:lnTo>
                  <a:lnTo>
                    <a:pt x="166390" y="104411"/>
                  </a:lnTo>
                  <a:lnTo>
                    <a:pt x="133921" y="133921"/>
                  </a:lnTo>
                  <a:lnTo>
                    <a:pt x="104411" y="166390"/>
                  </a:lnTo>
                  <a:lnTo>
                    <a:pt x="78090" y="201587"/>
                  </a:lnTo>
                  <a:lnTo>
                    <a:pt x="55187" y="239283"/>
                  </a:lnTo>
                  <a:lnTo>
                    <a:pt x="35933" y="279249"/>
                  </a:lnTo>
                  <a:lnTo>
                    <a:pt x="20557" y="321253"/>
                  </a:lnTo>
                  <a:lnTo>
                    <a:pt x="9289" y="365066"/>
                  </a:lnTo>
                  <a:lnTo>
                    <a:pt x="2360" y="410458"/>
                  </a:lnTo>
                  <a:lnTo>
                    <a:pt x="0" y="457200"/>
                  </a:lnTo>
                  <a:lnTo>
                    <a:pt x="2360" y="503941"/>
                  </a:lnTo>
                  <a:lnTo>
                    <a:pt x="9289" y="549333"/>
                  </a:lnTo>
                  <a:lnTo>
                    <a:pt x="20557" y="593146"/>
                  </a:lnTo>
                  <a:lnTo>
                    <a:pt x="35933" y="635150"/>
                  </a:lnTo>
                  <a:lnTo>
                    <a:pt x="55187" y="675116"/>
                  </a:lnTo>
                  <a:lnTo>
                    <a:pt x="78090" y="712812"/>
                  </a:lnTo>
                  <a:lnTo>
                    <a:pt x="104411" y="748009"/>
                  </a:lnTo>
                  <a:lnTo>
                    <a:pt x="133921" y="780478"/>
                  </a:lnTo>
                  <a:lnTo>
                    <a:pt x="166390" y="809988"/>
                  </a:lnTo>
                  <a:lnTo>
                    <a:pt x="201587" y="836309"/>
                  </a:lnTo>
                  <a:lnTo>
                    <a:pt x="239283" y="859212"/>
                  </a:lnTo>
                  <a:lnTo>
                    <a:pt x="279249" y="878466"/>
                  </a:lnTo>
                  <a:lnTo>
                    <a:pt x="321253" y="893842"/>
                  </a:lnTo>
                  <a:lnTo>
                    <a:pt x="365066" y="905110"/>
                  </a:lnTo>
                  <a:lnTo>
                    <a:pt x="410458" y="912039"/>
                  </a:lnTo>
                  <a:lnTo>
                    <a:pt x="457200" y="914400"/>
                  </a:lnTo>
                  <a:lnTo>
                    <a:pt x="503941" y="912039"/>
                  </a:lnTo>
                  <a:lnTo>
                    <a:pt x="549333" y="905110"/>
                  </a:lnTo>
                  <a:lnTo>
                    <a:pt x="593146" y="893842"/>
                  </a:lnTo>
                  <a:lnTo>
                    <a:pt x="635150" y="878466"/>
                  </a:lnTo>
                  <a:lnTo>
                    <a:pt x="675116" y="859212"/>
                  </a:lnTo>
                  <a:lnTo>
                    <a:pt x="712812" y="836309"/>
                  </a:lnTo>
                  <a:lnTo>
                    <a:pt x="748009" y="809988"/>
                  </a:lnTo>
                  <a:lnTo>
                    <a:pt x="780478" y="780478"/>
                  </a:lnTo>
                  <a:lnTo>
                    <a:pt x="809988" y="748009"/>
                  </a:lnTo>
                  <a:lnTo>
                    <a:pt x="836309" y="712812"/>
                  </a:lnTo>
                  <a:lnTo>
                    <a:pt x="859212" y="675116"/>
                  </a:lnTo>
                  <a:lnTo>
                    <a:pt x="878466" y="635150"/>
                  </a:lnTo>
                  <a:lnTo>
                    <a:pt x="893842" y="593146"/>
                  </a:lnTo>
                  <a:lnTo>
                    <a:pt x="905110" y="549333"/>
                  </a:lnTo>
                  <a:lnTo>
                    <a:pt x="912039" y="503941"/>
                  </a:lnTo>
                  <a:lnTo>
                    <a:pt x="914400" y="457200"/>
                  </a:lnTo>
                  <a:lnTo>
                    <a:pt x="912039" y="410458"/>
                  </a:lnTo>
                  <a:lnTo>
                    <a:pt x="905110" y="365066"/>
                  </a:lnTo>
                  <a:lnTo>
                    <a:pt x="893842" y="321253"/>
                  </a:lnTo>
                  <a:lnTo>
                    <a:pt x="878466" y="279249"/>
                  </a:lnTo>
                  <a:lnTo>
                    <a:pt x="859212" y="239283"/>
                  </a:lnTo>
                  <a:lnTo>
                    <a:pt x="836309" y="201587"/>
                  </a:lnTo>
                  <a:lnTo>
                    <a:pt x="809988" y="166390"/>
                  </a:lnTo>
                  <a:lnTo>
                    <a:pt x="780478" y="133921"/>
                  </a:lnTo>
                  <a:lnTo>
                    <a:pt x="748009" y="104411"/>
                  </a:lnTo>
                  <a:lnTo>
                    <a:pt x="712812" y="78090"/>
                  </a:lnTo>
                  <a:lnTo>
                    <a:pt x="675116" y="55187"/>
                  </a:lnTo>
                  <a:lnTo>
                    <a:pt x="635150" y="35933"/>
                  </a:lnTo>
                  <a:lnTo>
                    <a:pt x="593146" y="20557"/>
                  </a:lnTo>
                  <a:lnTo>
                    <a:pt x="549333" y="9289"/>
                  </a:lnTo>
                  <a:lnTo>
                    <a:pt x="503941" y="23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86581" y="259118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60" y="410458"/>
                  </a:lnTo>
                  <a:lnTo>
                    <a:pt x="9289" y="365066"/>
                  </a:lnTo>
                  <a:lnTo>
                    <a:pt x="20557" y="321253"/>
                  </a:lnTo>
                  <a:lnTo>
                    <a:pt x="35933" y="279249"/>
                  </a:lnTo>
                  <a:lnTo>
                    <a:pt x="55187" y="239283"/>
                  </a:lnTo>
                  <a:lnTo>
                    <a:pt x="78090" y="201587"/>
                  </a:lnTo>
                  <a:lnTo>
                    <a:pt x="104411" y="166390"/>
                  </a:lnTo>
                  <a:lnTo>
                    <a:pt x="133921" y="133921"/>
                  </a:lnTo>
                  <a:lnTo>
                    <a:pt x="166390" y="104411"/>
                  </a:lnTo>
                  <a:lnTo>
                    <a:pt x="201587" y="78090"/>
                  </a:lnTo>
                  <a:lnTo>
                    <a:pt x="239283" y="55187"/>
                  </a:lnTo>
                  <a:lnTo>
                    <a:pt x="279249" y="35933"/>
                  </a:lnTo>
                  <a:lnTo>
                    <a:pt x="321253" y="20557"/>
                  </a:lnTo>
                  <a:lnTo>
                    <a:pt x="365066" y="9289"/>
                  </a:lnTo>
                  <a:lnTo>
                    <a:pt x="410458" y="2360"/>
                  </a:lnTo>
                  <a:lnTo>
                    <a:pt x="457200" y="0"/>
                  </a:lnTo>
                  <a:lnTo>
                    <a:pt x="503941" y="2360"/>
                  </a:lnTo>
                  <a:lnTo>
                    <a:pt x="549333" y="9289"/>
                  </a:lnTo>
                  <a:lnTo>
                    <a:pt x="593146" y="20557"/>
                  </a:lnTo>
                  <a:lnTo>
                    <a:pt x="635150" y="35933"/>
                  </a:lnTo>
                  <a:lnTo>
                    <a:pt x="675116" y="55187"/>
                  </a:lnTo>
                  <a:lnTo>
                    <a:pt x="712812" y="78090"/>
                  </a:lnTo>
                  <a:lnTo>
                    <a:pt x="748009" y="104411"/>
                  </a:lnTo>
                  <a:lnTo>
                    <a:pt x="780478" y="133921"/>
                  </a:lnTo>
                  <a:lnTo>
                    <a:pt x="809988" y="166390"/>
                  </a:lnTo>
                  <a:lnTo>
                    <a:pt x="836309" y="201587"/>
                  </a:lnTo>
                  <a:lnTo>
                    <a:pt x="859212" y="239283"/>
                  </a:lnTo>
                  <a:lnTo>
                    <a:pt x="878466" y="279249"/>
                  </a:lnTo>
                  <a:lnTo>
                    <a:pt x="893842" y="321253"/>
                  </a:lnTo>
                  <a:lnTo>
                    <a:pt x="905110" y="365066"/>
                  </a:lnTo>
                  <a:lnTo>
                    <a:pt x="912039" y="410458"/>
                  </a:lnTo>
                  <a:lnTo>
                    <a:pt x="914400" y="457200"/>
                  </a:lnTo>
                  <a:lnTo>
                    <a:pt x="912039" y="503941"/>
                  </a:lnTo>
                  <a:lnTo>
                    <a:pt x="905110" y="549333"/>
                  </a:lnTo>
                  <a:lnTo>
                    <a:pt x="893842" y="593146"/>
                  </a:lnTo>
                  <a:lnTo>
                    <a:pt x="878466" y="635150"/>
                  </a:lnTo>
                  <a:lnTo>
                    <a:pt x="859212" y="675116"/>
                  </a:lnTo>
                  <a:lnTo>
                    <a:pt x="836309" y="712812"/>
                  </a:lnTo>
                  <a:lnTo>
                    <a:pt x="809988" y="748009"/>
                  </a:lnTo>
                  <a:lnTo>
                    <a:pt x="780478" y="780478"/>
                  </a:lnTo>
                  <a:lnTo>
                    <a:pt x="748009" y="809988"/>
                  </a:lnTo>
                  <a:lnTo>
                    <a:pt x="712812" y="836309"/>
                  </a:lnTo>
                  <a:lnTo>
                    <a:pt x="675116" y="859212"/>
                  </a:lnTo>
                  <a:lnTo>
                    <a:pt x="635150" y="878466"/>
                  </a:lnTo>
                  <a:lnTo>
                    <a:pt x="593146" y="893842"/>
                  </a:lnTo>
                  <a:lnTo>
                    <a:pt x="549333" y="905110"/>
                  </a:lnTo>
                  <a:lnTo>
                    <a:pt x="503941" y="912039"/>
                  </a:lnTo>
                  <a:lnTo>
                    <a:pt x="457200" y="914400"/>
                  </a:lnTo>
                  <a:lnTo>
                    <a:pt x="410458" y="912039"/>
                  </a:lnTo>
                  <a:lnTo>
                    <a:pt x="365066" y="905110"/>
                  </a:lnTo>
                  <a:lnTo>
                    <a:pt x="321253" y="893842"/>
                  </a:lnTo>
                  <a:lnTo>
                    <a:pt x="279249" y="878466"/>
                  </a:lnTo>
                  <a:lnTo>
                    <a:pt x="239283" y="859212"/>
                  </a:lnTo>
                  <a:lnTo>
                    <a:pt x="201587" y="836309"/>
                  </a:lnTo>
                  <a:lnTo>
                    <a:pt x="166390" y="809988"/>
                  </a:lnTo>
                  <a:lnTo>
                    <a:pt x="133921" y="780478"/>
                  </a:lnTo>
                  <a:lnTo>
                    <a:pt x="104411" y="748009"/>
                  </a:lnTo>
                  <a:lnTo>
                    <a:pt x="78090" y="712812"/>
                  </a:lnTo>
                  <a:lnTo>
                    <a:pt x="55187" y="675116"/>
                  </a:lnTo>
                  <a:lnTo>
                    <a:pt x="35933" y="635150"/>
                  </a:lnTo>
                  <a:lnTo>
                    <a:pt x="20557" y="593146"/>
                  </a:lnTo>
                  <a:lnTo>
                    <a:pt x="9289" y="549333"/>
                  </a:lnTo>
                  <a:lnTo>
                    <a:pt x="2360" y="503941"/>
                  </a:lnTo>
                  <a:lnTo>
                    <a:pt x="0" y="4572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204461" y="2885440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44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890901" y="4033901"/>
            <a:ext cx="924560" cy="924560"/>
            <a:chOff x="2890901" y="4033901"/>
            <a:chExt cx="924560" cy="924560"/>
          </a:xfrm>
        </p:grpSpPr>
        <p:sp>
          <p:nvSpPr>
            <p:cNvPr id="11" name="object 11"/>
            <p:cNvSpPr/>
            <p:nvPr/>
          </p:nvSpPr>
          <p:spPr>
            <a:xfrm>
              <a:off x="2895981" y="403898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199" y="0"/>
                  </a:moveTo>
                  <a:lnTo>
                    <a:pt x="410458" y="2360"/>
                  </a:lnTo>
                  <a:lnTo>
                    <a:pt x="365066" y="9289"/>
                  </a:lnTo>
                  <a:lnTo>
                    <a:pt x="321253" y="20557"/>
                  </a:lnTo>
                  <a:lnTo>
                    <a:pt x="279249" y="35933"/>
                  </a:lnTo>
                  <a:lnTo>
                    <a:pt x="239283" y="55187"/>
                  </a:lnTo>
                  <a:lnTo>
                    <a:pt x="201587" y="78090"/>
                  </a:lnTo>
                  <a:lnTo>
                    <a:pt x="166390" y="104411"/>
                  </a:lnTo>
                  <a:lnTo>
                    <a:pt x="133921" y="133921"/>
                  </a:lnTo>
                  <a:lnTo>
                    <a:pt x="104411" y="166390"/>
                  </a:lnTo>
                  <a:lnTo>
                    <a:pt x="78090" y="201587"/>
                  </a:lnTo>
                  <a:lnTo>
                    <a:pt x="55187" y="239283"/>
                  </a:lnTo>
                  <a:lnTo>
                    <a:pt x="35933" y="279249"/>
                  </a:lnTo>
                  <a:lnTo>
                    <a:pt x="20557" y="321253"/>
                  </a:lnTo>
                  <a:lnTo>
                    <a:pt x="9289" y="365066"/>
                  </a:lnTo>
                  <a:lnTo>
                    <a:pt x="2360" y="410458"/>
                  </a:lnTo>
                  <a:lnTo>
                    <a:pt x="0" y="457200"/>
                  </a:lnTo>
                  <a:lnTo>
                    <a:pt x="2360" y="503941"/>
                  </a:lnTo>
                  <a:lnTo>
                    <a:pt x="9289" y="549333"/>
                  </a:lnTo>
                  <a:lnTo>
                    <a:pt x="20557" y="593146"/>
                  </a:lnTo>
                  <a:lnTo>
                    <a:pt x="35933" y="635150"/>
                  </a:lnTo>
                  <a:lnTo>
                    <a:pt x="55187" y="675116"/>
                  </a:lnTo>
                  <a:lnTo>
                    <a:pt x="78090" y="712812"/>
                  </a:lnTo>
                  <a:lnTo>
                    <a:pt x="104411" y="748009"/>
                  </a:lnTo>
                  <a:lnTo>
                    <a:pt x="133921" y="780478"/>
                  </a:lnTo>
                  <a:lnTo>
                    <a:pt x="166390" y="809988"/>
                  </a:lnTo>
                  <a:lnTo>
                    <a:pt x="201587" y="836309"/>
                  </a:lnTo>
                  <a:lnTo>
                    <a:pt x="239283" y="859212"/>
                  </a:lnTo>
                  <a:lnTo>
                    <a:pt x="279249" y="878466"/>
                  </a:lnTo>
                  <a:lnTo>
                    <a:pt x="321253" y="893842"/>
                  </a:lnTo>
                  <a:lnTo>
                    <a:pt x="365066" y="905110"/>
                  </a:lnTo>
                  <a:lnTo>
                    <a:pt x="410458" y="912039"/>
                  </a:lnTo>
                  <a:lnTo>
                    <a:pt x="457199" y="914400"/>
                  </a:lnTo>
                  <a:lnTo>
                    <a:pt x="503941" y="912039"/>
                  </a:lnTo>
                  <a:lnTo>
                    <a:pt x="549333" y="905110"/>
                  </a:lnTo>
                  <a:lnTo>
                    <a:pt x="593146" y="893842"/>
                  </a:lnTo>
                  <a:lnTo>
                    <a:pt x="635150" y="878466"/>
                  </a:lnTo>
                  <a:lnTo>
                    <a:pt x="675116" y="859212"/>
                  </a:lnTo>
                  <a:lnTo>
                    <a:pt x="712812" y="836309"/>
                  </a:lnTo>
                  <a:lnTo>
                    <a:pt x="748009" y="809988"/>
                  </a:lnTo>
                  <a:lnTo>
                    <a:pt x="780478" y="780478"/>
                  </a:lnTo>
                  <a:lnTo>
                    <a:pt x="809988" y="748009"/>
                  </a:lnTo>
                  <a:lnTo>
                    <a:pt x="836309" y="712812"/>
                  </a:lnTo>
                  <a:lnTo>
                    <a:pt x="859212" y="675116"/>
                  </a:lnTo>
                  <a:lnTo>
                    <a:pt x="878466" y="635150"/>
                  </a:lnTo>
                  <a:lnTo>
                    <a:pt x="893842" y="593146"/>
                  </a:lnTo>
                  <a:lnTo>
                    <a:pt x="905110" y="549333"/>
                  </a:lnTo>
                  <a:lnTo>
                    <a:pt x="912039" y="503941"/>
                  </a:lnTo>
                  <a:lnTo>
                    <a:pt x="914399" y="457200"/>
                  </a:lnTo>
                  <a:lnTo>
                    <a:pt x="912039" y="410458"/>
                  </a:lnTo>
                  <a:lnTo>
                    <a:pt x="905110" y="365066"/>
                  </a:lnTo>
                  <a:lnTo>
                    <a:pt x="893842" y="321253"/>
                  </a:lnTo>
                  <a:lnTo>
                    <a:pt x="878466" y="279249"/>
                  </a:lnTo>
                  <a:lnTo>
                    <a:pt x="859212" y="239283"/>
                  </a:lnTo>
                  <a:lnTo>
                    <a:pt x="836309" y="201587"/>
                  </a:lnTo>
                  <a:lnTo>
                    <a:pt x="809988" y="166390"/>
                  </a:lnTo>
                  <a:lnTo>
                    <a:pt x="780478" y="133921"/>
                  </a:lnTo>
                  <a:lnTo>
                    <a:pt x="748009" y="104411"/>
                  </a:lnTo>
                  <a:lnTo>
                    <a:pt x="712812" y="78090"/>
                  </a:lnTo>
                  <a:lnTo>
                    <a:pt x="675116" y="55187"/>
                  </a:lnTo>
                  <a:lnTo>
                    <a:pt x="635150" y="35933"/>
                  </a:lnTo>
                  <a:lnTo>
                    <a:pt x="593146" y="20557"/>
                  </a:lnTo>
                  <a:lnTo>
                    <a:pt x="549333" y="9289"/>
                  </a:lnTo>
                  <a:lnTo>
                    <a:pt x="503941" y="2360"/>
                  </a:lnTo>
                  <a:lnTo>
                    <a:pt x="457199" y="0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95981" y="403898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60" y="410458"/>
                  </a:lnTo>
                  <a:lnTo>
                    <a:pt x="9289" y="365066"/>
                  </a:lnTo>
                  <a:lnTo>
                    <a:pt x="20557" y="321253"/>
                  </a:lnTo>
                  <a:lnTo>
                    <a:pt x="35933" y="279249"/>
                  </a:lnTo>
                  <a:lnTo>
                    <a:pt x="55187" y="239283"/>
                  </a:lnTo>
                  <a:lnTo>
                    <a:pt x="78090" y="201587"/>
                  </a:lnTo>
                  <a:lnTo>
                    <a:pt x="104411" y="166390"/>
                  </a:lnTo>
                  <a:lnTo>
                    <a:pt x="133921" y="133921"/>
                  </a:lnTo>
                  <a:lnTo>
                    <a:pt x="166390" y="104411"/>
                  </a:lnTo>
                  <a:lnTo>
                    <a:pt x="201587" y="78090"/>
                  </a:lnTo>
                  <a:lnTo>
                    <a:pt x="239283" y="55187"/>
                  </a:lnTo>
                  <a:lnTo>
                    <a:pt x="279249" y="35933"/>
                  </a:lnTo>
                  <a:lnTo>
                    <a:pt x="321253" y="20557"/>
                  </a:lnTo>
                  <a:lnTo>
                    <a:pt x="365066" y="9289"/>
                  </a:lnTo>
                  <a:lnTo>
                    <a:pt x="410458" y="2360"/>
                  </a:lnTo>
                  <a:lnTo>
                    <a:pt x="457199" y="0"/>
                  </a:lnTo>
                  <a:lnTo>
                    <a:pt x="503941" y="2360"/>
                  </a:lnTo>
                  <a:lnTo>
                    <a:pt x="549333" y="9289"/>
                  </a:lnTo>
                  <a:lnTo>
                    <a:pt x="593146" y="20557"/>
                  </a:lnTo>
                  <a:lnTo>
                    <a:pt x="635150" y="35933"/>
                  </a:lnTo>
                  <a:lnTo>
                    <a:pt x="675116" y="55187"/>
                  </a:lnTo>
                  <a:lnTo>
                    <a:pt x="712812" y="78090"/>
                  </a:lnTo>
                  <a:lnTo>
                    <a:pt x="748009" y="104411"/>
                  </a:lnTo>
                  <a:lnTo>
                    <a:pt x="780478" y="133921"/>
                  </a:lnTo>
                  <a:lnTo>
                    <a:pt x="809988" y="166390"/>
                  </a:lnTo>
                  <a:lnTo>
                    <a:pt x="836309" y="201587"/>
                  </a:lnTo>
                  <a:lnTo>
                    <a:pt x="859212" y="239283"/>
                  </a:lnTo>
                  <a:lnTo>
                    <a:pt x="878466" y="279249"/>
                  </a:lnTo>
                  <a:lnTo>
                    <a:pt x="893842" y="321253"/>
                  </a:lnTo>
                  <a:lnTo>
                    <a:pt x="905110" y="365066"/>
                  </a:lnTo>
                  <a:lnTo>
                    <a:pt x="912039" y="410458"/>
                  </a:lnTo>
                  <a:lnTo>
                    <a:pt x="914399" y="457200"/>
                  </a:lnTo>
                  <a:lnTo>
                    <a:pt x="912039" y="503941"/>
                  </a:lnTo>
                  <a:lnTo>
                    <a:pt x="905110" y="549333"/>
                  </a:lnTo>
                  <a:lnTo>
                    <a:pt x="893842" y="593146"/>
                  </a:lnTo>
                  <a:lnTo>
                    <a:pt x="878466" y="635150"/>
                  </a:lnTo>
                  <a:lnTo>
                    <a:pt x="859212" y="675116"/>
                  </a:lnTo>
                  <a:lnTo>
                    <a:pt x="836309" y="712812"/>
                  </a:lnTo>
                  <a:lnTo>
                    <a:pt x="809988" y="748009"/>
                  </a:lnTo>
                  <a:lnTo>
                    <a:pt x="780478" y="780478"/>
                  </a:lnTo>
                  <a:lnTo>
                    <a:pt x="748009" y="809988"/>
                  </a:lnTo>
                  <a:lnTo>
                    <a:pt x="712812" y="836309"/>
                  </a:lnTo>
                  <a:lnTo>
                    <a:pt x="675116" y="859212"/>
                  </a:lnTo>
                  <a:lnTo>
                    <a:pt x="635150" y="878466"/>
                  </a:lnTo>
                  <a:lnTo>
                    <a:pt x="593146" y="893842"/>
                  </a:lnTo>
                  <a:lnTo>
                    <a:pt x="549333" y="905110"/>
                  </a:lnTo>
                  <a:lnTo>
                    <a:pt x="503941" y="912039"/>
                  </a:lnTo>
                  <a:lnTo>
                    <a:pt x="457199" y="914400"/>
                  </a:lnTo>
                  <a:lnTo>
                    <a:pt x="410458" y="912039"/>
                  </a:lnTo>
                  <a:lnTo>
                    <a:pt x="365066" y="905110"/>
                  </a:lnTo>
                  <a:lnTo>
                    <a:pt x="321253" y="893842"/>
                  </a:lnTo>
                  <a:lnTo>
                    <a:pt x="279249" y="878466"/>
                  </a:lnTo>
                  <a:lnTo>
                    <a:pt x="239283" y="859212"/>
                  </a:lnTo>
                  <a:lnTo>
                    <a:pt x="201587" y="836309"/>
                  </a:lnTo>
                  <a:lnTo>
                    <a:pt x="166390" y="809988"/>
                  </a:lnTo>
                  <a:lnTo>
                    <a:pt x="133921" y="780478"/>
                  </a:lnTo>
                  <a:lnTo>
                    <a:pt x="104411" y="748009"/>
                  </a:lnTo>
                  <a:lnTo>
                    <a:pt x="78090" y="712812"/>
                  </a:lnTo>
                  <a:lnTo>
                    <a:pt x="55187" y="675116"/>
                  </a:lnTo>
                  <a:lnTo>
                    <a:pt x="35933" y="635150"/>
                  </a:lnTo>
                  <a:lnTo>
                    <a:pt x="20557" y="593146"/>
                  </a:lnTo>
                  <a:lnTo>
                    <a:pt x="9289" y="549333"/>
                  </a:lnTo>
                  <a:lnTo>
                    <a:pt x="2360" y="503941"/>
                  </a:lnTo>
                  <a:lnTo>
                    <a:pt x="0" y="4572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213607" y="4333494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30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581780" y="342938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533400" y="0"/>
                </a:moveTo>
                <a:lnTo>
                  <a:pt x="0" y="609600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C9910B-1E6B-B1FC-FDBA-F11BBEC5E0F8}"/>
              </a:ext>
            </a:extLst>
          </p:cNvPr>
          <p:cNvSpPr txBox="1"/>
          <p:nvPr/>
        </p:nvSpPr>
        <p:spPr>
          <a:xfrm>
            <a:off x="2286000" y="1524000"/>
            <a:ext cx="4572000" cy="437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5080" algn="ctr"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  <a:tabLst>
                <a:tab pos="357505" algn="l"/>
              </a:tabLst>
            </a:pPr>
            <a:r>
              <a:rPr lang="en-US" sz="2800" dirty="0"/>
              <a:t>44,30,50,22,60,55,77,55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50244D-4544-0B0A-F577-70D02ACDF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48BE75-B4D0-532F-3995-FCABEC0A5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64E9-BB0A-4932-9D77-E0DDE5779A37}" type="slidenum">
              <a:rPr lang="en-US" smtClean="0"/>
              <a:pPr/>
              <a:t>14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637733"/>
            <a:ext cx="82296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850">
              <a:lnSpc>
                <a:spcPct val="100000"/>
              </a:lnSpc>
              <a:spcBef>
                <a:spcPts val="100"/>
              </a:spcBef>
            </a:pPr>
            <a:r>
              <a:rPr dirty="0"/>
              <a:t>Insert 50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519300" y="2052701"/>
            <a:ext cx="924560" cy="924560"/>
            <a:chOff x="1519300" y="2052701"/>
            <a:chExt cx="924560" cy="924560"/>
          </a:xfrm>
        </p:grpSpPr>
        <p:sp>
          <p:nvSpPr>
            <p:cNvPr id="5" name="object 5"/>
            <p:cNvSpPr/>
            <p:nvPr/>
          </p:nvSpPr>
          <p:spPr>
            <a:xfrm>
              <a:off x="1524380" y="205778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58" y="2360"/>
                  </a:lnTo>
                  <a:lnTo>
                    <a:pt x="365066" y="9289"/>
                  </a:lnTo>
                  <a:lnTo>
                    <a:pt x="321253" y="20557"/>
                  </a:lnTo>
                  <a:lnTo>
                    <a:pt x="279249" y="35933"/>
                  </a:lnTo>
                  <a:lnTo>
                    <a:pt x="239283" y="55187"/>
                  </a:lnTo>
                  <a:lnTo>
                    <a:pt x="201587" y="78090"/>
                  </a:lnTo>
                  <a:lnTo>
                    <a:pt x="166390" y="104411"/>
                  </a:lnTo>
                  <a:lnTo>
                    <a:pt x="133921" y="133921"/>
                  </a:lnTo>
                  <a:lnTo>
                    <a:pt x="104411" y="166390"/>
                  </a:lnTo>
                  <a:lnTo>
                    <a:pt x="78090" y="201587"/>
                  </a:lnTo>
                  <a:lnTo>
                    <a:pt x="55187" y="239283"/>
                  </a:lnTo>
                  <a:lnTo>
                    <a:pt x="35933" y="279249"/>
                  </a:lnTo>
                  <a:lnTo>
                    <a:pt x="20557" y="321253"/>
                  </a:lnTo>
                  <a:lnTo>
                    <a:pt x="9289" y="365066"/>
                  </a:lnTo>
                  <a:lnTo>
                    <a:pt x="2360" y="410458"/>
                  </a:lnTo>
                  <a:lnTo>
                    <a:pt x="0" y="457200"/>
                  </a:lnTo>
                  <a:lnTo>
                    <a:pt x="2360" y="503941"/>
                  </a:lnTo>
                  <a:lnTo>
                    <a:pt x="9289" y="549333"/>
                  </a:lnTo>
                  <a:lnTo>
                    <a:pt x="20557" y="593146"/>
                  </a:lnTo>
                  <a:lnTo>
                    <a:pt x="35933" y="635150"/>
                  </a:lnTo>
                  <a:lnTo>
                    <a:pt x="55187" y="675116"/>
                  </a:lnTo>
                  <a:lnTo>
                    <a:pt x="78090" y="712812"/>
                  </a:lnTo>
                  <a:lnTo>
                    <a:pt x="104411" y="748009"/>
                  </a:lnTo>
                  <a:lnTo>
                    <a:pt x="133921" y="780478"/>
                  </a:lnTo>
                  <a:lnTo>
                    <a:pt x="166390" y="809988"/>
                  </a:lnTo>
                  <a:lnTo>
                    <a:pt x="201587" y="836309"/>
                  </a:lnTo>
                  <a:lnTo>
                    <a:pt x="239283" y="859212"/>
                  </a:lnTo>
                  <a:lnTo>
                    <a:pt x="279249" y="878466"/>
                  </a:lnTo>
                  <a:lnTo>
                    <a:pt x="321253" y="893842"/>
                  </a:lnTo>
                  <a:lnTo>
                    <a:pt x="365066" y="905110"/>
                  </a:lnTo>
                  <a:lnTo>
                    <a:pt x="410458" y="912039"/>
                  </a:lnTo>
                  <a:lnTo>
                    <a:pt x="457200" y="914400"/>
                  </a:lnTo>
                  <a:lnTo>
                    <a:pt x="503941" y="912039"/>
                  </a:lnTo>
                  <a:lnTo>
                    <a:pt x="549333" y="905110"/>
                  </a:lnTo>
                  <a:lnTo>
                    <a:pt x="593146" y="893842"/>
                  </a:lnTo>
                  <a:lnTo>
                    <a:pt x="635150" y="878466"/>
                  </a:lnTo>
                  <a:lnTo>
                    <a:pt x="675116" y="859212"/>
                  </a:lnTo>
                  <a:lnTo>
                    <a:pt x="712812" y="836309"/>
                  </a:lnTo>
                  <a:lnTo>
                    <a:pt x="748009" y="809988"/>
                  </a:lnTo>
                  <a:lnTo>
                    <a:pt x="780478" y="780478"/>
                  </a:lnTo>
                  <a:lnTo>
                    <a:pt x="809988" y="748009"/>
                  </a:lnTo>
                  <a:lnTo>
                    <a:pt x="836309" y="712812"/>
                  </a:lnTo>
                  <a:lnTo>
                    <a:pt x="859212" y="675116"/>
                  </a:lnTo>
                  <a:lnTo>
                    <a:pt x="878466" y="635150"/>
                  </a:lnTo>
                  <a:lnTo>
                    <a:pt x="893842" y="593146"/>
                  </a:lnTo>
                  <a:lnTo>
                    <a:pt x="905110" y="549333"/>
                  </a:lnTo>
                  <a:lnTo>
                    <a:pt x="912039" y="503941"/>
                  </a:lnTo>
                  <a:lnTo>
                    <a:pt x="914400" y="457200"/>
                  </a:lnTo>
                  <a:lnTo>
                    <a:pt x="912039" y="410458"/>
                  </a:lnTo>
                  <a:lnTo>
                    <a:pt x="905110" y="365066"/>
                  </a:lnTo>
                  <a:lnTo>
                    <a:pt x="893842" y="321253"/>
                  </a:lnTo>
                  <a:lnTo>
                    <a:pt x="878466" y="279249"/>
                  </a:lnTo>
                  <a:lnTo>
                    <a:pt x="859212" y="239283"/>
                  </a:lnTo>
                  <a:lnTo>
                    <a:pt x="836309" y="201587"/>
                  </a:lnTo>
                  <a:lnTo>
                    <a:pt x="809988" y="166390"/>
                  </a:lnTo>
                  <a:lnTo>
                    <a:pt x="780478" y="133921"/>
                  </a:lnTo>
                  <a:lnTo>
                    <a:pt x="748009" y="104411"/>
                  </a:lnTo>
                  <a:lnTo>
                    <a:pt x="712812" y="78090"/>
                  </a:lnTo>
                  <a:lnTo>
                    <a:pt x="675116" y="55187"/>
                  </a:lnTo>
                  <a:lnTo>
                    <a:pt x="635150" y="35933"/>
                  </a:lnTo>
                  <a:lnTo>
                    <a:pt x="593146" y="20557"/>
                  </a:lnTo>
                  <a:lnTo>
                    <a:pt x="549333" y="9289"/>
                  </a:lnTo>
                  <a:lnTo>
                    <a:pt x="503941" y="23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24380" y="205778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60" y="410458"/>
                  </a:lnTo>
                  <a:lnTo>
                    <a:pt x="9289" y="365066"/>
                  </a:lnTo>
                  <a:lnTo>
                    <a:pt x="20557" y="321253"/>
                  </a:lnTo>
                  <a:lnTo>
                    <a:pt x="35933" y="279249"/>
                  </a:lnTo>
                  <a:lnTo>
                    <a:pt x="55187" y="239283"/>
                  </a:lnTo>
                  <a:lnTo>
                    <a:pt x="78090" y="201587"/>
                  </a:lnTo>
                  <a:lnTo>
                    <a:pt x="104411" y="166390"/>
                  </a:lnTo>
                  <a:lnTo>
                    <a:pt x="133921" y="133921"/>
                  </a:lnTo>
                  <a:lnTo>
                    <a:pt x="166390" y="104411"/>
                  </a:lnTo>
                  <a:lnTo>
                    <a:pt x="201587" y="78090"/>
                  </a:lnTo>
                  <a:lnTo>
                    <a:pt x="239283" y="55187"/>
                  </a:lnTo>
                  <a:lnTo>
                    <a:pt x="279249" y="35933"/>
                  </a:lnTo>
                  <a:lnTo>
                    <a:pt x="321253" y="20557"/>
                  </a:lnTo>
                  <a:lnTo>
                    <a:pt x="365066" y="9289"/>
                  </a:lnTo>
                  <a:lnTo>
                    <a:pt x="410458" y="2360"/>
                  </a:lnTo>
                  <a:lnTo>
                    <a:pt x="457200" y="0"/>
                  </a:lnTo>
                  <a:lnTo>
                    <a:pt x="503941" y="2360"/>
                  </a:lnTo>
                  <a:lnTo>
                    <a:pt x="549333" y="9289"/>
                  </a:lnTo>
                  <a:lnTo>
                    <a:pt x="593146" y="20557"/>
                  </a:lnTo>
                  <a:lnTo>
                    <a:pt x="635150" y="35933"/>
                  </a:lnTo>
                  <a:lnTo>
                    <a:pt x="675116" y="55187"/>
                  </a:lnTo>
                  <a:lnTo>
                    <a:pt x="712812" y="78090"/>
                  </a:lnTo>
                  <a:lnTo>
                    <a:pt x="748009" y="104411"/>
                  </a:lnTo>
                  <a:lnTo>
                    <a:pt x="780478" y="133921"/>
                  </a:lnTo>
                  <a:lnTo>
                    <a:pt x="809988" y="166390"/>
                  </a:lnTo>
                  <a:lnTo>
                    <a:pt x="836309" y="201587"/>
                  </a:lnTo>
                  <a:lnTo>
                    <a:pt x="859212" y="239283"/>
                  </a:lnTo>
                  <a:lnTo>
                    <a:pt x="878466" y="279249"/>
                  </a:lnTo>
                  <a:lnTo>
                    <a:pt x="893842" y="321253"/>
                  </a:lnTo>
                  <a:lnTo>
                    <a:pt x="905110" y="365066"/>
                  </a:lnTo>
                  <a:lnTo>
                    <a:pt x="912039" y="410458"/>
                  </a:lnTo>
                  <a:lnTo>
                    <a:pt x="914400" y="457200"/>
                  </a:lnTo>
                  <a:lnTo>
                    <a:pt x="912039" y="503941"/>
                  </a:lnTo>
                  <a:lnTo>
                    <a:pt x="905110" y="549333"/>
                  </a:lnTo>
                  <a:lnTo>
                    <a:pt x="893842" y="593146"/>
                  </a:lnTo>
                  <a:lnTo>
                    <a:pt x="878466" y="635150"/>
                  </a:lnTo>
                  <a:lnTo>
                    <a:pt x="859212" y="675116"/>
                  </a:lnTo>
                  <a:lnTo>
                    <a:pt x="836309" y="712812"/>
                  </a:lnTo>
                  <a:lnTo>
                    <a:pt x="809988" y="748009"/>
                  </a:lnTo>
                  <a:lnTo>
                    <a:pt x="780478" y="780478"/>
                  </a:lnTo>
                  <a:lnTo>
                    <a:pt x="748009" y="809988"/>
                  </a:lnTo>
                  <a:lnTo>
                    <a:pt x="712812" y="836309"/>
                  </a:lnTo>
                  <a:lnTo>
                    <a:pt x="675116" y="859212"/>
                  </a:lnTo>
                  <a:lnTo>
                    <a:pt x="635150" y="878466"/>
                  </a:lnTo>
                  <a:lnTo>
                    <a:pt x="593146" y="893842"/>
                  </a:lnTo>
                  <a:lnTo>
                    <a:pt x="549333" y="905110"/>
                  </a:lnTo>
                  <a:lnTo>
                    <a:pt x="503941" y="912039"/>
                  </a:lnTo>
                  <a:lnTo>
                    <a:pt x="457200" y="914400"/>
                  </a:lnTo>
                  <a:lnTo>
                    <a:pt x="410458" y="912039"/>
                  </a:lnTo>
                  <a:lnTo>
                    <a:pt x="365066" y="905110"/>
                  </a:lnTo>
                  <a:lnTo>
                    <a:pt x="321253" y="893842"/>
                  </a:lnTo>
                  <a:lnTo>
                    <a:pt x="279249" y="878466"/>
                  </a:lnTo>
                  <a:lnTo>
                    <a:pt x="239283" y="859212"/>
                  </a:lnTo>
                  <a:lnTo>
                    <a:pt x="201587" y="836309"/>
                  </a:lnTo>
                  <a:lnTo>
                    <a:pt x="166390" y="809988"/>
                  </a:lnTo>
                  <a:lnTo>
                    <a:pt x="133921" y="780478"/>
                  </a:lnTo>
                  <a:lnTo>
                    <a:pt x="104411" y="748009"/>
                  </a:lnTo>
                  <a:lnTo>
                    <a:pt x="78090" y="712812"/>
                  </a:lnTo>
                  <a:lnTo>
                    <a:pt x="55187" y="675116"/>
                  </a:lnTo>
                  <a:lnTo>
                    <a:pt x="35933" y="635150"/>
                  </a:lnTo>
                  <a:lnTo>
                    <a:pt x="20557" y="593146"/>
                  </a:lnTo>
                  <a:lnTo>
                    <a:pt x="9289" y="549333"/>
                  </a:lnTo>
                  <a:lnTo>
                    <a:pt x="2360" y="503941"/>
                  </a:lnTo>
                  <a:lnTo>
                    <a:pt x="0" y="4572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842007" y="2352040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44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28701" y="3500501"/>
            <a:ext cx="924560" cy="924560"/>
            <a:chOff x="528701" y="3500501"/>
            <a:chExt cx="924560" cy="924560"/>
          </a:xfrm>
        </p:grpSpPr>
        <p:sp>
          <p:nvSpPr>
            <p:cNvPr id="9" name="object 9"/>
            <p:cNvSpPr/>
            <p:nvPr/>
          </p:nvSpPr>
          <p:spPr>
            <a:xfrm>
              <a:off x="533781" y="350558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54" y="2360"/>
                  </a:lnTo>
                  <a:lnTo>
                    <a:pt x="365059" y="9289"/>
                  </a:lnTo>
                  <a:lnTo>
                    <a:pt x="321243" y="20557"/>
                  </a:lnTo>
                  <a:lnTo>
                    <a:pt x="279238" y="35933"/>
                  </a:lnTo>
                  <a:lnTo>
                    <a:pt x="239272" y="55187"/>
                  </a:lnTo>
                  <a:lnTo>
                    <a:pt x="201576" y="78090"/>
                  </a:lnTo>
                  <a:lnTo>
                    <a:pt x="166379" y="104411"/>
                  </a:lnTo>
                  <a:lnTo>
                    <a:pt x="133911" y="133921"/>
                  </a:lnTo>
                  <a:lnTo>
                    <a:pt x="104403" y="166390"/>
                  </a:lnTo>
                  <a:lnTo>
                    <a:pt x="78083" y="201587"/>
                  </a:lnTo>
                  <a:lnTo>
                    <a:pt x="55182" y="239283"/>
                  </a:lnTo>
                  <a:lnTo>
                    <a:pt x="35929" y="279249"/>
                  </a:lnTo>
                  <a:lnTo>
                    <a:pt x="20555" y="321253"/>
                  </a:lnTo>
                  <a:lnTo>
                    <a:pt x="9288" y="365066"/>
                  </a:lnTo>
                  <a:lnTo>
                    <a:pt x="2360" y="410458"/>
                  </a:lnTo>
                  <a:lnTo>
                    <a:pt x="0" y="457200"/>
                  </a:lnTo>
                  <a:lnTo>
                    <a:pt x="2360" y="503941"/>
                  </a:lnTo>
                  <a:lnTo>
                    <a:pt x="9288" y="549333"/>
                  </a:lnTo>
                  <a:lnTo>
                    <a:pt x="20555" y="593146"/>
                  </a:lnTo>
                  <a:lnTo>
                    <a:pt x="35929" y="635150"/>
                  </a:lnTo>
                  <a:lnTo>
                    <a:pt x="55182" y="675116"/>
                  </a:lnTo>
                  <a:lnTo>
                    <a:pt x="78083" y="712812"/>
                  </a:lnTo>
                  <a:lnTo>
                    <a:pt x="104403" y="748009"/>
                  </a:lnTo>
                  <a:lnTo>
                    <a:pt x="133911" y="780478"/>
                  </a:lnTo>
                  <a:lnTo>
                    <a:pt x="166379" y="809988"/>
                  </a:lnTo>
                  <a:lnTo>
                    <a:pt x="201576" y="836309"/>
                  </a:lnTo>
                  <a:lnTo>
                    <a:pt x="239272" y="859212"/>
                  </a:lnTo>
                  <a:lnTo>
                    <a:pt x="279238" y="878466"/>
                  </a:lnTo>
                  <a:lnTo>
                    <a:pt x="321243" y="893842"/>
                  </a:lnTo>
                  <a:lnTo>
                    <a:pt x="365059" y="905110"/>
                  </a:lnTo>
                  <a:lnTo>
                    <a:pt x="410454" y="912039"/>
                  </a:lnTo>
                  <a:lnTo>
                    <a:pt x="457200" y="914400"/>
                  </a:lnTo>
                  <a:lnTo>
                    <a:pt x="503945" y="912039"/>
                  </a:lnTo>
                  <a:lnTo>
                    <a:pt x="549340" y="905110"/>
                  </a:lnTo>
                  <a:lnTo>
                    <a:pt x="593156" y="893842"/>
                  </a:lnTo>
                  <a:lnTo>
                    <a:pt x="635161" y="878466"/>
                  </a:lnTo>
                  <a:lnTo>
                    <a:pt x="675127" y="859212"/>
                  </a:lnTo>
                  <a:lnTo>
                    <a:pt x="712823" y="836309"/>
                  </a:lnTo>
                  <a:lnTo>
                    <a:pt x="748020" y="809988"/>
                  </a:lnTo>
                  <a:lnTo>
                    <a:pt x="780488" y="780478"/>
                  </a:lnTo>
                  <a:lnTo>
                    <a:pt x="809996" y="748009"/>
                  </a:lnTo>
                  <a:lnTo>
                    <a:pt x="836316" y="712812"/>
                  </a:lnTo>
                  <a:lnTo>
                    <a:pt x="859217" y="675116"/>
                  </a:lnTo>
                  <a:lnTo>
                    <a:pt x="878470" y="635150"/>
                  </a:lnTo>
                  <a:lnTo>
                    <a:pt x="893844" y="593146"/>
                  </a:lnTo>
                  <a:lnTo>
                    <a:pt x="905111" y="549333"/>
                  </a:lnTo>
                  <a:lnTo>
                    <a:pt x="912039" y="503941"/>
                  </a:lnTo>
                  <a:lnTo>
                    <a:pt x="914400" y="457200"/>
                  </a:lnTo>
                  <a:lnTo>
                    <a:pt x="912039" y="410458"/>
                  </a:lnTo>
                  <a:lnTo>
                    <a:pt x="905111" y="365066"/>
                  </a:lnTo>
                  <a:lnTo>
                    <a:pt x="893844" y="321253"/>
                  </a:lnTo>
                  <a:lnTo>
                    <a:pt x="878470" y="279249"/>
                  </a:lnTo>
                  <a:lnTo>
                    <a:pt x="859217" y="239283"/>
                  </a:lnTo>
                  <a:lnTo>
                    <a:pt x="836316" y="201587"/>
                  </a:lnTo>
                  <a:lnTo>
                    <a:pt x="809996" y="166390"/>
                  </a:lnTo>
                  <a:lnTo>
                    <a:pt x="780488" y="133921"/>
                  </a:lnTo>
                  <a:lnTo>
                    <a:pt x="748020" y="104411"/>
                  </a:lnTo>
                  <a:lnTo>
                    <a:pt x="712823" y="78090"/>
                  </a:lnTo>
                  <a:lnTo>
                    <a:pt x="675127" y="55187"/>
                  </a:lnTo>
                  <a:lnTo>
                    <a:pt x="635161" y="35933"/>
                  </a:lnTo>
                  <a:lnTo>
                    <a:pt x="593156" y="20557"/>
                  </a:lnTo>
                  <a:lnTo>
                    <a:pt x="549340" y="9289"/>
                  </a:lnTo>
                  <a:lnTo>
                    <a:pt x="503945" y="23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33781" y="350558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60" y="410458"/>
                  </a:lnTo>
                  <a:lnTo>
                    <a:pt x="9288" y="365066"/>
                  </a:lnTo>
                  <a:lnTo>
                    <a:pt x="20555" y="321253"/>
                  </a:lnTo>
                  <a:lnTo>
                    <a:pt x="35929" y="279249"/>
                  </a:lnTo>
                  <a:lnTo>
                    <a:pt x="55182" y="239283"/>
                  </a:lnTo>
                  <a:lnTo>
                    <a:pt x="78083" y="201587"/>
                  </a:lnTo>
                  <a:lnTo>
                    <a:pt x="104403" y="166390"/>
                  </a:lnTo>
                  <a:lnTo>
                    <a:pt x="133911" y="133921"/>
                  </a:lnTo>
                  <a:lnTo>
                    <a:pt x="166379" y="104411"/>
                  </a:lnTo>
                  <a:lnTo>
                    <a:pt x="201576" y="78090"/>
                  </a:lnTo>
                  <a:lnTo>
                    <a:pt x="239272" y="55187"/>
                  </a:lnTo>
                  <a:lnTo>
                    <a:pt x="279238" y="35933"/>
                  </a:lnTo>
                  <a:lnTo>
                    <a:pt x="321243" y="20557"/>
                  </a:lnTo>
                  <a:lnTo>
                    <a:pt x="365059" y="9289"/>
                  </a:lnTo>
                  <a:lnTo>
                    <a:pt x="410454" y="2360"/>
                  </a:lnTo>
                  <a:lnTo>
                    <a:pt x="457200" y="0"/>
                  </a:lnTo>
                  <a:lnTo>
                    <a:pt x="503945" y="2360"/>
                  </a:lnTo>
                  <a:lnTo>
                    <a:pt x="549340" y="9289"/>
                  </a:lnTo>
                  <a:lnTo>
                    <a:pt x="593156" y="20557"/>
                  </a:lnTo>
                  <a:lnTo>
                    <a:pt x="635161" y="35933"/>
                  </a:lnTo>
                  <a:lnTo>
                    <a:pt x="675127" y="55187"/>
                  </a:lnTo>
                  <a:lnTo>
                    <a:pt x="712823" y="78090"/>
                  </a:lnTo>
                  <a:lnTo>
                    <a:pt x="748020" y="104411"/>
                  </a:lnTo>
                  <a:lnTo>
                    <a:pt x="780488" y="133921"/>
                  </a:lnTo>
                  <a:lnTo>
                    <a:pt x="809996" y="166390"/>
                  </a:lnTo>
                  <a:lnTo>
                    <a:pt x="836316" y="201587"/>
                  </a:lnTo>
                  <a:lnTo>
                    <a:pt x="859217" y="239283"/>
                  </a:lnTo>
                  <a:lnTo>
                    <a:pt x="878470" y="279249"/>
                  </a:lnTo>
                  <a:lnTo>
                    <a:pt x="893844" y="321253"/>
                  </a:lnTo>
                  <a:lnTo>
                    <a:pt x="905111" y="365066"/>
                  </a:lnTo>
                  <a:lnTo>
                    <a:pt x="912039" y="410458"/>
                  </a:lnTo>
                  <a:lnTo>
                    <a:pt x="914400" y="457200"/>
                  </a:lnTo>
                  <a:lnTo>
                    <a:pt x="912039" y="503941"/>
                  </a:lnTo>
                  <a:lnTo>
                    <a:pt x="905111" y="549333"/>
                  </a:lnTo>
                  <a:lnTo>
                    <a:pt x="893844" y="593146"/>
                  </a:lnTo>
                  <a:lnTo>
                    <a:pt x="878470" y="635150"/>
                  </a:lnTo>
                  <a:lnTo>
                    <a:pt x="859217" y="675116"/>
                  </a:lnTo>
                  <a:lnTo>
                    <a:pt x="836316" y="712812"/>
                  </a:lnTo>
                  <a:lnTo>
                    <a:pt x="809996" y="748009"/>
                  </a:lnTo>
                  <a:lnTo>
                    <a:pt x="780488" y="780478"/>
                  </a:lnTo>
                  <a:lnTo>
                    <a:pt x="748020" y="809988"/>
                  </a:lnTo>
                  <a:lnTo>
                    <a:pt x="712823" y="836309"/>
                  </a:lnTo>
                  <a:lnTo>
                    <a:pt x="675127" y="859212"/>
                  </a:lnTo>
                  <a:lnTo>
                    <a:pt x="635161" y="878466"/>
                  </a:lnTo>
                  <a:lnTo>
                    <a:pt x="593156" y="893842"/>
                  </a:lnTo>
                  <a:lnTo>
                    <a:pt x="549340" y="905110"/>
                  </a:lnTo>
                  <a:lnTo>
                    <a:pt x="503945" y="912039"/>
                  </a:lnTo>
                  <a:lnTo>
                    <a:pt x="457200" y="914400"/>
                  </a:lnTo>
                  <a:lnTo>
                    <a:pt x="410454" y="912039"/>
                  </a:lnTo>
                  <a:lnTo>
                    <a:pt x="365059" y="905110"/>
                  </a:lnTo>
                  <a:lnTo>
                    <a:pt x="321243" y="893842"/>
                  </a:lnTo>
                  <a:lnTo>
                    <a:pt x="279238" y="878466"/>
                  </a:lnTo>
                  <a:lnTo>
                    <a:pt x="239272" y="859212"/>
                  </a:lnTo>
                  <a:lnTo>
                    <a:pt x="201576" y="836309"/>
                  </a:lnTo>
                  <a:lnTo>
                    <a:pt x="166379" y="809988"/>
                  </a:lnTo>
                  <a:lnTo>
                    <a:pt x="133911" y="780478"/>
                  </a:lnTo>
                  <a:lnTo>
                    <a:pt x="104403" y="748009"/>
                  </a:lnTo>
                  <a:lnTo>
                    <a:pt x="78083" y="712812"/>
                  </a:lnTo>
                  <a:lnTo>
                    <a:pt x="55182" y="675116"/>
                  </a:lnTo>
                  <a:lnTo>
                    <a:pt x="35929" y="635150"/>
                  </a:lnTo>
                  <a:lnTo>
                    <a:pt x="20555" y="593146"/>
                  </a:lnTo>
                  <a:lnTo>
                    <a:pt x="9288" y="549333"/>
                  </a:lnTo>
                  <a:lnTo>
                    <a:pt x="2360" y="503941"/>
                  </a:lnTo>
                  <a:lnTo>
                    <a:pt x="0" y="4572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51408" y="3799585"/>
            <a:ext cx="2787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30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214500" y="2890901"/>
            <a:ext cx="2296160" cy="1534160"/>
            <a:chOff x="1214500" y="2890901"/>
            <a:chExt cx="2296160" cy="1534160"/>
          </a:xfrm>
        </p:grpSpPr>
        <p:sp>
          <p:nvSpPr>
            <p:cNvPr id="13" name="object 13"/>
            <p:cNvSpPr/>
            <p:nvPr/>
          </p:nvSpPr>
          <p:spPr>
            <a:xfrm>
              <a:off x="1219580" y="2895981"/>
              <a:ext cx="533400" cy="609600"/>
            </a:xfrm>
            <a:custGeom>
              <a:avLst/>
              <a:gdLst/>
              <a:ahLst/>
              <a:cxnLst/>
              <a:rect l="l" t="t" r="r" b="b"/>
              <a:pathLst>
                <a:path w="533400" h="609600">
                  <a:moveTo>
                    <a:pt x="533400" y="0"/>
                  </a:moveTo>
                  <a:lnTo>
                    <a:pt x="0" y="609600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591180" y="350558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58" y="2360"/>
                  </a:lnTo>
                  <a:lnTo>
                    <a:pt x="365066" y="9289"/>
                  </a:lnTo>
                  <a:lnTo>
                    <a:pt x="321253" y="20557"/>
                  </a:lnTo>
                  <a:lnTo>
                    <a:pt x="279249" y="35933"/>
                  </a:lnTo>
                  <a:lnTo>
                    <a:pt x="239283" y="55187"/>
                  </a:lnTo>
                  <a:lnTo>
                    <a:pt x="201587" y="78090"/>
                  </a:lnTo>
                  <a:lnTo>
                    <a:pt x="166390" y="104411"/>
                  </a:lnTo>
                  <a:lnTo>
                    <a:pt x="133921" y="133921"/>
                  </a:lnTo>
                  <a:lnTo>
                    <a:pt x="104411" y="166390"/>
                  </a:lnTo>
                  <a:lnTo>
                    <a:pt x="78090" y="201587"/>
                  </a:lnTo>
                  <a:lnTo>
                    <a:pt x="55187" y="239283"/>
                  </a:lnTo>
                  <a:lnTo>
                    <a:pt x="35933" y="279249"/>
                  </a:lnTo>
                  <a:lnTo>
                    <a:pt x="20557" y="321253"/>
                  </a:lnTo>
                  <a:lnTo>
                    <a:pt x="9289" y="365066"/>
                  </a:lnTo>
                  <a:lnTo>
                    <a:pt x="2360" y="410458"/>
                  </a:lnTo>
                  <a:lnTo>
                    <a:pt x="0" y="457200"/>
                  </a:lnTo>
                  <a:lnTo>
                    <a:pt x="2360" y="503941"/>
                  </a:lnTo>
                  <a:lnTo>
                    <a:pt x="9289" y="549333"/>
                  </a:lnTo>
                  <a:lnTo>
                    <a:pt x="20557" y="593146"/>
                  </a:lnTo>
                  <a:lnTo>
                    <a:pt x="35933" y="635150"/>
                  </a:lnTo>
                  <a:lnTo>
                    <a:pt x="55187" y="675116"/>
                  </a:lnTo>
                  <a:lnTo>
                    <a:pt x="78090" y="712812"/>
                  </a:lnTo>
                  <a:lnTo>
                    <a:pt x="104411" y="748009"/>
                  </a:lnTo>
                  <a:lnTo>
                    <a:pt x="133921" y="780478"/>
                  </a:lnTo>
                  <a:lnTo>
                    <a:pt x="166390" y="809988"/>
                  </a:lnTo>
                  <a:lnTo>
                    <a:pt x="201587" y="836309"/>
                  </a:lnTo>
                  <a:lnTo>
                    <a:pt x="239283" y="859212"/>
                  </a:lnTo>
                  <a:lnTo>
                    <a:pt x="279249" y="878466"/>
                  </a:lnTo>
                  <a:lnTo>
                    <a:pt x="321253" y="893842"/>
                  </a:lnTo>
                  <a:lnTo>
                    <a:pt x="365066" y="905110"/>
                  </a:lnTo>
                  <a:lnTo>
                    <a:pt x="410458" y="912039"/>
                  </a:lnTo>
                  <a:lnTo>
                    <a:pt x="457200" y="914400"/>
                  </a:lnTo>
                  <a:lnTo>
                    <a:pt x="503941" y="912039"/>
                  </a:lnTo>
                  <a:lnTo>
                    <a:pt x="549333" y="905110"/>
                  </a:lnTo>
                  <a:lnTo>
                    <a:pt x="593146" y="893842"/>
                  </a:lnTo>
                  <a:lnTo>
                    <a:pt x="635150" y="878466"/>
                  </a:lnTo>
                  <a:lnTo>
                    <a:pt x="675116" y="859212"/>
                  </a:lnTo>
                  <a:lnTo>
                    <a:pt x="712812" y="836309"/>
                  </a:lnTo>
                  <a:lnTo>
                    <a:pt x="748009" y="809988"/>
                  </a:lnTo>
                  <a:lnTo>
                    <a:pt x="780478" y="780478"/>
                  </a:lnTo>
                  <a:lnTo>
                    <a:pt x="809988" y="748009"/>
                  </a:lnTo>
                  <a:lnTo>
                    <a:pt x="836309" y="712812"/>
                  </a:lnTo>
                  <a:lnTo>
                    <a:pt x="859212" y="675116"/>
                  </a:lnTo>
                  <a:lnTo>
                    <a:pt x="878466" y="635150"/>
                  </a:lnTo>
                  <a:lnTo>
                    <a:pt x="893842" y="593146"/>
                  </a:lnTo>
                  <a:lnTo>
                    <a:pt x="905110" y="549333"/>
                  </a:lnTo>
                  <a:lnTo>
                    <a:pt x="912039" y="503941"/>
                  </a:lnTo>
                  <a:lnTo>
                    <a:pt x="914399" y="457200"/>
                  </a:lnTo>
                  <a:lnTo>
                    <a:pt x="912039" y="410458"/>
                  </a:lnTo>
                  <a:lnTo>
                    <a:pt x="905110" y="365066"/>
                  </a:lnTo>
                  <a:lnTo>
                    <a:pt x="893842" y="321253"/>
                  </a:lnTo>
                  <a:lnTo>
                    <a:pt x="878466" y="279249"/>
                  </a:lnTo>
                  <a:lnTo>
                    <a:pt x="859212" y="239283"/>
                  </a:lnTo>
                  <a:lnTo>
                    <a:pt x="836309" y="201587"/>
                  </a:lnTo>
                  <a:lnTo>
                    <a:pt x="809988" y="166390"/>
                  </a:lnTo>
                  <a:lnTo>
                    <a:pt x="780478" y="133921"/>
                  </a:lnTo>
                  <a:lnTo>
                    <a:pt x="748009" y="104411"/>
                  </a:lnTo>
                  <a:lnTo>
                    <a:pt x="712812" y="78090"/>
                  </a:lnTo>
                  <a:lnTo>
                    <a:pt x="675116" y="55187"/>
                  </a:lnTo>
                  <a:lnTo>
                    <a:pt x="635150" y="35933"/>
                  </a:lnTo>
                  <a:lnTo>
                    <a:pt x="593146" y="20557"/>
                  </a:lnTo>
                  <a:lnTo>
                    <a:pt x="549333" y="9289"/>
                  </a:lnTo>
                  <a:lnTo>
                    <a:pt x="503941" y="23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591180" y="350558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60" y="410458"/>
                  </a:lnTo>
                  <a:lnTo>
                    <a:pt x="9289" y="365066"/>
                  </a:lnTo>
                  <a:lnTo>
                    <a:pt x="20557" y="321253"/>
                  </a:lnTo>
                  <a:lnTo>
                    <a:pt x="35933" y="279249"/>
                  </a:lnTo>
                  <a:lnTo>
                    <a:pt x="55187" y="239283"/>
                  </a:lnTo>
                  <a:lnTo>
                    <a:pt x="78090" y="201587"/>
                  </a:lnTo>
                  <a:lnTo>
                    <a:pt x="104411" y="166390"/>
                  </a:lnTo>
                  <a:lnTo>
                    <a:pt x="133921" y="133921"/>
                  </a:lnTo>
                  <a:lnTo>
                    <a:pt x="166390" y="104411"/>
                  </a:lnTo>
                  <a:lnTo>
                    <a:pt x="201587" y="78090"/>
                  </a:lnTo>
                  <a:lnTo>
                    <a:pt x="239283" y="55187"/>
                  </a:lnTo>
                  <a:lnTo>
                    <a:pt x="279249" y="35933"/>
                  </a:lnTo>
                  <a:lnTo>
                    <a:pt x="321253" y="20557"/>
                  </a:lnTo>
                  <a:lnTo>
                    <a:pt x="365066" y="9289"/>
                  </a:lnTo>
                  <a:lnTo>
                    <a:pt x="410458" y="2360"/>
                  </a:lnTo>
                  <a:lnTo>
                    <a:pt x="457200" y="0"/>
                  </a:lnTo>
                  <a:lnTo>
                    <a:pt x="503941" y="2360"/>
                  </a:lnTo>
                  <a:lnTo>
                    <a:pt x="549333" y="9289"/>
                  </a:lnTo>
                  <a:lnTo>
                    <a:pt x="593146" y="20557"/>
                  </a:lnTo>
                  <a:lnTo>
                    <a:pt x="635150" y="35933"/>
                  </a:lnTo>
                  <a:lnTo>
                    <a:pt x="675116" y="55187"/>
                  </a:lnTo>
                  <a:lnTo>
                    <a:pt x="712812" y="78090"/>
                  </a:lnTo>
                  <a:lnTo>
                    <a:pt x="748009" y="104411"/>
                  </a:lnTo>
                  <a:lnTo>
                    <a:pt x="780478" y="133921"/>
                  </a:lnTo>
                  <a:lnTo>
                    <a:pt x="809988" y="166390"/>
                  </a:lnTo>
                  <a:lnTo>
                    <a:pt x="836309" y="201587"/>
                  </a:lnTo>
                  <a:lnTo>
                    <a:pt x="859212" y="239283"/>
                  </a:lnTo>
                  <a:lnTo>
                    <a:pt x="878466" y="279249"/>
                  </a:lnTo>
                  <a:lnTo>
                    <a:pt x="893842" y="321253"/>
                  </a:lnTo>
                  <a:lnTo>
                    <a:pt x="905110" y="365066"/>
                  </a:lnTo>
                  <a:lnTo>
                    <a:pt x="912039" y="410458"/>
                  </a:lnTo>
                  <a:lnTo>
                    <a:pt x="914399" y="457200"/>
                  </a:lnTo>
                  <a:lnTo>
                    <a:pt x="912039" y="503941"/>
                  </a:lnTo>
                  <a:lnTo>
                    <a:pt x="905110" y="549333"/>
                  </a:lnTo>
                  <a:lnTo>
                    <a:pt x="893842" y="593146"/>
                  </a:lnTo>
                  <a:lnTo>
                    <a:pt x="878466" y="635150"/>
                  </a:lnTo>
                  <a:lnTo>
                    <a:pt x="859212" y="675116"/>
                  </a:lnTo>
                  <a:lnTo>
                    <a:pt x="836309" y="712812"/>
                  </a:lnTo>
                  <a:lnTo>
                    <a:pt x="809988" y="748009"/>
                  </a:lnTo>
                  <a:lnTo>
                    <a:pt x="780478" y="780478"/>
                  </a:lnTo>
                  <a:lnTo>
                    <a:pt x="748009" y="809988"/>
                  </a:lnTo>
                  <a:lnTo>
                    <a:pt x="712812" y="836309"/>
                  </a:lnTo>
                  <a:lnTo>
                    <a:pt x="675116" y="859212"/>
                  </a:lnTo>
                  <a:lnTo>
                    <a:pt x="635150" y="878466"/>
                  </a:lnTo>
                  <a:lnTo>
                    <a:pt x="593146" y="893842"/>
                  </a:lnTo>
                  <a:lnTo>
                    <a:pt x="549333" y="905110"/>
                  </a:lnTo>
                  <a:lnTo>
                    <a:pt x="503941" y="912039"/>
                  </a:lnTo>
                  <a:lnTo>
                    <a:pt x="457200" y="914400"/>
                  </a:lnTo>
                  <a:lnTo>
                    <a:pt x="410458" y="912039"/>
                  </a:lnTo>
                  <a:lnTo>
                    <a:pt x="365066" y="905110"/>
                  </a:lnTo>
                  <a:lnTo>
                    <a:pt x="321253" y="893842"/>
                  </a:lnTo>
                  <a:lnTo>
                    <a:pt x="279249" y="878466"/>
                  </a:lnTo>
                  <a:lnTo>
                    <a:pt x="239283" y="859212"/>
                  </a:lnTo>
                  <a:lnTo>
                    <a:pt x="201587" y="836309"/>
                  </a:lnTo>
                  <a:lnTo>
                    <a:pt x="166390" y="809988"/>
                  </a:lnTo>
                  <a:lnTo>
                    <a:pt x="133921" y="780478"/>
                  </a:lnTo>
                  <a:lnTo>
                    <a:pt x="104411" y="748009"/>
                  </a:lnTo>
                  <a:lnTo>
                    <a:pt x="78090" y="712812"/>
                  </a:lnTo>
                  <a:lnTo>
                    <a:pt x="55187" y="675116"/>
                  </a:lnTo>
                  <a:lnTo>
                    <a:pt x="35933" y="635150"/>
                  </a:lnTo>
                  <a:lnTo>
                    <a:pt x="20557" y="593146"/>
                  </a:lnTo>
                  <a:lnTo>
                    <a:pt x="9289" y="549333"/>
                  </a:lnTo>
                  <a:lnTo>
                    <a:pt x="2360" y="503941"/>
                  </a:lnTo>
                  <a:lnTo>
                    <a:pt x="0" y="4572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908807" y="3799585"/>
            <a:ext cx="2787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50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286380" y="2819780"/>
            <a:ext cx="533400" cy="685800"/>
          </a:xfrm>
          <a:custGeom>
            <a:avLst/>
            <a:gdLst/>
            <a:ahLst/>
            <a:cxnLst/>
            <a:rect l="l" t="t" r="r" b="b"/>
            <a:pathLst>
              <a:path w="533400" h="685800">
                <a:moveTo>
                  <a:pt x="0" y="0"/>
                </a:moveTo>
                <a:lnTo>
                  <a:pt x="533400" y="685800"/>
                </a:lnTo>
              </a:path>
            </a:pathLst>
          </a:custGeom>
          <a:ln w="990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" name="object 18"/>
          <p:cNvGrpSpPr/>
          <p:nvPr/>
        </p:nvGrpSpPr>
        <p:grpSpPr>
          <a:xfrm>
            <a:off x="6548501" y="2205101"/>
            <a:ext cx="924560" cy="924560"/>
            <a:chOff x="6548501" y="2205101"/>
            <a:chExt cx="924560" cy="924560"/>
          </a:xfrm>
        </p:grpSpPr>
        <p:sp>
          <p:nvSpPr>
            <p:cNvPr id="19" name="object 19"/>
            <p:cNvSpPr/>
            <p:nvPr/>
          </p:nvSpPr>
          <p:spPr>
            <a:xfrm>
              <a:off x="6553581" y="221018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58" y="2360"/>
                  </a:lnTo>
                  <a:lnTo>
                    <a:pt x="365066" y="9289"/>
                  </a:lnTo>
                  <a:lnTo>
                    <a:pt x="321253" y="20557"/>
                  </a:lnTo>
                  <a:lnTo>
                    <a:pt x="279249" y="35933"/>
                  </a:lnTo>
                  <a:lnTo>
                    <a:pt x="239283" y="55187"/>
                  </a:lnTo>
                  <a:lnTo>
                    <a:pt x="201587" y="78090"/>
                  </a:lnTo>
                  <a:lnTo>
                    <a:pt x="166390" y="104411"/>
                  </a:lnTo>
                  <a:lnTo>
                    <a:pt x="133921" y="133921"/>
                  </a:lnTo>
                  <a:lnTo>
                    <a:pt x="104411" y="166390"/>
                  </a:lnTo>
                  <a:lnTo>
                    <a:pt x="78090" y="201587"/>
                  </a:lnTo>
                  <a:lnTo>
                    <a:pt x="55187" y="239283"/>
                  </a:lnTo>
                  <a:lnTo>
                    <a:pt x="35933" y="279249"/>
                  </a:lnTo>
                  <a:lnTo>
                    <a:pt x="20557" y="321253"/>
                  </a:lnTo>
                  <a:lnTo>
                    <a:pt x="9289" y="365066"/>
                  </a:lnTo>
                  <a:lnTo>
                    <a:pt x="2360" y="410458"/>
                  </a:lnTo>
                  <a:lnTo>
                    <a:pt x="0" y="457200"/>
                  </a:lnTo>
                  <a:lnTo>
                    <a:pt x="2360" y="503941"/>
                  </a:lnTo>
                  <a:lnTo>
                    <a:pt x="9289" y="549333"/>
                  </a:lnTo>
                  <a:lnTo>
                    <a:pt x="20557" y="593146"/>
                  </a:lnTo>
                  <a:lnTo>
                    <a:pt x="35933" y="635150"/>
                  </a:lnTo>
                  <a:lnTo>
                    <a:pt x="55187" y="675116"/>
                  </a:lnTo>
                  <a:lnTo>
                    <a:pt x="78090" y="712812"/>
                  </a:lnTo>
                  <a:lnTo>
                    <a:pt x="104411" y="748009"/>
                  </a:lnTo>
                  <a:lnTo>
                    <a:pt x="133921" y="780478"/>
                  </a:lnTo>
                  <a:lnTo>
                    <a:pt x="166390" y="809988"/>
                  </a:lnTo>
                  <a:lnTo>
                    <a:pt x="201587" y="836309"/>
                  </a:lnTo>
                  <a:lnTo>
                    <a:pt x="239283" y="859212"/>
                  </a:lnTo>
                  <a:lnTo>
                    <a:pt x="279249" y="878466"/>
                  </a:lnTo>
                  <a:lnTo>
                    <a:pt x="321253" y="893842"/>
                  </a:lnTo>
                  <a:lnTo>
                    <a:pt x="365066" y="905110"/>
                  </a:lnTo>
                  <a:lnTo>
                    <a:pt x="410458" y="912039"/>
                  </a:lnTo>
                  <a:lnTo>
                    <a:pt x="457200" y="914400"/>
                  </a:lnTo>
                  <a:lnTo>
                    <a:pt x="503941" y="912039"/>
                  </a:lnTo>
                  <a:lnTo>
                    <a:pt x="549333" y="905110"/>
                  </a:lnTo>
                  <a:lnTo>
                    <a:pt x="593146" y="893842"/>
                  </a:lnTo>
                  <a:lnTo>
                    <a:pt x="635150" y="878466"/>
                  </a:lnTo>
                  <a:lnTo>
                    <a:pt x="675116" y="859212"/>
                  </a:lnTo>
                  <a:lnTo>
                    <a:pt x="712812" y="836309"/>
                  </a:lnTo>
                  <a:lnTo>
                    <a:pt x="748009" y="809988"/>
                  </a:lnTo>
                  <a:lnTo>
                    <a:pt x="780478" y="780478"/>
                  </a:lnTo>
                  <a:lnTo>
                    <a:pt x="809988" y="748009"/>
                  </a:lnTo>
                  <a:lnTo>
                    <a:pt x="836309" y="712812"/>
                  </a:lnTo>
                  <a:lnTo>
                    <a:pt x="859212" y="675116"/>
                  </a:lnTo>
                  <a:lnTo>
                    <a:pt x="878466" y="635150"/>
                  </a:lnTo>
                  <a:lnTo>
                    <a:pt x="893842" y="593146"/>
                  </a:lnTo>
                  <a:lnTo>
                    <a:pt x="905110" y="549333"/>
                  </a:lnTo>
                  <a:lnTo>
                    <a:pt x="912039" y="503941"/>
                  </a:lnTo>
                  <a:lnTo>
                    <a:pt x="914400" y="457200"/>
                  </a:lnTo>
                  <a:lnTo>
                    <a:pt x="912039" y="410458"/>
                  </a:lnTo>
                  <a:lnTo>
                    <a:pt x="905110" y="365066"/>
                  </a:lnTo>
                  <a:lnTo>
                    <a:pt x="893842" y="321253"/>
                  </a:lnTo>
                  <a:lnTo>
                    <a:pt x="878466" y="279249"/>
                  </a:lnTo>
                  <a:lnTo>
                    <a:pt x="859212" y="239283"/>
                  </a:lnTo>
                  <a:lnTo>
                    <a:pt x="836309" y="201587"/>
                  </a:lnTo>
                  <a:lnTo>
                    <a:pt x="809988" y="166390"/>
                  </a:lnTo>
                  <a:lnTo>
                    <a:pt x="780478" y="133921"/>
                  </a:lnTo>
                  <a:lnTo>
                    <a:pt x="748009" y="104411"/>
                  </a:lnTo>
                  <a:lnTo>
                    <a:pt x="712812" y="78090"/>
                  </a:lnTo>
                  <a:lnTo>
                    <a:pt x="675116" y="55187"/>
                  </a:lnTo>
                  <a:lnTo>
                    <a:pt x="635150" y="35933"/>
                  </a:lnTo>
                  <a:lnTo>
                    <a:pt x="593146" y="20557"/>
                  </a:lnTo>
                  <a:lnTo>
                    <a:pt x="549333" y="9289"/>
                  </a:lnTo>
                  <a:lnTo>
                    <a:pt x="503941" y="23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553581" y="221018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60" y="410458"/>
                  </a:lnTo>
                  <a:lnTo>
                    <a:pt x="9289" y="365066"/>
                  </a:lnTo>
                  <a:lnTo>
                    <a:pt x="20557" y="321253"/>
                  </a:lnTo>
                  <a:lnTo>
                    <a:pt x="35933" y="279249"/>
                  </a:lnTo>
                  <a:lnTo>
                    <a:pt x="55187" y="239283"/>
                  </a:lnTo>
                  <a:lnTo>
                    <a:pt x="78090" y="201587"/>
                  </a:lnTo>
                  <a:lnTo>
                    <a:pt x="104411" y="166390"/>
                  </a:lnTo>
                  <a:lnTo>
                    <a:pt x="133921" y="133921"/>
                  </a:lnTo>
                  <a:lnTo>
                    <a:pt x="166390" y="104411"/>
                  </a:lnTo>
                  <a:lnTo>
                    <a:pt x="201587" y="78090"/>
                  </a:lnTo>
                  <a:lnTo>
                    <a:pt x="239283" y="55187"/>
                  </a:lnTo>
                  <a:lnTo>
                    <a:pt x="279249" y="35933"/>
                  </a:lnTo>
                  <a:lnTo>
                    <a:pt x="321253" y="20557"/>
                  </a:lnTo>
                  <a:lnTo>
                    <a:pt x="365066" y="9289"/>
                  </a:lnTo>
                  <a:lnTo>
                    <a:pt x="410458" y="2360"/>
                  </a:lnTo>
                  <a:lnTo>
                    <a:pt x="457200" y="0"/>
                  </a:lnTo>
                  <a:lnTo>
                    <a:pt x="503941" y="2360"/>
                  </a:lnTo>
                  <a:lnTo>
                    <a:pt x="549333" y="9289"/>
                  </a:lnTo>
                  <a:lnTo>
                    <a:pt x="593146" y="20557"/>
                  </a:lnTo>
                  <a:lnTo>
                    <a:pt x="635150" y="35933"/>
                  </a:lnTo>
                  <a:lnTo>
                    <a:pt x="675116" y="55187"/>
                  </a:lnTo>
                  <a:lnTo>
                    <a:pt x="712812" y="78090"/>
                  </a:lnTo>
                  <a:lnTo>
                    <a:pt x="748009" y="104411"/>
                  </a:lnTo>
                  <a:lnTo>
                    <a:pt x="780478" y="133921"/>
                  </a:lnTo>
                  <a:lnTo>
                    <a:pt x="809988" y="166390"/>
                  </a:lnTo>
                  <a:lnTo>
                    <a:pt x="836309" y="201587"/>
                  </a:lnTo>
                  <a:lnTo>
                    <a:pt x="859212" y="239283"/>
                  </a:lnTo>
                  <a:lnTo>
                    <a:pt x="878466" y="279249"/>
                  </a:lnTo>
                  <a:lnTo>
                    <a:pt x="893842" y="321253"/>
                  </a:lnTo>
                  <a:lnTo>
                    <a:pt x="905110" y="365066"/>
                  </a:lnTo>
                  <a:lnTo>
                    <a:pt x="912039" y="410458"/>
                  </a:lnTo>
                  <a:lnTo>
                    <a:pt x="914400" y="457200"/>
                  </a:lnTo>
                  <a:lnTo>
                    <a:pt x="912039" y="503941"/>
                  </a:lnTo>
                  <a:lnTo>
                    <a:pt x="905110" y="549333"/>
                  </a:lnTo>
                  <a:lnTo>
                    <a:pt x="893842" y="593146"/>
                  </a:lnTo>
                  <a:lnTo>
                    <a:pt x="878466" y="635150"/>
                  </a:lnTo>
                  <a:lnTo>
                    <a:pt x="859212" y="675116"/>
                  </a:lnTo>
                  <a:lnTo>
                    <a:pt x="836309" y="712812"/>
                  </a:lnTo>
                  <a:lnTo>
                    <a:pt x="809988" y="748009"/>
                  </a:lnTo>
                  <a:lnTo>
                    <a:pt x="780478" y="780478"/>
                  </a:lnTo>
                  <a:lnTo>
                    <a:pt x="748009" y="809988"/>
                  </a:lnTo>
                  <a:lnTo>
                    <a:pt x="712812" y="836309"/>
                  </a:lnTo>
                  <a:lnTo>
                    <a:pt x="675116" y="859212"/>
                  </a:lnTo>
                  <a:lnTo>
                    <a:pt x="635150" y="878466"/>
                  </a:lnTo>
                  <a:lnTo>
                    <a:pt x="593146" y="893842"/>
                  </a:lnTo>
                  <a:lnTo>
                    <a:pt x="549333" y="905110"/>
                  </a:lnTo>
                  <a:lnTo>
                    <a:pt x="503941" y="912039"/>
                  </a:lnTo>
                  <a:lnTo>
                    <a:pt x="457200" y="914400"/>
                  </a:lnTo>
                  <a:lnTo>
                    <a:pt x="410458" y="912039"/>
                  </a:lnTo>
                  <a:lnTo>
                    <a:pt x="365066" y="905110"/>
                  </a:lnTo>
                  <a:lnTo>
                    <a:pt x="321253" y="893842"/>
                  </a:lnTo>
                  <a:lnTo>
                    <a:pt x="279249" y="878466"/>
                  </a:lnTo>
                  <a:lnTo>
                    <a:pt x="239283" y="859212"/>
                  </a:lnTo>
                  <a:lnTo>
                    <a:pt x="201587" y="836309"/>
                  </a:lnTo>
                  <a:lnTo>
                    <a:pt x="166390" y="809988"/>
                  </a:lnTo>
                  <a:lnTo>
                    <a:pt x="133921" y="780478"/>
                  </a:lnTo>
                  <a:lnTo>
                    <a:pt x="104411" y="748009"/>
                  </a:lnTo>
                  <a:lnTo>
                    <a:pt x="78090" y="712812"/>
                  </a:lnTo>
                  <a:lnTo>
                    <a:pt x="55187" y="675116"/>
                  </a:lnTo>
                  <a:lnTo>
                    <a:pt x="35933" y="635150"/>
                  </a:lnTo>
                  <a:lnTo>
                    <a:pt x="20557" y="593146"/>
                  </a:lnTo>
                  <a:lnTo>
                    <a:pt x="9289" y="549333"/>
                  </a:lnTo>
                  <a:lnTo>
                    <a:pt x="2360" y="503941"/>
                  </a:lnTo>
                  <a:lnTo>
                    <a:pt x="0" y="4572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871461" y="2504440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50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557901" y="3652901"/>
            <a:ext cx="924560" cy="924560"/>
            <a:chOff x="5557901" y="3652901"/>
            <a:chExt cx="924560" cy="924560"/>
          </a:xfrm>
        </p:grpSpPr>
        <p:sp>
          <p:nvSpPr>
            <p:cNvPr id="23" name="object 23"/>
            <p:cNvSpPr/>
            <p:nvPr/>
          </p:nvSpPr>
          <p:spPr>
            <a:xfrm>
              <a:off x="5562981" y="365798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58" y="2360"/>
                  </a:lnTo>
                  <a:lnTo>
                    <a:pt x="365066" y="9289"/>
                  </a:lnTo>
                  <a:lnTo>
                    <a:pt x="321253" y="20557"/>
                  </a:lnTo>
                  <a:lnTo>
                    <a:pt x="279249" y="35933"/>
                  </a:lnTo>
                  <a:lnTo>
                    <a:pt x="239283" y="55187"/>
                  </a:lnTo>
                  <a:lnTo>
                    <a:pt x="201587" y="78090"/>
                  </a:lnTo>
                  <a:lnTo>
                    <a:pt x="166390" y="104411"/>
                  </a:lnTo>
                  <a:lnTo>
                    <a:pt x="133921" y="133921"/>
                  </a:lnTo>
                  <a:lnTo>
                    <a:pt x="104411" y="166390"/>
                  </a:lnTo>
                  <a:lnTo>
                    <a:pt x="78090" y="201587"/>
                  </a:lnTo>
                  <a:lnTo>
                    <a:pt x="55187" y="239283"/>
                  </a:lnTo>
                  <a:lnTo>
                    <a:pt x="35933" y="279249"/>
                  </a:lnTo>
                  <a:lnTo>
                    <a:pt x="20557" y="321253"/>
                  </a:lnTo>
                  <a:lnTo>
                    <a:pt x="9289" y="365066"/>
                  </a:lnTo>
                  <a:lnTo>
                    <a:pt x="2360" y="410458"/>
                  </a:lnTo>
                  <a:lnTo>
                    <a:pt x="0" y="457200"/>
                  </a:lnTo>
                  <a:lnTo>
                    <a:pt x="2360" y="503941"/>
                  </a:lnTo>
                  <a:lnTo>
                    <a:pt x="9289" y="549333"/>
                  </a:lnTo>
                  <a:lnTo>
                    <a:pt x="20557" y="593146"/>
                  </a:lnTo>
                  <a:lnTo>
                    <a:pt x="35933" y="635150"/>
                  </a:lnTo>
                  <a:lnTo>
                    <a:pt x="55187" y="675116"/>
                  </a:lnTo>
                  <a:lnTo>
                    <a:pt x="78090" y="712812"/>
                  </a:lnTo>
                  <a:lnTo>
                    <a:pt x="104411" y="748009"/>
                  </a:lnTo>
                  <a:lnTo>
                    <a:pt x="133921" y="780478"/>
                  </a:lnTo>
                  <a:lnTo>
                    <a:pt x="166390" y="809988"/>
                  </a:lnTo>
                  <a:lnTo>
                    <a:pt x="201587" y="836309"/>
                  </a:lnTo>
                  <a:lnTo>
                    <a:pt x="239283" y="859212"/>
                  </a:lnTo>
                  <a:lnTo>
                    <a:pt x="279249" y="878466"/>
                  </a:lnTo>
                  <a:lnTo>
                    <a:pt x="321253" y="893842"/>
                  </a:lnTo>
                  <a:lnTo>
                    <a:pt x="365066" y="905110"/>
                  </a:lnTo>
                  <a:lnTo>
                    <a:pt x="410458" y="912039"/>
                  </a:lnTo>
                  <a:lnTo>
                    <a:pt x="457200" y="914400"/>
                  </a:lnTo>
                  <a:lnTo>
                    <a:pt x="503941" y="912039"/>
                  </a:lnTo>
                  <a:lnTo>
                    <a:pt x="549333" y="905110"/>
                  </a:lnTo>
                  <a:lnTo>
                    <a:pt x="593146" y="893842"/>
                  </a:lnTo>
                  <a:lnTo>
                    <a:pt x="635150" y="878466"/>
                  </a:lnTo>
                  <a:lnTo>
                    <a:pt x="675116" y="859212"/>
                  </a:lnTo>
                  <a:lnTo>
                    <a:pt x="712812" y="836309"/>
                  </a:lnTo>
                  <a:lnTo>
                    <a:pt x="748009" y="809988"/>
                  </a:lnTo>
                  <a:lnTo>
                    <a:pt x="780478" y="780478"/>
                  </a:lnTo>
                  <a:lnTo>
                    <a:pt x="809988" y="748009"/>
                  </a:lnTo>
                  <a:lnTo>
                    <a:pt x="836309" y="712812"/>
                  </a:lnTo>
                  <a:lnTo>
                    <a:pt x="859212" y="675116"/>
                  </a:lnTo>
                  <a:lnTo>
                    <a:pt x="878466" y="635150"/>
                  </a:lnTo>
                  <a:lnTo>
                    <a:pt x="893842" y="593146"/>
                  </a:lnTo>
                  <a:lnTo>
                    <a:pt x="905110" y="549333"/>
                  </a:lnTo>
                  <a:lnTo>
                    <a:pt x="912039" y="503941"/>
                  </a:lnTo>
                  <a:lnTo>
                    <a:pt x="914400" y="457200"/>
                  </a:lnTo>
                  <a:lnTo>
                    <a:pt x="912039" y="410458"/>
                  </a:lnTo>
                  <a:lnTo>
                    <a:pt x="905110" y="365066"/>
                  </a:lnTo>
                  <a:lnTo>
                    <a:pt x="893842" y="321253"/>
                  </a:lnTo>
                  <a:lnTo>
                    <a:pt x="878466" y="279249"/>
                  </a:lnTo>
                  <a:lnTo>
                    <a:pt x="859212" y="239283"/>
                  </a:lnTo>
                  <a:lnTo>
                    <a:pt x="836309" y="201587"/>
                  </a:lnTo>
                  <a:lnTo>
                    <a:pt x="809988" y="166390"/>
                  </a:lnTo>
                  <a:lnTo>
                    <a:pt x="780478" y="133921"/>
                  </a:lnTo>
                  <a:lnTo>
                    <a:pt x="748009" y="104411"/>
                  </a:lnTo>
                  <a:lnTo>
                    <a:pt x="712812" y="78090"/>
                  </a:lnTo>
                  <a:lnTo>
                    <a:pt x="675116" y="55187"/>
                  </a:lnTo>
                  <a:lnTo>
                    <a:pt x="635150" y="35933"/>
                  </a:lnTo>
                  <a:lnTo>
                    <a:pt x="593146" y="20557"/>
                  </a:lnTo>
                  <a:lnTo>
                    <a:pt x="549333" y="9289"/>
                  </a:lnTo>
                  <a:lnTo>
                    <a:pt x="503941" y="23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562981" y="365798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60" y="410458"/>
                  </a:lnTo>
                  <a:lnTo>
                    <a:pt x="9289" y="365066"/>
                  </a:lnTo>
                  <a:lnTo>
                    <a:pt x="20557" y="321253"/>
                  </a:lnTo>
                  <a:lnTo>
                    <a:pt x="35933" y="279249"/>
                  </a:lnTo>
                  <a:lnTo>
                    <a:pt x="55187" y="239283"/>
                  </a:lnTo>
                  <a:lnTo>
                    <a:pt x="78090" y="201587"/>
                  </a:lnTo>
                  <a:lnTo>
                    <a:pt x="104411" y="166390"/>
                  </a:lnTo>
                  <a:lnTo>
                    <a:pt x="133921" y="133921"/>
                  </a:lnTo>
                  <a:lnTo>
                    <a:pt x="166390" y="104411"/>
                  </a:lnTo>
                  <a:lnTo>
                    <a:pt x="201587" y="78090"/>
                  </a:lnTo>
                  <a:lnTo>
                    <a:pt x="239283" y="55187"/>
                  </a:lnTo>
                  <a:lnTo>
                    <a:pt x="279249" y="35933"/>
                  </a:lnTo>
                  <a:lnTo>
                    <a:pt x="321253" y="20557"/>
                  </a:lnTo>
                  <a:lnTo>
                    <a:pt x="365066" y="9289"/>
                  </a:lnTo>
                  <a:lnTo>
                    <a:pt x="410458" y="2360"/>
                  </a:lnTo>
                  <a:lnTo>
                    <a:pt x="457200" y="0"/>
                  </a:lnTo>
                  <a:lnTo>
                    <a:pt x="503941" y="2360"/>
                  </a:lnTo>
                  <a:lnTo>
                    <a:pt x="549333" y="9289"/>
                  </a:lnTo>
                  <a:lnTo>
                    <a:pt x="593146" y="20557"/>
                  </a:lnTo>
                  <a:lnTo>
                    <a:pt x="635150" y="35933"/>
                  </a:lnTo>
                  <a:lnTo>
                    <a:pt x="675116" y="55187"/>
                  </a:lnTo>
                  <a:lnTo>
                    <a:pt x="712812" y="78090"/>
                  </a:lnTo>
                  <a:lnTo>
                    <a:pt x="748009" y="104411"/>
                  </a:lnTo>
                  <a:lnTo>
                    <a:pt x="780478" y="133921"/>
                  </a:lnTo>
                  <a:lnTo>
                    <a:pt x="809988" y="166390"/>
                  </a:lnTo>
                  <a:lnTo>
                    <a:pt x="836309" y="201587"/>
                  </a:lnTo>
                  <a:lnTo>
                    <a:pt x="859212" y="239283"/>
                  </a:lnTo>
                  <a:lnTo>
                    <a:pt x="878466" y="279249"/>
                  </a:lnTo>
                  <a:lnTo>
                    <a:pt x="893842" y="321253"/>
                  </a:lnTo>
                  <a:lnTo>
                    <a:pt x="905110" y="365066"/>
                  </a:lnTo>
                  <a:lnTo>
                    <a:pt x="912039" y="410458"/>
                  </a:lnTo>
                  <a:lnTo>
                    <a:pt x="914400" y="457200"/>
                  </a:lnTo>
                  <a:lnTo>
                    <a:pt x="912039" y="503941"/>
                  </a:lnTo>
                  <a:lnTo>
                    <a:pt x="905110" y="549333"/>
                  </a:lnTo>
                  <a:lnTo>
                    <a:pt x="893842" y="593146"/>
                  </a:lnTo>
                  <a:lnTo>
                    <a:pt x="878466" y="635150"/>
                  </a:lnTo>
                  <a:lnTo>
                    <a:pt x="859212" y="675116"/>
                  </a:lnTo>
                  <a:lnTo>
                    <a:pt x="836309" y="712812"/>
                  </a:lnTo>
                  <a:lnTo>
                    <a:pt x="809988" y="748009"/>
                  </a:lnTo>
                  <a:lnTo>
                    <a:pt x="780478" y="780478"/>
                  </a:lnTo>
                  <a:lnTo>
                    <a:pt x="748009" y="809988"/>
                  </a:lnTo>
                  <a:lnTo>
                    <a:pt x="712812" y="836309"/>
                  </a:lnTo>
                  <a:lnTo>
                    <a:pt x="675116" y="859212"/>
                  </a:lnTo>
                  <a:lnTo>
                    <a:pt x="635150" y="878466"/>
                  </a:lnTo>
                  <a:lnTo>
                    <a:pt x="593146" y="893842"/>
                  </a:lnTo>
                  <a:lnTo>
                    <a:pt x="549333" y="905110"/>
                  </a:lnTo>
                  <a:lnTo>
                    <a:pt x="503941" y="912039"/>
                  </a:lnTo>
                  <a:lnTo>
                    <a:pt x="457200" y="914400"/>
                  </a:lnTo>
                  <a:lnTo>
                    <a:pt x="410458" y="912039"/>
                  </a:lnTo>
                  <a:lnTo>
                    <a:pt x="365066" y="905110"/>
                  </a:lnTo>
                  <a:lnTo>
                    <a:pt x="321253" y="893842"/>
                  </a:lnTo>
                  <a:lnTo>
                    <a:pt x="279249" y="878466"/>
                  </a:lnTo>
                  <a:lnTo>
                    <a:pt x="239283" y="859212"/>
                  </a:lnTo>
                  <a:lnTo>
                    <a:pt x="201587" y="836309"/>
                  </a:lnTo>
                  <a:lnTo>
                    <a:pt x="166390" y="809988"/>
                  </a:lnTo>
                  <a:lnTo>
                    <a:pt x="133921" y="780478"/>
                  </a:lnTo>
                  <a:lnTo>
                    <a:pt x="104411" y="748009"/>
                  </a:lnTo>
                  <a:lnTo>
                    <a:pt x="78090" y="712812"/>
                  </a:lnTo>
                  <a:lnTo>
                    <a:pt x="55187" y="675116"/>
                  </a:lnTo>
                  <a:lnTo>
                    <a:pt x="35933" y="635150"/>
                  </a:lnTo>
                  <a:lnTo>
                    <a:pt x="20557" y="593146"/>
                  </a:lnTo>
                  <a:lnTo>
                    <a:pt x="9289" y="549333"/>
                  </a:lnTo>
                  <a:lnTo>
                    <a:pt x="2360" y="503941"/>
                  </a:lnTo>
                  <a:lnTo>
                    <a:pt x="0" y="4572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880861" y="3952494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30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243701" y="3043301"/>
            <a:ext cx="2296160" cy="1534160"/>
            <a:chOff x="6243701" y="3043301"/>
            <a:chExt cx="2296160" cy="1534160"/>
          </a:xfrm>
        </p:grpSpPr>
        <p:sp>
          <p:nvSpPr>
            <p:cNvPr id="27" name="object 27"/>
            <p:cNvSpPr/>
            <p:nvPr/>
          </p:nvSpPr>
          <p:spPr>
            <a:xfrm>
              <a:off x="6248781" y="3048381"/>
              <a:ext cx="533400" cy="609600"/>
            </a:xfrm>
            <a:custGeom>
              <a:avLst/>
              <a:gdLst/>
              <a:ahLst/>
              <a:cxnLst/>
              <a:rect l="l" t="t" r="r" b="b"/>
              <a:pathLst>
                <a:path w="533400" h="609600">
                  <a:moveTo>
                    <a:pt x="533400" y="0"/>
                  </a:moveTo>
                  <a:lnTo>
                    <a:pt x="0" y="609600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620381" y="365798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58" y="2360"/>
                  </a:lnTo>
                  <a:lnTo>
                    <a:pt x="365066" y="9289"/>
                  </a:lnTo>
                  <a:lnTo>
                    <a:pt x="321253" y="20557"/>
                  </a:lnTo>
                  <a:lnTo>
                    <a:pt x="279249" y="35933"/>
                  </a:lnTo>
                  <a:lnTo>
                    <a:pt x="239283" y="55187"/>
                  </a:lnTo>
                  <a:lnTo>
                    <a:pt x="201587" y="78090"/>
                  </a:lnTo>
                  <a:lnTo>
                    <a:pt x="166390" y="104411"/>
                  </a:lnTo>
                  <a:lnTo>
                    <a:pt x="133921" y="133921"/>
                  </a:lnTo>
                  <a:lnTo>
                    <a:pt x="104411" y="166390"/>
                  </a:lnTo>
                  <a:lnTo>
                    <a:pt x="78090" y="201587"/>
                  </a:lnTo>
                  <a:lnTo>
                    <a:pt x="55187" y="239283"/>
                  </a:lnTo>
                  <a:lnTo>
                    <a:pt x="35933" y="279249"/>
                  </a:lnTo>
                  <a:lnTo>
                    <a:pt x="20557" y="321253"/>
                  </a:lnTo>
                  <a:lnTo>
                    <a:pt x="9289" y="365066"/>
                  </a:lnTo>
                  <a:lnTo>
                    <a:pt x="2360" y="410458"/>
                  </a:lnTo>
                  <a:lnTo>
                    <a:pt x="0" y="457200"/>
                  </a:lnTo>
                  <a:lnTo>
                    <a:pt x="2360" y="503941"/>
                  </a:lnTo>
                  <a:lnTo>
                    <a:pt x="9289" y="549333"/>
                  </a:lnTo>
                  <a:lnTo>
                    <a:pt x="20557" y="593146"/>
                  </a:lnTo>
                  <a:lnTo>
                    <a:pt x="35933" y="635150"/>
                  </a:lnTo>
                  <a:lnTo>
                    <a:pt x="55187" y="675116"/>
                  </a:lnTo>
                  <a:lnTo>
                    <a:pt x="78090" y="712812"/>
                  </a:lnTo>
                  <a:lnTo>
                    <a:pt x="104411" y="748009"/>
                  </a:lnTo>
                  <a:lnTo>
                    <a:pt x="133921" y="780478"/>
                  </a:lnTo>
                  <a:lnTo>
                    <a:pt x="166390" y="809988"/>
                  </a:lnTo>
                  <a:lnTo>
                    <a:pt x="201587" y="836309"/>
                  </a:lnTo>
                  <a:lnTo>
                    <a:pt x="239283" y="859212"/>
                  </a:lnTo>
                  <a:lnTo>
                    <a:pt x="279249" y="878466"/>
                  </a:lnTo>
                  <a:lnTo>
                    <a:pt x="321253" y="893842"/>
                  </a:lnTo>
                  <a:lnTo>
                    <a:pt x="365066" y="905110"/>
                  </a:lnTo>
                  <a:lnTo>
                    <a:pt x="410458" y="912039"/>
                  </a:lnTo>
                  <a:lnTo>
                    <a:pt x="457200" y="914400"/>
                  </a:lnTo>
                  <a:lnTo>
                    <a:pt x="503941" y="912039"/>
                  </a:lnTo>
                  <a:lnTo>
                    <a:pt x="549333" y="905110"/>
                  </a:lnTo>
                  <a:lnTo>
                    <a:pt x="593146" y="893842"/>
                  </a:lnTo>
                  <a:lnTo>
                    <a:pt x="635150" y="878466"/>
                  </a:lnTo>
                  <a:lnTo>
                    <a:pt x="675116" y="859212"/>
                  </a:lnTo>
                  <a:lnTo>
                    <a:pt x="712812" y="836309"/>
                  </a:lnTo>
                  <a:lnTo>
                    <a:pt x="748009" y="809988"/>
                  </a:lnTo>
                  <a:lnTo>
                    <a:pt x="780478" y="780478"/>
                  </a:lnTo>
                  <a:lnTo>
                    <a:pt x="809988" y="748009"/>
                  </a:lnTo>
                  <a:lnTo>
                    <a:pt x="836309" y="712812"/>
                  </a:lnTo>
                  <a:lnTo>
                    <a:pt x="859212" y="675116"/>
                  </a:lnTo>
                  <a:lnTo>
                    <a:pt x="878466" y="635150"/>
                  </a:lnTo>
                  <a:lnTo>
                    <a:pt x="893842" y="593146"/>
                  </a:lnTo>
                  <a:lnTo>
                    <a:pt x="905110" y="549333"/>
                  </a:lnTo>
                  <a:lnTo>
                    <a:pt x="912039" y="503941"/>
                  </a:lnTo>
                  <a:lnTo>
                    <a:pt x="914400" y="457200"/>
                  </a:lnTo>
                  <a:lnTo>
                    <a:pt x="912039" y="410458"/>
                  </a:lnTo>
                  <a:lnTo>
                    <a:pt x="905110" y="365066"/>
                  </a:lnTo>
                  <a:lnTo>
                    <a:pt x="893842" y="321253"/>
                  </a:lnTo>
                  <a:lnTo>
                    <a:pt x="878466" y="279249"/>
                  </a:lnTo>
                  <a:lnTo>
                    <a:pt x="859212" y="239283"/>
                  </a:lnTo>
                  <a:lnTo>
                    <a:pt x="836309" y="201587"/>
                  </a:lnTo>
                  <a:lnTo>
                    <a:pt x="809988" y="166390"/>
                  </a:lnTo>
                  <a:lnTo>
                    <a:pt x="780478" y="133921"/>
                  </a:lnTo>
                  <a:lnTo>
                    <a:pt x="748009" y="104411"/>
                  </a:lnTo>
                  <a:lnTo>
                    <a:pt x="712812" y="78090"/>
                  </a:lnTo>
                  <a:lnTo>
                    <a:pt x="675116" y="55187"/>
                  </a:lnTo>
                  <a:lnTo>
                    <a:pt x="635150" y="35933"/>
                  </a:lnTo>
                  <a:lnTo>
                    <a:pt x="593146" y="20557"/>
                  </a:lnTo>
                  <a:lnTo>
                    <a:pt x="549333" y="9289"/>
                  </a:lnTo>
                  <a:lnTo>
                    <a:pt x="503941" y="23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620381" y="365798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60" y="410458"/>
                  </a:lnTo>
                  <a:lnTo>
                    <a:pt x="9289" y="365066"/>
                  </a:lnTo>
                  <a:lnTo>
                    <a:pt x="20557" y="321253"/>
                  </a:lnTo>
                  <a:lnTo>
                    <a:pt x="35933" y="279249"/>
                  </a:lnTo>
                  <a:lnTo>
                    <a:pt x="55187" y="239283"/>
                  </a:lnTo>
                  <a:lnTo>
                    <a:pt x="78090" y="201587"/>
                  </a:lnTo>
                  <a:lnTo>
                    <a:pt x="104411" y="166390"/>
                  </a:lnTo>
                  <a:lnTo>
                    <a:pt x="133921" y="133921"/>
                  </a:lnTo>
                  <a:lnTo>
                    <a:pt x="166390" y="104411"/>
                  </a:lnTo>
                  <a:lnTo>
                    <a:pt x="201587" y="78090"/>
                  </a:lnTo>
                  <a:lnTo>
                    <a:pt x="239283" y="55187"/>
                  </a:lnTo>
                  <a:lnTo>
                    <a:pt x="279249" y="35933"/>
                  </a:lnTo>
                  <a:lnTo>
                    <a:pt x="321253" y="20557"/>
                  </a:lnTo>
                  <a:lnTo>
                    <a:pt x="365066" y="9289"/>
                  </a:lnTo>
                  <a:lnTo>
                    <a:pt x="410458" y="2360"/>
                  </a:lnTo>
                  <a:lnTo>
                    <a:pt x="457200" y="0"/>
                  </a:lnTo>
                  <a:lnTo>
                    <a:pt x="503941" y="2360"/>
                  </a:lnTo>
                  <a:lnTo>
                    <a:pt x="549333" y="9289"/>
                  </a:lnTo>
                  <a:lnTo>
                    <a:pt x="593146" y="20557"/>
                  </a:lnTo>
                  <a:lnTo>
                    <a:pt x="635150" y="35933"/>
                  </a:lnTo>
                  <a:lnTo>
                    <a:pt x="675116" y="55187"/>
                  </a:lnTo>
                  <a:lnTo>
                    <a:pt x="712812" y="78090"/>
                  </a:lnTo>
                  <a:lnTo>
                    <a:pt x="748009" y="104411"/>
                  </a:lnTo>
                  <a:lnTo>
                    <a:pt x="780478" y="133921"/>
                  </a:lnTo>
                  <a:lnTo>
                    <a:pt x="809988" y="166390"/>
                  </a:lnTo>
                  <a:lnTo>
                    <a:pt x="836309" y="201587"/>
                  </a:lnTo>
                  <a:lnTo>
                    <a:pt x="859212" y="239283"/>
                  </a:lnTo>
                  <a:lnTo>
                    <a:pt x="878466" y="279249"/>
                  </a:lnTo>
                  <a:lnTo>
                    <a:pt x="893842" y="321253"/>
                  </a:lnTo>
                  <a:lnTo>
                    <a:pt x="905110" y="365066"/>
                  </a:lnTo>
                  <a:lnTo>
                    <a:pt x="912039" y="410458"/>
                  </a:lnTo>
                  <a:lnTo>
                    <a:pt x="914400" y="457200"/>
                  </a:lnTo>
                  <a:lnTo>
                    <a:pt x="912039" y="503941"/>
                  </a:lnTo>
                  <a:lnTo>
                    <a:pt x="905110" y="549333"/>
                  </a:lnTo>
                  <a:lnTo>
                    <a:pt x="893842" y="593146"/>
                  </a:lnTo>
                  <a:lnTo>
                    <a:pt x="878466" y="635150"/>
                  </a:lnTo>
                  <a:lnTo>
                    <a:pt x="859212" y="675116"/>
                  </a:lnTo>
                  <a:lnTo>
                    <a:pt x="836309" y="712812"/>
                  </a:lnTo>
                  <a:lnTo>
                    <a:pt x="809988" y="748009"/>
                  </a:lnTo>
                  <a:lnTo>
                    <a:pt x="780478" y="780478"/>
                  </a:lnTo>
                  <a:lnTo>
                    <a:pt x="748009" y="809988"/>
                  </a:lnTo>
                  <a:lnTo>
                    <a:pt x="712812" y="836309"/>
                  </a:lnTo>
                  <a:lnTo>
                    <a:pt x="675116" y="859212"/>
                  </a:lnTo>
                  <a:lnTo>
                    <a:pt x="635150" y="878466"/>
                  </a:lnTo>
                  <a:lnTo>
                    <a:pt x="593146" y="893842"/>
                  </a:lnTo>
                  <a:lnTo>
                    <a:pt x="549333" y="905110"/>
                  </a:lnTo>
                  <a:lnTo>
                    <a:pt x="503941" y="912039"/>
                  </a:lnTo>
                  <a:lnTo>
                    <a:pt x="457200" y="914400"/>
                  </a:lnTo>
                  <a:lnTo>
                    <a:pt x="410458" y="912039"/>
                  </a:lnTo>
                  <a:lnTo>
                    <a:pt x="365066" y="905110"/>
                  </a:lnTo>
                  <a:lnTo>
                    <a:pt x="321253" y="893842"/>
                  </a:lnTo>
                  <a:lnTo>
                    <a:pt x="279249" y="878466"/>
                  </a:lnTo>
                  <a:lnTo>
                    <a:pt x="239283" y="859212"/>
                  </a:lnTo>
                  <a:lnTo>
                    <a:pt x="201587" y="836309"/>
                  </a:lnTo>
                  <a:lnTo>
                    <a:pt x="166390" y="809988"/>
                  </a:lnTo>
                  <a:lnTo>
                    <a:pt x="133921" y="780478"/>
                  </a:lnTo>
                  <a:lnTo>
                    <a:pt x="104411" y="748009"/>
                  </a:lnTo>
                  <a:lnTo>
                    <a:pt x="78090" y="712812"/>
                  </a:lnTo>
                  <a:lnTo>
                    <a:pt x="55187" y="675116"/>
                  </a:lnTo>
                  <a:lnTo>
                    <a:pt x="35933" y="635150"/>
                  </a:lnTo>
                  <a:lnTo>
                    <a:pt x="20557" y="593146"/>
                  </a:lnTo>
                  <a:lnTo>
                    <a:pt x="9289" y="549333"/>
                  </a:lnTo>
                  <a:lnTo>
                    <a:pt x="2360" y="503941"/>
                  </a:lnTo>
                  <a:lnTo>
                    <a:pt x="0" y="4572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7938516" y="3952494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44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315581" y="2972180"/>
            <a:ext cx="533400" cy="685800"/>
          </a:xfrm>
          <a:custGeom>
            <a:avLst/>
            <a:gdLst/>
            <a:ahLst/>
            <a:cxnLst/>
            <a:rect l="l" t="t" r="r" b="b"/>
            <a:pathLst>
              <a:path w="533400" h="685800">
                <a:moveTo>
                  <a:pt x="0" y="0"/>
                </a:moveTo>
                <a:lnTo>
                  <a:pt x="533400" y="685800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672590" y="4674615"/>
            <a:ext cx="2147189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3850">
              <a:spcBef>
                <a:spcPts val="100"/>
              </a:spcBef>
            </a:pPr>
            <a:r>
              <a:rPr sz="3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Insertion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5503673" y="4737353"/>
            <a:ext cx="287832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85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Adjustement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C046A77-F058-6C75-A7D6-EE878C99ECBB}"/>
              </a:ext>
            </a:extLst>
          </p:cNvPr>
          <p:cNvSpPr txBox="1"/>
          <p:nvPr/>
        </p:nvSpPr>
        <p:spPr>
          <a:xfrm>
            <a:off x="2286000" y="1371600"/>
            <a:ext cx="4572000" cy="437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5080" algn="ctr"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  <a:tabLst>
                <a:tab pos="357505" algn="l"/>
              </a:tabLst>
            </a:pPr>
            <a:r>
              <a:rPr lang="en-US" sz="2800" dirty="0"/>
              <a:t>44,30,50,22,60,55,77,55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316407-F5C3-15C2-03F7-8E5B674AB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</a:t>
            </a:r>
            <a:endParaRPr lang="en-US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A429CE5A-ED5C-FCE0-ED0A-4BB3CD89D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64E9-BB0A-4932-9D77-E0DDE5779A37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609600"/>
            <a:ext cx="82296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850">
              <a:spcBef>
                <a:spcPts val="100"/>
              </a:spcBef>
            </a:pPr>
            <a:r>
              <a:rPr dirty="0"/>
              <a:t>Insert 22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186301" y="2275840"/>
            <a:ext cx="924560" cy="924560"/>
            <a:chOff x="2052701" y="2052701"/>
            <a:chExt cx="924560" cy="924560"/>
          </a:xfrm>
        </p:grpSpPr>
        <p:sp>
          <p:nvSpPr>
            <p:cNvPr id="5" name="object 5"/>
            <p:cNvSpPr/>
            <p:nvPr/>
          </p:nvSpPr>
          <p:spPr>
            <a:xfrm>
              <a:off x="2057781" y="205778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58" y="2360"/>
                  </a:lnTo>
                  <a:lnTo>
                    <a:pt x="365066" y="9289"/>
                  </a:lnTo>
                  <a:lnTo>
                    <a:pt x="321253" y="20557"/>
                  </a:lnTo>
                  <a:lnTo>
                    <a:pt x="279249" y="35933"/>
                  </a:lnTo>
                  <a:lnTo>
                    <a:pt x="239283" y="55187"/>
                  </a:lnTo>
                  <a:lnTo>
                    <a:pt x="201587" y="78090"/>
                  </a:lnTo>
                  <a:lnTo>
                    <a:pt x="166390" y="104411"/>
                  </a:lnTo>
                  <a:lnTo>
                    <a:pt x="133921" y="133921"/>
                  </a:lnTo>
                  <a:lnTo>
                    <a:pt x="104411" y="166390"/>
                  </a:lnTo>
                  <a:lnTo>
                    <a:pt x="78090" y="201587"/>
                  </a:lnTo>
                  <a:lnTo>
                    <a:pt x="55187" y="239283"/>
                  </a:lnTo>
                  <a:lnTo>
                    <a:pt x="35933" y="279249"/>
                  </a:lnTo>
                  <a:lnTo>
                    <a:pt x="20557" y="321253"/>
                  </a:lnTo>
                  <a:lnTo>
                    <a:pt x="9289" y="365066"/>
                  </a:lnTo>
                  <a:lnTo>
                    <a:pt x="2360" y="410458"/>
                  </a:lnTo>
                  <a:lnTo>
                    <a:pt x="0" y="457200"/>
                  </a:lnTo>
                  <a:lnTo>
                    <a:pt x="2360" y="503941"/>
                  </a:lnTo>
                  <a:lnTo>
                    <a:pt x="9289" y="549333"/>
                  </a:lnTo>
                  <a:lnTo>
                    <a:pt x="20557" y="593146"/>
                  </a:lnTo>
                  <a:lnTo>
                    <a:pt x="35933" y="635150"/>
                  </a:lnTo>
                  <a:lnTo>
                    <a:pt x="55187" y="675116"/>
                  </a:lnTo>
                  <a:lnTo>
                    <a:pt x="78090" y="712812"/>
                  </a:lnTo>
                  <a:lnTo>
                    <a:pt x="104411" y="748009"/>
                  </a:lnTo>
                  <a:lnTo>
                    <a:pt x="133921" y="780478"/>
                  </a:lnTo>
                  <a:lnTo>
                    <a:pt x="166390" y="809988"/>
                  </a:lnTo>
                  <a:lnTo>
                    <a:pt x="201587" y="836309"/>
                  </a:lnTo>
                  <a:lnTo>
                    <a:pt x="239283" y="859212"/>
                  </a:lnTo>
                  <a:lnTo>
                    <a:pt x="279249" y="878466"/>
                  </a:lnTo>
                  <a:lnTo>
                    <a:pt x="321253" y="893842"/>
                  </a:lnTo>
                  <a:lnTo>
                    <a:pt x="365066" y="905110"/>
                  </a:lnTo>
                  <a:lnTo>
                    <a:pt x="410458" y="912039"/>
                  </a:lnTo>
                  <a:lnTo>
                    <a:pt x="457200" y="914400"/>
                  </a:lnTo>
                  <a:lnTo>
                    <a:pt x="503941" y="912039"/>
                  </a:lnTo>
                  <a:lnTo>
                    <a:pt x="549333" y="905110"/>
                  </a:lnTo>
                  <a:lnTo>
                    <a:pt x="593146" y="893842"/>
                  </a:lnTo>
                  <a:lnTo>
                    <a:pt x="635150" y="878466"/>
                  </a:lnTo>
                  <a:lnTo>
                    <a:pt x="675116" y="859212"/>
                  </a:lnTo>
                  <a:lnTo>
                    <a:pt x="712812" y="836309"/>
                  </a:lnTo>
                  <a:lnTo>
                    <a:pt x="748009" y="809988"/>
                  </a:lnTo>
                  <a:lnTo>
                    <a:pt x="780478" y="780478"/>
                  </a:lnTo>
                  <a:lnTo>
                    <a:pt x="809988" y="748009"/>
                  </a:lnTo>
                  <a:lnTo>
                    <a:pt x="836309" y="712812"/>
                  </a:lnTo>
                  <a:lnTo>
                    <a:pt x="859212" y="675116"/>
                  </a:lnTo>
                  <a:lnTo>
                    <a:pt x="878466" y="635150"/>
                  </a:lnTo>
                  <a:lnTo>
                    <a:pt x="893842" y="593146"/>
                  </a:lnTo>
                  <a:lnTo>
                    <a:pt x="905110" y="549333"/>
                  </a:lnTo>
                  <a:lnTo>
                    <a:pt x="912039" y="503941"/>
                  </a:lnTo>
                  <a:lnTo>
                    <a:pt x="914400" y="457200"/>
                  </a:lnTo>
                  <a:lnTo>
                    <a:pt x="912039" y="410458"/>
                  </a:lnTo>
                  <a:lnTo>
                    <a:pt x="905110" y="365066"/>
                  </a:lnTo>
                  <a:lnTo>
                    <a:pt x="893842" y="321253"/>
                  </a:lnTo>
                  <a:lnTo>
                    <a:pt x="878466" y="279249"/>
                  </a:lnTo>
                  <a:lnTo>
                    <a:pt x="859212" y="239283"/>
                  </a:lnTo>
                  <a:lnTo>
                    <a:pt x="836309" y="201587"/>
                  </a:lnTo>
                  <a:lnTo>
                    <a:pt x="809988" y="166390"/>
                  </a:lnTo>
                  <a:lnTo>
                    <a:pt x="780478" y="133921"/>
                  </a:lnTo>
                  <a:lnTo>
                    <a:pt x="748009" y="104411"/>
                  </a:lnTo>
                  <a:lnTo>
                    <a:pt x="712812" y="78090"/>
                  </a:lnTo>
                  <a:lnTo>
                    <a:pt x="675116" y="55187"/>
                  </a:lnTo>
                  <a:lnTo>
                    <a:pt x="635150" y="35933"/>
                  </a:lnTo>
                  <a:lnTo>
                    <a:pt x="593146" y="20557"/>
                  </a:lnTo>
                  <a:lnTo>
                    <a:pt x="549333" y="9289"/>
                  </a:lnTo>
                  <a:lnTo>
                    <a:pt x="503941" y="23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57781" y="205778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60" y="410458"/>
                  </a:lnTo>
                  <a:lnTo>
                    <a:pt x="9289" y="365066"/>
                  </a:lnTo>
                  <a:lnTo>
                    <a:pt x="20557" y="321253"/>
                  </a:lnTo>
                  <a:lnTo>
                    <a:pt x="35933" y="279249"/>
                  </a:lnTo>
                  <a:lnTo>
                    <a:pt x="55187" y="239283"/>
                  </a:lnTo>
                  <a:lnTo>
                    <a:pt x="78090" y="201587"/>
                  </a:lnTo>
                  <a:lnTo>
                    <a:pt x="104411" y="166390"/>
                  </a:lnTo>
                  <a:lnTo>
                    <a:pt x="133921" y="133921"/>
                  </a:lnTo>
                  <a:lnTo>
                    <a:pt x="166390" y="104411"/>
                  </a:lnTo>
                  <a:lnTo>
                    <a:pt x="201587" y="78090"/>
                  </a:lnTo>
                  <a:lnTo>
                    <a:pt x="239283" y="55187"/>
                  </a:lnTo>
                  <a:lnTo>
                    <a:pt x="279249" y="35933"/>
                  </a:lnTo>
                  <a:lnTo>
                    <a:pt x="321253" y="20557"/>
                  </a:lnTo>
                  <a:lnTo>
                    <a:pt x="365066" y="9289"/>
                  </a:lnTo>
                  <a:lnTo>
                    <a:pt x="410458" y="2360"/>
                  </a:lnTo>
                  <a:lnTo>
                    <a:pt x="457200" y="0"/>
                  </a:lnTo>
                  <a:lnTo>
                    <a:pt x="503941" y="2360"/>
                  </a:lnTo>
                  <a:lnTo>
                    <a:pt x="549333" y="9289"/>
                  </a:lnTo>
                  <a:lnTo>
                    <a:pt x="593146" y="20557"/>
                  </a:lnTo>
                  <a:lnTo>
                    <a:pt x="635150" y="35933"/>
                  </a:lnTo>
                  <a:lnTo>
                    <a:pt x="675116" y="55187"/>
                  </a:lnTo>
                  <a:lnTo>
                    <a:pt x="712812" y="78090"/>
                  </a:lnTo>
                  <a:lnTo>
                    <a:pt x="748009" y="104411"/>
                  </a:lnTo>
                  <a:lnTo>
                    <a:pt x="780478" y="133921"/>
                  </a:lnTo>
                  <a:lnTo>
                    <a:pt x="809988" y="166390"/>
                  </a:lnTo>
                  <a:lnTo>
                    <a:pt x="836309" y="201587"/>
                  </a:lnTo>
                  <a:lnTo>
                    <a:pt x="859212" y="239283"/>
                  </a:lnTo>
                  <a:lnTo>
                    <a:pt x="878466" y="279249"/>
                  </a:lnTo>
                  <a:lnTo>
                    <a:pt x="893842" y="321253"/>
                  </a:lnTo>
                  <a:lnTo>
                    <a:pt x="905110" y="365066"/>
                  </a:lnTo>
                  <a:lnTo>
                    <a:pt x="912039" y="410458"/>
                  </a:lnTo>
                  <a:lnTo>
                    <a:pt x="914400" y="457200"/>
                  </a:lnTo>
                  <a:lnTo>
                    <a:pt x="912039" y="503941"/>
                  </a:lnTo>
                  <a:lnTo>
                    <a:pt x="905110" y="549333"/>
                  </a:lnTo>
                  <a:lnTo>
                    <a:pt x="893842" y="593146"/>
                  </a:lnTo>
                  <a:lnTo>
                    <a:pt x="878466" y="635150"/>
                  </a:lnTo>
                  <a:lnTo>
                    <a:pt x="859212" y="675116"/>
                  </a:lnTo>
                  <a:lnTo>
                    <a:pt x="836309" y="712812"/>
                  </a:lnTo>
                  <a:lnTo>
                    <a:pt x="809988" y="748009"/>
                  </a:lnTo>
                  <a:lnTo>
                    <a:pt x="780478" y="780478"/>
                  </a:lnTo>
                  <a:lnTo>
                    <a:pt x="748009" y="809988"/>
                  </a:lnTo>
                  <a:lnTo>
                    <a:pt x="712812" y="836309"/>
                  </a:lnTo>
                  <a:lnTo>
                    <a:pt x="675116" y="859212"/>
                  </a:lnTo>
                  <a:lnTo>
                    <a:pt x="635150" y="878466"/>
                  </a:lnTo>
                  <a:lnTo>
                    <a:pt x="593146" y="893842"/>
                  </a:lnTo>
                  <a:lnTo>
                    <a:pt x="549333" y="905110"/>
                  </a:lnTo>
                  <a:lnTo>
                    <a:pt x="503941" y="912039"/>
                  </a:lnTo>
                  <a:lnTo>
                    <a:pt x="457200" y="914400"/>
                  </a:lnTo>
                  <a:lnTo>
                    <a:pt x="410458" y="912039"/>
                  </a:lnTo>
                  <a:lnTo>
                    <a:pt x="365066" y="905110"/>
                  </a:lnTo>
                  <a:lnTo>
                    <a:pt x="321253" y="893842"/>
                  </a:lnTo>
                  <a:lnTo>
                    <a:pt x="279249" y="878466"/>
                  </a:lnTo>
                  <a:lnTo>
                    <a:pt x="239283" y="859212"/>
                  </a:lnTo>
                  <a:lnTo>
                    <a:pt x="201587" y="836309"/>
                  </a:lnTo>
                  <a:lnTo>
                    <a:pt x="166390" y="809988"/>
                  </a:lnTo>
                  <a:lnTo>
                    <a:pt x="133921" y="780478"/>
                  </a:lnTo>
                  <a:lnTo>
                    <a:pt x="104411" y="748009"/>
                  </a:lnTo>
                  <a:lnTo>
                    <a:pt x="78090" y="712812"/>
                  </a:lnTo>
                  <a:lnTo>
                    <a:pt x="55187" y="675116"/>
                  </a:lnTo>
                  <a:lnTo>
                    <a:pt x="35933" y="635150"/>
                  </a:lnTo>
                  <a:lnTo>
                    <a:pt x="20557" y="593146"/>
                  </a:lnTo>
                  <a:lnTo>
                    <a:pt x="9289" y="549333"/>
                  </a:lnTo>
                  <a:lnTo>
                    <a:pt x="2360" y="503941"/>
                  </a:lnTo>
                  <a:lnTo>
                    <a:pt x="0" y="4572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509007" y="2575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50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195700" y="3723640"/>
            <a:ext cx="924560" cy="924560"/>
            <a:chOff x="1062100" y="3500501"/>
            <a:chExt cx="924560" cy="924560"/>
          </a:xfrm>
        </p:grpSpPr>
        <p:sp>
          <p:nvSpPr>
            <p:cNvPr id="9" name="object 9"/>
            <p:cNvSpPr/>
            <p:nvPr/>
          </p:nvSpPr>
          <p:spPr>
            <a:xfrm>
              <a:off x="1067180" y="350558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58" y="2360"/>
                  </a:lnTo>
                  <a:lnTo>
                    <a:pt x="365066" y="9289"/>
                  </a:lnTo>
                  <a:lnTo>
                    <a:pt x="321253" y="20557"/>
                  </a:lnTo>
                  <a:lnTo>
                    <a:pt x="279249" y="35933"/>
                  </a:lnTo>
                  <a:lnTo>
                    <a:pt x="239283" y="55187"/>
                  </a:lnTo>
                  <a:lnTo>
                    <a:pt x="201587" y="78090"/>
                  </a:lnTo>
                  <a:lnTo>
                    <a:pt x="166390" y="104411"/>
                  </a:lnTo>
                  <a:lnTo>
                    <a:pt x="133921" y="133921"/>
                  </a:lnTo>
                  <a:lnTo>
                    <a:pt x="104411" y="166390"/>
                  </a:lnTo>
                  <a:lnTo>
                    <a:pt x="78090" y="201587"/>
                  </a:lnTo>
                  <a:lnTo>
                    <a:pt x="55187" y="239283"/>
                  </a:lnTo>
                  <a:lnTo>
                    <a:pt x="35933" y="279249"/>
                  </a:lnTo>
                  <a:lnTo>
                    <a:pt x="20557" y="321253"/>
                  </a:lnTo>
                  <a:lnTo>
                    <a:pt x="9289" y="365066"/>
                  </a:lnTo>
                  <a:lnTo>
                    <a:pt x="2360" y="410458"/>
                  </a:lnTo>
                  <a:lnTo>
                    <a:pt x="0" y="457200"/>
                  </a:lnTo>
                  <a:lnTo>
                    <a:pt x="2360" y="503941"/>
                  </a:lnTo>
                  <a:lnTo>
                    <a:pt x="9289" y="549333"/>
                  </a:lnTo>
                  <a:lnTo>
                    <a:pt x="20557" y="593146"/>
                  </a:lnTo>
                  <a:lnTo>
                    <a:pt x="35933" y="635150"/>
                  </a:lnTo>
                  <a:lnTo>
                    <a:pt x="55187" y="675116"/>
                  </a:lnTo>
                  <a:lnTo>
                    <a:pt x="78090" y="712812"/>
                  </a:lnTo>
                  <a:lnTo>
                    <a:pt x="104411" y="748009"/>
                  </a:lnTo>
                  <a:lnTo>
                    <a:pt x="133921" y="780478"/>
                  </a:lnTo>
                  <a:lnTo>
                    <a:pt x="166390" y="809988"/>
                  </a:lnTo>
                  <a:lnTo>
                    <a:pt x="201587" y="836309"/>
                  </a:lnTo>
                  <a:lnTo>
                    <a:pt x="239283" y="859212"/>
                  </a:lnTo>
                  <a:lnTo>
                    <a:pt x="279249" y="878466"/>
                  </a:lnTo>
                  <a:lnTo>
                    <a:pt x="321253" y="893842"/>
                  </a:lnTo>
                  <a:lnTo>
                    <a:pt x="365066" y="905110"/>
                  </a:lnTo>
                  <a:lnTo>
                    <a:pt x="410458" y="912039"/>
                  </a:lnTo>
                  <a:lnTo>
                    <a:pt x="457200" y="914400"/>
                  </a:lnTo>
                  <a:lnTo>
                    <a:pt x="503941" y="912039"/>
                  </a:lnTo>
                  <a:lnTo>
                    <a:pt x="549333" y="905110"/>
                  </a:lnTo>
                  <a:lnTo>
                    <a:pt x="593146" y="893842"/>
                  </a:lnTo>
                  <a:lnTo>
                    <a:pt x="635150" y="878466"/>
                  </a:lnTo>
                  <a:lnTo>
                    <a:pt x="675116" y="859212"/>
                  </a:lnTo>
                  <a:lnTo>
                    <a:pt x="712812" y="836309"/>
                  </a:lnTo>
                  <a:lnTo>
                    <a:pt x="748009" y="809988"/>
                  </a:lnTo>
                  <a:lnTo>
                    <a:pt x="780478" y="780478"/>
                  </a:lnTo>
                  <a:lnTo>
                    <a:pt x="809988" y="748009"/>
                  </a:lnTo>
                  <a:lnTo>
                    <a:pt x="836309" y="712812"/>
                  </a:lnTo>
                  <a:lnTo>
                    <a:pt x="859212" y="675116"/>
                  </a:lnTo>
                  <a:lnTo>
                    <a:pt x="878466" y="635150"/>
                  </a:lnTo>
                  <a:lnTo>
                    <a:pt x="893842" y="593146"/>
                  </a:lnTo>
                  <a:lnTo>
                    <a:pt x="905110" y="549333"/>
                  </a:lnTo>
                  <a:lnTo>
                    <a:pt x="912039" y="503941"/>
                  </a:lnTo>
                  <a:lnTo>
                    <a:pt x="914400" y="457200"/>
                  </a:lnTo>
                  <a:lnTo>
                    <a:pt x="912039" y="410458"/>
                  </a:lnTo>
                  <a:lnTo>
                    <a:pt x="905110" y="365066"/>
                  </a:lnTo>
                  <a:lnTo>
                    <a:pt x="893842" y="321253"/>
                  </a:lnTo>
                  <a:lnTo>
                    <a:pt x="878466" y="279249"/>
                  </a:lnTo>
                  <a:lnTo>
                    <a:pt x="859212" y="239283"/>
                  </a:lnTo>
                  <a:lnTo>
                    <a:pt x="836309" y="201587"/>
                  </a:lnTo>
                  <a:lnTo>
                    <a:pt x="809988" y="166390"/>
                  </a:lnTo>
                  <a:lnTo>
                    <a:pt x="780478" y="133921"/>
                  </a:lnTo>
                  <a:lnTo>
                    <a:pt x="748009" y="104411"/>
                  </a:lnTo>
                  <a:lnTo>
                    <a:pt x="712812" y="78090"/>
                  </a:lnTo>
                  <a:lnTo>
                    <a:pt x="675116" y="55187"/>
                  </a:lnTo>
                  <a:lnTo>
                    <a:pt x="635150" y="35933"/>
                  </a:lnTo>
                  <a:lnTo>
                    <a:pt x="593146" y="20557"/>
                  </a:lnTo>
                  <a:lnTo>
                    <a:pt x="549333" y="9289"/>
                  </a:lnTo>
                  <a:lnTo>
                    <a:pt x="503941" y="23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67180" y="350558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60" y="410458"/>
                  </a:lnTo>
                  <a:lnTo>
                    <a:pt x="9289" y="365066"/>
                  </a:lnTo>
                  <a:lnTo>
                    <a:pt x="20557" y="321253"/>
                  </a:lnTo>
                  <a:lnTo>
                    <a:pt x="35933" y="279249"/>
                  </a:lnTo>
                  <a:lnTo>
                    <a:pt x="55187" y="239283"/>
                  </a:lnTo>
                  <a:lnTo>
                    <a:pt x="78090" y="201587"/>
                  </a:lnTo>
                  <a:lnTo>
                    <a:pt x="104411" y="166390"/>
                  </a:lnTo>
                  <a:lnTo>
                    <a:pt x="133921" y="133921"/>
                  </a:lnTo>
                  <a:lnTo>
                    <a:pt x="166390" y="104411"/>
                  </a:lnTo>
                  <a:lnTo>
                    <a:pt x="201587" y="78090"/>
                  </a:lnTo>
                  <a:lnTo>
                    <a:pt x="239283" y="55187"/>
                  </a:lnTo>
                  <a:lnTo>
                    <a:pt x="279249" y="35933"/>
                  </a:lnTo>
                  <a:lnTo>
                    <a:pt x="321253" y="20557"/>
                  </a:lnTo>
                  <a:lnTo>
                    <a:pt x="365066" y="9289"/>
                  </a:lnTo>
                  <a:lnTo>
                    <a:pt x="410458" y="2360"/>
                  </a:lnTo>
                  <a:lnTo>
                    <a:pt x="457200" y="0"/>
                  </a:lnTo>
                  <a:lnTo>
                    <a:pt x="503941" y="2360"/>
                  </a:lnTo>
                  <a:lnTo>
                    <a:pt x="549333" y="9289"/>
                  </a:lnTo>
                  <a:lnTo>
                    <a:pt x="593146" y="20557"/>
                  </a:lnTo>
                  <a:lnTo>
                    <a:pt x="635150" y="35933"/>
                  </a:lnTo>
                  <a:lnTo>
                    <a:pt x="675116" y="55187"/>
                  </a:lnTo>
                  <a:lnTo>
                    <a:pt x="712812" y="78090"/>
                  </a:lnTo>
                  <a:lnTo>
                    <a:pt x="748009" y="104411"/>
                  </a:lnTo>
                  <a:lnTo>
                    <a:pt x="780478" y="133921"/>
                  </a:lnTo>
                  <a:lnTo>
                    <a:pt x="809988" y="166390"/>
                  </a:lnTo>
                  <a:lnTo>
                    <a:pt x="836309" y="201587"/>
                  </a:lnTo>
                  <a:lnTo>
                    <a:pt x="859212" y="239283"/>
                  </a:lnTo>
                  <a:lnTo>
                    <a:pt x="878466" y="279249"/>
                  </a:lnTo>
                  <a:lnTo>
                    <a:pt x="893842" y="321253"/>
                  </a:lnTo>
                  <a:lnTo>
                    <a:pt x="905110" y="365066"/>
                  </a:lnTo>
                  <a:lnTo>
                    <a:pt x="912039" y="410458"/>
                  </a:lnTo>
                  <a:lnTo>
                    <a:pt x="914400" y="457200"/>
                  </a:lnTo>
                  <a:lnTo>
                    <a:pt x="912039" y="503941"/>
                  </a:lnTo>
                  <a:lnTo>
                    <a:pt x="905110" y="549333"/>
                  </a:lnTo>
                  <a:lnTo>
                    <a:pt x="893842" y="593146"/>
                  </a:lnTo>
                  <a:lnTo>
                    <a:pt x="878466" y="635150"/>
                  </a:lnTo>
                  <a:lnTo>
                    <a:pt x="859212" y="675116"/>
                  </a:lnTo>
                  <a:lnTo>
                    <a:pt x="836309" y="712812"/>
                  </a:lnTo>
                  <a:lnTo>
                    <a:pt x="809988" y="748009"/>
                  </a:lnTo>
                  <a:lnTo>
                    <a:pt x="780478" y="780478"/>
                  </a:lnTo>
                  <a:lnTo>
                    <a:pt x="748009" y="809988"/>
                  </a:lnTo>
                  <a:lnTo>
                    <a:pt x="712812" y="836309"/>
                  </a:lnTo>
                  <a:lnTo>
                    <a:pt x="675116" y="859212"/>
                  </a:lnTo>
                  <a:lnTo>
                    <a:pt x="635150" y="878466"/>
                  </a:lnTo>
                  <a:lnTo>
                    <a:pt x="593146" y="893842"/>
                  </a:lnTo>
                  <a:lnTo>
                    <a:pt x="549333" y="905110"/>
                  </a:lnTo>
                  <a:lnTo>
                    <a:pt x="503941" y="912039"/>
                  </a:lnTo>
                  <a:lnTo>
                    <a:pt x="457200" y="914400"/>
                  </a:lnTo>
                  <a:lnTo>
                    <a:pt x="410458" y="912039"/>
                  </a:lnTo>
                  <a:lnTo>
                    <a:pt x="365066" y="905110"/>
                  </a:lnTo>
                  <a:lnTo>
                    <a:pt x="321253" y="893842"/>
                  </a:lnTo>
                  <a:lnTo>
                    <a:pt x="279249" y="878466"/>
                  </a:lnTo>
                  <a:lnTo>
                    <a:pt x="239283" y="859212"/>
                  </a:lnTo>
                  <a:lnTo>
                    <a:pt x="201587" y="836309"/>
                  </a:lnTo>
                  <a:lnTo>
                    <a:pt x="166390" y="809988"/>
                  </a:lnTo>
                  <a:lnTo>
                    <a:pt x="133921" y="780478"/>
                  </a:lnTo>
                  <a:lnTo>
                    <a:pt x="104411" y="748009"/>
                  </a:lnTo>
                  <a:lnTo>
                    <a:pt x="78090" y="712812"/>
                  </a:lnTo>
                  <a:lnTo>
                    <a:pt x="55187" y="675116"/>
                  </a:lnTo>
                  <a:lnTo>
                    <a:pt x="35933" y="635150"/>
                  </a:lnTo>
                  <a:lnTo>
                    <a:pt x="20557" y="593146"/>
                  </a:lnTo>
                  <a:lnTo>
                    <a:pt x="9289" y="549333"/>
                  </a:lnTo>
                  <a:lnTo>
                    <a:pt x="2360" y="503941"/>
                  </a:lnTo>
                  <a:lnTo>
                    <a:pt x="0" y="4572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518408" y="4022724"/>
            <a:ext cx="2787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30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881501" y="3114040"/>
            <a:ext cx="2296160" cy="1534160"/>
            <a:chOff x="1747901" y="2890901"/>
            <a:chExt cx="2296160" cy="1534160"/>
          </a:xfrm>
        </p:grpSpPr>
        <p:sp>
          <p:nvSpPr>
            <p:cNvPr id="13" name="object 13"/>
            <p:cNvSpPr/>
            <p:nvPr/>
          </p:nvSpPr>
          <p:spPr>
            <a:xfrm>
              <a:off x="1752981" y="2895981"/>
              <a:ext cx="533400" cy="609600"/>
            </a:xfrm>
            <a:custGeom>
              <a:avLst/>
              <a:gdLst/>
              <a:ahLst/>
              <a:cxnLst/>
              <a:rect l="l" t="t" r="r" b="b"/>
              <a:pathLst>
                <a:path w="533400" h="609600">
                  <a:moveTo>
                    <a:pt x="533400" y="0"/>
                  </a:moveTo>
                  <a:lnTo>
                    <a:pt x="0" y="609600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124581" y="350558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199" y="0"/>
                  </a:moveTo>
                  <a:lnTo>
                    <a:pt x="410458" y="2360"/>
                  </a:lnTo>
                  <a:lnTo>
                    <a:pt x="365066" y="9289"/>
                  </a:lnTo>
                  <a:lnTo>
                    <a:pt x="321253" y="20557"/>
                  </a:lnTo>
                  <a:lnTo>
                    <a:pt x="279249" y="35933"/>
                  </a:lnTo>
                  <a:lnTo>
                    <a:pt x="239283" y="55187"/>
                  </a:lnTo>
                  <a:lnTo>
                    <a:pt x="201587" y="78090"/>
                  </a:lnTo>
                  <a:lnTo>
                    <a:pt x="166390" y="104411"/>
                  </a:lnTo>
                  <a:lnTo>
                    <a:pt x="133921" y="133921"/>
                  </a:lnTo>
                  <a:lnTo>
                    <a:pt x="104411" y="166390"/>
                  </a:lnTo>
                  <a:lnTo>
                    <a:pt x="78090" y="201587"/>
                  </a:lnTo>
                  <a:lnTo>
                    <a:pt x="55187" y="239283"/>
                  </a:lnTo>
                  <a:lnTo>
                    <a:pt x="35933" y="279249"/>
                  </a:lnTo>
                  <a:lnTo>
                    <a:pt x="20557" y="321253"/>
                  </a:lnTo>
                  <a:lnTo>
                    <a:pt x="9289" y="365066"/>
                  </a:lnTo>
                  <a:lnTo>
                    <a:pt x="2360" y="410458"/>
                  </a:lnTo>
                  <a:lnTo>
                    <a:pt x="0" y="457200"/>
                  </a:lnTo>
                  <a:lnTo>
                    <a:pt x="2360" y="503941"/>
                  </a:lnTo>
                  <a:lnTo>
                    <a:pt x="9289" y="549333"/>
                  </a:lnTo>
                  <a:lnTo>
                    <a:pt x="20557" y="593146"/>
                  </a:lnTo>
                  <a:lnTo>
                    <a:pt x="35933" y="635150"/>
                  </a:lnTo>
                  <a:lnTo>
                    <a:pt x="55187" y="675116"/>
                  </a:lnTo>
                  <a:lnTo>
                    <a:pt x="78090" y="712812"/>
                  </a:lnTo>
                  <a:lnTo>
                    <a:pt x="104411" y="748009"/>
                  </a:lnTo>
                  <a:lnTo>
                    <a:pt x="133921" y="780478"/>
                  </a:lnTo>
                  <a:lnTo>
                    <a:pt x="166390" y="809988"/>
                  </a:lnTo>
                  <a:lnTo>
                    <a:pt x="201587" y="836309"/>
                  </a:lnTo>
                  <a:lnTo>
                    <a:pt x="239283" y="859212"/>
                  </a:lnTo>
                  <a:lnTo>
                    <a:pt x="279249" y="878466"/>
                  </a:lnTo>
                  <a:lnTo>
                    <a:pt x="321253" y="893842"/>
                  </a:lnTo>
                  <a:lnTo>
                    <a:pt x="365066" y="905110"/>
                  </a:lnTo>
                  <a:lnTo>
                    <a:pt x="410458" y="912039"/>
                  </a:lnTo>
                  <a:lnTo>
                    <a:pt x="457199" y="914400"/>
                  </a:lnTo>
                  <a:lnTo>
                    <a:pt x="503941" y="912039"/>
                  </a:lnTo>
                  <a:lnTo>
                    <a:pt x="549333" y="905110"/>
                  </a:lnTo>
                  <a:lnTo>
                    <a:pt x="593146" y="893842"/>
                  </a:lnTo>
                  <a:lnTo>
                    <a:pt x="635150" y="878466"/>
                  </a:lnTo>
                  <a:lnTo>
                    <a:pt x="675116" y="859212"/>
                  </a:lnTo>
                  <a:lnTo>
                    <a:pt x="712812" y="836309"/>
                  </a:lnTo>
                  <a:lnTo>
                    <a:pt x="748009" y="809988"/>
                  </a:lnTo>
                  <a:lnTo>
                    <a:pt x="780478" y="780478"/>
                  </a:lnTo>
                  <a:lnTo>
                    <a:pt x="809988" y="748009"/>
                  </a:lnTo>
                  <a:lnTo>
                    <a:pt x="836309" y="712812"/>
                  </a:lnTo>
                  <a:lnTo>
                    <a:pt x="859212" y="675116"/>
                  </a:lnTo>
                  <a:lnTo>
                    <a:pt x="878466" y="635150"/>
                  </a:lnTo>
                  <a:lnTo>
                    <a:pt x="893842" y="593146"/>
                  </a:lnTo>
                  <a:lnTo>
                    <a:pt x="905110" y="549333"/>
                  </a:lnTo>
                  <a:lnTo>
                    <a:pt x="912039" y="503941"/>
                  </a:lnTo>
                  <a:lnTo>
                    <a:pt x="914399" y="457200"/>
                  </a:lnTo>
                  <a:lnTo>
                    <a:pt x="912039" y="410458"/>
                  </a:lnTo>
                  <a:lnTo>
                    <a:pt x="905110" y="365066"/>
                  </a:lnTo>
                  <a:lnTo>
                    <a:pt x="893842" y="321253"/>
                  </a:lnTo>
                  <a:lnTo>
                    <a:pt x="878466" y="279249"/>
                  </a:lnTo>
                  <a:lnTo>
                    <a:pt x="859212" y="239283"/>
                  </a:lnTo>
                  <a:lnTo>
                    <a:pt x="836309" y="201587"/>
                  </a:lnTo>
                  <a:lnTo>
                    <a:pt x="809988" y="166390"/>
                  </a:lnTo>
                  <a:lnTo>
                    <a:pt x="780478" y="133921"/>
                  </a:lnTo>
                  <a:lnTo>
                    <a:pt x="748009" y="104411"/>
                  </a:lnTo>
                  <a:lnTo>
                    <a:pt x="712812" y="78090"/>
                  </a:lnTo>
                  <a:lnTo>
                    <a:pt x="675116" y="55187"/>
                  </a:lnTo>
                  <a:lnTo>
                    <a:pt x="635150" y="35933"/>
                  </a:lnTo>
                  <a:lnTo>
                    <a:pt x="593146" y="20557"/>
                  </a:lnTo>
                  <a:lnTo>
                    <a:pt x="549333" y="9289"/>
                  </a:lnTo>
                  <a:lnTo>
                    <a:pt x="503941" y="2360"/>
                  </a:lnTo>
                  <a:lnTo>
                    <a:pt x="457199" y="0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24581" y="350558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60" y="410458"/>
                  </a:lnTo>
                  <a:lnTo>
                    <a:pt x="9289" y="365066"/>
                  </a:lnTo>
                  <a:lnTo>
                    <a:pt x="20557" y="321253"/>
                  </a:lnTo>
                  <a:lnTo>
                    <a:pt x="35933" y="279249"/>
                  </a:lnTo>
                  <a:lnTo>
                    <a:pt x="55187" y="239283"/>
                  </a:lnTo>
                  <a:lnTo>
                    <a:pt x="78090" y="201587"/>
                  </a:lnTo>
                  <a:lnTo>
                    <a:pt x="104411" y="166390"/>
                  </a:lnTo>
                  <a:lnTo>
                    <a:pt x="133921" y="133921"/>
                  </a:lnTo>
                  <a:lnTo>
                    <a:pt x="166390" y="104411"/>
                  </a:lnTo>
                  <a:lnTo>
                    <a:pt x="201587" y="78090"/>
                  </a:lnTo>
                  <a:lnTo>
                    <a:pt x="239283" y="55187"/>
                  </a:lnTo>
                  <a:lnTo>
                    <a:pt x="279249" y="35933"/>
                  </a:lnTo>
                  <a:lnTo>
                    <a:pt x="321253" y="20557"/>
                  </a:lnTo>
                  <a:lnTo>
                    <a:pt x="365066" y="9289"/>
                  </a:lnTo>
                  <a:lnTo>
                    <a:pt x="410458" y="2360"/>
                  </a:lnTo>
                  <a:lnTo>
                    <a:pt x="457199" y="0"/>
                  </a:lnTo>
                  <a:lnTo>
                    <a:pt x="503941" y="2360"/>
                  </a:lnTo>
                  <a:lnTo>
                    <a:pt x="549333" y="9289"/>
                  </a:lnTo>
                  <a:lnTo>
                    <a:pt x="593146" y="20557"/>
                  </a:lnTo>
                  <a:lnTo>
                    <a:pt x="635150" y="35933"/>
                  </a:lnTo>
                  <a:lnTo>
                    <a:pt x="675116" y="55187"/>
                  </a:lnTo>
                  <a:lnTo>
                    <a:pt x="712812" y="78090"/>
                  </a:lnTo>
                  <a:lnTo>
                    <a:pt x="748009" y="104411"/>
                  </a:lnTo>
                  <a:lnTo>
                    <a:pt x="780478" y="133921"/>
                  </a:lnTo>
                  <a:lnTo>
                    <a:pt x="809988" y="166390"/>
                  </a:lnTo>
                  <a:lnTo>
                    <a:pt x="836309" y="201587"/>
                  </a:lnTo>
                  <a:lnTo>
                    <a:pt x="859212" y="239283"/>
                  </a:lnTo>
                  <a:lnTo>
                    <a:pt x="878466" y="279249"/>
                  </a:lnTo>
                  <a:lnTo>
                    <a:pt x="893842" y="321253"/>
                  </a:lnTo>
                  <a:lnTo>
                    <a:pt x="905110" y="365066"/>
                  </a:lnTo>
                  <a:lnTo>
                    <a:pt x="912039" y="410458"/>
                  </a:lnTo>
                  <a:lnTo>
                    <a:pt x="914399" y="457200"/>
                  </a:lnTo>
                  <a:lnTo>
                    <a:pt x="912039" y="503941"/>
                  </a:lnTo>
                  <a:lnTo>
                    <a:pt x="905110" y="549333"/>
                  </a:lnTo>
                  <a:lnTo>
                    <a:pt x="893842" y="593146"/>
                  </a:lnTo>
                  <a:lnTo>
                    <a:pt x="878466" y="635150"/>
                  </a:lnTo>
                  <a:lnTo>
                    <a:pt x="859212" y="675116"/>
                  </a:lnTo>
                  <a:lnTo>
                    <a:pt x="836309" y="712812"/>
                  </a:lnTo>
                  <a:lnTo>
                    <a:pt x="809988" y="748009"/>
                  </a:lnTo>
                  <a:lnTo>
                    <a:pt x="780478" y="780478"/>
                  </a:lnTo>
                  <a:lnTo>
                    <a:pt x="748009" y="809988"/>
                  </a:lnTo>
                  <a:lnTo>
                    <a:pt x="712812" y="836309"/>
                  </a:lnTo>
                  <a:lnTo>
                    <a:pt x="675116" y="859212"/>
                  </a:lnTo>
                  <a:lnTo>
                    <a:pt x="635150" y="878466"/>
                  </a:lnTo>
                  <a:lnTo>
                    <a:pt x="593146" y="893842"/>
                  </a:lnTo>
                  <a:lnTo>
                    <a:pt x="549333" y="905110"/>
                  </a:lnTo>
                  <a:lnTo>
                    <a:pt x="503941" y="912039"/>
                  </a:lnTo>
                  <a:lnTo>
                    <a:pt x="457199" y="914400"/>
                  </a:lnTo>
                  <a:lnTo>
                    <a:pt x="410458" y="912039"/>
                  </a:lnTo>
                  <a:lnTo>
                    <a:pt x="365066" y="905110"/>
                  </a:lnTo>
                  <a:lnTo>
                    <a:pt x="321253" y="893842"/>
                  </a:lnTo>
                  <a:lnTo>
                    <a:pt x="279249" y="878466"/>
                  </a:lnTo>
                  <a:lnTo>
                    <a:pt x="239283" y="859212"/>
                  </a:lnTo>
                  <a:lnTo>
                    <a:pt x="201587" y="836309"/>
                  </a:lnTo>
                  <a:lnTo>
                    <a:pt x="166390" y="809988"/>
                  </a:lnTo>
                  <a:lnTo>
                    <a:pt x="133921" y="780478"/>
                  </a:lnTo>
                  <a:lnTo>
                    <a:pt x="104411" y="748009"/>
                  </a:lnTo>
                  <a:lnTo>
                    <a:pt x="78090" y="712812"/>
                  </a:lnTo>
                  <a:lnTo>
                    <a:pt x="55187" y="675116"/>
                  </a:lnTo>
                  <a:lnTo>
                    <a:pt x="35933" y="635150"/>
                  </a:lnTo>
                  <a:lnTo>
                    <a:pt x="20557" y="593146"/>
                  </a:lnTo>
                  <a:lnTo>
                    <a:pt x="9289" y="549333"/>
                  </a:lnTo>
                  <a:lnTo>
                    <a:pt x="2360" y="503941"/>
                  </a:lnTo>
                  <a:lnTo>
                    <a:pt x="0" y="4572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575808" y="4022724"/>
            <a:ext cx="2794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44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509900" y="3037840"/>
            <a:ext cx="2981960" cy="3058160"/>
            <a:chOff x="376300" y="2814701"/>
            <a:chExt cx="2981960" cy="3058160"/>
          </a:xfrm>
        </p:grpSpPr>
        <p:sp>
          <p:nvSpPr>
            <p:cNvPr id="18" name="object 18"/>
            <p:cNvSpPr/>
            <p:nvPr/>
          </p:nvSpPr>
          <p:spPr>
            <a:xfrm>
              <a:off x="2819780" y="2819781"/>
              <a:ext cx="533400" cy="685800"/>
            </a:xfrm>
            <a:custGeom>
              <a:avLst/>
              <a:gdLst/>
              <a:ahLst/>
              <a:cxnLst/>
              <a:rect l="l" t="t" r="r" b="b"/>
              <a:pathLst>
                <a:path w="533400" h="685800">
                  <a:moveTo>
                    <a:pt x="0" y="0"/>
                  </a:moveTo>
                  <a:lnTo>
                    <a:pt x="533399" y="685800"/>
                  </a:lnTo>
                </a:path>
              </a:pathLst>
            </a:custGeom>
            <a:ln w="99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1380" y="495338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54" y="2360"/>
                  </a:lnTo>
                  <a:lnTo>
                    <a:pt x="365059" y="9289"/>
                  </a:lnTo>
                  <a:lnTo>
                    <a:pt x="321243" y="20557"/>
                  </a:lnTo>
                  <a:lnTo>
                    <a:pt x="279238" y="35933"/>
                  </a:lnTo>
                  <a:lnTo>
                    <a:pt x="239272" y="55187"/>
                  </a:lnTo>
                  <a:lnTo>
                    <a:pt x="201576" y="78090"/>
                  </a:lnTo>
                  <a:lnTo>
                    <a:pt x="166379" y="104411"/>
                  </a:lnTo>
                  <a:lnTo>
                    <a:pt x="133911" y="133921"/>
                  </a:lnTo>
                  <a:lnTo>
                    <a:pt x="104403" y="166390"/>
                  </a:lnTo>
                  <a:lnTo>
                    <a:pt x="78083" y="201587"/>
                  </a:lnTo>
                  <a:lnTo>
                    <a:pt x="55182" y="239283"/>
                  </a:lnTo>
                  <a:lnTo>
                    <a:pt x="35929" y="279249"/>
                  </a:lnTo>
                  <a:lnTo>
                    <a:pt x="20555" y="321253"/>
                  </a:lnTo>
                  <a:lnTo>
                    <a:pt x="9288" y="365066"/>
                  </a:lnTo>
                  <a:lnTo>
                    <a:pt x="2360" y="410458"/>
                  </a:lnTo>
                  <a:lnTo>
                    <a:pt x="0" y="457200"/>
                  </a:lnTo>
                  <a:lnTo>
                    <a:pt x="2360" y="503945"/>
                  </a:lnTo>
                  <a:lnTo>
                    <a:pt x="9288" y="549340"/>
                  </a:lnTo>
                  <a:lnTo>
                    <a:pt x="20555" y="593156"/>
                  </a:lnTo>
                  <a:lnTo>
                    <a:pt x="35929" y="635161"/>
                  </a:lnTo>
                  <a:lnTo>
                    <a:pt x="55182" y="675127"/>
                  </a:lnTo>
                  <a:lnTo>
                    <a:pt x="78083" y="712823"/>
                  </a:lnTo>
                  <a:lnTo>
                    <a:pt x="104403" y="748020"/>
                  </a:lnTo>
                  <a:lnTo>
                    <a:pt x="133911" y="780488"/>
                  </a:lnTo>
                  <a:lnTo>
                    <a:pt x="166379" y="809996"/>
                  </a:lnTo>
                  <a:lnTo>
                    <a:pt x="201576" y="836316"/>
                  </a:lnTo>
                  <a:lnTo>
                    <a:pt x="239272" y="859217"/>
                  </a:lnTo>
                  <a:lnTo>
                    <a:pt x="279238" y="878470"/>
                  </a:lnTo>
                  <a:lnTo>
                    <a:pt x="321243" y="893844"/>
                  </a:lnTo>
                  <a:lnTo>
                    <a:pt x="365059" y="905111"/>
                  </a:lnTo>
                  <a:lnTo>
                    <a:pt x="410454" y="912039"/>
                  </a:lnTo>
                  <a:lnTo>
                    <a:pt x="457200" y="914400"/>
                  </a:lnTo>
                  <a:lnTo>
                    <a:pt x="503945" y="912039"/>
                  </a:lnTo>
                  <a:lnTo>
                    <a:pt x="549340" y="905111"/>
                  </a:lnTo>
                  <a:lnTo>
                    <a:pt x="593156" y="893844"/>
                  </a:lnTo>
                  <a:lnTo>
                    <a:pt x="635161" y="878470"/>
                  </a:lnTo>
                  <a:lnTo>
                    <a:pt x="675127" y="859217"/>
                  </a:lnTo>
                  <a:lnTo>
                    <a:pt x="712823" y="836316"/>
                  </a:lnTo>
                  <a:lnTo>
                    <a:pt x="748020" y="809996"/>
                  </a:lnTo>
                  <a:lnTo>
                    <a:pt x="780488" y="780488"/>
                  </a:lnTo>
                  <a:lnTo>
                    <a:pt x="809996" y="748020"/>
                  </a:lnTo>
                  <a:lnTo>
                    <a:pt x="836316" y="712823"/>
                  </a:lnTo>
                  <a:lnTo>
                    <a:pt x="859217" y="675127"/>
                  </a:lnTo>
                  <a:lnTo>
                    <a:pt x="878470" y="635161"/>
                  </a:lnTo>
                  <a:lnTo>
                    <a:pt x="893844" y="593156"/>
                  </a:lnTo>
                  <a:lnTo>
                    <a:pt x="905111" y="549340"/>
                  </a:lnTo>
                  <a:lnTo>
                    <a:pt x="912039" y="503945"/>
                  </a:lnTo>
                  <a:lnTo>
                    <a:pt x="914400" y="457200"/>
                  </a:lnTo>
                  <a:lnTo>
                    <a:pt x="912039" y="410458"/>
                  </a:lnTo>
                  <a:lnTo>
                    <a:pt x="905111" y="365066"/>
                  </a:lnTo>
                  <a:lnTo>
                    <a:pt x="893844" y="321253"/>
                  </a:lnTo>
                  <a:lnTo>
                    <a:pt x="878470" y="279249"/>
                  </a:lnTo>
                  <a:lnTo>
                    <a:pt x="859217" y="239283"/>
                  </a:lnTo>
                  <a:lnTo>
                    <a:pt x="836316" y="201587"/>
                  </a:lnTo>
                  <a:lnTo>
                    <a:pt x="809996" y="166390"/>
                  </a:lnTo>
                  <a:lnTo>
                    <a:pt x="780488" y="133921"/>
                  </a:lnTo>
                  <a:lnTo>
                    <a:pt x="748020" y="104411"/>
                  </a:lnTo>
                  <a:lnTo>
                    <a:pt x="712823" y="78090"/>
                  </a:lnTo>
                  <a:lnTo>
                    <a:pt x="675127" y="55187"/>
                  </a:lnTo>
                  <a:lnTo>
                    <a:pt x="635161" y="35933"/>
                  </a:lnTo>
                  <a:lnTo>
                    <a:pt x="593156" y="20557"/>
                  </a:lnTo>
                  <a:lnTo>
                    <a:pt x="549340" y="9289"/>
                  </a:lnTo>
                  <a:lnTo>
                    <a:pt x="503945" y="23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81380" y="495338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60" y="410458"/>
                  </a:lnTo>
                  <a:lnTo>
                    <a:pt x="9288" y="365066"/>
                  </a:lnTo>
                  <a:lnTo>
                    <a:pt x="20555" y="321253"/>
                  </a:lnTo>
                  <a:lnTo>
                    <a:pt x="35929" y="279249"/>
                  </a:lnTo>
                  <a:lnTo>
                    <a:pt x="55182" y="239283"/>
                  </a:lnTo>
                  <a:lnTo>
                    <a:pt x="78083" y="201587"/>
                  </a:lnTo>
                  <a:lnTo>
                    <a:pt x="104403" y="166390"/>
                  </a:lnTo>
                  <a:lnTo>
                    <a:pt x="133911" y="133921"/>
                  </a:lnTo>
                  <a:lnTo>
                    <a:pt x="166379" y="104411"/>
                  </a:lnTo>
                  <a:lnTo>
                    <a:pt x="201576" y="78090"/>
                  </a:lnTo>
                  <a:lnTo>
                    <a:pt x="239272" y="55187"/>
                  </a:lnTo>
                  <a:lnTo>
                    <a:pt x="279238" y="35933"/>
                  </a:lnTo>
                  <a:lnTo>
                    <a:pt x="321243" y="20557"/>
                  </a:lnTo>
                  <a:lnTo>
                    <a:pt x="365059" y="9289"/>
                  </a:lnTo>
                  <a:lnTo>
                    <a:pt x="410454" y="2360"/>
                  </a:lnTo>
                  <a:lnTo>
                    <a:pt x="457200" y="0"/>
                  </a:lnTo>
                  <a:lnTo>
                    <a:pt x="503945" y="2360"/>
                  </a:lnTo>
                  <a:lnTo>
                    <a:pt x="549340" y="9289"/>
                  </a:lnTo>
                  <a:lnTo>
                    <a:pt x="593156" y="20557"/>
                  </a:lnTo>
                  <a:lnTo>
                    <a:pt x="635161" y="35933"/>
                  </a:lnTo>
                  <a:lnTo>
                    <a:pt x="675127" y="55187"/>
                  </a:lnTo>
                  <a:lnTo>
                    <a:pt x="712823" y="78090"/>
                  </a:lnTo>
                  <a:lnTo>
                    <a:pt x="748020" y="104411"/>
                  </a:lnTo>
                  <a:lnTo>
                    <a:pt x="780488" y="133921"/>
                  </a:lnTo>
                  <a:lnTo>
                    <a:pt x="809996" y="166390"/>
                  </a:lnTo>
                  <a:lnTo>
                    <a:pt x="836316" y="201587"/>
                  </a:lnTo>
                  <a:lnTo>
                    <a:pt x="859217" y="239283"/>
                  </a:lnTo>
                  <a:lnTo>
                    <a:pt x="878470" y="279249"/>
                  </a:lnTo>
                  <a:lnTo>
                    <a:pt x="893844" y="321253"/>
                  </a:lnTo>
                  <a:lnTo>
                    <a:pt x="905111" y="365066"/>
                  </a:lnTo>
                  <a:lnTo>
                    <a:pt x="912039" y="410458"/>
                  </a:lnTo>
                  <a:lnTo>
                    <a:pt x="914400" y="457200"/>
                  </a:lnTo>
                  <a:lnTo>
                    <a:pt x="912039" y="503945"/>
                  </a:lnTo>
                  <a:lnTo>
                    <a:pt x="905111" y="549340"/>
                  </a:lnTo>
                  <a:lnTo>
                    <a:pt x="893844" y="593156"/>
                  </a:lnTo>
                  <a:lnTo>
                    <a:pt x="878470" y="635161"/>
                  </a:lnTo>
                  <a:lnTo>
                    <a:pt x="859217" y="675127"/>
                  </a:lnTo>
                  <a:lnTo>
                    <a:pt x="836316" y="712823"/>
                  </a:lnTo>
                  <a:lnTo>
                    <a:pt x="809996" y="748020"/>
                  </a:lnTo>
                  <a:lnTo>
                    <a:pt x="780488" y="780488"/>
                  </a:lnTo>
                  <a:lnTo>
                    <a:pt x="748020" y="809996"/>
                  </a:lnTo>
                  <a:lnTo>
                    <a:pt x="712823" y="836316"/>
                  </a:lnTo>
                  <a:lnTo>
                    <a:pt x="675127" y="859217"/>
                  </a:lnTo>
                  <a:lnTo>
                    <a:pt x="635161" y="878470"/>
                  </a:lnTo>
                  <a:lnTo>
                    <a:pt x="593156" y="893844"/>
                  </a:lnTo>
                  <a:lnTo>
                    <a:pt x="549340" y="905111"/>
                  </a:lnTo>
                  <a:lnTo>
                    <a:pt x="503945" y="912039"/>
                  </a:lnTo>
                  <a:lnTo>
                    <a:pt x="457200" y="914400"/>
                  </a:lnTo>
                  <a:lnTo>
                    <a:pt x="410454" y="912039"/>
                  </a:lnTo>
                  <a:lnTo>
                    <a:pt x="365059" y="905111"/>
                  </a:lnTo>
                  <a:lnTo>
                    <a:pt x="321243" y="893844"/>
                  </a:lnTo>
                  <a:lnTo>
                    <a:pt x="279238" y="878470"/>
                  </a:lnTo>
                  <a:lnTo>
                    <a:pt x="239272" y="859217"/>
                  </a:lnTo>
                  <a:lnTo>
                    <a:pt x="201576" y="836316"/>
                  </a:lnTo>
                  <a:lnTo>
                    <a:pt x="166379" y="809996"/>
                  </a:lnTo>
                  <a:lnTo>
                    <a:pt x="133911" y="780488"/>
                  </a:lnTo>
                  <a:lnTo>
                    <a:pt x="104403" y="748020"/>
                  </a:lnTo>
                  <a:lnTo>
                    <a:pt x="78083" y="712823"/>
                  </a:lnTo>
                  <a:lnTo>
                    <a:pt x="55182" y="675127"/>
                  </a:lnTo>
                  <a:lnTo>
                    <a:pt x="35929" y="635161"/>
                  </a:lnTo>
                  <a:lnTo>
                    <a:pt x="20555" y="593156"/>
                  </a:lnTo>
                  <a:lnTo>
                    <a:pt x="9288" y="549340"/>
                  </a:lnTo>
                  <a:lnTo>
                    <a:pt x="2360" y="503945"/>
                  </a:lnTo>
                  <a:lnTo>
                    <a:pt x="0" y="4572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832608" y="5471033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22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124580" y="4566919"/>
            <a:ext cx="304800" cy="609600"/>
          </a:xfrm>
          <a:custGeom>
            <a:avLst/>
            <a:gdLst/>
            <a:ahLst/>
            <a:cxnLst/>
            <a:rect l="l" t="t" r="r" b="b"/>
            <a:pathLst>
              <a:path w="304800" h="609600">
                <a:moveTo>
                  <a:pt x="304800" y="0"/>
                </a:moveTo>
                <a:lnTo>
                  <a:pt x="0" y="609600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62C026-6F6A-87AD-941A-5F54F30FA50E}"/>
              </a:ext>
            </a:extLst>
          </p:cNvPr>
          <p:cNvSpPr txBox="1"/>
          <p:nvPr/>
        </p:nvSpPr>
        <p:spPr>
          <a:xfrm>
            <a:off x="2286000" y="1371600"/>
            <a:ext cx="4572000" cy="437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5080" algn="ctr"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  <a:tabLst>
                <a:tab pos="357505" algn="l"/>
              </a:tabLst>
            </a:pPr>
            <a:r>
              <a:rPr lang="en-US" sz="2800" dirty="0"/>
              <a:t>44,30,50,22,60,55,77,55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64DF68-3BE1-B244-8943-076E0DBEC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</a:t>
            </a:r>
            <a:endParaRPr lang="en-US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553CF931-1BD0-D25B-CBF0-59C23A249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64E9-BB0A-4932-9D77-E0DDE5779A37}" type="slidenum">
              <a:rPr lang="en-US" smtClean="0"/>
              <a:pPr/>
              <a:t>16</a:t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637733"/>
            <a:ext cx="82296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850">
              <a:spcBef>
                <a:spcPts val="100"/>
              </a:spcBef>
            </a:pPr>
            <a:r>
              <a:rPr dirty="0"/>
              <a:t>Insert 60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052701" y="1750314"/>
            <a:ext cx="924560" cy="924560"/>
            <a:chOff x="2052701" y="2052701"/>
            <a:chExt cx="924560" cy="924560"/>
          </a:xfrm>
        </p:grpSpPr>
        <p:sp>
          <p:nvSpPr>
            <p:cNvPr id="5" name="object 5"/>
            <p:cNvSpPr/>
            <p:nvPr/>
          </p:nvSpPr>
          <p:spPr>
            <a:xfrm>
              <a:off x="2057781" y="205778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58" y="2360"/>
                  </a:lnTo>
                  <a:lnTo>
                    <a:pt x="365066" y="9289"/>
                  </a:lnTo>
                  <a:lnTo>
                    <a:pt x="321253" y="20557"/>
                  </a:lnTo>
                  <a:lnTo>
                    <a:pt x="279249" y="35933"/>
                  </a:lnTo>
                  <a:lnTo>
                    <a:pt x="239283" y="55187"/>
                  </a:lnTo>
                  <a:lnTo>
                    <a:pt x="201587" y="78090"/>
                  </a:lnTo>
                  <a:lnTo>
                    <a:pt x="166390" y="104411"/>
                  </a:lnTo>
                  <a:lnTo>
                    <a:pt x="133921" y="133921"/>
                  </a:lnTo>
                  <a:lnTo>
                    <a:pt x="104411" y="166390"/>
                  </a:lnTo>
                  <a:lnTo>
                    <a:pt x="78090" y="201587"/>
                  </a:lnTo>
                  <a:lnTo>
                    <a:pt x="55187" y="239283"/>
                  </a:lnTo>
                  <a:lnTo>
                    <a:pt x="35933" y="279249"/>
                  </a:lnTo>
                  <a:lnTo>
                    <a:pt x="20557" y="321253"/>
                  </a:lnTo>
                  <a:lnTo>
                    <a:pt x="9289" y="365066"/>
                  </a:lnTo>
                  <a:lnTo>
                    <a:pt x="2360" y="410458"/>
                  </a:lnTo>
                  <a:lnTo>
                    <a:pt x="0" y="457200"/>
                  </a:lnTo>
                  <a:lnTo>
                    <a:pt x="2360" y="503941"/>
                  </a:lnTo>
                  <a:lnTo>
                    <a:pt x="9289" y="549333"/>
                  </a:lnTo>
                  <a:lnTo>
                    <a:pt x="20557" y="593146"/>
                  </a:lnTo>
                  <a:lnTo>
                    <a:pt x="35933" y="635150"/>
                  </a:lnTo>
                  <a:lnTo>
                    <a:pt x="55187" y="675116"/>
                  </a:lnTo>
                  <a:lnTo>
                    <a:pt x="78090" y="712812"/>
                  </a:lnTo>
                  <a:lnTo>
                    <a:pt x="104411" y="748009"/>
                  </a:lnTo>
                  <a:lnTo>
                    <a:pt x="133921" y="780478"/>
                  </a:lnTo>
                  <a:lnTo>
                    <a:pt x="166390" y="809988"/>
                  </a:lnTo>
                  <a:lnTo>
                    <a:pt x="201587" y="836309"/>
                  </a:lnTo>
                  <a:lnTo>
                    <a:pt x="239283" y="859212"/>
                  </a:lnTo>
                  <a:lnTo>
                    <a:pt x="279249" y="878466"/>
                  </a:lnTo>
                  <a:lnTo>
                    <a:pt x="321253" y="893842"/>
                  </a:lnTo>
                  <a:lnTo>
                    <a:pt x="365066" y="905110"/>
                  </a:lnTo>
                  <a:lnTo>
                    <a:pt x="410458" y="912039"/>
                  </a:lnTo>
                  <a:lnTo>
                    <a:pt x="457200" y="914400"/>
                  </a:lnTo>
                  <a:lnTo>
                    <a:pt x="503941" y="912039"/>
                  </a:lnTo>
                  <a:lnTo>
                    <a:pt x="549333" y="905110"/>
                  </a:lnTo>
                  <a:lnTo>
                    <a:pt x="593146" y="893842"/>
                  </a:lnTo>
                  <a:lnTo>
                    <a:pt x="635150" y="878466"/>
                  </a:lnTo>
                  <a:lnTo>
                    <a:pt x="675116" y="859212"/>
                  </a:lnTo>
                  <a:lnTo>
                    <a:pt x="712812" y="836309"/>
                  </a:lnTo>
                  <a:lnTo>
                    <a:pt x="748009" y="809988"/>
                  </a:lnTo>
                  <a:lnTo>
                    <a:pt x="780478" y="780478"/>
                  </a:lnTo>
                  <a:lnTo>
                    <a:pt x="809988" y="748009"/>
                  </a:lnTo>
                  <a:lnTo>
                    <a:pt x="836309" y="712812"/>
                  </a:lnTo>
                  <a:lnTo>
                    <a:pt x="859212" y="675116"/>
                  </a:lnTo>
                  <a:lnTo>
                    <a:pt x="878466" y="635150"/>
                  </a:lnTo>
                  <a:lnTo>
                    <a:pt x="893842" y="593146"/>
                  </a:lnTo>
                  <a:lnTo>
                    <a:pt x="905110" y="549333"/>
                  </a:lnTo>
                  <a:lnTo>
                    <a:pt x="912039" y="503941"/>
                  </a:lnTo>
                  <a:lnTo>
                    <a:pt x="914400" y="457200"/>
                  </a:lnTo>
                  <a:lnTo>
                    <a:pt x="912039" y="410458"/>
                  </a:lnTo>
                  <a:lnTo>
                    <a:pt x="905110" y="365066"/>
                  </a:lnTo>
                  <a:lnTo>
                    <a:pt x="893842" y="321253"/>
                  </a:lnTo>
                  <a:lnTo>
                    <a:pt x="878466" y="279249"/>
                  </a:lnTo>
                  <a:lnTo>
                    <a:pt x="859212" y="239283"/>
                  </a:lnTo>
                  <a:lnTo>
                    <a:pt x="836309" y="201587"/>
                  </a:lnTo>
                  <a:lnTo>
                    <a:pt x="809988" y="166390"/>
                  </a:lnTo>
                  <a:lnTo>
                    <a:pt x="780478" y="133921"/>
                  </a:lnTo>
                  <a:lnTo>
                    <a:pt x="748009" y="104411"/>
                  </a:lnTo>
                  <a:lnTo>
                    <a:pt x="712812" y="78090"/>
                  </a:lnTo>
                  <a:lnTo>
                    <a:pt x="675116" y="55187"/>
                  </a:lnTo>
                  <a:lnTo>
                    <a:pt x="635150" y="35933"/>
                  </a:lnTo>
                  <a:lnTo>
                    <a:pt x="593146" y="20557"/>
                  </a:lnTo>
                  <a:lnTo>
                    <a:pt x="549333" y="9289"/>
                  </a:lnTo>
                  <a:lnTo>
                    <a:pt x="503941" y="23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57781" y="205778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60" y="410458"/>
                  </a:lnTo>
                  <a:lnTo>
                    <a:pt x="9289" y="365066"/>
                  </a:lnTo>
                  <a:lnTo>
                    <a:pt x="20557" y="321253"/>
                  </a:lnTo>
                  <a:lnTo>
                    <a:pt x="35933" y="279249"/>
                  </a:lnTo>
                  <a:lnTo>
                    <a:pt x="55187" y="239283"/>
                  </a:lnTo>
                  <a:lnTo>
                    <a:pt x="78090" y="201587"/>
                  </a:lnTo>
                  <a:lnTo>
                    <a:pt x="104411" y="166390"/>
                  </a:lnTo>
                  <a:lnTo>
                    <a:pt x="133921" y="133921"/>
                  </a:lnTo>
                  <a:lnTo>
                    <a:pt x="166390" y="104411"/>
                  </a:lnTo>
                  <a:lnTo>
                    <a:pt x="201587" y="78090"/>
                  </a:lnTo>
                  <a:lnTo>
                    <a:pt x="239283" y="55187"/>
                  </a:lnTo>
                  <a:lnTo>
                    <a:pt x="279249" y="35933"/>
                  </a:lnTo>
                  <a:lnTo>
                    <a:pt x="321253" y="20557"/>
                  </a:lnTo>
                  <a:lnTo>
                    <a:pt x="365066" y="9289"/>
                  </a:lnTo>
                  <a:lnTo>
                    <a:pt x="410458" y="2360"/>
                  </a:lnTo>
                  <a:lnTo>
                    <a:pt x="457200" y="0"/>
                  </a:lnTo>
                  <a:lnTo>
                    <a:pt x="503941" y="2360"/>
                  </a:lnTo>
                  <a:lnTo>
                    <a:pt x="549333" y="9289"/>
                  </a:lnTo>
                  <a:lnTo>
                    <a:pt x="593146" y="20557"/>
                  </a:lnTo>
                  <a:lnTo>
                    <a:pt x="635150" y="35933"/>
                  </a:lnTo>
                  <a:lnTo>
                    <a:pt x="675116" y="55187"/>
                  </a:lnTo>
                  <a:lnTo>
                    <a:pt x="712812" y="78090"/>
                  </a:lnTo>
                  <a:lnTo>
                    <a:pt x="748009" y="104411"/>
                  </a:lnTo>
                  <a:lnTo>
                    <a:pt x="780478" y="133921"/>
                  </a:lnTo>
                  <a:lnTo>
                    <a:pt x="809988" y="166390"/>
                  </a:lnTo>
                  <a:lnTo>
                    <a:pt x="836309" y="201587"/>
                  </a:lnTo>
                  <a:lnTo>
                    <a:pt x="859212" y="239283"/>
                  </a:lnTo>
                  <a:lnTo>
                    <a:pt x="878466" y="279249"/>
                  </a:lnTo>
                  <a:lnTo>
                    <a:pt x="893842" y="321253"/>
                  </a:lnTo>
                  <a:lnTo>
                    <a:pt x="905110" y="365066"/>
                  </a:lnTo>
                  <a:lnTo>
                    <a:pt x="912039" y="410458"/>
                  </a:lnTo>
                  <a:lnTo>
                    <a:pt x="914400" y="457200"/>
                  </a:lnTo>
                  <a:lnTo>
                    <a:pt x="912039" y="503941"/>
                  </a:lnTo>
                  <a:lnTo>
                    <a:pt x="905110" y="549333"/>
                  </a:lnTo>
                  <a:lnTo>
                    <a:pt x="893842" y="593146"/>
                  </a:lnTo>
                  <a:lnTo>
                    <a:pt x="878466" y="635150"/>
                  </a:lnTo>
                  <a:lnTo>
                    <a:pt x="859212" y="675116"/>
                  </a:lnTo>
                  <a:lnTo>
                    <a:pt x="836309" y="712812"/>
                  </a:lnTo>
                  <a:lnTo>
                    <a:pt x="809988" y="748009"/>
                  </a:lnTo>
                  <a:lnTo>
                    <a:pt x="780478" y="780478"/>
                  </a:lnTo>
                  <a:lnTo>
                    <a:pt x="748009" y="809988"/>
                  </a:lnTo>
                  <a:lnTo>
                    <a:pt x="712812" y="836309"/>
                  </a:lnTo>
                  <a:lnTo>
                    <a:pt x="675116" y="859212"/>
                  </a:lnTo>
                  <a:lnTo>
                    <a:pt x="635150" y="878466"/>
                  </a:lnTo>
                  <a:lnTo>
                    <a:pt x="593146" y="893842"/>
                  </a:lnTo>
                  <a:lnTo>
                    <a:pt x="549333" y="905110"/>
                  </a:lnTo>
                  <a:lnTo>
                    <a:pt x="503941" y="912039"/>
                  </a:lnTo>
                  <a:lnTo>
                    <a:pt x="457200" y="914400"/>
                  </a:lnTo>
                  <a:lnTo>
                    <a:pt x="410458" y="912039"/>
                  </a:lnTo>
                  <a:lnTo>
                    <a:pt x="365066" y="905110"/>
                  </a:lnTo>
                  <a:lnTo>
                    <a:pt x="321253" y="893842"/>
                  </a:lnTo>
                  <a:lnTo>
                    <a:pt x="279249" y="878466"/>
                  </a:lnTo>
                  <a:lnTo>
                    <a:pt x="239283" y="859212"/>
                  </a:lnTo>
                  <a:lnTo>
                    <a:pt x="201587" y="836309"/>
                  </a:lnTo>
                  <a:lnTo>
                    <a:pt x="166390" y="809988"/>
                  </a:lnTo>
                  <a:lnTo>
                    <a:pt x="133921" y="780478"/>
                  </a:lnTo>
                  <a:lnTo>
                    <a:pt x="104411" y="748009"/>
                  </a:lnTo>
                  <a:lnTo>
                    <a:pt x="78090" y="712812"/>
                  </a:lnTo>
                  <a:lnTo>
                    <a:pt x="55187" y="675116"/>
                  </a:lnTo>
                  <a:lnTo>
                    <a:pt x="35933" y="635150"/>
                  </a:lnTo>
                  <a:lnTo>
                    <a:pt x="20557" y="593146"/>
                  </a:lnTo>
                  <a:lnTo>
                    <a:pt x="9289" y="549333"/>
                  </a:lnTo>
                  <a:lnTo>
                    <a:pt x="2360" y="503941"/>
                  </a:lnTo>
                  <a:lnTo>
                    <a:pt x="0" y="4572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375407" y="2049653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50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062100" y="3198114"/>
            <a:ext cx="924560" cy="924560"/>
            <a:chOff x="1062100" y="3500501"/>
            <a:chExt cx="924560" cy="924560"/>
          </a:xfrm>
        </p:grpSpPr>
        <p:sp>
          <p:nvSpPr>
            <p:cNvPr id="9" name="object 9"/>
            <p:cNvSpPr/>
            <p:nvPr/>
          </p:nvSpPr>
          <p:spPr>
            <a:xfrm>
              <a:off x="1067180" y="350558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58" y="2360"/>
                  </a:lnTo>
                  <a:lnTo>
                    <a:pt x="365066" y="9289"/>
                  </a:lnTo>
                  <a:lnTo>
                    <a:pt x="321253" y="20557"/>
                  </a:lnTo>
                  <a:lnTo>
                    <a:pt x="279249" y="35933"/>
                  </a:lnTo>
                  <a:lnTo>
                    <a:pt x="239283" y="55187"/>
                  </a:lnTo>
                  <a:lnTo>
                    <a:pt x="201587" y="78090"/>
                  </a:lnTo>
                  <a:lnTo>
                    <a:pt x="166390" y="104411"/>
                  </a:lnTo>
                  <a:lnTo>
                    <a:pt x="133921" y="133921"/>
                  </a:lnTo>
                  <a:lnTo>
                    <a:pt x="104411" y="166390"/>
                  </a:lnTo>
                  <a:lnTo>
                    <a:pt x="78090" y="201587"/>
                  </a:lnTo>
                  <a:lnTo>
                    <a:pt x="55187" y="239283"/>
                  </a:lnTo>
                  <a:lnTo>
                    <a:pt x="35933" y="279249"/>
                  </a:lnTo>
                  <a:lnTo>
                    <a:pt x="20557" y="321253"/>
                  </a:lnTo>
                  <a:lnTo>
                    <a:pt x="9289" y="365066"/>
                  </a:lnTo>
                  <a:lnTo>
                    <a:pt x="2360" y="410458"/>
                  </a:lnTo>
                  <a:lnTo>
                    <a:pt x="0" y="457200"/>
                  </a:lnTo>
                  <a:lnTo>
                    <a:pt x="2360" y="503941"/>
                  </a:lnTo>
                  <a:lnTo>
                    <a:pt x="9289" y="549333"/>
                  </a:lnTo>
                  <a:lnTo>
                    <a:pt x="20557" y="593146"/>
                  </a:lnTo>
                  <a:lnTo>
                    <a:pt x="35933" y="635150"/>
                  </a:lnTo>
                  <a:lnTo>
                    <a:pt x="55187" y="675116"/>
                  </a:lnTo>
                  <a:lnTo>
                    <a:pt x="78090" y="712812"/>
                  </a:lnTo>
                  <a:lnTo>
                    <a:pt x="104411" y="748009"/>
                  </a:lnTo>
                  <a:lnTo>
                    <a:pt x="133921" y="780478"/>
                  </a:lnTo>
                  <a:lnTo>
                    <a:pt x="166390" y="809988"/>
                  </a:lnTo>
                  <a:lnTo>
                    <a:pt x="201587" y="836309"/>
                  </a:lnTo>
                  <a:lnTo>
                    <a:pt x="239283" y="859212"/>
                  </a:lnTo>
                  <a:lnTo>
                    <a:pt x="279249" y="878466"/>
                  </a:lnTo>
                  <a:lnTo>
                    <a:pt x="321253" y="893842"/>
                  </a:lnTo>
                  <a:lnTo>
                    <a:pt x="365066" y="905110"/>
                  </a:lnTo>
                  <a:lnTo>
                    <a:pt x="410458" y="912039"/>
                  </a:lnTo>
                  <a:lnTo>
                    <a:pt x="457200" y="914400"/>
                  </a:lnTo>
                  <a:lnTo>
                    <a:pt x="503941" y="912039"/>
                  </a:lnTo>
                  <a:lnTo>
                    <a:pt x="549333" y="905110"/>
                  </a:lnTo>
                  <a:lnTo>
                    <a:pt x="593146" y="893842"/>
                  </a:lnTo>
                  <a:lnTo>
                    <a:pt x="635150" y="878466"/>
                  </a:lnTo>
                  <a:lnTo>
                    <a:pt x="675116" y="859212"/>
                  </a:lnTo>
                  <a:lnTo>
                    <a:pt x="712812" y="836309"/>
                  </a:lnTo>
                  <a:lnTo>
                    <a:pt x="748009" y="809988"/>
                  </a:lnTo>
                  <a:lnTo>
                    <a:pt x="780478" y="780478"/>
                  </a:lnTo>
                  <a:lnTo>
                    <a:pt x="809988" y="748009"/>
                  </a:lnTo>
                  <a:lnTo>
                    <a:pt x="836309" y="712812"/>
                  </a:lnTo>
                  <a:lnTo>
                    <a:pt x="859212" y="675116"/>
                  </a:lnTo>
                  <a:lnTo>
                    <a:pt x="878466" y="635150"/>
                  </a:lnTo>
                  <a:lnTo>
                    <a:pt x="893842" y="593146"/>
                  </a:lnTo>
                  <a:lnTo>
                    <a:pt x="905110" y="549333"/>
                  </a:lnTo>
                  <a:lnTo>
                    <a:pt x="912039" y="503941"/>
                  </a:lnTo>
                  <a:lnTo>
                    <a:pt x="914400" y="457200"/>
                  </a:lnTo>
                  <a:lnTo>
                    <a:pt x="912039" y="410458"/>
                  </a:lnTo>
                  <a:lnTo>
                    <a:pt x="905110" y="365066"/>
                  </a:lnTo>
                  <a:lnTo>
                    <a:pt x="893842" y="321253"/>
                  </a:lnTo>
                  <a:lnTo>
                    <a:pt x="878466" y="279249"/>
                  </a:lnTo>
                  <a:lnTo>
                    <a:pt x="859212" y="239283"/>
                  </a:lnTo>
                  <a:lnTo>
                    <a:pt x="836309" y="201587"/>
                  </a:lnTo>
                  <a:lnTo>
                    <a:pt x="809988" y="166390"/>
                  </a:lnTo>
                  <a:lnTo>
                    <a:pt x="780478" y="133921"/>
                  </a:lnTo>
                  <a:lnTo>
                    <a:pt x="748009" y="104411"/>
                  </a:lnTo>
                  <a:lnTo>
                    <a:pt x="712812" y="78090"/>
                  </a:lnTo>
                  <a:lnTo>
                    <a:pt x="675116" y="55187"/>
                  </a:lnTo>
                  <a:lnTo>
                    <a:pt x="635150" y="35933"/>
                  </a:lnTo>
                  <a:lnTo>
                    <a:pt x="593146" y="20557"/>
                  </a:lnTo>
                  <a:lnTo>
                    <a:pt x="549333" y="9289"/>
                  </a:lnTo>
                  <a:lnTo>
                    <a:pt x="503941" y="23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67180" y="350558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60" y="410458"/>
                  </a:lnTo>
                  <a:lnTo>
                    <a:pt x="9289" y="365066"/>
                  </a:lnTo>
                  <a:lnTo>
                    <a:pt x="20557" y="321253"/>
                  </a:lnTo>
                  <a:lnTo>
                    <a:pt x="35933" y="279249"/>
                  </a:lnTo>
                  <a:lnTo>
                    <a:pt x="55187" y="239283"/>
                  </a:lnTo>
                  <a:lnTo>
                    <a:pt x="78090" y="201587"/>
                  </a:lnTo>
                  <a:lnTo>
                    <a:pt x="104411" y="166390"/>
                  </a:lnTo>
                  <a:lnTo>
                    <a:pt x="133921" y="133921"/>
                  </a:lnTo>
                  <a:lnTo>
                    <a:pt x="166390" y="104411"/>
                  </a:lnTo>
                  <a:lnTo>
                    <a:pt x="201587" y="78090"/>
                  </a:lnTo>
                  <a:lnTo>
                    <a:pt x="239283" y="55187"/>
                  </a:lnTo>
                  <a:lnTo>
                    <a:pt x="279249" y="35933"/>
                  </a:lnTo>
                  <a:lnTo>
                    <a:pt x="321253" y="20557"/>
                  </a:lnTo>
                  <a:lnTo>
                    <a:pt x="365066" y="9289"/>
                  </a:lnTo>
                  <a:lnTo>
                    <a:pt x="410458" y="2360"/>
                  </a:lnTo>
                  <a:lnTo>
                    <a:pt x="457200" y="0"/>
                  </a:lnTo>
                  <a:lnTo>
                    <a:pt x="503941" y="2360"/>
                  </a:lnTo>
                  <a:lnTo>
                    <a:pt x="549333" y="9289"/>
                  </a:lnTo>
                  <a:lnTo>
                    <a:pt x="593146" y="20557"/>
                  </a:lnTo>
                  <a:lnTo>
                    <a:pt x="635150" y="35933"/>
                  </a:lnTo>
                  <a:lnTo>
                    <a:pt x="675116" y="55187"/>
                  </a:lnTo>
                  <a:lnTo>
                    <a:pt x="712812" y="78090"/>
                  </a:lnTo>
                  <a:lnTo>
                    <a:pt x="748009" y="104411"/>
                  </a:lnTo>
                  <a:lnTo>
                    <a:pt x="780478" y="133921"/>
                  </a:lnTo>
                  <a:lnTo>
                    <a:pt x="809988" y="166390"/>
                  </a:lnTo>
                  <a:lnTo>
                    <a:pt x="836309" y="201587"/>
                  </a:lnTo>
                  <a:lnTo>
                    <a:pt x="859212" y="239283"/>
                  </a:lnTo>
                  <a:lnTo>
                    <a:pt x="878466" y="279249"/>
                  </a:lnTo>
                  <a:lnTo>
                    <a:pt x="893842" y="321253"/>
                  </a:lnTo>
                  <a:lnTo>
                    <a:pt x="905110" y="365066"/>
                  </a:lnTo>
                  <a:lnTo>
                    <a:pt x="912039" y="410458"/>
                  </a:lnTo>
                  <a:lnTo>
                    <a:pt x="914400" y="457200"/>
                  </a:lnTo>
                  <a:lnTo>
                    <a:pt x="912039" y="503941"/>
                  </a:lnTo>
                  <a:lnTo>
                    <a:pt x="905110" y="549333"/>
                  </a:lnTo>
                  <a:lnTo>
                    <a:pt x="893842" y="593146"/>
                  </a:lnTo>
                  <a:lnTo>
                    <a:pt x="878466" y="635150"/>
                  </a:lnTo>
                  <a:lnTo>
                    <a:pt x="859212" y="675116"/>
                  </a:lnTo>
                  <a:lnTo>
                    <a:pt x="836309" y="712812"/>
                  </a:lnTo>
                  <a:lnTo>
                    <a:pt x="809988" y="748009"/>
                  </a:lnTo>
                  <a:lnTo>
                    <a:pt x="780478" y="780478"/>
                  </a:lnTo>
                  <a:lnTo>
                    <a:pt x="748009" y="809988"/>
                  </a:lnTo>
                  <a:lnTo>
                    <a:pt x="712812" y="836309"/>
                  </a:lnTo>
                  <a:lnTo>
                    <a:pt x="675116" y="859212"/>
                  </a:lnTo>
                  <a:lnTo>
                    <a:pt x="635150" y="878466"/>
                  </a:lnTo>
                  <a:lnTo>
                    <a:pt x="593146" y="893842"/>
                  </a:lnTo>
                  <a:lnTo>
                    <a:pt x="549333" y="905110"/>
                  </a:lnTo>
                  <a:lnTo>
                    <a:pt x="503941" y="912039"/>
                  </a:lnTo>
                  <a:lnTo>
                    <a:pt x="457200" y="914400"/>
                  </a:lnTo>
                  <a:lnTo>
                    <a:pt x="410458" y="912039"/>
                  </a:lnTo>
                  <a:lnTo>
                    <a:pt x="365066" y="905110"/>
                  </a:lnTo>
                  <a:lnTo>
                    <a:pt x="321253" y="893842"/>
                  </a:lnTo>
                  <a:lnTo>
                    <a:pt x="279249" y="878466"/>
                  </a:lnTo>
                  <a:lnTo>
                    <a:pt x="239283" y="859212"/>
                  </a:lnTo>
                  <a:lnTo>
                    <a:pt x="201587" y="836309"/>
                  </a:lnTo>
                  <a:lnTo>
                    <a:pt x="166390" y="809988"/>
                  </a:lnTo>
                  <a:lnTo>
                    <a:pt x="133921" y="780478"/>
                  </a:lnTo>
                  <a:lnTo>
                    <a:pt x="104411" y="748009"/>
                  </a:lnTo>
                  <a:lnTo>
                    <a:pt x="78090" y="712812"/>
                  </a:lnTo>
                  <a:lnTo>
                    <a:pt x="55187" y="675116"/>
                  </a:lnTo>
                  <a:lnTo>
                    <a:pt x="35933" y="635150"/>
                  </a:lnTo>
                  <a:lnTo>
                    <a:pt x="20557" y="593146"/>
                  </a:lnTo>
                  <a:lnTo>
                    <a:pt x="9289" y="549333"/>
                  </a:lnTo>
                  <a:lnTo>
                    <a:pt x="2360" y="503941"/>
                  </a:lnTo>
                  <a:lnTo>
                    <a:pt x="0" y="4572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384808" y="3497198"/>
            <a:ext cx="2787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30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747901" y="2588514"/>
            <a:ext cx="2296160" cy="1534160"/>
            <a:chOff x="1747901" y="2890901"/>
            <a:chExt cx="2296160" cy="1534160"/>
          </a:xfrm>
        </p:grpSpPr>
        <p:sp>
          <p:nvSpPr>
            <p:cNvPr id="13" name="object 13"/>
            <p:cNvSpPr/>
            <p:nvPr/>
          </p:nvSpPr>
          <p:spPr>
            <a:xfrm>
              <a:off x="1752981" y="2895981"/>
              <a:ext cx="533400" cy="609600"/>
            </a:xfrm>
            <a:custGeom>
              <a:avLst/>
              <a:gdLst/>
              <a:ahLst/>
              <a:cxnLst/>
              <a:rect l="l" t="t" r="r" b="b"/>
              <a:pathLst>
                <a:path w="533400" h="609600">
                  <a:moveTo>
                    <a:pt x="533400" y="0"/>
                  </a:moveTo>
                  <a:lnTo>
                    <a:pt x="0" y="609600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124581" y="350558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199" y="0"/>
                  </a:moveTo>
                  <a:lnTo>
                    <a:pt x="410458" y="2360"/>
                  </a:lnTo>
                  <a:lnTo>
                    <a:pt x="365066" y="9289"/>
                  </a:lnTo>
                  <a:lnTo>
                    <a:pt x="321253" y="20557"/>
                  </a:lnTo>
                  <a:lnTo>
                    <a:pt x="279249" y="35933"/>
                  </a:lnTo>
                  <a:lnTo>
                    <a:pt x="239283" y="55187"/>
                  </a:lnTo>
                  <a:lnTo>
                    <a:pt x="201587" y="78090"/>
                  </a:lnTo>
                  <a:lnTo>
                    <a:pt x="166390" y="104411"/>
                  </a:lnTo>
                  <a:lnTo>
                    <a:pt x="133921" y="133921"/>
                  </a:lnTo>
                  <a:lnTo>
                    <a:pt x="104411" y="166390"/>
                  </a:lnTo>
                  <a:lnTo>
                    <a:pt x="78090" y="201587"/>
                  </a:lnTo>
                  <a:lnTo>
                    <a:pt x="55187" y="239283"/>
                  </a:lnTo>
                  <a:lnTo>
                    <a:pt x="35933" y="279249"/>
                  </a:lnTo>
                  <a:lnTo>
                    <a:pt x="20557" y="321253"/>
                  </a:lnTo>
                  <a:lnTo>
                    <a:pt x="9289" y="365066"/>
                  </a:lnTo>
                  <a:lnTo>
                    <a:pt x="2360" y="410458"/>
                  </a:lnTo>
                  <a:lnTo>
                    <a:pt x="0" y="457200"/>
                  </a:lnTo>
                  <a:lnTo>
                    <a:pt x="2360" y="503941"/>
                  </a:lnTo>
                  <a:lnTo>
                    <a:pt x="9289" y="549333"/>
                  </a:lnTo>
                  <a:lnTo>
                    <a:pt x="20557" y="593146"/>
                  </a:lnTo>
                  <a:lnTo>
                    <a:pt x="35933" y="635150"/>
                  </a:lnTo>
                  <a:lnTo>
                    <a:pt x="55187" y="675116"/>
                  </a:lnTo>
                  <a:lnTo>
                    <a:pt x="78090" y="712812"/>
                  </a:lnTo>
                  <a:lnTo>
                    <a:pt x="104411" y="748009"/>
                  </a:lnTo>
                  <a:lnTo>
                    <a:pt x="133921" y="780478"/>
                  </a:lnTo>
                  <a:lnTo>
                    <a:pt x="166390" y="809988"/>
                  </a:lnTo>
                  <a:lnTo>
                    <a:pt x="201587" y="836309"/>
                  </a:lnTo>
                  <a:lnTo>
                    <a:pt x="239283" y="859212"/>
                  </a:lnTo>
                  <a:lnTo>
                    <a:pt x="279249" y="878466"/>
                  </a:lnTo>
                  <a:lnTo>
                    <a:pt x="321253" y="893842"/>
                  </a:lnTo>
                  <a:lnTo>
                    <a:pt x="365066" y="905110"/>
                  </a:lnTo>
                  <a:lnTo>
                    <a:pt x="410458" y="912039"/>
                  </a:lnTo>
                  <a:lnTo>
                    <a:pt x="457199" y="914400"/>
                  </a:lnTo>
                  <a:lnTo>
                    <a:pt x="503941" y="912039"/>
                  </a:lnTo>
                  <a:lnTo>
                    <a:pt x="549333" y="905110"/>
                  </a:lnTo>
                  <a:lnTo>
                    <a:pt x="593146" y="893842"/>
                  </a:lnTo>
                  <a:lnTo>
                    <a:pt x="635150" y="878466"/>
                  </a:lnTo>
                  <a:lnTo>
                    <a:pt x="675116" y="859212"/>
                  </a:lnTo>
                  <a:lnTo>
                    <a:pt x="712812" y="836309"/>
                  </a:lnTo>
                  <a:lnTo>
                    <a:pt x="748009" y="809988"/>
                  </a:lnTo>
                  <a:lnTo>
                    <a:pt x="780478" y="780478"/>
                  </a:lnTo>
                  <a:lnTo>
                    <a:pt x="809988" y="748009"/>
                  </a:lnTo>
                  <a:lnTo>
                    <a:pt x="836309" y="712812"/>
                  </a:lnTo>
                  <a:lnTo>
                    <a:pt x="859212" y="675116"/>
                  </a:lnTo>
                  <a:lnTo>
                    <a:pt x="878466" y="635150"/>
                  </a:lnTo>
                  <a:lnTo>
                    <a:pt x="893842" y="593146"/>
                  </a:lnTo>
                  <a:lnTo>
                    <a:pt x="905110" y="549333"/>
                  </a:lnTo>
                  <a:lnTo>
                    <a:pt x="912039" y="503941"/>
                  </a:lnTo>
                  <a:lnTo>
                    <a:pt x="914399" y="457200"/>
                  </a:lnTo>
                  <a:lnTo>
                    <a:pt x="912039" y="410458"/>
                  </a:lnTo>
                  <a:lnTo>
                    <a:pt x="905110" y="365066"/>
                  </a:lnTo>
                  <a:lnTo>
                    <a:pt x="893842" y="321253"/>
                  </a:lnTo>
                  <a:lnTo>
                    <a:pt x="878466" y="279249"/>
                  </a:lnTo>
                  <a:lnTo>
                    <a:pt x="859212" y="239283"/>
                  </a:lnTo>
                  <a:lnTo>
                    <a:pt x="836309" y="201587"/>
                  </a:lnTo>
                  <a:lnTo>
                    <a:pt x="809988" y="166390"/>
                  </a:lnTo>
                  <a:lnTo>
                    <a:pt x="780478" y="133921"/>
                  </a:lnTo>
                  <a:lnTo>
                    <a:pt x="748009" y="104411"/>
                  </a:lnTo>
                  <a:lnTo>
                    <a:pt x="712812" y="78090"/>
                  </a:lnTo>
                  <a:lnTo>
                    <a:pt x="675116" y="55187"/>
                  </a:lnTo>
                  <a:lnTo>
                    <a:pt x="635150" y="35933"/>
                  </a:lnTo>
                  <a:lnTo>
                    <a:pt x="593146" y="20557"/>
                  </a:lnTo>
                  <a:lnTo>
                    <a:pt x="549333" y="9289"/>
                  </a:lnTo>
                  <a:lnTo>
                    <a:pt x="503941" y="2360"/>
                  </a:lnTo>
                  <a:lnTo>
                    <a:pt x="457199" y="0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24581" y="350558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60" y="410458"/>
                  </a:lnTo>
                  <a:lnTo>
                    <a:pt x="9289" y="365066"/>
                  </a:lnTo>
                  <a:lnTo>
                    <a:pt x="20557" y="321253"/>
                  </a:lnTo>
                  <a:lnTo>
                    <a:pt x="35933" y="279249"/>
                  </a:lnTo>
                  <a:lnTo>
                    <a:pt x="55187" y="239283"/>
                  </a:lnTo>
                  <a:lnTo>
                    <a:pt x="78090" y="201587"/>
                  </a:lnTo>
                  <a:lnTo>
                    <a:pt x="104411" y="166390"/>
                  </a:lnTo>
                  <a:lnTo>
                    <a:pt x="133921" y="133921"/>
                  </a:lnTo>
                  <a:lnTo>
                    <a:pt x="166390" y="104411"/>
                  </a:lnTo>
                  <a:lnTo>
                    <a:pt x="201587" y="78090"/>
                  </a:lnTo>
                  <a:lnTo>
                    <a:pt x="239283" y="55187"/>
                  </a:lnTo>
                  <a:lnTo>
                    <a:pt x="279249" y="35933"/>
                  </a:lnTo>
                  <a:lnTo>
                    <a:pt x="321253" y="20557"/>
                  </a:lnTo>
                  <a:lnTo>
                    <a:pt x="365066" y="9289"/>
                  </a:lnTo>
                  <a:lnTo>
                    <a:pt x="410458" y="2360"/>
                  </a:lnTo>
                  <a:lnTo>
                    <a:pt x="457199" y="0"/>
                  </a:lnTo>
                  <a:lnTo>
                    <a:pt x="503941" y="2360"/>
                  </a:lnTo>
                  <a:lnTo>
                    <a:pt x="549333" y="9289"/>
                  </a:lnTo>
                  <a:lnTo>
                    <a:pt x="593146" y="20557"/>
                  </a:lnTo>
                  <a:lnTo>
                    <a:pt x="635150" y="35933"/>
                  </a:lnTo>
                  <a:lnTo>
                    <a:pt x="675116" y="55187"/>
                  </a:lnTo>
                  <a:lnTo>
                    <a:pt x="712812" y="78090"/>
                  </a:lnTo>
                  <a:lnTo>
                    <a:pt x="748009" y="104411"/>
                  </a:lnTo>
                  <a:lnTo>
                    <a:pt x="780478" y="133921"/>
                  </a:lnTo>
                  <a:lnTo>
                    <a:pt x="809988" y="166390"/>
                  </a:lnTo>
                  <a:lnTo>
                    <a:pt x="836309" y="201587"/>
                  </a:lnTo>
                  <a:lnTo>
                    <a:pt x="859212" y="239283"/>
                  </a:lnTo>
                  <a:lnTo>
                    <a:pt x="878466" y="279249"/>
                  </a:lnTo>
                  <a:lnTo>
                    <a:pt x="893842" y="321253"/>
                  </a:lnTo>
                  <a:lnTo>
                    <a:pt x="905110" y="365066"/>
                  </a:lnTo>
                  <a:lnTo>
                    <a:pt x="912039" y="410458"/>
                  </a:lnTo>
                  <a:lnTo>
                    <a:pt x="914399" y="457200"/>
                  </a:lnTo>
                  <a:lnTo>
                    <a:pt x="912039" y="503941"/>
                  </a:lnTo>
                  <a:lnTo>
                    <a:pt x="905110" y="549333"/>
                  </a:lnTo>
                  <a:lnTo>
                    <a:pt x="893842" y="593146"/>
                  </a:lnTo>
                  <a:lnTo>
                    <a:pt x="878466" y="635150"/>
                  </a:lnTo>
                  <a:lnTo>
                    <a:pt x="859212" y="675116"/>
                  </a:lnTo>
                  <a:lnTo>
                    <a:pt x="836309" y="712812"/>
                  </a:lnTo>
                  <a:lnTo>
                    <a:pt x="809988" y="748009"/>
                  </a:lnTo>
                  <a:lnTo>
                    <a:pt x="780478" y="780478"/>
                  </a:lnTo>
                  <a:lnTo>
                    <a:pt x="748009" y="809988"/>
                  </a:lnTo>
                  <a:lnTo>
                    <a:pt x="712812" y="836309"/>
                  </a:lnTo>
                  <a:lnTo>
                    <a:pt x="675116" y="859212"/>
                  </a:lnTo>
                  <a:lnTo>
                    <a:pt x="635150" y="878466"/>
                  </a:lnTo>
                  <a:lnTo>
                    <a:pt x="593146" y="893842"/>
                  </a:lnTo>
                  <a:lnTo>
                    <a:pt x="549333" y="905110"/>
                  </a:lnTo>
                  <a:lnTo>
                    <a:pt x="503941" y="912039"/>
                  </a:lnTo>
                  <a:lnTo>
                    <a:pt x="457199" y="914400"/>
                  </a:lnTo>
                  <a:lnTo>
                    <a:pt x="410458" y="912039"/>
                  </a:lnTo>
                  <a:lnTo>
                    <a:pt x="365066" y="905110"/>
                  </a:lnTo>
                  <a:lnTo>
                    <a:pt x="321253" y="893842"/>
                  </a:lnTo>
                  <a:lnTo>
                    <a:pt x="279249" y="878466"/>
                  </a:lnTo>
                  <a:lnTo>
                    <a:pt x="239283" y="859212"/>
                  </a:lnTo>
                  <a:lnTo>
                    <a:pt x="201587" y="836309"/>
                  </a:lnTo>
                  <a:lnTo>
                    <a:pt x="166390" y="809988"/>
                  </a:lnTo>
                  <a:lnTo>
                    <a:pt x="133921" y="780478"/>
                  </a:lnTo>
                  <a:lnTo>
                    <a:pt x="104411" y="748009"/>
                  </a:lnTo>
                  <a:lnTo>
                    <a:pt x="78090" y="712812"/>
                  </a:lnTo>
                  <a:lnTo>
                    <a:pt x="55187" y="675116"/>
                  </a:lnTo>
                  <a:lnTo>
                    <a:pt x="35933" y="635150"/>
                  </a:lnTo>
                  <a:lnTo>
                    <a:pt x="20557" y="593146"/>
                  </a:lnTo>
                  <a:lnTo>
                    <a:pt x="9289" y="549333"/>
                  </a:lnTo>
                  <a:lnTo>
                    <a:pt x="2360" y="503941"/>
                  </a:lnTo>
                  <a:lnTo>
                    <a:pt x="0" y="4572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442208" y="3497198"/>
            <a:ext cx="2794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40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76300" y="2512314"/>
            <a:ext cx="2981960" cy="3058160"/>
            <a:chOff x="376300" y="2814701"/>
            <a:chExt cx="2981960" cy="3058160"/>
          </a:xfrm>
        </p:grpSpPr>
        <p:sp>
          <p:nvSpPr>
            <p:cNvPr id="18" name="object 18"/>
            <p:cNvSpPr/>
            <p:nvPr/>
          </p:nvSpPr>
          <p:spPr>
            <a:xfrm>
              <a:off x="2819780" y="2819781"/>
              <a:ext cx="533400" cy="685800"/>
            </a:xfrm>
            <a:custGeom>
              <a:avLst/>
              <a:gdLst/>
              <a:ahLst/>
              <a:cxnLst/>
              <a:rect l="l" t="t" r="r" b="b"/>
              <a:pathLst>
                <a:path w="533400" h="685800">
                  <a:moveTo>
                    <a:pt x="0" y="0"/>
                  </a:moveTo>
                  <a:lnTo>
                    <a:pt x="533399" y="685800"/>
                  </a:lnTo>
                </a:path>
              </a:pathLst>
            </a:custGeom>
            <a:ln w="99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1380" y="495338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54" y="2360"/>
                  </a:lnTo>
                  <a:lnTo>
                    <a:pt x="365059" y="9289"/>
                  </a:lnTo>
                  <a:lnTo>
                    <a:pt x="321243" y="20557"/>
                  </a:lnTo>
                  <a:lnTo>
                    <a:pt x="279238" y="35933"/>
                  </a:lnTo>
                  <a:lnTo>
                    <a:pt x="239272" y="55187"/>
                  </a:lnTo>
                  <a:lnTo>
                    <a:pt x="201576" y="78090"/>
                  </a:lnTo>
                  <a:lnTo>
                    <a:pt x="166379" y="104411"/>
                  </a:lnTo>
                  <a:lnTo>
                    <a:pt x="133911" y="133921"/>
                  </a:lnTo>
                  <a:lnTo>
                    <a:pt x="104403" y="166390"/>
                  </a:lnTo>
                  <a:lnTo>
                    <a:pt x="78083" y="201587"/>
                  </a:lnTo>
                  <a:lnTo>
                    <a:pt x="55182" y="239283"/>
                  </a:lnTo>
                  <a:lnTo>
                    <a:pt x="35929" y="279249"/>
                  </a:lnTo>
                  <a:lnTo>
                    <a:pt x="20555" y="321253"/>
                  </a:lnTo>
                  <a:lnTo>
                    <a:pt x="9288" y="365066"/>
                  </a:lnTo>
                  <a:lnTo>
                    <a:pt x="2360" y="410458"/>
                  </a:lnTo>
                  <a:lnTo>
                    <a:pt x="0" y="457200"/>
                  </a:lnTo>
                  <a:lnTo>
                    <a:pt x="2360" y="503945"/>
                  </a:lnTo>
                  <a:lnTo>
                    <a:pt x="9288" y="549340"/>
                  </a:lnTo>
                  <a:lnTo>
                    <a:pt x="20555" y="593156"/>
                  </a:lnTo>
                  <a:lnTo>
                    <a:pt x="35929" y="635161"/>
                  </a:lnTo>
                  <a:lnTo>
                    <a:pt x="55182" y="675127"/>
                  </a:lnTo>
                  <a:lnTo>
                    <a:pt x="78083" y="712823"/>
                  </a:lnTo>
                  <a:lnTo>
                    <a:pt x="104403" y="748020"/>
                  </a:lnTo>
                  <a:lnTo>
                    <a:pt x="133911" y="780488"/>
                  </a:lnTo>
                  <a:lnTo>
                    <a:pt x="166379" y="809996"/>
                  </a:lnTo>
                  <a:lnTo>
                    <a:pt x="201576" y="836316"/>
                  </a:lnTo>
                  <a:lnTo>
                    <a:pt x="239272" y="859217"/>
                  </a:lnTo>
                  <a:lnTo>
                    <a:pt x="279238" y="878470"/>
                  </a:lnTo>
                  <a:lnTo>
                    <a:pt x="321243" y="893844"/>
                  </a:lnTo>
                  <a:lnTo>
                    <a:pt x="365059" y="905111"/>
                  </a:lnTo>
                  <a:lnTo>
                    <a:pt x="410454" y="912039"/>
                  </a:lnTo>
                  <a:lnTo>
                    <a:pt x="457200" y="914400"/>
                  </a:lnTo>
                  <a:lnTo>
                    <a:pt x="503945" y="912039"/>
                  </a:lnTo>
                  <a:lnTo>
                    <a:pt x="549340" y="905111"/>
                  </a:lnTo>
                  <a:lnTo>
                    <a:pt x="593156" y="893844"/>
                  </a:lnTo>
                  <a:lnTo>
                    <a:pt x="635161" y="878470"/>
                  </a:lnTo>
                  <a:lnTo>
                    <a:pt x="675127" y="859217"/>
                  </a:lnTo>
                  <a:lnTo>
                    <a:pt x="712823" y="836316"/>
                  </a:lnTo>
                  <a:lnTo>
                    <a:pt x="748020" y="809996"/>
                  </a:lnTo>
                  <a:lnTo>
                    <a:pt x="780488" y="780488"/>
                  </a:lnTo>
                  <a:lnTo>
                    <a:pt x="809996" y="748020"/>
                  </a:lnTo>
                  <a:lnTo>
                    <a:pt x="836316" y="712823"/>
                  </a:lnTo>
                  <a:lnTo>
                    <a:pt x="859217" y="675127"/>
                  </a:lnTo>
                  <a:lnTo>
                    <a:pt x="878470" y="635161"/>
                  </a:lnTo>
                  <a:lnTo>
                    <a:pt x="893844" y="593156"/>
                  </a:lnTo>
                  <a:lnTo>
                    <a:pt x="905111" y="549340"/>
                  </a:lnTo>
                  <a:lnTo>
                    <a:pt x="912039" y="503945"/>
                  </a:lnTo>
                  <a:lnTo>
                    <a:pt x="914400" y="457200"/>
                  </a:lnTo>
                  <a:lnTo>
                    <a:pt x="912039" y="410458"/>
                  </a:lnTo>
                  <a:lnTo>
                    <a:pt x="905111" y="365066"/>
                  </a:lnTo>
                  <a:lnTo>
                    <a:pt x="893844" y="321253"/>
                  </a:lnTo>
                  <a:lnTo>
                    <a:pt x="878470" y="279249"/>
                  </a:lnTo>
                  <a:lnTo>
                    <a:pt x="859217" y="239283"/>
                  </a:lnTo>
                  <a:lnTo>
                    <a:pt x="836316" y="201587"/>
                  </a:lnTo>
                  <a:lnTo>
                    <a:pt x="809996" y="166390"/>
                  </a:lnTo>
                  <a:lnTo>
                    <a:pt x="780488" y="133921"/>
                  </a:lnTo>
                  <a:lnTo>
                    <a:pt x="748020" y="104411"/>
                  </a:lnTo>
                  <a:lnTo>
                    <a:pt x="712823" y="78090"/>
                  </a:lnTo>
                  <a:lnTo>
                    <a:pt x="675127" y="55187"/>
                  </a:lnTo>
                  <a:lnTo>
                    <a:pt x="635161" y="35933"/>
                  </a:lnTo>
                  <a:lnTo>
                    <a:pt x="593156" y="20557"/>
                  </a:lnTo>
                  <a:lnTo>
                    <a:pt x="549340" y="9289"/>
                  </a:lnTo>
                  <a:lnTo>
                    <a:pt x="503945" y="23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81380" y="495338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60" y="410458"/>
                  </a:lnTo>
                  <a:lnTo>
                    <a:pt x="9288" y="365066"/>
                  </a:lnTo>
                  <a:lnTo>
                    <a:pt x="20555" y="321253"/>
                  </a:lnTo>
                  <a:lnTo>
                    <a:pt x="35929" y="279249"/>
                  </a:lnTo>
                  <a:lnTo>
                    <a:pt x="55182" y="239283"/>
                  </a:lnTo>
                  <a:lnTo>
                    <a:pt x="78083" y="201587"/>
                  </a:lnTo>
                  <a:lnTo>
                    <a:pt x="104403" y="166390"/>
                  </a:lnTo>
                  <a:lnTo>
                    <a:pt x="133911" y="133921"/>
                  </a:lnTo>
                  <a:lnTo>
                    <a:pt x="166379" y="104411"/>
                  </a:lnTo>
                  <a:lnTo>
                    <a:pt x="201576" y="78090"/>
                  </a:lnTo>
                  <a:lnTo>
                    <a:pt x="239272" y="55187"/>
                  </a:lnTo>
                  <a:lnTo>
                    <a:pt x="279238" y="35933"/>
                  </a:lnTo>
                  <a:lnTo>
                    <a:pt x="321243" y="20557"/>
                  </a:lnTo>
                  <a:lnTo>
                    <a:pt x="365059" y="9289"/>
                  </a:lnTo>
                  <a:lnTo>
                    <a:pt x="410454" y="2360"/>
                  </a:lnTo>
                  <a:lnTo>
                    <a:pt x="457200" y="0"/>
                  </a:lnTo>
                  <a:lnTo>
                    <a:pt x="503945" y="2360"/>
                  </a:lnTo>
                  <a:lnTo>
                    <a:pt x="549340" y="9289"/>
                  </a:lnTo>
                  <a:lnTo>
                    <a:pt x="593156" y="20557"/>
                  </a:lnTo>
                  <a:lnTo>
                    <a:pt x="635161" y="35933"/>
                  </a:lnTo>
                  <a:lnTo>
                    <a:pt x="675127" y="55187"/>
                  </a:lnTo>
                  <a:lnTo>
                    <a:pt x="712823" y="78090"/>
                  </a:lnTo>
                  <a:lnTo>
                    <a:pt x="748020" y="104411"/>
                  </a:lnTo>
                  <a:lnTo>
                    <a:pt x="780488" y="133921"/>
                  </a:lnTo>
                  <a:lnTo>
                    <a:pt x="809996" y="166390"/>
                  </a:lnTo>
                  <a:lnTo>
                    <a:pt x="836316" y="201587"/>
                  </a:lnTo>
                  <a:lnTo>
                    <a:pt x="859217" y="239283"/>
                  </a:lnTo>
                  <a:lnTo>
                    <a:pt x="878470" y="279249"/>
                  </a:lnTo>
                  <a:lnTo>
                    <a:pt x="893844" y="321253"/>
                  </a:lnTo>
                  <a:lnTo>
                    <a:pt x="905111" y="365066"/>
                  </a:lnTo>
                  <a:lnTo>
                    <a:pt x="912039" y="410458"/>
                  </a:lnTo>
                  <a:lnTo>
                    <a:pt x="914400" y="457200"/>
                  </a:lnTo>
                  <a:lnTo>
                    <a:pt x="912039" y="503945"/>
                  </a:lnTo>
                  <a:lnTo>
                    <a:pt x="905111" y="549340"/>
                  </a:lnTo>
                  <a:lnTo>
                    <a:pt x="893844" y="593156"/>
                  </a:lnTo>
                  <a:lnTo>
                    <a:pt x="878470" y="635161"/>
                  </a:lnTo>
                  <a:lnTo>
                    <a:pt x="859217" y="675127"/>
                  </a:lnTo>
                  <a:lnTo>
                    <a:pt x="836316" y="712823"/>
                  </a:lnTo>
                  <a:lnTo>
                    <a:pt x="809996" y="748020"/>
                  </a:lnTo>
                  <a:lnTo>
                    <a:pt x="780488" y="780488"/>
                  </a:lnTo>
                  <a:lnTo>
                    <a:pt x="748020" y="809996"/>
                  </a:lnTo>
                  <a:lnTo>
                    <a:pt x="712823" y="836316"/>
                  </a:lnTo>
                  <a:lnTo>
                    <a:pt x="675127" y="859217"/>
                  </a:lnTo>
                  <a:lnTo>
                    <a:pt x="635161" y="878470"/>
                  </a:lnTo>
                  <a:lnTo>
                    <a:pt x="593156" y="893844"/>
                  </a:lnTo>
                  <a:lnTo>
                    <a:pt x="549340" y="905111"/>
                  </a:lnTo>
                  <a:lnTo>
                    <a:pt x="503945" y="912039"/>
                  </a:lnTo>
                  <a:lnTo>
                    <a:pt x="457200" y="914400"/>
                  </a:lnTo>
                  <a:lnTo>
                    <a:pt x="410454" y="912039"/>
                  </a:lnTo>
                  <a:lnTo>
                    <a:pt x="365059" y="905111"/>
                  </a:lnTo>
                  <a:lnTo>
                    <a:pt x="321243" y="893844"/>
                  </a:lnTo>
                  <a:lnTo>
                    <a:pt x="279238" y="878470"/>
                  </a:lnTo>
                  <a:lnTo>
                    <a:pt x="239272" y="859217"/>
                  </a:lnTo>
                  <a:lnTo>
                    <a:pt x="201576" y="836316"/>
                  </a:lnTo>
                  <a:lnTo>
                    <a:pt x="166379" y="809996"/>
                  </a:lnTo>
                  <a:lnTo>
                    <a:pt x="133911" y="780488"/>
                  </a:lnTo>
                  <a:lnTo>
                    <a:pt x="104403" y="748020"/>
                  </a:lnTo>
                  <a:lnTo>
                    <a:pt x="78083" y="712823"/>
                  </a:lnTo>
                  <a:lnTo>
                    <a:pt x="55182" y="675127"/>
                  </a:lnTo>
                  <a:lnTo>
                    <a:pt x="35929" y="635161"/>
                  </a:lnTo>
                  <a:lnTo>
                    <a:pt x="20555" y="593156"/>
                  </a:lnTo>
                  <a:lnTo>
                    <a:pt x="9288" y="549340"/>
                  </a:lnTo>
                  <a:lnTo>
                    <a:pt x="2360" y="503945"/>
                  </a:lnTo>
                  <a:lnTo>
                    <a:pt x="0" y="4572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99008" y="4945507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22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985900" y="4036314"/>
            <a:ext cx="1762760" cy="1610360"/>
            <a:chOff x="985900" y="4338701"/>
            <a:chExt cx="1762760" cy="1610360"/>
          </a:xfrm>
        </p:grpSpPr>
        <p:sp>
          <p:nvSpPr>
            <p:cNvPr id="23" name="object 23"/>
            <p:cNvSpPr/>
            <p:nvPr/>
          </p:nvSpPr>
          <p:spPr>
            <a:xfrm>
              <a:off x="990980" y="4343781"/>
              <a:ext cx="304800" cy="609600"/>
            </a:xfrm>
            <a:custGeom>
              <a:avLst/>
              <a:gdLst/>
              <a:ahLst/>
              <a:cxnLst/>
              <a:rect l="l" t="t" r="r" b="b"/>
              <a:pathLst>
                <a:path w="304800" h="609600">
                  <a:moveTo>
                    <a:pt x="304800" y="0"/>
                  </a:moveTo>
                  <a:lnTo>
                    <a:pt x="0" y="609600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829180" y="502958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58" y="2360"/>
                  </a:lnTo>
                  <a:lnTo>
                    <a:pt x="365066" y="9289"/>
                  </a:lnTo>
                  <a:lnTo>
                    <a:pt x="321253" y="20557"/>
                  </a:lnTo>
                  <a:lnTo>
                    <a:pt x="279249" y="35933"/>
                  </a:lnTo>
                  <a:lnTo>
                    <a:pt x="239283" y="55187"/>
                  </a:lnTo>
                  <a:lnTo>
                    <a:pt x="201587" y="78090"/>
                  </a:lnTo>
                  <a:lnTo>
                    <a:pt x="166390" y="104411"/>
                  </a:lnTo>
                  <a:lnTo>
                    <a:pt x="133921" y="133921"/>
                  </a:lnTo>
                  <a:lnTo>
                    <a:pt x="104411" y="166390"/>
                  </a:lnTo>
                  <a:lnTo>
                    <a:pt x="78090" y="201587"/>
                  </a:lnTo>
                  <a:lnTo>
                    <a:pt x="55187" y="239283"/>
                  </a:lnTo>
                  <a:lnTo>
                    <a:pt x="35933" y="279249"/>
                  </a:lnTo>
                  <a:lnTo>
                    <a:pt x="20557" y="321253"/>
                  </a:lnTo>
                  <a:lnTo>
                    <a:pt x="9289" y="365066"/>
                  </a:lnTo>
                  <a:lnTo>
                    <a:pt x="2360" y="410458"/>
                  </a:lnTo>
                  <a:lnTo>
                    <a:pt x="0" y="457200"/>
                  </a:lnTo>
                  <a:lnTo>
                    <a:pt x="2360" y="503945"/>
                  </a:lnTo>
                  <a:lnTo>
                    <a:pt x="9289" y="549340"/>
                  </a:lnTo>
                  <a:lnTo>
                    <a:pt x="20557" y="593156"/>
                  </a:lnTo>
                  <a:lnTo>
                    <a:pt x="35933" y="635161"/>
                  </a:lnTo>
                  <a:lnTo>
                    <a:pt x="55187" y="675127"/>
                  </a:lnTo>
                  <a:lnTo>
                    <a:pt x="78090" y="712823"/>
                  </a:lnTo>
                  <a:lnTo>
                    <a:pt x="104411" y="748020"/>
                  </a:lnTo>
                  <a:lnTo>
                    <a:pt x="133921" y="780488"/>
                  </a:lnTo>
                  <a:lnTo>
                    <a:pt x="166390" y="809996"/>
                  </a:lnTo>
                  <a:lnTo>
                    <a:pt x="201587" y="836316"/>
                  </a:lnTo>
                  <a:lnTo>
                    <a:pt x="239283" y="859217"/>
                  </a:lnTo>
                  <a:lnTo>
                    <a:pt x="279249" y="878470"/>
                  </a:lnTo>
                  <a:lnTo>
                    <a:pt x="321253" y="893844"/>
                  </a:lnTo>
                  <a:lnTo>
                    <a:pt x="365066" y="905111"/>
                  </a:lnTo>
                  <a:lnTo>
                    <a:pt x="410458" y="912039"/>
                  </a:lnTo>
                  <a:lnTo>
                    <a:pt x="457200" y="914400"/>
                  </a:lnTo>
                  <a:lnTo>
                    <a:pt x="503941" y="912039"/>
                  </a:lnTo>
                  <a:lnTo>
                    <a:pt x="549333" y="905111"/>
                  </a:lnTo>
                  <a:lnTo>
                    <a:pt x="593146" y="893844"/>
                  </a:lnTo>
                  <a:lnTo>
                    <a:pt x="635150" y="878470"/>
                  </a:lnTo>
                  <a:lnTo>
                    <a:pt x="675116" y="859217"/>
                  </a:lnTo>
                  <a:lnTo>
                    <a:pt x="712812" y="836316"/>
                  </a:lnTo>
                  <a:lnTo>
                    <a:pt x="748009" y="809996"/>
                  </a:lnTo>
                  <a:lnTo>
                    <a:pt x="780478" y="780488"/>
                  </a:lnTo>
                  <a:lnTo>
                    <a:pt x="809988" y="748020"/>
                  </a:lnTo>
                  <a:lnTo>
                    <a:pt x="836309" y="712823"/>
                  </a:lnTo>
                  <a:lnTo>
                    <a:pt x="859212" y="675127"/>
                  </a:lnTo>
                  <a:lnTo>
                    <a:pt x="878466" y="635161"/>
                  </a:lnTo>
                  <a:lnTo>
                    <a:pt x="893842" y="593156"/>
                  </a:lnTo>
                  <a:lnTo>
                    <a:pt x="905110" y="549340"/>
                  </a:lnTo>
                  <a:lnTo>
                    <a:pt x="912039" y="503945"/>
                  </a:lnTo>
                  <a:lnTo>
                    <a:pt x="914400" y="457200"/>
                  </a:lnTo>
                  <a:lnTo>
                    <a:pt x="912039" y="410458"/>
                  </a:lnTo>
                  <a:lnTo>
                    <a:pt x="905110" y="365066"/>
                  </a:lnTo>
                  <a:lnTo>
                    <a:pt x="893842" y="321253"/>
                  </a:lnTo>
                  <a:lnTo>
                    <a:pt x="878466" y="279249"/>
                  </a:lnTo>
                  <a:lnTo>
                    <a:pt x="859212" y="239283"/>
                  </a:lnTo>
                  <a:lnTo>
                    <a:pt x="836309" y="201587"/>
                  </a:lnTo>
                  <a:lnTo>
                    <a:pt x="809988" y="166390"/>
                  </a:lnTo>
                  <a:lnTo>
                    <a:pt x="780478" y="133921"/>
                  </a:lnTo>
                  <a:lnTo>
                    <a:pt x="748009" y="104411"/>
                  </a:lnTo>
                  <a:lnTo>
                    <a:pt x="712812" y="78090"/>
                  </a:lnTo>
                  <a:lnTo>
                    <a:pt x="675116" y="55187"/>
                  </a:lnTo>
                  <a:lnTo>
                    <a:pt x="635150" y="35933"/>
                  </a:lnTo>
                  <a:lnTo>
                    <a:pt x="593146" y="20557"/>
                  </a:lnTo>
                  <a:lnTo>
                    <a:pt x="549333" y="9289"/>
                  </a:lnTo>
                  <a:lnTo>
                    <a:pt x="503941" y="23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829180" y="502958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60" y="410458"/>
                  </a:lnTo>
                  <a:lnTo>
                    <a:pt x="9289" y="365066"/>
                  </a:lnTo>
                  <a:lnTo>
                    <a:pt x="20557" y="321253"/>
                  </a:lnTo>
                  <a:lnTo>
                    <a:pt x="35933" y="279249"/>
                  </a:lnTo>
                  <a:lnTo>
                    <a:pt x="55187" y="239283"/>
                  </a:lnTo>
                  <a:lnTo>
                    <a:pt x="78090" y="201587"/>
                  </a:lnTo>
                  <a:lnTo>
                    <a:pt x="104411" y="166390"/>
                  </a:lnTo>
                  <a:lnTo>
                    <a:pt x="133921" y="133921"/>
                  </a:lnTo>
                  <a:lnTo>
                    <a:pt x="166390" y="104411"/>
                  </a:lnTo>
                  <a:lnTo>
                    <a:pt x="201587" y="78090"/>
                  </a:lnTo>
                  <a:lnTo>
                    <a:pt x="239283" y="55187"/>
                  </a:lnTo>
                  <a:lnTo>
                    <a:pt x="279249" y="35933"/>
                  </a:lnTo>
                  <a:lnTo>
                    <a:pt x="321253" y="20557"/>
                  </a:lnTo>
                  <a:lnTo>
                    <a:pt x="365066" y="9289"/>
                  </a:lnTo>
                  <a:lnTo>
                    <a:pt x="410458" y="2360"/>
                  </a:lnTo>
                  <a:lnTo>
                    <a:pt x="457200" y="0"/>
                  </a:lnTo>
                  <a:lnTo>
                    <a:pt x="503941" y="2360"/>
                  </a:lnTo>
                  <a:lnTo>
                    <a:pt x="549333" y="9289"/>
                  </a:lnTo>
                  <a:lnTo>
                    <a:pt x="593146" y="20557"/>
                  </a:lnTo>
                  <a:lnTo>
                    <a:pt x="635150" y="35933"/>
                  </a:lnTo>
                  <a:lnTo>
                    <a:pt x="675116" y="55187"/>
                  </a:lnTo>
                  <a:lnTo>
                    <a:pt x="712812" y="78090"/>
                  </a:lnTo>
                  <a:lnTo>
                    <a:pt x="748009" y="104411"/>
                  </a:lnTo>
                  <a:lnTo>
                    <a:pt x="780478" y="133921"/>
                  </a:lnTo>
                  <a:lnTo>
                    <a:pt x="809988" y="166390"/>
                  </a:lnTo>
                  <a:lnTo>
                    <a:pt x="836309" y="201587"/>
                  </a:lnTo>
                  <a:lnTo>
                    <a:pt x="859212" y="239283"/>
                  </a:lnTo>
                  <a:lnTo>
                    <a:pt x="878466" y="279249"/>
                  </a:lnTo>
                  <a:lnTo>
                    <a:pt x="893842" y="321253"/>
                  </a:lnTo>
                  <a:lnTo>
                    <a:pt x="905110" y="365066"/>
                  </a:lnTo>
                  <a:lnTo>
                    <a:pt x="912039" y="410458"/>
                  </a:lnTo>
                  <a:lnTo>
                    <a:pt x="914400" y="457200"/>
                  </a:lnTo>
                  <a:lnTo>
                    <a:pt x="912039" y="503945"/>
                  </a:lnTo>
                  <a:lnTo>
                    <a:pt x="905110" y="549340"/>
                  </a:lnTo>
                  <a:lnTo>
                    <a:pt x="893842" y="593156"/>
                  </a:lnTo>
                  <a:lnTo>
                    <a:pt x="878466" y="635161"/>
                  </a:lnTo>
                  <a:lnTo>
                    <a:pt x="859212" y="675127"/>
                  </a:lnTo>
                  <a:lnTo>
                    <a:pt x="836309" y="712823"/>
                  </a:lnTo>
                  <a:lnTo>
                    <a:pt x="809988" y="748020"/>
                  </a:lnTo>
                  <a:lnTo>
                    <a:pt x="780478" y="780488"/>
                  </a:lnTo>
                  <a:lnTo>
                    <a:pt x="748009" y="809996"/>
                  </a:lnTo>
                  <a:lnTo>
                    <a:pt x="712812" y="836316"/>
                  </a:lnTo>
                  <a:lnTo>
                    <a:pt x="675116" y="859217"/>
                  </a:lnTo>
                  <a:lnTo>
                    <a:pt x="635150" y="878470"/>
                  </a:lnTo>
                  <a:lnTo>
                    <a:pt x="593146" y="893844"/>
                  </a:lnTo>
                  <a:lnTo>
                    <a:pt x="549333" y="905111"/>
                  </a:lnTo>
                  <a:lnTo>
                    <a:pt x="503941" y="912039"/>
                  </a:lnTo>
                  <a:lnTo>
                    <a:pt x="457200" y="914400"/>
                  </a:lnTo>
                  <a:lnTo>
                    <a:pt x="410458" y="912039"/>
                  </a:lnTo>
                  <a:lnTo>
                    <a:pt x="365066" y="905111"/>
                  </a:lnTo>
                  <a:lnTo>
                    <a:pt x="321253" y="893844"/>
                  </a:lnTo>
                  <a:lnTo>
                    <a:pt x="279249" y="878470"/>
                  </a:lnTo>
                  <a:lnTo>
                    <a:pt x="239283" y="859217"/>
                  </a:lnTo>
                  <a:lnTo>
                    <a:pt x="201587" y="836316"/>
                  </a:lnTo>
                  <a:lnTo>
                    <a:pt x="166390" y="809996"/>
                  </a:lnTo>
                  <a:lnTo>
                    <a:pt x="133921" y="780488"/>
                  </a:lnTo>
                  <a:lnTo>
                    <a:pt x="104411" y="748020"/>
                  </a:lnTo>
                  <a:lnTo>
                    <a:pt x="78090" y="712823"/>
                  </a:lnTo>
                  <a:lnTo>
                    <a:pt x="55187" y="675127"/>
                  </a:lnTo>
                  <a:lnTo>
                    <a:pt x="35933" y="635161"/>
                  </a:lnTo>
                  <a:lnTo>
                    <a:pt x="20557" y="593156"/>
                  </a:lnTo>
                  <a:lnTo>
                    <a:pt x="9289" y="549340"/>
                  </a:lnTo>
                  <a:lnTo>
                    <a:pt x="2360" y="503945"/>
                  </a:lnTo>
                  <a:lnTo>
                    <a:pt x="0" y="4572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6929501" y="1674114"/>
            <a:ext cx="924560" cy="924560"/>
            <a:chOff x="6929501" y="1976501"/>
            <a:chExt cx="924560" cy="924560"/>
          </a:xfrm>
        </p:grpSpPr>
        <p:sp>
          <p:nvSpPr>
            <p:cNvPr id="27" name="object 27"/>
            <p:cNvSpPr/>
            <p:nvPr/>
          </p:nvSpPr>
          <p:spPr>
            <a:xfrm>
              <a:off x="6934581" y="198158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58" y="2360"/>
                  </a:lnTo>
                  <a:lnTo>
                    <a:pt x="365066" y="9289"/>
                  </a:lnTo>
                  <a:lnTo>
                    <a:pt x="321253" y="20557"/>
                  </a:lnTo>
                  <a:lnTo>
                    <a:pt x="279249" y="35933"/>
                  </a:lnTo>
                  <a:lnTo>
                    <a:pt x="239283" y="55187"/>
                  </a:lnTo>
                  <a:lnTo>
                    <a:pt x="201587" y="78090"/>
                  </a:lnTo>
                  <a:lnTo>
                    <a:pt x="166390" y="104411"/>
                  </a:lnTo>
                  <a:lnTo>
                    <a:pt x="133921" y="133921"/>
                  </a:lnTo>
                  <a:lnTo>
                    <a:pt x="104411" y="166390"/>
                  </a:lnTo>
                  <a:lnTo>
                    <a:pt x="78090" y="201587"/>
                  </a:lnTo>
                  <a:lnTo>
                    <a:pt x="55187" y="239283"/>
                  </a:lnTo>
                  <a:lnTo>
                    <a:pt x="35933" y="279249"/>
                  </a:lnTo>
                  <a:lnTo>
                    <a:pt x="20557" y="321253"/>
                  </a:lnTo>
                  <a:lnTo>
                    <a:pt x="9289" y="365066"/>
                  </a:lnTo>
                  <a:lnTo>
                    <a:pt x="2360" y="410458"/>
                  </a:lnTo>
                  <a:lnTo>
                    <a:pt x="0" y="457200"/>
                  </a:lnTo>
                  <a:lnTo>
                    <a:pt x="2360" y="503941"/>
                  </a:lnTo>
                  <a:lnTo>
                    <a:pt x="9289" y="549333"/>
                  </a:lnTo>
                  <a:lnTo>
                    <a:pt x="20557" y="593146"/>
                  </a:lnTo>
                  <a:lnTo>
                    <a:pt x="35933" y="635150"/>
                  </a:lnTo>
                  <a:lnTo>
                    <a:pt x="55187" y="675116"/>
                  </a:lnTo>
                  <a:lnTo>
                    <a:pt x="78090" y="712812"/>
                  </a:lnTo>
                  <a:lnTo>
                    <a:pt x="104411" y="748009"/>
                  </a:lnTo>
                  <a:lnTo>
                    <a:pt x="133921" y="780478"/>
                  </a:lnTo>
                  <a:lnTo>
                    <a:pt x="166390" y="809988"/>
                  </a:lnTo>
                  <a:lnTo>
                    <a:pt x="201587" y="836309"/>
                  </a:lnTo>
                  <a:lnTo>
                    <a:pt x="239283" y="859212"/>
                  </a:lnTo>
                  <a:lnTo>
                    <a:pt x="279249" y="878466"/>
                  </a:lnTo>
                  <a:lnTo>
                    <a:pt x="321253" y="893842"/>
                  </a:lnTo>
                  <a:lnTo>
                    <a:pt x="365066" y="905110"/>
                  </a:lnTo>
                  <a:lnTo>
                    <a:pt x="410458" y="912039"/>
                  </a:lnTo>
                  <a:lnTo>
                    <a:pt x="457200" y="914400"/>
                  </a:lnTo>
                  <a:lnTo>
                    <a:pt x="503941" y="912039"/>
                  </a:lnTo>
                  <a:lnTo>
                    <a:pt x="549333" y="905110"/>
                  </a:lnTo>
                  <a:lnTo>
                    <a:pt x="593146" y="893842"/>
                  </a:lnTo>
                  <a:lnTo>
                    <a:pt x="635150" y="878466"/>
                  </a:lnTo>
                  <a:lnTo>
                    <a:pt x="675116" y="859212"/>
                  </a:lnTo>
                  <a:lnTo>
                    <a:pt x="712812" y="836309"/>
                  </a:lnTo>
                  <a:lnTo>
                    <a:pt x="748009" y="809988"/>
                  </a:lnTo>
                  <a:lnTo>
                    <a:pt x="780478" y="780478"/>
                  </a:lnTo>
                  <a:lnTo>
                    <a:pt x="809988" y="748009"/>
                  </a:lnTo>
                  <a:lnTo>
                    <a:pt x="836309" y="712812"/>
                  </a:lnTo>
                  <a:lnTo>
                    <a:pt x="859212" y="675116"/>
                  </a:lnTo>
                  <a:lnTo>
                    <a:pt x="878466" y="635150"/>
                  </a:lnTo>
                  <a:lnTo>
                    <a:pt x="893842" y="593146"/>
                  </a:lnTo>
                  <a:lnTo>
                    <a:pt x="905110" y="549333"/>
                  </a:lnTo>
                  <a:lnTo>
                    <a:pt x="912039" y="503941"/>
                  </a:lnTo>
                  <a:lnTo>
                    <a:pt x="914400" y="457200"/>
                  </a:lnTo>
                  <a:lnTo>
                    <a:pt x="912039" y="410458"/>
                  </a:lnTo>
                  <a:lnTo>
                    <a:pt x="905110" y="365066"/>
                  </a:lnTo>
                  <a:lnTo>
                    <a:pt x="893842" y="321253"/>
                  </a:lnTo>
                  <a:lnTo>
                    <a:pt x="878466" y="279249"/>
                  </a:lnTo>
                  <a:lnTo>
                    <a:pt x="859212" y="239283"/>
                  </a:lnTo>
                  <a:lnTo>
                    <a:pt x="836309" y="201587"/>
                  </a:lnTo>
                  <a:lnTo>
                    <a:pt x="809988" y="166390"/>
                  </a:lnTo>
                  <a:lnTo>
                    <a:pt x="780478" y="133921"/>
                  </a:lnTo>
                  <a:lnTo>
                    <a:pt x="748009" y="104411"/>
                  </a:lnTo>
                  <a:lnTo>
                    <a:pt x="712812" y="78090"/>
                  </a:lnTo>
                  <a:lnTo>
                    <a:pt x="675116" y="55187"/>
                  </a:lnTo>
                  <a:lnTo>
                    <a:pt x="635150" y="35933"/>
                  </a:lnTo>
                  <a:lnTo>
                    <a:pt x="593146" y="20557"/>
                  </a:lnTo>
                  <a:lnTo>
                    <a:pt x="549333" y="9289"/>
                  </a:lnTo>
                  <a:lnTo>
                    <a:pt x="503941" y="23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934581" y="198158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60" y="410458"/>
                  </a:lnTo>
                  <a:lnTo>
                    <a:pt x="9289" y="365066"/>
                  </a:lnTo>
                  <a:lnTo>
                    <a:pt x="20557" y="321253"/>
                  </a:lnTo>
                  <a:lnTo>
                    <a:pt x="35933" y="279249"/>
                  </a:lnTo>
                  <a:lnTo>
                    <a:pt x="55187" y="239283"/>
                  </a:lnTo>
                  <a:lnTo>
                    <a:pt x="78090" y="201587"/>
                  </a:lnTo>
                  <a:lnTo>
                    <a:pt x="104411" y="166390"/>
                  </a:lnTo>
                  <a:lnTo>
                    <a:pt x="133921" y="133921"/>
                  </a:lnTo>
                  <a:lnTo>
                    <a:pt x="166390" y="104411"/>
                  </a:lnTo>
                  <a:lnTo>
                    <a:pt x="201587" y="78090"/>
                  </a:lnTo>
                  <a:lnTo>
                    <a:pt x="239283" y="55187"/>
                  </a:lnTo>
                  <a:lnTo>
                    <a:pt x="279249" y="35933"/>
                  </a:lnTo>
                  <a:lnTo>
                    <a:pt x="321253" y="20557"/>
                  </a:lnTo>
                  <a:lnTo>
                    <a:pt x="365066" y="9289"/>
                  </a:lnTo>
                  <a:lnTo>
                    <a:pt x="410458" y="2360"/>
                  </a:lnTo>
                  <a:lnTo>
                    <a:pt x="457200" y="0"/>
                  </a:lnTo>
                  <a:lnTo>
                    <a:pt x="503941" y="2360"/>
                  </a:lnTo>
                  <a:lnTo>
                    <a:pt x="549333" y="9289"/>
                  </a:lnTo>
                  <a:lnTo>
                    <a:pt x="593146" y="20557"/>
                  </a:lnTo>
                  <a:lnTo>
                    <a:pt x="635150" y="35933"/>
                  </a:lnTo>
                  <a:lnTo>
                    <a:pt x="675116" y="55187"/>
                  </a:lnTo>
                  <a:lnTo>
                    <a:pt x="712812" y="78090"/>
                  </a:lnTo>
                  <a:lnTo>
                    <a:pt x="748009" y="104411"/>
                  </a:lnTo>
                  <a:lnTo>
                    <a:pt x="780478" y="133921"/>
                  </a:lnTo>
                  <a:lnTo>
                    <a:pt x="809988" y="166390"/>
                  </a:lnTo>
                  <a:lnTo>
                    <a:pt x="836309" y="201587"/>
                  </a:lnTo>
                  <a:lnTo>
                    <a:pt x="859212" y="239283"/>
                  </a:lnTo>
                  <a:lnTo>
                    <a:pt x="878466" y="279249"/>
                  </a:lnTo>
                  <a:lnTo>
                    <a:pt x="893842" y="321253"/>
                  </a:lnTo>
                  <a:lnTo>
                    <a:pt x="905110" y="365066"/>
                  </a:lnTo>
                  <a:lnTo>
                    <a:pt x="912039" y="410458"/>
                  </a:lnTo>
                  <a:lnTo>
                    <a:pt x="914400" y="457200"/>
                  </a:lnTo>
                  <a:lnTo>
                    <a:pt x="912039" y="503941"/>
                  </a:lnTo>
                  <a:lnTo>
                    <a:pt x="905110" y="549333"/>
                  </a:lnTo>
                  <a:lnTo>
                    <a:pt x="893842" y="593146"/>
                  </a:lnTo>
                  <a:lnTo>
                    <a:pt x="878466" y="635150"/>
                  </a:lnTo>
                  <a:lnTo>
                    <a:pt x="859212" y="675116"/>
                  </a:lnTo>
                  <a:lnTo>
                    <a:pt x="836309" y="712812"/>
                  </a:lnTo>
                  <a:lnTo>
                    <a:pt x="809988" y="748009"/>
                  </a:lnTo>
                  <a:lnTo>
                    <a:pt x="780478" y="780478"/>
                  </a:lnTo>
                  <a:lnTo>
                    <a:pt x="748009" y="809988"/>
                  </a:lnTo>
                  <a:lnTo>
                    <a:pt x="712812" y="836309"/>
                  </a:lnTo>
                  <a:lnTo>
                    <a:pt x="675116" y="859212"/>
                  </a:lnTo>
                  <a:lnTo>
                    <a:pt x="635150" y="878466"/>
                  </a:lnTo>
                  <a:lnTo>
                    <a:pt x="593146" y="893842"/>
                  </a:lnTo>
                  <a:lnTo>
                    <a:pt x="549333" y="905110"/>
                  </a:lnTo>
                  <a:lnTo>
                    <a:pt x="503941" y="912039"/>
                  </a:lnTo>
                  <a:lnTo>
                    <a:pt x="457200" y="914400"/>
                  </a:lnTo>
                  <a:lnTo>
                    <a:pt x="410458" y="912039"/>
                  </a:lnTo>
                  <a:lnTo>
                    <a:pt x="365066" y="905110"/>
                  </a:lnTo>
                  <a:lnTo>
                    <a:pt x="321253" y="893842"/>
                  </a:lnTo>
                  <a:lnTo>
                    <a:pt x="279249" y="878466"/>
                  </a:lnTo>
                  <a:lnTo>
                    <a:pt x="239283" y="859212"/>
                  </a:lnTo>
                  <a:lnTo>
                    <a:pt x="201587" y="836309"/>
                  </a:lnTo>
                  <a:lnTo>
                    <a:pt x="166390" y="809988"/>
                  </a:lnTo>
                  <a:lnTo>
                    <a:pt x="133921" y="780478"/>
                  </a:lnTo>
                  <a:lnTo>
                    <a:pt x="104411" y="748009"/>
                  </a:lnTo>
                  <a:lnTo>
                    <a:pt x="78090" y="712812"/>
                  </a:lnTo>
                  <a:lnTo>
                    <a:pt x="55187" y="675116"/>
                  </a:lnTo>
                  <a:lnTo>
                    <a:pt x="35933" y="635150"/>
                  </a:lnTo>
                  <a:lnTo>
                    <a:pt x="20557" y="593146"/>
                  </a:lnTo>
                  <a:lnTo>
                    <a:pt x="9289" y="549333"/>
                  </a:lnTo>
                  <a:lnTo>
                    <a:pt x="2360" y="503941"/>
                  </a:lnTo>
                  <a:lnTo>
                    <a:pt x="0" y="4572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7252716" y="1973453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50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938901" y="3121914"/>
            <a:ext cx="924560" cy="924560"/>
            <a:chOff x="5938901" y="3424301"/>
            <a:chExt cx="924560" cy="924560"/>
          </a:xfrm>
        </p:grpSpPr>
        <p:sp>
          <p:nvSpPr>
            <p:cNvPr id="31" name="object 31"/>
            <p:cNvSpPr/>
            <p:nvPr/>
          </p:nvSpPr>
          <p:spPr>
            <a:xfrm>
              <a:off x="5943981" y="342938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58" y="2360"/>
                  </a:lnTo>
                  <a:lnTo>
                    <a:pt x="365066" y="9289"/>
                  </a:lnTo>
                  <a:lnTo>
                    <a:pt x="321253" y="20557"/>
                  </a:lnTo>
                  <a:lnTo>
                    <a:pt x="279249" y="35933"/>
                  </a:lnTo>
                  <a:lnTo>
                    <a:pt x="239283" y="55187"/>
                  </a:lnTo>
                  <a:lnTo>
                    <a:pt x="201587" y="78090"/>
                  </a:lnTo>
                  <a:lnTo>
                    <a:pt x="166390" y="104411"/>
                  </a:lnTo>
                  <a:lnTo>
                    <a:pt x="133921" y="133921"/>
                  </a:lnTo>
                  <a:lnTo>
                    <a:pt x="104411" y="166390"/>
                  </a:lnTo>
                  <a:lnTo>
                    <a:pt x="78090" y="201587"/>
                  </a:lnTo>
                  <a:lnTo>
                    <a:pt x="55187" y="239283"/>
                  </a:lnTo>
                  <a:lnTo>
                    <a:pt x="35933" y="279249"/>
                  </a:lnTo>
                  <a:lnTo>
                    <a:pt x="20557" y="321253"/>
                  </a:lnTo>
                  <a:lnTo>
                    <a:pt x="9289" y="365066"/>
                  </a:lnTo>
                  <a:lnTo>
                    <a:pt x="2360" y="410458"/>
                  </a:lnTo>
                  <a:lnTo>
                    <a:pt x="0" y="457200"/>
                  </a:lnTo>
                  <a:lnTo>
                    <a:pt x="2360" y="503941"/>
                  </a:lnTo>
                  <a:lnTo>
                    <a:pt x="9289" y="549333"/>
                  </a:lnTo>
                  <a:lnTo>
                    <a:pt x="20557" y="593146"/>
                  </a:lnTo>
                  <a:lnTo>
                    <a:pt x="35933" y="635150"/>
                  </a:lnTo>
                  <a:lnTo>
                    <a:pt x="55187" y="675116"/>
                  </a:lnTo>
                  <a:lnTo>
                    <a:pt x="78090" y="712812"/>
                  </a:lnTo>
                  <a:lnTo>
                    <a:pt x="104411" y="748009"/>
                  </a:lnTo>
                  <a:lnTo>
                    <a:pt x="133921" y="780478"/>
                  </a:lnTo>
                  <a:lnTo>
                    <a:pt x="166390" y="809988"/>
                  </a:lnTo>
                  <a:lnTo>
                    <a:pt x="201587" y="836309"/>
                  </a:lnTo>
                  <a:lnTo>
                    <a:pt x="239283" y="859212"/>
                  </a:lnTo>
                  <a:lnTo>
                    <a:pt x="279249" y="878466"/>
                  </a:lnTo>
                  <a:lnTo>
                    <a:pt x="321253" y="893842"/>
                  </a:lnTo>
                  <a:lnTo>
                    <a:pt x="365066" y="905110"/>
                  </a:lnTo>
                  <a:lnTo>
                    <a:pt x="410458" y="912039"/>
                  </a:lnTo>
                  <a:lnTo>
                    <a:pt x="457200" y="914400"/>
                  </a:lnTo>
                  <a:lnTo>
                    <a:pt x="503941" y="912039"/>
                  </a:lnTo>
                  <a:lnTo>
                    <a:pt x="549333" y="905110"/>
                  </a:lnTo>
                  <a:lnTo>
                    <a:pt x="593146" y="893842"/>
                  </a:lnTo>
                  <a:lnTo>
                    <a:pt x="635150" y="878466"/>
                  </a:lnTo>
                  <a:lnTo>
                    <a:pt x="675116" y="859212"/>
                  </a:lnTo>
                  <a:lnTo>
                    <a:pt x="712812" y="836309"/>
                  </a:lnTo>
                  <a:lnTo>
                    <a:pt x="748009" y="809988"/>
                  </a:lnTo>
                  <a:lnTo>
                    <a:pt x="780478" y="780478"/>
                  </a:lnTo>
                  <a:lnTo>
                    <a:pt x="809988" y="748009"/>
                  </a:lnTo>
                  <a:lnTo>
                    <a:pt x="836309" y="712812"/>
                  </a:lnTo>
                  <a:lnTo>
                    <a:pt x="859212" y="675116"/>
                  </a:lnTo>
                  <a:lnTo>
                    <a:pt x="878466" y="635150"/>
                  </a:lnTo>
                  <a:lnTo>
                    <a:pt x="893842" y="593146"/>
                  </a:lnTo>
                  <a:lnTo>
                    <a:pt x="905110" y="549333"/>
                  </a:lnTo>
                  <a:lnTo>
                    <a:pt x="912039" y="503941"/>
                  </a:lnTo>
                  <a:lnTo>
                    <a:pt x="914400" y="457200"/>
                  </a:lnTo>
                  <a:lnTo>
                    <a:pt x="912039" y="410458"/>
                  </a:lnTo>
                  <a:lnTo>
                    <a:pt x="905110" y="365066"/>
                  </a:lnTo>
                  <a:lnTo>
                    <a:pt x="893842" y="321253"/>
                  </a:lnTo>
                  <a:lnTo>
                    <a:pt x="878466" y="279249"/>
                  </a:lnTo>
                  <a:lnTo>
                    <a:pt x="859212" y="239283"/>
                  </a:lnTo>
                  <a:lnTo>
                    <a:pt x="836309" y="201587"/>
                  </a:lnTo>
                  <a:lnTo>
                    <a:pt x="809988" y="166390"/>
                  </a:lnTo>
                  <a:lnTo>
                    <a:pt x="780478" y="133921"/>
                  </a:lnTo>
                  <a:lnTo>
                    <a:pt x="748009" y="104411"/>
                  </a:lnTo>
                  <a:lnTo>
                    <a:pt x="712812" y="78090"/>
                  </a:lnTo>
                  <a:lnTo>
                    <a:pt x="675116" y="55187"/>
                  </a:lnTo>
                  <a:lnTo>
                    <a:pt x="635150" y="35933"/>
                  </a:lnTo>
                  <a:lnTo>
                    <a:pt x="593146" y="20557"/>
                  </a:lnTo>
                  <a:lnTo>
                    <a:pt x="549333" y="9289"/>
                  </a:lnTo>
                  <a:lnTo>
                    <a:pt x="503941" y="23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943981" y="342938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60" y="410458"/>
                  </a:lnTo>
                  <a:lnTo>
                    <a:pt x="9289" y="365066"/>
                  </a:lnTo>
                  <a:lnTo>
                    <a:pt x="20557" y="321253"/>
                  </a:lnTo>
                  <a:lnTo>
                    <a:pt x="35933" y="279249"/>
                  </a:lnTo>
                  <a:lnTo>
                    <a:pt x="55187" y="239283"/>
                  </a:lnTo>
                  <a:lnTo>
                    <a:pt x="78090" y="201587"/>
                  </a:lnTo>
                  <a:lnTo>
                    <a:pt x="104411" y="166390"/>
                  </a:lnTo>
                  <a:lnTo>
                    <a:pt x="133921" y="133921"/>
                  </a:lnTo>
                  <a:lnTo>
                    <a:pt x="166390" y="104411"/>
                  </a:lnTo>
                  <a:lnTo>
                    <a:pt x="201587" y="78090"/>
                  </a:lnTo>
                  <a:lnTo>
                    <a:pt x="239283" y="55187"/>
                  </a:lnTo>
                  <a:lnTo>
                    <a:pt x="279249" y="35933"/>
                  </a:lnTo>
                  <a:lnTo>
                    <a:pt x="321253" y="20557"/>
                  </a:lnTo>
                  <a:lnTo>
                    <a:pt x="365066" y="9289"/>
                  </a:lnTo>
                  <a:lnTo>
                    <a:pt x="410458" y="2360"/>
                  </a:lnTo>
                  <a:lnTo>
                    <a:pt x="457200" y="0"/>
                  </a:lnTo>
                  <a:lnTo>
                    <a:pt x="503941" y="2360"/>
                  </a:lnTo>
                  <a:lnTo>
                    <a:pt x="549333" y="9289"/>
                  </a:lnTo>
                  <a:lnTo>
                    <a:pt x="593146" y="20557"/>
                  </a:lnTo>
                  <a:lnTo>
                    <a:pt x="635150" y="35933"/>
                  </a:lnTo>
                  <a:lnTo>
                    <a:pt x="675116" y="55187"/>
                  </a:lnTo>
                  <a:lnTo>
                    <a:pt x="712812" y="78090"/>
                  </a:lnTo>
                  <a:lnTo>
                    <a:pt x="748009" y="104411"/>
                  </a:lnTo>
                  <a:lnTo>
                    <a:pt x="780478" y="133921"/>
                  </a:lnTo>
                  <a:lnTo>
                    <a:pt x="809988" y="166390"/>
                  </a:lnTo>
                  <a:lnTo>
                    <a:pt x="836309" y="201587"/>
                  </a:lnTo>
                  <a:lnTo>
                    <a:pt x="859212" y="239283"/>
                  </a:lnTo>
                  <a:lnTo>
                    <a:pt x="878466" y="279249"/>
                  </a:lnTo>
                  <a:lnTo>
                    <a:pt x="893842" y="321253"/>
                  </a:lnTo>
                  <a:lnTo>
                    <a:pt x="905110" y="365066"/>
                  </a:lnTo>
                  <a:lnTo>
                    <a:pt x="912039" y="410458"/>
                  </a:lnTo>
                  <a:lnTo>
                    <a:pt x="914400" y="457200"/>
                  </a:lnTo>
                  <a:lnTo>
                    <a:pt x="912039" y="503941"/>
                  </a:lnTo>
                  <a:lnTo>
                    <a:pt x="905110" y="549333"/>
                  </a:lnTo>
                  <a:lnTo>
                    <a:pt x="893842" y="593146"/>
                  </a:lnTo>
                  <a:lnTo>
                    <a:pt x="878466" y="635150"/>
                  </a:lnTo>
                  <a:lnTo>
                    <a:pt x="859212" y="675116"/>
                  </a:lnTo>
                  <a:lnTo>
                    <a:pt x="836309" y="712812"/>
                  </a:lnTo>
                  <a:lnTo>
                    <a:pt x="809988" y="748009"/>
                  </a:lnTo>
                  <a:lnTo>
                    <a:pt x="780478" y="780478"/>
                  </a:lnTo>
                  <a:lnTo>
                    <a:pt x="748009" y="809988"/>
                  </a:lnTo>
                  <a:lnTo>
                    <a:pt x="712812" y="836309"/>
                  </a:lnTo>
                  <a:lnTo>
                    <a:pt x="675116" y="859212"/>
                  </a:lnTo>
                  <a:lnTo>
                    <a:pt x="635150" y="878466"/>
                  </a:lnTo>
                  <a:lnTo>
                    <a:pt x="593146" y="893842"/>
                  </a:lnTo>
                  <a:lnTo>
                    <a:pt x="549333" y="905110"/>
                  </a:lnTo>
                  <a:lnTo>
                    <a:pt x="503941" y="912039"/>
                  </a:lnTo>
                  <a:lnTo>
                    <a:pt x="457200" y="914400"/>
                  </a:lnTo>
                  <a:lnTo>
                    <a:pt x="410458" y="912039"/>
                  </a:lnTo>
                  <a:lnTo>
                    <a:pt x="365066" y="905110"/>
                  </a:lnTo>
                  <a:lnTo>
                    <a:pt x="321253" y="893842"/>
                  </a:lnTo>
                  <a:lnTo>
                    <a:pt x="279249" y="878466"/>
                  </a:lnTo>
                  <a:lnTo>
                    <a:pt x="239283" y="859212"/>
                  </a:lnTo>
                  <a:lnTo>
                    <a:pt x="201587" y="836309"/>
                  </a:lnTo>
                  <a:lnTo>
                    <a:pt x="166390" y="809988"/>
                  </a:lnTo>
                  <a:lnTo>
                    <a:pt x="133921" y="780478"/>
                  </a:lnTo>
                  <a:lnTo>
                    <a:pt x="104411" y="748009"/>
                  </a:lnTo>
                  <a:lnTo>
                    <a:pt x="78090" y="712812"/>
                  </a:lnTo>
                  <a:lnTo>
                    <a:pt x="55187" y="675116"/>
                  </a:lnTo>
                  <a:lnTo>
                    <a:pt x="35933" y="635150"/>
                  </a:lnTo>
                  <a:lnTo>
                    <a:pt x="20557" y="593146"/>
                  </a:lnTo>
                  <a:lnTo>
                    <a:pt x="9289" y="549333"/>
                  </a:lnTo>
                  <a:lnTo>
                    <a:pt x="2360" y="503941"/>
                  </a:lnTo>
                  <a:lnTo>
                    <a:pt x="0" y="4572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261861" y="3420998"/>
            <a:ext cx="2787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60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624701" y="2512314"/>
            <a:ext cx="2296160" cy="1534160"/>
            <a:chOff x="6624701" y="2814701"/>
            <a:chExt cx="2296160" cy="1534160"/>
          </a:xfrm>
        </p:grpSpPr>
        <p:sp>
          <p:nvSpPr>
            <p:cNvPr id="35" name="object 35"/>
            <p:cNvSpPr/>
            <p:nvPr/>
          </p:nvSpPr>
          <p:spPr>
            <a:xfrm>
              <a:off x="6629781" y="2819781"/>
              <a:ext cx="533400" cy="609600"/>
            </a:xfrm>
            <a:custGeom>
              <a:avLst/>
              <a:gdLst/>
              <a:ahLst/>
              <a:cxnLst/>
              <a:rect l="l" t="t" r="r" b="b"/>
              <a:pathLst>
                <a:path w="533400" h="609600">
                  <a:moveTo>
                    <a:pt x="533400" y="0"/>
                  </a:moveTo>
                  <a:lnTo>
                    <a:pt x="0" y="609600"/>
                  </a:lnTo>
                </a:path>
              </a:pathLst>
            </a:custGeom>
            <a:ln w="990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001381" y="342938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58" y="2360"/>
                  </a:lnTo>
                  <a:lnTo>
                    <a:pt x="365066" y="9289"/>
                  </a:lnTo>
                  <a:lnTo>
                    <a:pt x="321253" y="20557"/>
                  </a:lnTo>
                  <a:lnTo>
                    <a:pt x="279249" y="35933"/>
                  </a:lnTo>
                  <a:lnTo>
                    <a:pt x="239283" y="55187"/>
                  </a:lnTo>
                  <a:lnTo>
                    <a:pt x="201587" y="78090"/>
                  </a:lnTo>
                  <a:lnTo>
                    <a:pt x="166390" y="104411"/>
                  </a:lnTo>
                  <a:lnTo>
                    <a:pt x="133921" y="133921"/>
                  </a:lnTo>
                  <a:lnTo>
                    <a:pt x="104411" y="166390"/>
                  </a:lnTo>
                  <a:lnTo>
                    <a:pt x="78090" y="201587"/>
                  </a:lnTo>
                  <a:lnTo>
                    <a:pt x="55187" y="239283"/>
                  </a:lnTo>
                  <a:lnTo>
                    <a:pt x="35933" y="279249"/>
                  </a:lnTo>
                  <a:lnTo>
                    <a:pt x="20557" y="321253"/>
                  </a:lnTo>
                  <a:lnTo>
                    <a:pt x="9289" y="365066"/>
                  </a:lnTo>
                  <a:lnTo>
                    <a:pt x="2360" y="410458"/>
                  </a:lnTo>
                  <a:lnTo>
                    <a:pt x="0" y="457200"/>
                  </a:lnTo>
                  <a:lnTo>
                    <a:pt x="2360" y="503941"/>
                  </a:lnTo>
                  <a:lnTo>
                    <a:pt x="9289" y="549333"/>
                  </a:lnTo>
                  <a:lnTo>
                    <a:pt x="20557" y="593146"/>
                  </a:lnTo>
                  <a:lnTo>
                    <a:pt x="35933" y="635150"/>
                  </a:lnTo>
                  <a:lnTo>
                    <a:pt x="55187" y="675116"/>
                  </a:lnTo>
                  <a:lnTo>
                    <a:pt x="78090" y="712812"/>
                  </a:lnTo>
                  <a:lnTo>
                    <a:pt x="104411" y="748009"/>
                  </a:lnTo>
                  <a:lnTo>
                    <a:pt x="133921" y="780478"/>
                  </a:lnTo>
                  <a:lnTo>
                    <a:pt x="166390" y="809988"/>
                  </a:lnTo>
                  <a:lnTo>
                    <a:pt x="201587" y="836309"/>
                  </a:lnTo>
                  <a:lnTo>
                    <a:pt x="239283" y="859212"/>
                  </a:lnTo>
                  <a:lnTo>
                    <a:pt x="279249" y="878466"/>
                  </a:lnTo>
                  <a:lnTo>
                    <a:pt x="321253" y="893842"/>
                  </a:lnTo>
                  <a:lnTo>
                    <a:pt x="365066" y="905110"/>
                  </a:lnTo>
                  <a:lnTo>
                    <a:pt x="410458" y="912039"/>
                  </a:lnTo>
                  <a:lnTo>
                    <a:pt x="457200" y="914400"/>
                  </a:lnTo>
                  <a:lnTo>
                    <a:pt x="503941" y="912039"/>
                  </a:lnTo>
                  <a:lnTo>
                    <a:pt x="549333" y="905110"/>
                  </a:lnTo>
                  <a:lnTo>
                    <a:pt x="593146" y="893842"/>
                  </a:lnTo>
                  <a:lnTo>
                    <a:pt x="635150" y="878466"/>
                  </a:lnTo>
                  <a:lnTo>
                    <a:pt x="675116" y="859212"/>
                  </a:lnTo>
                  <a:lnTo>
                    <a:pt x="712812" y="836309"/>
                  </a:lnTo>
                  <a:lnTo>
                    <a:pt x="748009" y="809988"/>
                  </a:lnTo>
                  <a:lnTo>
                    <a:pt x="780478" y="780478"/>
                  </a:lnTo>
                  <a:lnTo>
                    <a:pt x="809988" y="748009"/>
                  </a:lnTo>
                  <a:lnTo>
                    <a:pt x="836309" y="712812"/>
                  </a:lnTo>
                  <a:lnTo>
                    <a:pt x="859212" y="675116"/>
                  </a:lnTo>
                  <a:lnTo>
                    <a:pt x="878466" y="635150"/>
                  </a:lnTo>
                  <a:lnTo>
                    <a:pt x="893842" y="593146"/>
                  </a:lnTo>
                  <a:lnTo>
                    <a:pt x="905110" y="549333"/>
                  </a:lnTo>
                  <a:lnTo>
                    <a:pt x="912039" y="503941"/>
                  </a:lnTo>
                  <a:lnTo>
                    <a:pt x="914400" y="457200"/>
                  </a:lnTo>
                  <a:lnTo>
                    <a:pt x="912039" y="410458"/>
                  </a:lnTo>
                  <a:lnTo>
                    <a:pt x="905110" y="365066"/>
                  </a:lnTo>
                  <a:lnTo>
                    <a:pt x="893842" y="321253"/>
                  </a:lnTo>
                  <a:lnTo>
                    <a:pt x="878466" y="279249"/>
                  </a:lnTo>
                  <a:lnTo>
                    <a:pt x="859212" y="239283"/>
                  </a:lnTo>
                  <a:lnTo>
                    <a:pt x="836309" y="201587"/>
                  </a:lnTo>
                  <a:lnTo>
                    <a:pt x="809988" y="166390"/>
                  </a:lnTo>
                  <a:lnTo>
                    <a:pt x="780478" y="133921"/>
                  </a:lnTo>
                  <a:lnTo>
                    <a:pt x="748009" y="104411"/>
                  </a:lnTo>
                  <a:lnTo>
                    <a:pt x="712812" y="78090"/>
                  </a:lnTo>
                  <a:lnTo>
                    <a:pt x="675116" y="55187"/>
                  </a:lnTo>
                  <a:lnTo>
                    <a:pt x="635150" y="35933"/>
                  </a:lnTo>
                  <a:lnTo>
                    <a:pt x="593146" y="20557"/>
                  </a:lnTo>
                  <a:lnTo>
                    <a:pt x="549333" y="9289"/>
                  </a:lnTo>
                  <a:lnTo>
                    <a:pt x="503941" y="23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001381" y="342938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60" y="410458"/>
                  </a:lnTo>
                  <a:lnTo>
                    <a:pt x="9289" y="365066"/>
                  </a:lnTo>
                  <a:lnTo>
                    <a:pt x="20557" y="321253"/>
                  </a:lnTo>
                  <a:lnTo>
                    <a:pt x="35933" y="279249"/>
                  </a:lnTo>
                  <a:lnTo>
                    <a:pt x="55187" y="239283"/>
                  </a:lnTo>
                  <a:lnTo>
                    <a:pt x="78090" y="201587"/>
                  </a:lnTo>
                  <a:lnTo>
                    <a:pt x="104411" y="166390"/>
                  </a:lnTo>
                  <a:lnTo>
                    <a:pt x="133921" y="133921"/>
                  </a:lnTo>
                  <a:lnTo>
                    <a:pt x="166390" y="104411"/>
                  </a:lnTo>
                  <a:lnTo>
                    <a:pt x="201587" y="78090"/>
                  </a:lnTo>
                  <a:lnTo>
                    <a:pt x="239283" y="55187"/>
                  </a:lnTo>
                  <a:lnTo>
                    <a:pt x="279249" y="35933"/>
                  </a:lnTo>
                  <a:lnTo>
                    <a:pt x="321253" y="20557"/>
                  </a:lnTo>
                  <a:lnTo>
                    <a:pt x="365066" y="9289"/>
                  </a:lnTo>
                  <a:lnTo>
                    <a:pt x="410458" y="2360"/>
                  </a:lnTo>
                  <a:lnTo>
                    <a:pt x="457200" y="0"/>
                  </a:lnTo>
                  <a:lnTo>
                    <a:pt x="503941" y="2360"/>
                  </a:lnTo>
                  <a:lnTo>
                    <a:pt x="549333" y="9289"/>
                  </a:lnTo>
                  <a:lnTo>
                    <a:pt x="593146" y="20557"/>
                  </a:lnTo>
                  <a:lnTo>
                    <a:pt x="635150" y="35933"/>
                  </a:lnTo>
                  <a:lnTo>
                    <a:pt x="675116" y="55187"/>
                  </a:lnTo>
                  <a:lnTo>
                    <a:pt x="712812" y="78090"/>
                  </a:lnTo>
                  <a:lnTo>
                    <a:pt x="748009" y="104411"/>
                  </a:lnTo>
                  <a:lnTo>
                    <a:pt x="780478" y="133921"/>
                  </a:lnTo>
                  <a:lnTo>
                    <a:pt x="809988" y="166390"/>
                  </a:lnTo>
                  <a:lnTo>
                    <a:pt x="836309" y="201587"/>
                  </a:lnTo>
                  <a:lnTo>
                    <a:pt x="859212" y="239283"/>
                  </a:lnTo>
                  <a:lnTo>
                    <a:pt x="878466" y="279249"/>
                  </a:lnTo>
                  <a:lnTo>
                    <a:pt x="893842" y="321253"/>
                  </a:lnTo>
                  <a:lnTo>
                    <a:pt x="905110" y="365066"/>
                  </a:lnTo>
                  <a:lnTo>
                    <a:pt x="912039" y="410458"/>
                  </a:lnTo>
                  <a:lnTo>
                    <a:pt x="914400" y="457200"/>
                  </a:lnTo>
                  <a:lnTo>
                    <a:pt x="912039" y="503941"/>
                  </a:lnTo>
                  <a:lnTo>
                    <a:pt x="905110" y="549333"/>
                  </a:lnTo>
                  <a:lnTo>
                    <a:pt x="893842" y="593146"/>
                  </a:lnTo>
                  <a:lnTo>
                    <a:pt x="878466" y="635150"/>
                  </a:lnTo>
                  <a:lnTo>
                    <a:pt x="859212" y="675116"/>
                  </a:lnTo>
                  <a:lnTo>
                    <a:pt x="836309" y="712812"/>
                  </a:lnTo>
                  <a:lnTo>
                    <a:pt x="809988" y="748009"/>
                  </a:lnTo>
                  <a:lnTo>
                    <a:pt x="780478" y="780478"/>
                  </a:lnTo>
                  <a:lnTo>
                    <a:pt x="748009" y="809988"/>
                  </a:lnTo>
                  <a:lnTo>
                    <a:pt x="712812" y="836309"/>
                  </a:lnTo>
                  <a:lnTo>
                    <a:pt x="675116" y="859212"/>
                  </a:lnTo>
                  <a:lnTo>
                    <a:pt x="635150" y="878466"/>
                  </a:lnTo>
                  <a:lnTo>
                    <a:pt x="593146" y="893842"/>
                  </a:lnTo>
                  <a:lnTo>
                    <a:pt x="549333" y="905110"/>
                  </a:lnTo>
                  <a:lnTo>
                    <a:pt x="503941" y="912039"/>
                  </a:lnTo>
                  <a:lnTo>
                    <a:pt x="457200" y="914400"/>
                  </a:lnTo>
                  <a:lnTo>
                    <a:pt x="410458" y="912039"/>
                  </a:lnTo>
                  <a:lnTo>
                    <a:pt x="365066" y="905110"/>
                  </a:lnTo>
                  <a:lnTo>
                    <a:pt x="321253" y="893842"/>
                  </a:lnTo>
                  <a:lnTo>
                    <a:pt x="279249" y="878466"/>
                  </a:lnTo>
                  <a:lnTo>
                    <a:pt x="239283" y="859212"/>
                  </a:lnTo>
                  <a:lnTo>
                    <a:pt x="201587" y="836309"/>
                  </a:lnTo>
                  <a:lnTo>
                    <a:pt x="166390" y="809988"/>
                  </a:lnTo>
                  <a:lnTo>
                    <a:pt x="133921" y="780478"/>
                  </a:lnTo>
                  <a:lnTo>
                    <a:pt x="104411" y="748009"/>
                  </a:lnTo>
                  <a:lnTo>
                    <a:pt x="78090" y="712812"/>
                  </a:lnTo>
                  <a:lnTo>
                    <a:pt x="55187" y="675116"/>
                  </a:lnTo>
                  <a:lnTo>
                    <a:pt x="35933" y="635150"/>
                  </a:lnTo>
                  <a:lnTo>
                    <a:pt x="20557" y="593146"/>
                  </a:lnTo>
                  <a:lnTo>
                    <a:pt x="9289" y="549333"/>
                  </a:lnTo>
                  <a:lnTo>
                    <a:pt x="2360" y="503941"/>
                  </a:lnTo>
                  <a:lnTo>
                    <a:pt x="0" y="4572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8319516" y="3420998"/>
            <a:ext cx="2787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40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5253101" y="2436114"/>
            <a:ext cx="2981960" cy="3058160"/>
            <a:chOff x="5253101" y="2738501"/>
            <a:chExt cx="2981960" cy="3058160"/>
          </a:xfrm>
        </p:grpSpPr>
        <p:sp>
          <p:nvSpPr>
            <p:cNvPr id="40" name="object 40"/>
            <p:cNvSpPr/>
            <p:nvPr/>
          </p:nvSpPr>
          <p:spPr>
            <a:xfrm>
              <a:off x="7696580" y="2743581"/>
              <a:ext cx="533400" cy="685800"/>
            </a:xfrm>
            <a:custGeom>
              <a:avLst/>
              <a:gdLst/>
              <a:ahLst/>
              <a:cxnLst/>
              <a:rect l="l" t="t" r="r" b="b"/>
              <a:pathLst>
                <a:path w="533400" h="685800">
                  <a:moveTo>
                    <a:pt x="0" y="0"/>
                  </a:moveTo>
                  <a:lnTo>
                    <a:pt x="533400" y="685800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258181" y="487718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58" y="2360"/>
                  </a:lnTo>
                  <a:lnTo>
                    <a:pt x="365066" y="9289"/>
                  </a:lnTo>
                  <a:lnTo>
                    <a:pt x="321253" y="20557"/>
                  </a:lnTo>
                  <a:lnTo>
                    <a:pt x="279249" y="35933"/>
                  </a:lnTo>
                  <a:lnTo>
                    <a:pt x="239283" y="55187"/>
                  </a:lnTo>
                  <a:lnTo>
                    <a:pt x="201587" y="78090"/>
                  </a:lnTo>
                  <a:lnTo>
                    <a:pt x="166390" y="104411"/>
                  </a:lnTo>
                  <a:lnTo>
                    <a:pt x="133921" y="133921"/>
                  </a:lnTo>
                  <a:lnTo>
                    <a:pt x="104411" y="166390"/>
                  </a:lnTo>
                  <a:lnTo>
                    <a:pt x="78090" y="201587"/>
                  </a:lnTo>
                  <a:lnTo>
                    <a:pt x="55187" y="239283"/>
                  </a:lnTo>
                  <a:lnTo>
                    <a:pt x="35933" y="279249"/>
                  </a:lnTo>
                  <a:lnTo>
                    <a:pt x="20557" y="321253"/>
                  </a:lnTo>
                  <a:lnTo>
                    <a:pt x="9289" y="365066"/>
                  </a:lnTo>
                  <a:lnTo>
                    <a:pt x="2360" y="410458"/>
                  </a:lnTo>
                  <a:lnTo>
                    <a:pt x="0" y="457200"/>
                  </a:lnTo>
                  <a:lnTo>
                    <a:pt x="2360" y="503941"/>
                  </a:lnTo>
                  <a:lnTo>
                    <a:pt x="9289" y="549333"/>
                  </a:lnTo>
                  <a:lnTo>
                    <a:pt x="20557" y="593146"/>
                  </a:lnTo>
                  <a:lnTo>
                    <a:pt x="35933" y="635150"/>
                  </a:lnTo>
                  <a:lnTo>
                    <a:pt x="55187" y="675116"/>
                  </a:lnTo>
                  <a:lnTo>
                    <a:pt x="78090" y="712812"/>
                  </a:lnTo>
                  <a:lnTo>
                    <a:pt x="104411" y="748009"/>
                  </a:lnTo>
                  <a:lnTo>
                    <a:pt x="133921" y="780478"/>
                  </a:lnTo>
                  <a:lnTo>
                    <a:pt x="166390" y="809988"/>
                  </a:lnTo>
                  <a:lnTo>
                    <a:pt x="201587" y="836309"/>
                  </a:lnTo>
                  <a:lnTo>
                    <a:pt x="239283" y="859212"/>
                  </a:lnTo>
                  <a:lnTo>
                    <a:pt x="279249" y="878466"/>
                  </a:lnTo>
                  <a:lnTo>
                    <a:pt x="321253" y="893842"/>
                  </a:lnTo>
                  <a:lnTo>
                    <a:pt x="365066" y="905110"/>
                  </a:lnTo>
                  <a:lnTo>
                    <a:pt x="410458" y="912039"/>
                  </a:lnTo>
                  <a:lnTo>
                    <a:pt x="457200" y="914400"/>
                  </a:lnTo>
                  <a:lnTo>
                    <a:pt x="503941" y="912039"/>
                  </a:lnTo>
                  <a:lnTo>
                    <a:pt x="549333" y="905110"/>
                  </a:lnTo>
                  <a:lnTo>
                    <a:pt x="593146" y="893842"/>
                  </a:lnTo>
                  <a:lnTo>
                    <a:pt x="635150" y="878466"/>
                  </a:lnTo>
                  <a:lnTo>
                    <a:pt x="675116" y="859212"/>
                  </a:lnTo>
                  <a:lnTo>
                    <a:pt x="712812" y="836309"/>
                  </a:lnTo>
                  <a:lnTo>
                    <a:pt x="748009" y="809988"/>
                  </a:lnTo>
                  <a:lnTo>
                    <a:pt x="780478" y="780478"/>
                  </a:lnTo>
                  <a:lnTo>
                    <a:pt x="809988" y="748009"/>
                  </a:lnTo>
                  <a:lnTo>
                    <a:pt x="836309" y="712812"/>
                  </a:lnTo>
                  <a:lnTo>
                    <a:pt x="859212" y="675116"/>
                  </a:lnTo>
                  <a:lnTo>
                    <a:pt x="878466" y="635150"/>
                  </a:lnTo>
                  <a:lnTo>
                    <a:pt x="893842" y="593146"/>
                  </a:lnTo>
                  <a:lnTo>
                    <a:pt x="905110" y="549333"/>
                  </a:lnTo>
                  <a:lnTo>
                    <a:pt x="912039" y="503941"/>
                  </a:lnTo>
                  <a:lnTo>
                    <a:pt x="914400" y="457200"/>
                  </a:lnTo>
                  <a:lnTo>
                    <a:pt x="912039" y="410458"/>
                  </a:lnTo>
                  <a:lnTo>
                    <a:pt x="905110" y="365066"/>
                  </a:lnTo>
                  <a:lnTo>
                    <a:pt x="893842" y="321253"/>
                  </a:lnTo>
                  <a:lnTo>
                    <a:pt x="878466" y="279249"/>
                  </a:lnTo>
                  <a:lnTo>
                    <a:pt x="859212" y="239283"/>
                  </a:lnTo>
                  <a:lnTo>
                    <a:pt x="836309" y="201587"/>
                  </a:lnTo>
                  <a:lnTo>
                    <a:pt x="809988" y="166390"/>
                  </a:lnTo>
                  <a:lnTo>
                    <a:pt x="780478" y="133921"/>
                  </a:lnTo>
                  <a:lnTo>
                    <a:pt x="748009" y="104411"/>
                  </a:lnTo>
                  <a:lnTo>
                    <a:pt x="712812" y="78090"/>
                  </a:lnTo>
                  <a:lnTo>
                    <a:pt x="675116" y="55187"/>
                  </a:lnTo>
                  <a:lnTo>
                    <a:pt x="635150" y="35933"/>
                  </a:lnTo>
                  <a:lnTo>
                    <a:pt x="593146" y="20557"/>
                  </a:lnTo>
                  <a:lnTo>
                    <a:pt x="549333" y="9289"/>
                  </a:lnTo>
                  <a:lnTo>
                    <a:pt x="503941" y="23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258181" y="487718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60" y="410458"/>
                  </a:lnTo>
                  <a:lnTo>
                    <a:pt x="9289" y="365066"/>
                  </a:lnTo>
                  <a:lnTo>
                    <a:pt x="20557" y="321253"/>
                  </a:lnTo>
                  <a:lnTo>
                    <a:pt x="35933" y="279249"/>
                  </a:lnTo>
                  <a:lnTo>
                    <a:pt x="55187" y="239283"/>
                  </a:lnTo>
                  <a:lnTo>
                    <a:pt x="78090" y="201587"/>
                  </a:lnTo>
                  <a:lnTo>
                    <a:pt x="104411" y="166390"/>
                  </a:lnTo>
                  <a:lnTo>
                    <a:pt x="133921" y="133921"/>
                  </a:lnTo>
                  <a:lnTo>
                    <a:pt x="166390" y="104411"/>
                  </a:lnTo>
                  <a:lnTo>
                    <a:pt x="201587" y="78090"/>
                  </a:lnTo>
                  <a:lnTo>
                    <a:pt x="239283" y="55187"/>
                  </a:lnTo>
                  <a:lnTo>
                    <a:pt x="279249" y="35933"/>
                  </a:lnTo>
                  <a:lnTo>
                    <a:pt x="321253" y="20557"/>
                  </a:lnTo>
                  <a:lnTo>
                    <a:pt x="365066" y="9289"/>
                  </a:lnTo>
                  <a:lnTo>
                    <a:pt x="410458" y="2360"/>
                  </a:lnTo>
                  <a:lnTo>
                    <a:pt x="457200" y="0"/>
                  </a:lnTo>
                  <a:lnTo>
                    <a:pt x="503941" y="2360"/>
                  </a:lnTo>
                  <a:lnTo>
                    <a:pt x="549333" y="9289"/>
                  </a:lnTo>
                  <a:lnTo>
                    <a:pt x="593146" y="20557"/>
                  </a:lnTo>
                  <a:lnTo>
                    <a:pt x="635150" y="35933"/>
                  </a:lnTo>
                  <a:lnTo>
                    <a:pt x="675116" y="55187"/>
                  </a:lnTo>
                  <a:lnTo>
                    <a:pt x="712812" y="78090"/>
                  </a:lnTo>
                  <a:lnTo>
                    <a:pt x="748009" y="104411"/>
                  </a:lnTo>
                  <a:lnTo>
                    <a:pt x="780478" y="133921"/>
                  </a:lnTo>
                  <a:lnTo>
                    <a:pt x="809988" y="166390"/>
                  </a:lnTo>
                  <a:lnTo>
                    <a:pt x="836309" y="201587"/>
                  </a:lnTo>
                  <a:lnTo>
                    <a:pt x="859212" y="239283"/>
                  </a:lnTo>
                  <a:lnTo>
                    <a:pt x="878466" y="279249"/>
                  </a:lnTo>
                  <a:lnTo>
                    <a:pt x="893842" y="321253"/>
                  </a:lnTo>
                  <a:lnTo>
                    <a:pt x="905110" y="365066"/>
                  </a:lnTo>
                  <a:lnTo>
                    <a:pt x="912039" y="410458"/>
                  </a:lnTo>
                  <a:lnTo>
                    <a:pt x="914400" y="457200"/>
                  </a:lnTo>
                  <a:lnTo>
                    <a:pt x="912039" y="503941"/>
                  </a:lnTo>
                  <a:lnTo>
                    <a:pt x="905110" y="549333"/>
                  </a:lnTo>
                  <a:lnTo>
                    <a:pt x="893842" y="593146"/>
                  </a:lnTo>
                  <a:lnTo>
                    <a:pt x="878466" y="635150"/>
                  </a:lnTo>
                  <a:lnTo>
                    <a:pt x="859212" y="675116"/>
                  </a:lnTo>
                  <a:lnTo>
                    <a:pt x="836309" y="712812"/>
                  </a:lnTo>
                  <a:lnTo>
                    <a:pt x="809988" y="748009"/>
                  </a:lnTo>
                  <a:lnTo>
                    <a:pt x="780478" y="780478"/>
                  </a:lnTo>
                  <a:lnTo>
                    <a:pt x="748009" y="809988"/>
                  </a:lnTo>
                  <a:lnTo>
                    <a:pt x="712812" y="836309"/>
                  </a:lnTo>
                  <a:lnTo>
                    <a:pt x="675116" y="859212"/>
                  </a:lnTo>
                  <a:lnTo>
                    <a:pt x="635150" y="878466"/>
                  </a:lnTo>
                  <a:lnTo>
                    <a:pt x="593146" y="893842"/>
                  </a:lnTo>
                  <a:lnTo>
                    <a:pt x="549333" y="905110"/>
                  </a:lnTo>
                  <a:lnTo>
                    <a:pt x="503941" y="912039"/>
                  </a:lnTo>
                  <a:lnTo>
                    <a:pt x="457200" y="914400"/>
                  </a:lnTo>
                  <a:lnTo>
                    <a:pt x="410458" y="912039"/>
                  </a:lnTo>
                  <a:lnTo>
                    <a:pt x="365066" y="905110"/>
                  </a:lnTo>
                  <a:lnTo>
                    <a:pt x="321253" y="893842"/>
                  </a:lnTo>
                  <a:lnTo>
                    <a:pt x="279249" y="878466"/>
                  </a:lnTo>
                  <a:lnTo>
                    <a:pt x="239283" y="859212"/>
                  </a:lnTo>
                  <a:lnTo>
                    <a:pt x="201587" y="836309"/>
                  </a:lnTo>
                  <a:lnTo>
                    <a:pt x="166390" y="809988"/>
                  </a:lnTo>
                  <a:lnTo>
                    <a:pt x="133921" y="780478"/>
                  </a:lnTo>
                  <a:lnTo>
                    <a:pt x="104411" y="748009"/>
                  </a:lnTo>
                  <a:lnTo>
                    <a:pt x="78090" y="712812"/>
                  </a:lnTo>
                  <a:lnTo>
                    <a:pt x="55187" y="675116"/>
                  </a:lnTo>
                  <a:lnTo>
                    <a:pt x="35933" y="635150"/>
                  </a:lnTo>
                  <a:lnTo>
                    <a:pt x="20557" y="593146"/>
                  </a:lnTo>
                  <a:lnTo>
                    <a:pt x="9289" y="549333"/>
                  </a:lnTo>
                  <a:lnTo>
                    <a:pt x="2360" y="503941"/>
                  </a:lnTo>
                  <a:lnTo>
                    <a:pt x="0" y="4572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5576061" y="4869307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22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5862701" y="3960114"/>
            <a:ext cx="1991360" cy="1534160"/>
            <a:chOff x="5862701" y="4262501"/>
            <a:chExt cx="1991360" cy="1534160"/>
          </a:xfrm>
        </p:grpSpPr>
        <p:sp>
          <p:nvSpPr>
            <p:cNvPr id="45" name="object 45"/>
            <p:cNvSpPr/>
            <p:nvPr/>
          </p:nvSpPr>
          <p:spPr>
            <a:xfrm>
              <a:off x="5867781" y="4267581"/>
              <a:ext cx="304800" cy="609600"/>
            </a:xfrm>
            <a:custGeom>
              <a:avLst/>
              <a:gdLst/>
              <a:ahLst/>
              <a:cxnLst/>
              <a:rect l="l" t="t" r="r" b="b"/>
              <a:pathLst>
                <a:path w="304800" h="609600">
                  <a:moveTo>
                    <a:pt x="304800" y="0"/>
                  </a:moveTo>
                  <a:lnTo>
                    <a:pt x="0" y="609600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934581" y="487718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58" y="2360"/>
                  </a:lnTo>
                  <a:lnTo>
                    <a:pt x="365066" y="9289"/>
                  </a:lnTo>
                  <a:lnTo>
                    <a:pt x="321253" y="20557"/>
                  </a:lnTo>
                  <a:lnTo>
                    <a:pt x="279249" y="35933"/>
                  </a:lnTo>
                  <a:lnTo>
                    <a:pt x="239283" y="55187"/>
                  </a:lnTo>
                  <a:lnTo>
                    <a:pt x="201587" y="78090"/>
                  </a:lnTo>
                  <a:lnTo>
                    <a:pt x="166390" y="104411"/>
                  </a:lnTo>
                  <a:lnTo>
                    <a:pt x="133921" y="133921"/>
                  </a:lnTo>
                  <a:lnTo>
                    <a:pt x="104411" y="166390"/>
                  </a:lnTo>
                  <a:lnTo>
                    <a:pt x="78090" y="201587"/>
                  </a:lnTo>
                  <a:lnTo>
                    <a:pt x="55187" y="239283"/>
                  </a:lnTo>
                  <a:lnTo>
                    <a:pt x="35933" y="279249"/>
                  </a:lnTo>
                  <a:lnTo>
                    <a:pt x="20557" y="321253"/>
                  </a:lnTo>
                  <a:lnTo>
                    <a:pt x="9289" y="365066"/>
                  </a:lnTo>
                  <a:lnTo>
                    <a:pt x="2360" y="410458"/>
                  </a:lnTo>
                  <a:lnTo>
                    <a:pt x="0" y="457200"/>
                  </a:lnTo>
                  <a:lnTo>
                    <a:pt x="2360" y="503941"/>
                  </a:lnTo>
                  <a:lnTo>
                    <a:pt x="9289" y="549333"/>
                  </a:lnTo>
                  <a:lnTo>
                    <a:pt x="20557" y="593146"/>
                  </a:lnTo>
                  <a:lnTo>
                    <a:pt x="35933" y="635150"/>
                  </a:lnTo>
                  <a:lnTo>
                    <a:pt x="55187" y="675116"/>
                  </a:lnTo>
                  <a:lnTo>
                    <a:pt x="78090" y="712812"/>
                  </a:lnTo>
                  <a:lnTo>
                    <a:pt x="104411" y="748009"/>
                  </a:lnTo>
                  <a:lnTo>
                    <a:pt x="133921" y="780478"/>
                  </a:lnTo>
                  <a:lnTo>
                    <a:pt x="166390" y="809988"/>
                  </a:lnTo>
                  <a:lnTo>
                    <a:pt x="201587" y="836309"/>
                  </a:lnTo>
                  <a:lnTo>
                    <a:pt x="239283" y="859212"/>
                  </a:lnTo>
                  <a:lnTo>
                    <a:pt x="279249" y="878466"/>
                  </a:lnTo>
                  <a:lnTo>
                    <a:pt x="321253" y="893842"/>
                  </a:lnTo>
                  <a:lnTo>
                    <a:pt x="365066" y="905110"/>
                  </a:lnTo>
                  <a:lnTo>
                    <a:pt x="410458" y="912039"/>
                  </a:lnTo>
                  <a:lnTo>
                    <a:pt x="457200" y="914400"/>
                  </a:lnTo>
                  <a:lnTo>
                    <a:pt x="503941" y="912039"/>
                  </a:lnTo>
                  <a:lnTo>
                    <a:pt x="549333" y="905110"/>
                  </a:lnTo>
                  <a:lnTo>
                    <a:pt x="593146" y="893842"/>
                  </a:lnTo>
                  <a:lnTo>
                    <a:pt x="635150" y="878466"/>
                  </a:lnTo>
                  <a:lnTo>
                    <a:pt x="675116" y="859212"/>
                  </a:lnTo>
                  <a:lnTo>
                    <a:pt x="712812" y="836309"/>
                  </a:lnTo>
                  <a:lnTo>
                    <a:pt x="748009" y="809988"/>
                  </a:lnTo>
                  <a:lnTo>
                    <a:pt x="780478" y="780478"/>
                  </a:lnTo>
                  <a:lnTo>
                    <a:pt x="809988" y="748009"/>
                  </a:lnTo>
                  <a:lnTo>
                    <a:pt x="836309" y="712812"/>
                  </a:lnTo>
                  <a:lnTo>
                    <a:pt x="859212" y="675116"/>
                  </a:lnTo>
                  <a:lnTo>
                    <a:pt x="878466" y="635150"/>
                  </a:lnTo>
                  <a:lnTo>
                    <a:pt x="893842" y="593146"/>
                  </a:lnTo>
                  <a:lnTo>
                    <a:pt x="905110" y="549333"/>
                  </a:lnTo>
                  <a:lnTo>
                    <a:pt x="912039" y="503941"/>
                  </a:lnTo>
                  <a:lnTo>
                    <a:pt x="914400" y="457200"/>
                  </a:lnTo>
                  <a:lnTo>
                    <a:pt x="912039" y="410458"/>
                  </a:lnTo>
                  <a:lnTo>
                    <a:pt x="905110" y="365066"/>
                  </a:lnTo>
                  <a:lnTo>
                    <a:pt x="893842" y="321253"/>
                  </a:lnTo>
                  <a:lnTo>
                    <a:pt x="878466" y="279249"/>
                  </a:lnTo>
                  <a:lnTo>
                    <a:pt x="859212" y="239283"/>
                  </a:lnTo>
                  <a:lnTo>
                    <a:pt x="836309" y="201587"/>
                  </a:lnTo>
                  <a:lnTo>
                    <a:pt x="809988" y="166390"/>
                  </a:lnTo>
                  <a:lnTo>
                    <a:pt x="780478" y="133921"/>
                  </a:lnTo>
                  <a:lnTo>
                    <a:pt x="748009" y="104411"/>
                  </a:lnTo>
                  <a:lnTo>
                    <a:pt x="712812" y="78090"/>
                  </a:lnTo>
                  <a:lnTo>
                    <a:pt x="675116" y="55187"/>
                  </a:lnTo>
                  <a:lnTo>
                    <a:pt x="635150" y="35933"/>
                  </a:lnTo>
                  <a:lnTo>
                    <a:pt x="593146" y="20557"/>
                  </a:lnTo>
                  <a:lnTo>
                    <a:pt x="549333" y="9289"/>
                  </a:lnTo>
                  <a:lnTo>
                    <a:pt x="503941" y="23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934581" y="487718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60" y="410458"/>
                  </a:lnTo>
                  <a:lnTo>
                    <a:pt x="9289" y="365066"/>
                  </a:lnTo>
                  <a:lnTo>
                    <a:pt x="20557" y="321253"/>
                  </a:lnTo>
                  <a:lnTo>
                    <a:pt x="35933" y="279249"/>
                  </a:lnTo>
                  <a:lnTo>
                    <a:pt x="55187" y="239283"/>
                  </a:lnTo>
                  <a:lnTo>
                    <a:pt x="78090" y="201587"/>
                  </a:lnTo>
                  <a:lnTo>
                    <a:pt x="104411" y="166390"/>
                  </a:lnTo>
                  <a:lnTo>
                    <a:pt x="133921" y="133921"/>
                  </a:lnTo>
                  <a:lnTo>
                    <a:pt x="166390" y="104411"/>
                  </a:lnTo>
                  <a:lnTo>
                    <a:pt x="201587" y="78090"/>
                  </a:lnTo>
                  <a:lnTo>
                    <a:pt x="239283" y="55187"/>
                  </a:lnTo>
                  <a:lnTo>
                    <a:pt x="279249" y="35933"/>
                  </a:lnTo>
                  <a:lnTo>
                    <a:pt x="321253" y="20557"/>
                  </a:lnTo>
                  <a:lnTo>
                    <a:pt x="365066" y="9289"/>
                  </a:lnTo>
                  <a:lnTo>
                    <a:pt x="410458" y="2360"/>
                  </a:lnTo>
                  <a:lnTo>
                    <a:pt x="457200" y="0"/>
                  </a:lnTo>
                  <a:lnTo>
                    <a:pt x="503941" y="2360"/>
                  </a:lnTo>
                  <a:lnTo>
                    <a:pt x="549333" y="9289"/>
                  </a:lnTo>
                  <a:lnTo>
                    <a:pt x="593146" y="20557"/>
                  </a:lnTo>
                  <a:lnTo>
                    <a:pt x="635150" y="35933"/>
                  </a:lnTo>
                  <a:lnTo>
                    <a:pt x="675116" y="55187"/>
                  </a:lnTo>
                  <a:lnTo>
                    <a:pt x="712812" y="78090"/>
                  </a:lnTo>
                  <a:lnTo>
                    <a:pt x="748009" y="104411"/>
                  </a:lnTo>
                  <a:lnTo>
                    <a:pt x="780478" y="133921"/>
                  </a:lnTo>
                  <a:lnTo>
                    <a:pt x="809988" y="166390"/>
                  </a:lnTo>
                  <a:lnTo>
                    <a:pt x="836309" y="201587"/>
                  </a:lnTo>
                  <a:lnTo>
                    <a:pt x="859212" y="239283"/>
                  </a:lnTo>
                  <a:lnTo>
                    <a:pt x="878466" y="279249"/>
                  </a:lnTo>
                  <a:lnTo>
                    <a:pt x="893842" y="321253"/>
                  </a:lnTo>
                  <a:lnTo>
                    <a:pt x="905110" y="365066"/>
                  </a:lnTo>
                  <a:lnTo>
                    <a:pt x="912039" y="410458"/>
                  </a:lnTo>
                  <a:lnTo>
                    <a:pt x="914400" y="457200"/>
                  </a:lnTo>
                  <a:lnTo>
                    <a:pt x="912039" y="503941"/>
                  </a:lnTo>
                  <a:lnTo>
                    <a:pt x="905110" y="549333"/>
                  </a:lnTo>
                  <a:lnTo>
                    <a:pt x="893842" y="593146"/>
                  </a:lnTo>
                  <a:lnTo>
                    <a:pt x="878466" y="635150"/>
                  </a:lnTo>
                  <a:lnTo>
                    <a:pt x="859212" y="675116"/>
                  </a:lnTo>
                  <a:lnTo>
                    <a:pt x="836309" y="712812"/>
                  </a:lnTo>
                  <a:lnTo>
                    <a:pt x="809988" y="748009"/>
                  </a:lnTo>
                  <a:lnTo>
                    <a:pt x="780478" y="780478"/>
                  </a:lnTo>
                  <a:lnTo>
                    <a:pt x="748009" y="809988"/>
                  </a:lnTo>
                  <a:lnTo>
                    <a:pt x="712812" y="836309"/>
                  </a:lnTo>
                  <a:lnTo>
                    <a:pt x="675116" y="859212"/>
                  </a:lnTo>
                  <a:lnTo>
                    <a:pt x="635150" y="878466"/>
                  </a:lnTo>
                  <a:lnTo>
                    <a:pt x="593146" y="893842"/>
                  </a:lnTo>
                  <a:lnTo>
                    <a:pt x="549333" y="905110"/>
                  </a:lnTo>
                  <a:lnTo>
                    <a:pt x="503941" y="912039"/>
                  </a:lnTo>
                  <a:lnTo>
                    <a:pt x="457200" y="914400"/>
                  </a:lnTo>
                  <a:lnTo>
                    <a:pt x="410458" y="912039"/>
                  </a:lnTo>
                  <a:lnTo>
                    <a:pt x="365066" y="905110"/>
                  </a:lnTo>
                  <a:lnTo>
                    <a:pt x="321253" y="893842"/>
                  </a:lnTo>
                  <a:lnTo>
                    <a:pt x="279249" y="878466"/>
                  </a:lnTo>
                  <a:lnTo>
                    <a:pt x="239283" y="859212"/>
                  </a:lnTo>
                  <a:lnTo>
                    <a:pt x="201587" y="836309"/>
                  </a:lnTo>
                  <a:lnTo>
                    <a:pt x="166390" y="809988"/>
                  </a:lnTo>
                  <a:lnTo>
                    <a:pt x="133921" y="780478"/>
                  </a:lnTo>
                  <a:lnTo>
                    <a:pt x="104411" y="748009"/>
                  </a:lnTo>
                  <a:lnTo>
                    <a:pt x="78090" y="712812"/>
                  </a:lnTo>
                  <a:lnTo>
                    <a:pt x="55187" y="675116"/>
                  </a:lnTo>
                  <a:lnTo>
                    <a:pt x="35933" y="635150"/>
                  </a:lnTo>
                  <a:lnTo>
                    <a:pt x="20557" y="593146"/>
                  </a:lnTo>
                  <a:lnTo>
                    <a:pt x="9289" y="549333"/>
                  </a:lnTo>
                  <a:lnTo>
                    <a:pt x="2360" y="503941"/>
                  </a:lnTo>
                  <a:lnTo>
                    <a:pt x="0" y="4572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2146807" y="5021707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60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752980" y="4041393"/>
            <a:ext cx="304800" cy="685800"/>
          </a:xfrm>
          <a:custGeom>
            <a:avLst/>
            <a:gdLst/>
            <a:ahLst/>
            <a:cxnLst/>
            <a:rect l="l" t="t" r="r" b="b"/>
            <a:pathLst>
              <a:path w="304800" h="685800">
                <a:moveTo>
                  <a:pt x="0" y="0"/>
                </a:moveTo>
                <a:lnTo>
                  <a:pt x="304800" y="685800"/>
                </a:lnTo>
              </a:path>
            </a:pathLst>
          </a:custGeom>
          <a:ln w="990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7252716" y="4869307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30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6705981" y="3888993"/>
            <a:ext cx="533400" cy="685800"/>
          </a:xfrm>
          <a:custGeom>
            <a:avLst/>
            <a:gdLst/>
            <a:ahLst/>
            <a:cxnLst/>
            <a:rect l="l" t="t" r="r" b="b"/>
            <a:pathLst>
              <a:path w="533400" h="685800">
                <a:moveTo>
                  <a:pt x="0" y="0"/>
                </a:moveTo>
                <a:lnTo>
                  <a:pt x="533400" y="685800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492253" y="5871845"/>
            <a:ext cx="1904364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Insertion</a:t>
            </a:r>
          </a:p>
        </p:txBody>
      </p:sp>
      <p:sp>
        <p:nvSpPr>
          <p:cNvPr id="53" name="object 53"/>
          <p:cNvSpPr txBox="1"/>
          <p:nvPr/>
        </p:nvSpPr>
        <p:spPr>
          <a:xfrm>
            <a:off x="5422519" y="5809615"/>
            <a:ext cx="356908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First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3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Adjustment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0B1476E-067D-5B5C-032C-965BEBBA53B3}"/>
              </a:ext>
            </a:extLst>
          </p:cNvPr>
          <p:cNvSpPr txBox="1"/>
          <p:nvPr/>
        </p:nvSpPr>
        <p:spPr>
          <a:xfrm>
            <a:off x="2286000" y="1371600"/>
            <a:ext cx="4572000" cy="437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5080" algn="ctr"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  <a:tabLst>
                <a:tab pos="357505" algn="l"/>
              </a:tabLst>
            </a:pPr>
            <a:r>
              <a:rPr lang="en-US" sz="2800" dirty="0"/>
              <a:t>44,30,50,22,60,55,77,55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E4B225-9FDB-547E-BEBE-56B7C263F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</a:t>
            </a:r>
            <a:endParaRPr lang="en-US" dirty="0"/>
          </a:p>
        </p:txBody>
      </p:sp>
      <p:sp>
        <p:nvSpPr>
          <p:cNvPr id="55" name="Slide Number Placeholder 54">
            <a:extLst>
              <a:ext uri="{FF2B5EF4-FFF2-40B4-BE49-F238E27FC236}">
                <a16:creationId xmlns:a16="http://schemas.microsoft.com/office/drawing/2014/main" id="{38E3F838-8755-3D00-ECE1-254F480C8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64E9-BB0A-4932-9D77-E0DDE5779A37}" type="slidenum">
              <a:rPr lang="en-US" smtClean="0"/>
              <a:pPr/>
              <a:t>17</a:t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637733"/>
            <a:ext cx="82296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850">
              <a:lnSpc>
                <a:spcPct val="100000"/>
              </a:lnSpc>
              <a:spcBef>
                <a:spcPts val="100"/>
              </a:spcBef>
            </a:pPr>
            <a:r>
              <a:rPr dirty="0"/>
              <a:t>Insert 60 ( Contd )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500501" y="1976501"/>
            <a:ext cx="924560" cy="924560"/>
            <a:chOff x="3500501" y="1976501"/>
            <a:chExt cx="924560" cy="924560"/>
          </a:xfrm>
        </p:grpSpPr>
        <p:sp>
          <p:nvSpPr>
            <p:cNvPr id="5" name="object 5"/>
            <p:cNvSpPr/>
            <p:nvPr/>
          </p:nvSpPr>
          <p:spPr>
            <a:xfrm>
              <a:off x="3505581" y="198158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58" y="2360"/>
                  </a:lnTo>
                  <a:lnTo>
                    <a:pt x="365066" y="9289"/>
                  </a:lnTo>
                  <a:lnTo>
                    <a:pt x="321253" y="20557"/>
                  </a:lnTo>
                  <a:lnTo>
                    <a:pt x="279249" y="35933"/>
                  </a:lnTo>
                  <a:lnTo>
                    <a:pt x="239283" y="55187"/>
                  </a:lnTo>
                  <a:lnTo>
                    <a:pt x="201587" y="78090"/>
                  </a:lnTo>
                  <a:lnTo>
                    <a:pt x="166390" y="104411"/>
                  </a:lnTo>
                  <a:lnTo>
                    <a:pt x="133921" y="133921"/>
                  </a:lnTo>
                  <a:lnTo>
                    <a:pt x="104411" y="166390"/>
                  </a:lnTo>
                  <a:lnTo>
                    <a:pt x="78090" y="201587"/>
                  </a:lnTo>
                  <a:lnTo>
                    <a:pt x="55187" y="239283"/>
                  </a:lnTo>
                  <a:lnTo>
                    <a:pt x="35933" y="279249"/>
                  </a:lnTo>
                  <a:lnTo>
                    <a:pt x="20557" y="321253"/>
                  </a:lnTo>
                  <a:lnTo>
                    <a:pt x="9289" y="365066"/>
                  </a:lnTo>
                  <a:lnTo>
                    <a:pt x="2360" y="410458"/>
                  </a:lnTo>
                  <a:lnTo>
                    <a:pt x="0" y="457200"/>
                  </a:lnTo>
                  <a:lnTo>
                    <a:pt x="2360" y="503941"/>
                  </a:lnTo>
                  <a:lnTo>
                    <a:pt x="9289" y="549333"/>
                  </a:lnTo>
                  <a:lnTo>
                    <a:pt x="20557" y="593146"/>
                  </a:lnTo>
                  <a:lnTo>
                    <a:pt x="35933" y="635150"/>
                  </a:lnTo>
                  <a:lnTo>
                    <a:pt x="55187" y="675116"/>
                  </a:lnTo>
                  <a:lnTo>
                    <a:pt x="78090" y="712812"/>
                  </a:lnTo>
                  <a:lnTo>
                    <a:pt x="104411" y="748009"/>
                  </a:lnTo>
                  <a:lnTo>
                    <a:pt x="133921" y="780478"/>
                  </a:lnTo>
                  <a:lnTo>
                    <a:pt x="166390" y="809988"/>
                  </a:lnTo>
                  <a:lnTo>
                    <a:pt x="201587" y="836309"/>
                  </a:lnTo>
                  <a:lnTo>
                    <a:pt x="239283" y="859212"/>
                  </a:lnTo>
                  <a:lnTo>
                    <a:pt x="279249" y="878466"/>
                  </a:lnTo>
                  <a:lnTo>
                    <a:pt x="321253" y="893842"/>
                  </a:lnTo>
                  <a:lnTo>
                    <a:pt x="365066" y="905110"/>
                  </a:lnTo>
                  <a:lnTo>
                    <a:pt x="410458" y="912039"/>
                  </a:lnTo>
                  <a:lnTo>
                    <a:pt x="457200" y="914400"/>
                  </a:lnTo>
                  <a:lnTo>
                    <a:pt x="503941" y="912039"/>
                  </a:lnTo>
                  <a:lnTo>
                    <a:pt x="549333" y="905110"/>
                  </a:lnTo>
                  <a:lnTo>
                    <a:pt x="593146" y="893842"/>
                  </a:lnTo>
                  <a:lnTo>
                    <a:pt x="635150" y="878466"/>
                  </a:lnTo>
                  <a:lnTo>
                    <a:pt x="675116" y="859212"/>
                  </a:lnTo>
                  <a:lnTo>
                    <a:pt x="712812" y="836309"/>
                  </a:lnTo>
                  <a:lnTo>
                    <a:pt x="748009" y="809988"/>
                  </a:lnTo>
                  <a:lnTo>
                    <a:pt x="780478" y="780478"/>
                  </a:lnTo>
                  <a:lnTo>
                    <a:pt x="809988" y="748009"/>
                  </a:lnTo>
                  <a:lnTo>
                    <a:pt x="836309" y="712812"/>
                  </a:lnTo>
                  <a:lnTo>
                    <a:pt x="859212" y="675116"/>
                  </a:lnTo>
                  <a:lnTo>
                    <a:pt x="878466" y="635150"/>
                  </a:lnTo>
                  <a:lnTo>
                    <a:pt x="893842" y="593146"/>
                  </a:lnTo>
                  <a:lnTo>
                    <a:pt x="905110" y="549333"/>
                  </a:lnTo>
                  <a:lnTo>
                    <a:pt x="912039" y="503941"/>
                  </a:lnTo>
                  <a:lnTo>
                    <a:pt x="914400" y="457200"/>
                  </a:lnTo>
                  <a:lnTo>
                    <a:pt x="912039" y="410458"/>
                  </a:lnTo>
                  <a:lnTo>
                    <a:pt x="905110" y="365066"/>
                  </a:lnTo>
                  <a:lnTo>
                    <a:pt x="893842" y="321253"/>
                  </a:lnTo>
                  <a:lnTo>
                    <a:pt x="878466" y="279249"/>
                  </a:lnTo>
                  <a:lnTo>
                    <a:pt x="859212" y="239283"/>
                  </a:lnTo>
                  <a:lnTo>
                    <a:pt x="836309" y="201587"/>
                  </a:lnTo>
                  <a:lnTo>
                    <a:pt x="809988" y="166390"/>
                  </a:lnTo>
                  <a:lnTo>
                    <a:pt x="780478" y="133921"/>
                  </a:lnTo>
                  <a:lnTo>
                    <a:pt x="748009" y="104411"/>
                  </a:lnTo>
                  <a:lnTo>
                    <a:pt x="712812" y="78090"/>
                  </a:lnTo>
                  <a:lnTo>
                    <a:pt x="675116" y="55187"/>
                  </a:lnTo>
                  <a:lnTo>
                    <a:pt x="635150" y="35933"/>
                  </a:lnTo>
                  <a:lnTo>
                    <a:pt x="593146" y="20557"/>
                  </a:lnTo>
                  <a:lnTo>
                    <a:pt x="549333" y="9289"/>
                  </a:lnTo>
                  <a:lnTo>
                    <a:pt x="503941" y="23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05581" y="198158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60" y="410458"/>
                  </a:lnTo>
                  <a:lnTo>
                    <a:pt x="9289" y="365066"/>
                  </a:lnTo>
                  <a:lnTo>
                    <a:pt x="20557" y="321253"/>
                  </a:lnTo>
                  <a:lnTo>
                    <a:pt x="35933" y="279249"/>
                  </a:lnTo>
                  <a:lnTo>
                    <a:pt x="55187" y="239283"/>
                  </a:lnTo>
                  <a:lnTo>
                    <a:pt x="78090" y="201587"/>
                  </a:lnTo>
                  <a:lnTo>
                    <a:pt x="104411" y="166390"/>
                  </a:lnTo>
                  <a:lnTo>
                    <a:pt x="133921" y="133921"/>
                  </a:lnTo>
                  <a:lnTo>
                    <a:pt x="166390" y="104411"/>
                  </a:lnTo>
                  <a:lnTo>
                    <a:pt x="201587" y="78090"/>
                  </a:lnTo>
                  <a:lnTo>
                    <a:pt x="239283" y="55187"/>
                  </a:lnTo>
                  <a:lnTo>
                    <a:pt x="279249" y="35933"/>
                  </a:lnTo>
                  <a:lnTo>
                    <a:pt x="321253" y="20557"/>
                  </a:lnTo>
                  <a:lnTo>
                    <a:pt x="365066" y="9289"/>
                  </a:lnTo>
                  <a:lnTo>
                    <a:pt x="410458" y="2360"/>
                  </a:lnTo>
                  <a:lnTo>
                    <a:pt x="457200" y="0"/>
                  </a:lnTo>
                  <a:lnTo>
                    <a:pt x="503941" y="2360"/>
                  </a:lnTo>
                  <a:lnTo>
                    <a:pt x="549333" y="9289"/>
                  </a:lnTo>
                  <a:lnTo>
                    <a:pt x="593146" y="20557"/>
                  </a:lnTo>
                  <a:lnTo>
                    <a:pt x="635150" y="35933"/>
                  </a:lnTo>
                  <a:lnTo>
                    <a:pt x="675116" y="55187"/>
                  </a:lnTo>
                  <a:lnTo>
                    <a:pt x="712812" y="78090"/>
                  </a:lnTo>
                  <a:lnTo>
                    <a:pt x="748009" y="104411"/>
                  </a:lnTo>
                  <a:lnTo>
                    <a:pt x="780478" y="133921"/>
                  </a:lnTo>
                  <a:lnTo>
                    <a:pt x="809988" y="166390"/>
                  </a:lnTo>
                  <a:lnTo>
                    <a:pt x="836309" y="201587"/>
                  </a:lnTo>
                  <a:lnTo>
                    <a:pt x="859212" y="239283"/>
                  </a:lnTo>
                  <a:lnTo>
                    <a:pt x="878466" y="279249"/>
                  </a:lnTo>
                  <a:lnTo>
                    <a:pt x="893842" y="321253"/>
                  </a:lnTo>
                  <a:lnTo>
                    <a:pt x="905110" y="365066"/>
                  </a:lnTo>
                  <a:lnTo>
                    <a:pt x="912039" y="410458"/>
                  </a:lnTo>
                  <a:lnTo>
                    <a:pt x="914400" y="457200"/>
                  </a:lnTo>
                  <a:lnTo>
                    <a:pt x="912039" y="503941"/>
                  </a:lnTo>
                  <a:lnTo>
                    <a:pt x="905110" y="549333"/>
                  </a:lnTo>
                  <a:lnTo>
                    <a:pt x="893842" y="593146"/>
                  </a:lnTo>
                  <a:lnTo>
                    <a:pt x="878466" y="635150"/>
                  </a:lnTo>
                  <a:lnTo>
                    <a:pt x="859212" y="675116"/>
                  </a:lnTo>
                  <a:lnTo>
                    <a:pt x="836309" y="712812"/>
                  </a:lnTo>
                  <a:lnTo>
                    <a:pt x="809988" y="748009"/>
                  </a:lnTo>
                  <a:lnTo>
                    <a:pt x="780478" y="780478"/>
                  </a:lnTo>
                  <a:lnTo>
                    <a:pt x="748009" y="809988"/>
                  </a:lnTo>
                  <a:lnTo>
                    <a:pt x="712812" y="836309"/>
                  </a:lnTo>
                  <a:lnTo>
                    <a:pt x="675116" y="859212"/>
                  </a:lnTo>
                  <a:lnTo>
                    <a:pt x="635150" y="878466"/>
                  </a:lnTo>
                  <a:lnTo>
                    <a:pt x="593146" y="893842"/>
                  </a:lnTo>
                  <a:lnTo>
                    <a:pt x="549333" y="905110"/>
                  </a:lnTo>
                  <a:lnTo>
                    <a:pt x="503941" y="912039"/>
                  </a:lnTo>
                  <a:lnTo>
                    <a:pt x="457200" y="914400"/>
                  </a:lnTo>
                  <a:lnTo>
                    <a:pt x="410458" y="912039"/>
                  </a:lnTo>
                  <a:lnTo>
                    <a:pt x="365066" y="905110"/>
                  </a:lnTo>
                  <a:lnTo>
                    <a:pt x="321253" y="893842"/>
                  </a:lnTo>
                  <a:lnTo>
                    <a:pt x="279249" y="878466"/>
                  </a:lnTo>
                  <a:lnTo>
                    <a:pt x="239283" y="859212"/>
                  </a:lnTo>
                  <a:lnTo>
                    <a:pt x="201587" y="836309"/>
                  </a:lnTo>
                  <a:lnTo>
                    <a:pt x="166390" y="809988"/>
                  </a:lnTo>
                  <a:lnTo>
                    <a:pt x="133921" y="780478"/>
                  </a:lnTo>
                  <a:lnTo>
                    <a:pt x="104411" y="748009"/>
                  </a:lnTo>
                  <a:lnTo>
                    <a:pt x="78090" y="712812"/>
                  </a:lnTo>
                  <a:lnTo>
                    <a:pt x="55187" y="675116"/>
                  </a:lnTo>
                  <a:lnTo>
                    <a:pt x="35933" y="635150"/>
                  </a:lnTo>
                  <a:lnTo>
                    <a:pt x="20557" y="593146"/>
                  </a:lnTo>
                  <a:lnTo>
                    <a:pt x="9289" y="549333"/>
                  </a:lnTo>
                  <a:lnTo>
                    <a:pt x="2360" y="503941"/>
                  </a:lnTo>
                  <a:lnTo>
                    <a:pt x="0" y="4572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823461" y="2275840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60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509901" y="3424301"/>
            <a:ext cx="924560" cy="924560"/>
            <a:chOff x="2509901" y="3424301"/>
            <a:chExt cx="924560" cy="924560"/>
          </a:xfrm>
        </p:grpSpPr>
        <p:sp>
          <p:nvSpPr>
            <p:cNvPr id="9" name="object 9"/>
            <p:cNvSpPr/>
            <p:nvPr/>
          </p:nvSpPr>
          <p:spPr>
            <a:xfrm>
              <a:off x="2514981" y="342938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58" y="2360"/>
                  </a:lnTo>
                  <a:lnTo>
                    <a:pt x="365066" y="9289"/>
                  </a:lnTo>
                  <a:lnTo>
                    <a:pt x="321253" y="20557"/>
                  </a:lnTo>
                  <a:lnTo>
                    <a:pt x="279249" y="35933"/>
                  </a:lnTo>
                  <a:lnTo>
                    <a:pt x="239283" y="55187"/>
                  </a:lnTo>
                  <a:lnTo>
                    <a:pt x="201587" y="78090"/>
                  </a:lnTo>
                  <a:lnTo>
                    <a:pt x="166390" y="104411"/>
                  </a:lnTo>
                  <a:lnTo>
                    <a:pt x="133921" y="133921"/>
                  </a:lnTo>
                  <a:lnTo>
                    <a:pt x="104411" y="166390"/>
                  </a:lnTo>
                  <a:lnTo>
                    <a:pt x="78090" y="201587"/>
                  </a:lnTo>
                  <a:lnTo>
                    <a:pt x="55187" y="239283"/>
                  </a:lnTo>
                  <a:lnTo>
                    <a:pt x="35933" y="279249"/>
                  </a:lnTo>
                  <a:lnTo>
                    <a:pt x="20557" y="321253"/>
                  </a:lnTo>
                  <a:lnTo>
                    <a:pt x="9289" y="365066"/>
                  </a:lnTo>
                  <a:lnTo>
                    <a:pt x="2360" y="410458"/>
                  </a:lnTo>
                  <a:lnTo>
                    <a:pt x="0" y="457200"/>
                  </a:lnTo>
                  <a:lnTo>
                    <a:pt x="2360" y="503941"/>
                  </a:lnTo>
                  <a:lnTo>
                    <a:pt x="9289" y="549333"/>
                  </a:lnTo>
                  <a:lnTo>
                    <a:pt x="20557" y="593146"/>
                  </a:lnTo>
                  <a:lnTo>
                    <a:pt x="35933" y="635150"/>
                  </a:lnTo>
                  <a:lnTo>
                    <a:pt x="55187" y="675116"/>
                  </a:lnTo>
                  <a:lnTo>
                    <a:pt x="78090" y="712812"/>
                  </a:lnTo>
                  <a:lnTo>
                    <a:pt x="104411" y="748009"/>
                  </a:lnTo>
                  <a:lnTo>
                    <a:pt x="133921" y="780478"/>
                  </a:lnTo>
                  <a:lnTo>
                    <a:pt x="166390" y="809988"/>
                  </a:lnTo>
                  <a:lnTo>
                    <a:pt x="201587" y="836309"/>
                  </a:lnTo>
                  <a:lnTo>
                    <a:pt x="239283" y="859212"/>
                  </a:lnTo>
                  <a:lnTo>
                    <a:pt x="279249" y="878466"/>
                  </a:lnTo>
                  <a:lnTo>
                    <a:pt x="321253" y="893842"/>
                  </a:lnTo>
                  <a:lnTo>
                    <a:pt x="365066" y="905110"/>
                  </a:lnTo>
                  <a:lnTo>
                    <a:pt x="410458" y="912039"/>
                  </a:lnTo>
                  <a:lnTo>
                    <a:pt x="457200" y="914400"/>
                  </a:lnTo>
                  <a:lnTo>
                    <a:pt x="503941" y="912039"/>
                  </a:lnTo>
                  <a:lnTo>
                    <a:pt x="549333" y="905110"/>
                  </a:lnTo>
                  <a:lnTo>
                    <a:pt x="593146" y="893842"/>
                  </a:lnTo>
                  <a:lnTo>
                    <a:pt x="635150" y="878466"/>
                  </a:lnTo>
                  <a:lnTo>
                    <a:pt x="675116" y="859212"/>
                  </a:lnTo>
                  <a:lnTo>
                    <a:pt x="712812" y="836309"/>
                  </a:lnTo>
                  <a:lnTo>
                    <a:pt x="748009" y="809988"/>
                  </a:lnTo>
                  <a:lnTo>
                    <a:pt x="780478" y="780478"/>
                  </a:lnTo>
                  <a:lnTo>
                    <a:pt x="809988" y="748009"/>
                  </a:lnTo>
                  <a:lnTo>
                    <a:pt x="836309" y="712812"/>
                  </a:lnTo>
                  <a:lnTo>
                    <a:pt x="859212" y="675116"/>
                  </a:lnTo>
                  <a:lnTo>
                    <a:pt x="878466" y="635150"/>
                  </a:lnTo>
                  <a:lnTo>
                    <a:pt x="893842" y="593146"/>
                  </a:lnTo>
                  <a:lnTo>
                    <a:pt x="905110" y="549333"/>
                  </a:lnTo>
                  <a:lnTo>
                    <a:pt x="912039" y="503941"/>
                  </a:lnTo>
                  <a:lnTo>
                    <a:pt x="914399" y="457200"/>
                  </a:lnTo>
                  <a:lnTo>
                    <a:pt x="912039" y="410458"/>
                  </a:lnTo>
                  <a:lnTo>
                    <a:pt x="905110" y="365066"/>
                  </a:lnTo>
                  <a:lnTo>
                    <a:pt x="893842" y="321253"/>
                  </a:lnTo>
                  <a:lnTo>
                    <a:pt x="878466" y="279249"/>
                  </a:lnTo>
                  <a:lnTo>
                    <a:pt x="859212" y="239283"/>
                  </a:lnTo>
                  <a:lnTo>
                    <a:pt x="836309" y="201587"/>
                  </a:lnTo>
                  <a:lnTo>
                    <a:pt x="809988" y="166390"/>
                  </a:lnTo>
                  <a:lnTo>
                    <a:pt x="780478" y="133921"/>
                  </a:lnTo>
                  <a:lnTo>
                    <a:pt x="748009" y="104411"/>
                  </a:lnTo>
                  <a:lnTo>
                    <a:pt x="712812" y="78090"/>
                  </a:lnTo>
                  <a:lnTo>
                    <a:pt x="675116" y="55187"/>
                  </a:lnTo>
                  <a:lnTo>
                    <a:pt x="635150" y="35933"/>
                  </a:lnTo>
                  <a:lnTo>
                    <a:pt x="593146" y="20557"/>
                  </a:lnTo>
                  <a:lnTo>
                    <a:pt x="549333" y="9289"/>
                  </a:lnTo>
                  <a:lnTo>
                    <a:pt x="503941" y="23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514981" y="342938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60" y="410458"/>
                  </a:lnTo>
                  <a:lnTo>
                    <a:pt x="9289" y="365066"/>
                  </a:lnTo>
                  <a:lnTo>
                    <a:pt x="20557" y="321253"/>
                  </a:lnTo>
                  <a:lnTo>
                    <a:pt x="35933" y="279249"/>
                  </a:lnTo>
                  <a:lnTo>
                    <a:pt x="55187" y="239283"/>
                  </a:lnTo>
                  <a:lnTo>
                    <a:pt x="78090" y="201587"/>
                  </a:lnTo>
                  <a:lnTo>
                    <a:pt x="104411" y="166390"/>
                  </a:lnTo>
                  <a:lnTo>
                    <a:pt x="133921" y="133921"/>
                  </a:lnTo>
                  <a:lnTo>
                    <a:pt x="166390" y="104411"/>
                  </a:lnTo>
                  <a:lnTo>
                    <a:pt x="201587" y="78090"/>
                  </a:lnTo>
                  <a:lnTo>
                    <a:pt x="239283" y="55187"/>
                  </a:lnTo>
                  <a:lnTo>
                    <a:pt x="279249" y="35933"/>
                  </a:lnTo>
                  <a:lnTo>
                    <a:pt x="321253" y="20557"/>
                  </a:lnTo>
                  <a:lnTo>
                    <a:pt x="365066" y="9289"/>
                  </a:lnTo>
                  <a:lnTo>
                    <a:pt x="410458" y="2360"/>
                  </a:lnTo>
                  <a:lnTo>
                    <a:pt x="457200" y="0"/>
                  </a:lnTo>
                  <a:lnTo>
                    <a:pt x="503941" y="2360"/>
                  </a:lnTo>
                  <a:lnTo>
                    <a:pt x="549333" y="9289"/>
                  </a:lnTo>
                  <a:lnTo>
                    <a:pt x="593146" y="20557"/>
                  </a:lnTo>
                  <a:lnTo>
                    <a:pt x="635150" y="35933"/>
                  </a:lnTo>
                  <a:lnTo>
                    <a:pt x="675116" y="55187"/>
                  </a:lnTo>
                  <a:lnTo>
                    <a:pt x="712812" y="78090"/>
                  </a:lnTo>
                  <a:lnTo>
                    <a:pt x="748009" y="104411"/>
                  </a:lnTo>
                  <a:lnTo>
                    <a:pt x="780478" y="133921"/>
                  </a:lnTo>
                  <a:lnTo>
                    <a:pt x="809988" y="166390"/>
                  </a:lnTo>
                  <a:lnTo>
                    <a:pt x="836309" y="201587"/>
                  </a:lnTo>
                  <a:lnTo>
                    <a:pt x="859212" y="239283"/>
                  </a:lnTo>
                  <a:lnTo>
                    <a:pt x="878466" y="279249"/>
                  </a:lnTo>
                  <a:lnTo>
                    <a:pt x="893842" y="321253"/>
                  </a:lnTo>
                  <a:lnTo>
                    <a:pt x="905110" y="365066"/>
                  </a:lnTo>
                  <a:lnTo>
                    <a:pt x="912039" y="410458"/>
                  </a:lnTo>
                  <a:lnTo>
                    <a:pt x="914399" y="457200"/>
                  </a:lnTo>
                  <a:lnTo>
                    <a:pt x="912039" y="503941"/>
                  </a:lnTo>
                  <a:lnTo>
                    <a:pt x="905110" y="549333"/>
                  </a:lnTo>
                  <a:lnTo>
                    <a:pt x="893842" y="593146"/>
                  </a:lnTo>
                  <a:lnTo>
                    <a:pt x="878466" y="635150"/>
                  </a:lnTo>
                  <a:lnTo>
                    <a:pt x="859212" y="675116"/>
                  </a:lnTo>
                  <a:lnTo>
                    <a:pt x="836309" y="712812"/>
                  </a:lnTo>
                  <a:lnTo>
                    <a:pt x="809988" y="748009"/>
                  </a:lnTo>
                  <a:lnTo>
                    <a:pt x="780478" y="780478"/>
                  </a:lnTo>
                  <a:lnTo>
                    <a:pt x="748009" y="809988"/>
                  </a:lnTo>
                  <a:lnTo>
                    <a:pt x="712812" y="836309"/>
                  </a:lnTo>
                  <a:lnTo>
                    <a:pt x="675116" y="859212"/>
                  </a:lnTo>
                  <a:lnTo>
                    <a:pt x="635150" y="878466"/>
                  </a:lnTo>
                  <a:lnTo>
                    <a:pt x="593146" y="893842"/>
                  </a:lnTo>
                  <a:lnTo>
                    <a:pt x="549333" y="905110"/>
                  </a:lnTo>
                  <a:lnTo>
                    <a:pt x="503941" y="912039"/>
                  </a:lnTo>
                  <a:lnTo>
                    <a:pt x="457200" y="914400"/>
                  </a:lnTo>
                  <a:lnTo>
                    <a:pt x="410458" y="912039"/>
                  </a:lnTo>
                  <a:lnTo>
                    <a:pt x="365066" y="905110"/>
                  </a:lnTo>
                  <a:lnTo>
                    <a:pt x="321253" y="893842"/>
                  </a:lnTo>
                  <a:lnTo>
                    <a:pt x="279249" y="878466"/>
                  </a:lnTo>
                  <a:lnTo>
                    <a:pt x="239283" y="859212"/>
                  </a:lnTo>
                  <a:lnTo>
                    <a:pt x="201587" y="836309"/>
                  </a:lnTo>
                  <a:lnTo>
                    <a:pt x="166390" y="809988"/>
                  </a:lnTo>
                  <a:lnTo>
                    <a:pt x="133921" y="780478"/>
                  </a:lnTo>
                  <a:lnTo>
                    <a:pt x="104411" y="748009"/>
                  </a:lnTo>
                  <a:lnTo>
                    <a:pt x="78090" y="712812"/>
                  </a:lnTo>
                  <a:lnTo>
                    <a:pt x="55187" y="675116"/>
                  </a:lnTo>
                  <a:lnTo>
                    <a:pt x="35933" y="635150"/>
                  </a:lnTo>
                  <a:lnTo>
                    <a:pt x="20557" y="593146"/>
                  </a:lnTo>
                  <a:lnTo>
                    <a:pt x="9289" y="549333"/>
                  </a:lnTo>
                  <a:lnTo>
                    <a:pt x="2360" y="503941"/>
                  </a:lnTo>
                  <a:lnTo>
                    <a:pt x="0" y="4572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832607" y="3723385"/>
            <a:ext cx="2787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50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195701" y="2814701"/>
            <a:ext cx="2296160" cy="1534160"/>
            <a:chOff x="3195701" y="2814701"/>
            <a:chExt cx="2296160" cy="1534160"/>
          </a:xfrm>
        </p:grpSpPr>
        <p:sp>
          <p:nvSpPr>
            <p:cNvPr id="13" name="object 13"/>
            <p:cNvSpPr/>
            <p:nvPr/>
          </p:nvSpPr>
          <p:spPr>
            <a:xfrm>
              <a:off x="3200781" y="2819781"/>
              <a:ext cx="533400" cy="609600"/>
            </a:xfrm>
            <a:custGeom>
              <a:avLst/>
              <a:gdLst/>
              <a:ahLst/>
              <a:cxnLst/>
              <a:rect l="l" t="t" r="r" b="b"/>
              <a:pathLst>
                <a:path w="533400" h="609600">
                  <a:moveTo>
                    <a:pt x="533399" y="0"/>
                  </a:moveTo>
                  <a:lnTo>
                    <a:pt x="0" y="609600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72381" y="342938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58" y="2360"/>
                  </a:lnTo>
                  <a:lnTo>
                    <a:pt x="365066" y="9289"/>
                  </a:lnTo>
                  <a:lnTo>
                    <a:pt x="321253" y="20557"/>
                  </a:lnTo>
                  <a:lnTo>
                    <a:pt x="279249" y="35933"/>
                  </a:lnTo>
                  <a:lnTo>
                    <a:pt x="239283" y="55187"/>
                  </a:lnTo>
                  <a:lnTo>
                    <a:pt x="201587" y="78090"/>
                  </a:lnTo>
                  <a:lnTo>
                    <a:pt x="166390" y="104411"/>
                  </a:lnTo>
                  <a:lnTo>
                    <a:pt x="133921" y="133921"/>
                  </a:lnTo>
                  <a:lnTo>
                    <a:pt x="104411" y="166390"/>
                  </a:lnTo>
                  <a:lnTo>
                    <a:pt x="78090" y="201587"/>
                  </a:lnTo>
                  <a:lnTo>
                    <a:pt x="55187" y="239283"/>
                  </a:lnTo>
                  <a:lnTo>
                    <a:pt x="35933" y="279249"/>
                  </a:lnTo>
                  <a:lnTo>
                    <a:pt x="20557" y="321253"/>
                  </a:lnTo>
                  <a:lnTo>
                    <a:pt x="9289" y="365066"/>
                  </a:lnTo>
                  <a:lnTo>
                    <a:pt x="2360" y="410458"/>
                  </a:lnTo>
                  <a:lnTo>
                    <a:pt x="0" y="457200"/>
                  </a:lnTo>
                  <a:lnTo>
                    <a:pt x="2360" y="503941"/>
                  </a:lnTo>
                  <a:lnTo>
                    <a:pt x="9289" y="549333"/>
                  </a:lnTo>
                  <a:lnTo>
                    <a:pt x="20557" y="593146"/>
                  </a:lnTo>
                  <a:lnTo>
                    <a:pt x="35933" y="635150"/>
                  </a:lnTo>
                  <a:lnTo>
                    <a:pt x="55187" y="675116"/>
                  </a:lnTo>
                  <a:lnTo>
                    <a:pt x="78090" y="712812"/>
                  </a:lnTo>
                  <a:lnTo>
                    <a:pt x="104411" y="748009"/>
                  </a:lnTo>
                  <a:lnTo>
                    <a:pt x="133921" y="780478"/>
                  </a:lnTo>
                  <a:lnTo>
                    <a:pt x="166390" y="809988"/>
                  </a:lnTo>
                  <a:lnTo>
                    <a:pt x="201587" y="836309"/>
                  </a:lnTo>
                  <a:lnTo>
                    <a:pt x="239283" y="859212"/>
                  </a:lnTo>
                  <a:lnTo>
                    <a:pt x="279249" y="878466"/>
                  </a:lnTo>
                  <a:lnTo>
                    <a:pt x="321253" y="893842"/>
                  </a:lnTo>
                  <a:lnTo>
                    <a:pt x="365066" y="905110"/>
                  </a:lnTo>
                  <a:lnTo>
                    <a:pt x="410458" y="912039"/>
                  </a:lnTo>
                  <a:lnTo>
                    <a:pt x="457200" y="914400"/>
                  </a:lnTo>
                  <a:lnTo>
                    <a:pt x="503941" y="912039"/>
                  </a:lnTo>
                  <a:lnTo>
                    <a:pt x="549333" y="905110"/>
                  </a:lnTo>
                  <a:lnTo>
                    <a:pt x="593146" y="893842"/>
                  </a:lnTo>
                  <a:lnTo>
                    <a:pt x="635150" y="878466"/>
                  </a:lnTo>
                  <a:lnTo>
                    <a:pt x="675116" y="859212"/>
                  </a:lnTo>
                  <a:lnTo>
                    <a:pt x="712812" y="836309"/>
                  </a:lnTo>
                  <a:lnTo>
                    <a:pt x="748009" y="809988"/>
                  </a:lnTo>
                  <a:lnTo>
                    <a:pt x="780478" y="780478"/>
                  </a:lnTo>
                  <a:lnTo>
                    <a:pt x="809988" y="748009"/>
                  </a:lnTo>
                  <a:lnTo>
                    <a:pt x="836309" y="712812"/>
                  </a:lnTo>
                  <a:lnTo>
                    <a:pt x="859212" y="675116"/>
                  </a:lnTo>
                  <a:lnTo>
                    <a:pt x="878466" y="635150"/>
                  </a:lnTo>
                  <a:lnTo>
                    <a:pt x="893842" y="593146"/>
                  </a:lnTo>
                  <a:lnTo>
                    <a:pt x="905110" y="549333"/>
                  </a:lnTo>
                  <a:lnTo>
                    <a:pt x="912039" y="503941"/>
                  </a:lnTo>
                  <a:lnTo>
                    <a:pt x="914400" y="457200"/>
                  </a:lnTo>
                  <a:lnTo>
                    <a:pt x="912039" y="410458"/>
                  </a:lnTo>
                  <a:lnTo>
                    <a:pt x="905110" y="365066"/>
                  </a:lnTo>
                  <a:lnTo>
                    <a:pt x="893842" y="321253"/>
                  </a:lnTo>
                  <a:lnTo>
                    <a:pt x="878466" y="279249"/>
                  </a:lnTo>
                  <a:lnTo>
                    <a:pt x="859212" y="239283"/>
                  </a:lnTo>
                  <a:lnTo>
                    <a:pt x="836309" y="201587"/>
                  </a:lnTo>
                  <a:lnTo>
                    <a:pt x="809988" y="166390"/>
                  </a:lnTo>
                  <a:lnTo>
                    <a:pt x="780478" y="133921"/>
                  </a:lnTo>
                  <a:lnTo>
                    <a:pt x="748009" y="104411"/>
                  </a:lnTo>
                  <a:lnTo>
                    <a:pt x="712812" y="78090"/>
                  </a:lnTo>
                  <a:lnTo>
                    <a:pt x="675116" y="55187"/>
                  </a:lnTo>
                  <a:lnTo>
                    <a:pt x="635150" y="35933"/>
                  </a:lnTo>
                  <a:lnTo>
                    <a:pt x="593146" y="20557"/>
                  </a:lnTo>
                  <a:lnTo>
                    <a:pt x="549333" y="9289"/>
                  </a:lnTo>
                  <a:lnTo>
                    <a:pt x="503941" y="23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572381" y="342938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60" y="410458"/>
                  </a:lnTo>
                  <a:lnTo>
                    <a:pt x="9289" y="365066"/>
                  </a:lnTo>
                  <a:lnTo>
                    <a:pt x="20557" y="321253"/>
                  </a:lnTo>
                  <a:lnTo>
                    <a:pt x="35933" y="279249"/>
                  </a:lnTo>
                  <a:lnTo>
                    <a:pt x="55187" y="239283"/>
                  </a:lnTo>
                  <a:lnTo>
                    <a:pt x="78090" y="201587"/>
                  </a:lnTo>
                  <a:lnTo>
                    <a:pt x="104411" y="166390"/>
                  </a:lnTo>
                  <a:lnTo>
                    <a:pt x="133921" y="133921"/>
                  </a:lnTo>
                  <a:lnTo>
                    <a:pt x="166390" y="104411"/>
                  </a:lnTo>
                  <a:lnTo>
                    <a:pt x="201587" y="78090"/>
                  </a:lnTo>
                  <a:lnTo>
                    <a:pt x="239283" y="55187"/>
                  </a:lnTo>
                  <a:lnTo>
                    <a:pt x="279249" y="35933"/>
                  </a:lnTo>
                  <a:lnTo>
                    <a:pt x="321253" y="20557"/>
                  </a:lnTo>
                  <a:lnTo>
                    <a:pt x="365066" y="9289"/>
                  </a:lnTo>
                  <a:lnTo>
                    <a:pt x="410458" y="2360"/>
                  </a:lnTo>
                  <a:lnTo>
                    <a:pt x="457200" y="0"/>
                  </a:lnTo>
                  <a:lnTo>
                    <a:pt x="503941" y="2360"/>
                  </a:lnTo>
                  <a:lnTo>
                    <a:pt x="549333" y="9289"/>
                  </a:lnTo>
                  <a:lnTo>
                    <a:pt x="593146" y="20557"/>
                  </a:lnTo>
                  <a:lnTo>
                    <a:pt x="635150" y="35933"/>
                  </a:lnTo>
                  <a:lnTo>
                    <a:pt x="675116" y="55187"/>
                  </a:lnTo>
                  <a:lnTo>
                    <a:pt x="712812" y="78090"/>
                  </a:lnTo>
                  <a:lnTo>
                    <a:pt x="748009" y="104411"/>
                  </a:lnTo>
                  <a:lnTo>
                    <a:pt x="780478" y="133921"/>
                  </a:lnTo>
                  <a:lnTo>
                    <a:pt x="809988" y="166390"/>
                  </a:lnTo>
                  <a:lnTo>
                    <a:pt x="836309" y="201587"/>
                  </a:lnTo>
                  <a:lnTo>
                    <a:pt x="859212" y="239283"/>
                  </a:lnTo>
                  <a:lnTo>
                    <a:pt x="878466" y="279249"/>
                  </a:lnTo>
                  <a:lnTo>
                    <a:pt x="893842" y="321253"/>
                  </a:lnTo>
                  <a:lnTo>
                    <a:pt x="905110" y="365066"/>
                  </a:lnTo>
                  <a:lnTo>
                    <a:pt x="912039" y="410458"/>
                  </a:lnTo>
                  <a:lnTo>
                    <a:pt x="914400" y="457200"/>
                  </a:lnTo>
                  <a:lnTo>
                    <a:pt x="912039" y="503941"/>
                  </a:lnTo>
                  <a:lnTo>
                    <a:pt x="905110" y="549333"/>
                  </a:lnTo>
                  <a:lnTo>
                    <a:pt x="893842" y="593146"/>
                  </a:lnTo>
                  <a:lnTo>
                    <a:pt x="878466" y="635150"/>
                  </a:lnTo>
                  <a:lnTo>
                    <a:pt x="859212" y="675116"/>
                  </a:lnTo>
                  <a:lnTo>
                    <a:pt x="836309" y="712812"/>
                  </a:lnTo>
                  <a:lnTo>
                    <a:pt x="809988" y="748009"/>
                  </a:lnTo>
                  <a:lnTo>
                    <a:pt x="780478" y="780478"/>
                  </a:lnTo>
                  <a:lnTo>
                    <a:pt x="748009" y="809988"/>
                  </a:lnTo>
                  <a:lnTo>
                    <a:pt x="712812" y="836309"/>
                  </a:lnTo>
                  <a:lnTo>
                    <a:pt x="675116" y="859212"/>
                  </a:lnTo>
                  <a:lnTo>
                    <a:pt x="635150" y="878466"/>
                  </a:lnTo>
                  <a:lnTo>
                    <a:pt x="593146" y="893842"/>
                  </a:lnTo>
                  <a:lnTo>
                    <a:pt x="549333" y="905110"/>
                  </a:lnTo>
                  <a:lnTo>
                    <a:pt x="503941" y="912039"/>
                  </a:lnTo>
                  <a:lnTo>
                    <a:pt x="457200" y="914400"/>
                  </a:lnTo>
                  <a:lnTo>
                    <a:pt x="410458" y="912039"/>
                  </a:lnTo>
                  <a:lnTo>
                    <a:pt x="365066" y="905110"/>
                  </a:lnTo>
                  <a:lnTo>
                    <a:pt x="321253" y="893842"/>
                  </a:lnTo>
                  <a:lnTo>
                    <a:pt x="279249" y="878466"/>
                  </a:lnTo>
                  <a:lnTo>
                    <a:pt x="239283" y="859212"/>
                  </a:lnTo>
                  <a:lnTo>
                    <a:pt x="201587" y="836309"/>
                  </a:lnTo>
                  <a:lnTo>
                    <a:pt x="166390" y="809988"/>
                  </a:lnTo>
                  <a:lnTo>
                    <a:pt x="133921" y="780478"/>
                  </a:lnTo>
                  <a:lnTo>
                    <a:pt x="104411" y="748009"/>
                  </a:lnTo>
                  <a:lnTo>
                    <a:pt x="78090" y="712812"/>
                  </a:lnTo>
                  <a:lnTo>
                    <a:pt x="55187" y="675116"/>
                  </a:lnTo>
                  <a:lnTo>
                    <a:pt x="35933" y="635150"/>
                  </a:lnTo>
                  <a:lnTo>
                    <a:pt x="20557" y="593146"/>
                  </a:lnTo>
                  <a:lnTo>
                    <a:pt x="9289" y="549333"/>
                  </a:lnTo>
                  <a:lnTo>
                    <a:pt x="2360" y="503941"/>
                  </a:lnTo>
                  <a:lnTo>
                    <a:pt x="0" y="4572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890261" y="3723385"/>
            <a:ext cx="2787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40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824101" y="2738501"/>
            <a:ext cx="2981960" cy="3058160"/>
            <a:chOff x="1824101" y="2738501"/>
            <a:chExt cx="2981960" cy="3058160"/>
          </a:xfrm>
        </p:grpSpPr>
        <p:sp>
          <p:nvSpPr>
            <p:cNvPr id="18" name="object 18"/>
            <p:cNvSpPr/>
            <p:nvPr/>
          </p:nvSpPr>
          <p:spPr>
            <a:xfrm>
              <a:off x="4267580" y="2743581"/>
              <a:ext cx="533400" cy="685800"/>
            </a:xfrm>
            <a:custGeom>
              <a:avLst/>
              <a:gdLst/>
              <a:ahLst/>
              <a:cxnLst/>
              <a:rect l="l" t="t" r="r" b="b"/>
              <a:pathLst>
                <a:path w="533400" h="685800">
                  <a:moveTo>
                    <a:pt x="0" y="0"/>
                  </a:moveTo>
                  <a:lnTo>
                    <a:pt x="533400" y="685800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829181" y="487718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58" y="2360"/>
                  </a:lnTo>
                  <a:lnTo>
                    <a:pt x="365066" y="9289"/>
                  </a:lnTo>
                  <a:lnTo>
                    <a:pt x="321253" y="20557"/>
                  </a:lnTo>
                  <a:lnTo>
                    <a:pt x="279249" y="35933"/>
                  </a:lnTo>
                  <a:lnTo>
                    <a:pt x="239283" y="55187"/>
                  </a:lnTo>
                  <a:lnTo>
                    <a:pt x="201587" y="78090"/>
                  </a:lnTo>
                  <a:lnTo>
                    <a:pt x="166390" y="104411"/>
                  </a:lnTo>
                  <a:lnTo>
                    <a:pt x="133921" y="133921"/>
                  </a:lnTo>
                  <a:lnTo>
                    <a:pt x="104411" y="166390"/>
                  </a:lnTo>
                  <a:lnTo>
                    <a:pt x="78090" y="201587"/>
                  </a:lnTo>
                  <a:lnTo>
                    <a:pt x="55187" y="239283"/>
                  </a:lnTo>
                  <a:lnTo>
                    <a:pt x="35933" y="279249"/>
                  </a:lnTo>
                  <a:lnTo>
                    <a:pt x="20557" y="321253"/>
                  </a:lnTo>
                  <a:lnTo>
                    <a:pt x="9289" y="365066"/>
                  </a:lnTo>
                  <a:lnTo>
                    <a:pt x="2360" y="410458"/>
                  </a:lnTo>
                  <a:lnTo>
                    <a:pt x="0" y="457200"/>
                  </a:lnTo>
                  <a:lnTo>
                    <a:pt x="2360" y="503941"/>
                  </a:lnTo>
                  <a:lnTo>
                    <a:pt x="9289" y="549333"/>
                  </a:lnTo>
                  <a:lnTo>
                    <a:pt x="20557" y="593146"/>
                  </a:lnTo>
                  <a:lnTo>
                    <a:pt x="35933" y="635150"/>
                  </a:lnTo>
                  <a:lnTo>
                    <a:pt x="55187" y="675116"/>
                  </a:lnTo>
                  <a:lnTo>
                    <a:pt x="78090" y="712812"/>
                  </a:lnTo>
                  <a:lnTo>
                    <a:pt x="104411" y="748009"/>
                  </a:lnTo>
                  <a:lnTo>
                    <a:pt x="133921" y="780478"/>
                  </a:lnTo>
                  <a:lnTo>
                    <a:pt x="166390" y="809988"/>
                  </a:lnTo>
                  <a:lnTo>
                    <a:pt x="201587" y="836309"/>
                  </a:lnTo>
                  <a:lnTo>
                    <a:pt x="239283" y="859212"/>
                  </a:lnTo>
                  <a:lnTo>
                    <a:pt x="279249" y="878466"/>
                  </a:lnTo>
                  <a:lnTo>
                    <a:pt x="321253" y="893842"/>
                  </a:lnTo>
                  <a:lnTo>
                    <a:pt x="365066" y="905110"/>
                  </a:lnTo>
                  <a:lnTo>
                    <a:pt x="410458" y="912039"/>
                  </a:lnTo>
                  <a:lnTo>
                    <a:pt x="457200" y="914400"/>
                  </a:lnTo>
                  <a:lnTo>
                    <a:pt x="503941" y="912039"/>
                  </a:lnTo>
                  <a:lnTo>
                    <a:pt x="549333" y="905110"/>
                  </a:lnTo>
                  <a:lnTo>
                    <a:pt x="593146" y="893842"/>
                  </a:lnTo>
                  <a:lnTo>
                    <a:pt x="635150" y="878466"/>
                  </a:lnTo>
                  <a:lnTo>
                    <a:pt x="675116" y="859212"/>
                  </a:lnTo>
                  <a:lnTo>
                    <a:pt x="712812" y="836309"/>
                  </a:lnTo>
                  <a:lnTo>
                    <a:pt x="748009" y="809988"/>
                  </a:lnTo>
                  <a:lnTo>
                    <a:pt x="780478" y="780478"/>
                  </a:lnTo>
                  <a:lnTo>
                    <a:pt x="809988" y="748009"/>
                  </a:lnTo>
                  <a:lnTo>
                    <a:pt x="836309" y="712812"/>
                  </a:lnTo>
                  <a:lnTo>
                    <a:pt x="859212" y="675116"/>
                  </a:lnTo>
                  <a:lnTo>
                    <a:pt x="878466" y="635150"/>
                  </a:lnTo>
                  <a:lnTo>
                    <a:pt x="893842" y="593146"/>
                  </a:lnTo>
                  <a:lnTo>
                    <a:pt x="905110" y="549333"/>
                  </a:lnTo>
                  <a:lnTo>
                    <a:pt x="912039" y="503941"/>
                  </a:lnTo>
                  <a:lnTo>
                    <a:pt x="914400" y="457200"/>
                  </a:lnTo>
                  <a:lnTo>
                    <a:pt x="912039" y="410458"/>
                  </a:lnTo>
                  <a:lnTo>
                    <a:pt x="905110" y="365066"/>
                  </a:lnTo>
                  <a:lnTo>
                    <a:pt x="893842" y="321253"/>
                  </a:lnTo>
                  <a:lnTo>
                    <a:pt x="878466" y="279249"/>
                  </a:lnTo>
                  <a:lnTo>
                    <a:pt x="859212" y="239283"/>
                  </a:lnTo>
                  <a:lnTo>
                    <a:pt x="836309" y="201587"/>
                  </a:lnTo>
                  <a:lnTo>
                    <a:pt x="809988" y="166390"/>
                  </a:lnTo>
                  <a:lnTo>
                    <a:pt x="780478" y="133921"/>
                  </a:lnTo>
                  <a:lnTo>
                    <a:pt x="748009" y="104411"/>
                  </a:lnTo>
                  <a:lnTo>
                    <a:pt x="712812" y="78090"/>
                  </a:lnTo>
                  <a:lnTo>
                    <a:pt x="675116" y="55187"/>
                  </a:lnTo>
                  <a:lnTo>
                    <a:pt x="635150" y="35933"/>
                  </a:lnTo>
                  <a:lnTo>
                    <a:pt x="593146" y="20557"/>
                  </a:lnTo>
                  <a:lnTo>
                    <a:pt x="549333" y="9289"/>
                  </a:lnTo>
                  <a:lnTo>
                    <a:pt x="503941" y="23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829181" y="487718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60" y="410458"/>
                  </a:lnTo>
                  <a:lnTo>
                    <a:pt x="9289" y="365066"/>
                  </a:lnTo>
                  <a:lnTo>
                    <a:pt x="20557" y="321253"/>
                  </a:lnTo>
                  <a:lnTo>
                    <a:pt x="35933" y="279249"/>
                  </a:lnTo>
                  <a:lnTo>
                    <a:pt x="55187" y="239283"/>
                  </a:lnTo>
                  <a:lnTo>
                    <a:pt x="78090" y="201587"/>
                  </a:lnTo>
                  <a:lnTo>
                    <a:pt x="104411" y="166390"/>
                  </a:lnTo>
                  <a:lnTo>
                    <a:pt x="133921" y="133921"/>
                  </a:lnTo>
                  <a:lnTo>
                    <a:pt x="166390" y="104411"/>
                  </a:lnTo>
                  <a:lnTo>
                    <a:pt x="201587" y="78090"/>
                  </a:lnTo>
                  <a:lnTo>
                    <a:pt x="239283" y="55187"/>
                  </a:lnTo>
                  <a:lnTo>
                    <a:pt x="279249" y="35933"/>
                  </a:lnTo>
                  <a:lnTo>
                    <a:pt x="321253" y="20557"/>
                  </a:lnTo>
                  <a:lnTo>
                    <a:pt x="365066" y="9289"/>
                  </a:lnTo>
                  <a:lnTo>
                    <a:pt x="410458" y="2360"/>
                  </a:lnTo>
                  <a:lnTo>
                    <a:pt x="457200" y="0"/>
                  </a:lnTo>
                  <a:lnTo>
                    <a:pt x="503941" y="2360"/>
                  </a:lnTo>
                  <a:lnTo>
                    <a:pt x="549333" y="9289"/>
                  </a:lnTo>
                  <a:lnTo>
                    <a:pt x="593146" y="20557"/>
                  </a:lnTo>
                  <a:lnTo>
                    <a:pt x="635150" y="35933"/>
                  </a:lnTo>
                  <a:lnTo>
                    <a:pt x="675116" y="55187"/>
                  </a:lnTo>
                  <a:lnTo>
                    <a:pt x="712812" y="78090"/>
                  </a:lnTo>
                  <a:lnTo>
                    <a:pt x="748009" y="104411"/>
                  </a:lnTo>
                  <a:lnTo>
                    <a:pt x="780478" y="133921"/>
                  </a:lnTo>
                  <a:lnTo>
                    <a:pt x="809988" y="166390"/>
                  </a:lnTo>
                  <a:lnTo>
                    <a:pt x="836309" y="201587"/>
                  </a:lnTo>
                  <a:lnTo>
                    <a:pt x="859212" y="239283"/>
                  </a:lnTo>
                  <a:lnTo>
                    <a:pt x="878466" y="279249"/>
                  </a:lnTo>
                  <a:lnTo>
                    <a:pt x="893842" y="321253"/>
                  </a:lnTo>
                  <a:lnTo>
                    <a:pt x="905110" y="365066"/>
                  </a:lnTo>
                  <a:lnTo>
                    <a:pt x="912039" y="410458"/>
                  </a:lnTo>
                  <a:lnTo>
                    <a:pt x="914400" y="457200"/>
                  </a:lnTo>
                  <a:lnTo>
                    <a:pt x="912039" y="503941"/>
                  </a:lnTo>
                  <a:lnTo>
                    <a:pt x="905110" y="549333"/>
                  </a:lnTo>
                  <a:lnTo>
                    <a:pt x="893842" y="593146"/>
                  </a:lnTo>
                  <a:lnTo>
                    <a:pt x="878466" y="635150"/>
                  </a:lnTo>
                  <a:lnTo>
                    <a:pt x="859212" y="675116"/>
                  </a:lnTo>
                  <a:lnTo>
                    <a:pt x="836309" y="712812"/>
                  </a:lnTo>
                  <a:lnTo>
                    <a:pt x="809988" y="748009"/>
                  </a:lnTo>
                  <a:lnTo>
                    <a:pt x="780478" y="780478"/>
                  </a:lnTo>
                  <a:lnTo>
                    <a:pt x="748009" y="809988"/>
                  </a:lnTo>
                  <a:lnTo>
                    <a:pt x="712812" y="836309"/>
                  </a:lnTo>
                  <a:lnTo>
                    <a:pt x="675116" y="859212"/>
                  </a:lnTo>
                  <a:lnTo>
                    <a:pt x="635150" y="878466"/>
                  </a:lnTo>
                  <a:lnTo>
                    <a:pt x="593146" y="893842"/>
                  </a:lnTo>
                  <a:lnTo>
                    <a:pt x="549333" y="905110"/>
                  </a:lnTo>
                  <a:lnTo>
                    <a:pt x="503941" y="912039"/>
                  </a:lnTo>
                  <a:lnTo>
                    <a:pt x="457200" y="914400"/>
                  </a:lnTo>
                  <a:lnTo>
                    <a:pt x="410458" y="912039"/>
                  </a:lnTo>
                  <a:lnTo>
                    <a:pt x="365066" y="905110"/>
                  </a:lnTo>
                  <a:lnTo>
                    <a:pt x="321253" y="893842"/>
                  </a:lnTo>
                  <a:lnTo>
                    <a:pt x="279249" y="878466"/>
                  </a:lnTo>
                  <a:lnTo>
                    <a:pt x="239283" y="859212"/>
                  </a:lnTo>
                  <a:lnTo>
                    <a:pt x="201587" y="836309"/>
                  </a:lnTo>
                  <a:lnTo>
                    <a:pt x="166390" y="809988"/>
                  </a:lnTo>
                  <a:lnTo>
                    <a:pt x="133921" y="780478"/>
                  </a:lnTo>
                  <a:lnTo>
                    <a:pt x="104411" y="748009"/>
                  </a:lnTo>
                  <a:lnTo>
                    <a:pt x="78090" y="712812"/>
                  </a:lnTo>
                  <a:lnTo>
                    <a:pt x="55187" y="675116"/>
                  </a:lnTo>
                  <a:lnTo>
                    <a:pt x="35933" y="635150"/>
                  </a:lnTo>
                  <a:lnTo>
                    <a:pt x="20557" y="593146"/>
                  </a:lnTo>
                  <a:lnTo>
                    <a:pt x="9289" y="549333"/>
                  </a:lnTo>
                  <a:lnTo>
                    <a:pt x="2360" y="503941"/>
                  </a:lnTo>
                  <a:lnTo>
                    <a:pt x="0" y="4572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146807" y="5171694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22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433701" y="4262501"/>
            <a:ext cx="1991360" cy="1534160"/>
            <a:chOff x="2433701" y="4262501"/>
            <a:chExt cx="1991360" cy="1534160"/>
          </a:xfrm>
        </p:grpSpPr>
        <p:sp>
          <p:nvSpPr>
            <p:cNvPr id="23" name="object 23"/>
            <p:cNvSpPr/>
            <p:nvPr/>
          </p:nvSpPr>
          <p:spPr>
            <a:xfrm>
              <a:off x="2438781" y="4267581"/>
              <a:ext cx="304800" cy="609600"/>
            </a:xfrm>
            <a:custGeom>
              <a:avLst/>
              <a:gdLst/>
              <a:ahLst/>
              <a:cxnLst/>
              <a:rect l="l" t="t" r="r" b="b"/>
              <a:pathLst>
                <a:path w="304800" h="609600">
                  <a:moveTo>
                    <a:pt x="304800" y="0"/>
                  </a:moveTo>
                  <a:lnTo>
                    <a:pt x="0" y="609600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505581" y="487718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58" y="2360"/>
                  </a:lnTo>
                  <a:lnTo>
                    <a:pt x="365066" y="9289"/>
                  </a:lnTo>
                  <a:lnTo>
                    <a:pt x="321253" y="20557"/>
                  </a:lnTo>
                  <a:lnTo>
                    <a:pt x="279249" y="35933"/>
                  </a:lnTo>
                  <a:lnTo>
                    <a:pt x="239283" y="55187"/>
                  </a:lnTo>
                  <a:lnTo>
                    <a:pt x="201587" y="78090"/>
                  </a:lnTo>
                  <a:lnTo>
                    <a:pt x="166390" y="104411"/>
                  </a:lnTo>
                  <a:lnTo>
                    <a:pt x="133921" y="133921"/>
                  </a:lnTo>
                  <a:lnTo>
                    <a:pt x="104411" y="166390"/>
                  </a:lnTo>
                  <a:lnTo>
                    <a:pt x="78090" y="201587"/>
                  </a:lnTo>
                  <a:lnTo>
                    <a:pt x="55187" y="239283"/>
                  </a:lnTo>
                  <a:lnTo>
                    <a:pt x="35933" y="279249"/>
                  </a:lnTo>
                  <a:lnTo>
                    <a:pt x="20557" y="321253"/>
                  </a:lnTo>
                  <a:lnTo>
                    <a:pt x="9289" y="365066"/>
                  </a:lnTo>
                  <a:lnTo>
                    <a:pt x="2360" y="410458"/>
                  </a:lnTo>
                  <a:lnTo>
                    <a:pt x="0" y="457200"/>
                  </a:lnTo>
                  <a:lnTo>
                    <a:pt x="2360" y="503941"/>
                  </a:lnTo>
                  <a:lnTo>
                    <a:pt x="9289" y="549333"/>
                  </a:lnTo>
                  <a:lnTo>
                    <a:pt x="20557" y="593146"/>
                  </a:lnTo>
                  <a:lnTo>
                    <a:pt x="35933" y="635150"/>
                  </a:lnTo>
                  <a:lnTo>
                    <a:pt x="55187" y="675116"/>
                  </a:lnTo>
                  <a:lnTo>
                    <a:pt x="78090" y="712812"/>
                  </a:lnTo>
                  <a:lnTo>
                    <a:pt x="104411" y="748009"/>
                  </a:lnTo>
                  <a:lnTo>
                    <a:pt x="133921" y="780478"/>
                  </a:lnTo>
                  <a:lnTo>
                    <a:pt x="166390" y="809988"/>
                  </a:lnTo>
                  <a:lnTo>
                    <a:pt x="201587" y="836309"/>
                  </a:lnTo>
                  <a:lnTo>
                    <a:pt x="239283" y="859212"/>
                  </a:lnTo>
                  <a:lnTo>
                    <a:pt x="279249" y="878466"/>
                  </a:lnTo>
                  <a:lnTo>
                    <a:pt x="321253" y="893842"/>
                  </a:lnTo>
                  <a:lnTo>
                    <a:pt x="365066" y="905110"/>
                  </a:lnTo>
                  <a:lnTo>
                    <a:pt x="410458" y="912039"/>
                  </a:lnTo>
                  <a:lnTo>
                    <a:pt x="457200" y="914400"/>
                  </a:lnTo>
                  <a:lnTo>
                    <a:pt x="503941" y="912039"/>
                  </a:lnTo>
                  <a:lnTo>
                    <a:pt x="549333" y="905110"/>
                  </a:lnTo>
                  <a:lnTo>
                    <a:pt x="593146" y="893842"/>
                  </a:lnTo>
                  <a:lnTo>
                    <a:pt x="635150" y="878466"/>
                  </a:lnTo>
                  <a:lnTo>
                    <a:pt x="675116" y="859212"/>
                  </a:lnTo>
                  <a:lnTo>
                    <a:pt x="712812" y="836309"/>
                  </a:lnTo>
                  <a:lnTo>
                    <a:pt x="748009" y="809988"/>
                  </a:lnTo>
                  <a:lnTo>
                    <a:pt x="780478" y="780478"/>
                  </a:lnTo>
                  <a:lnTo>
                    <a:pt x="809988" y="748009"/>
                  </a:lnTo>
                  <a:lnTo>
                    <a:pt x="836309" y="712812"/>
                  </a:lnTo>
                  <a:lnTo>
                    <a:pt x="859212" y="675116"/>
                  </a:lnTo>
                  <a:lnTo>
                    <a:pt x="878466" y="635150"/>
                  </a:lnTo>
                  <a:lnTo>
                    <a:pt x="893842" y="593146"/>
                  </a:lnTo>
                  <a:lnTo>
                    <a:pt x="905110" y="549333"/>
                  </a:lnTo>
                  <a:lnTo>
                    <a:pt x="912039" y="503941"/>
                  </a:lnTo>
                  <a:lnTo>
                    <a:pt x="914400" y="457200"/>
                  </a:lnTo>
                  <a:lnTo>
                    <a:pt x="912039" y="410458"/>
                  </a:lnTo>
                  <a:lnTo>
                    <a:pt x="905110" y="365066"/>
                  </a:lnTo>
                  <a:lnTo>
                    <a:pt x="893842" y="321253"/>
                  </a:lnTo>
                  <a:lnTo>
                    <a:pt x="878466" y="279249"/>
                  </a:lnTo>
                  <a:lnTo>
                    <a:pt x="859212" y="239283"/>
                  </a:lnTo>
                  <a:lnTo>
                    <a:pt x="836309" y="201587"/>
                  </a:lnTo>
                  <a:lnTo>
                    <a:pt x="809988" y="166390"/>
                  </a:lnTo>
                  <a:lnTo>
                    <a:pt x="780478" y="133921"/>
                  </a:lnTo>
                  <a:lnTo>
                    <a:pt x="748009" y="104411"/>
                  </a:lnTo>
                  <a:lnTo>
                    <a:pt x="712812" y="78090"/>
                  </a:lnTo>
                  <a:lnTo>
                    <a:pt x="675116" y="55187"/>
                  </a:lnTo>
                  <a:lnTo>
                    <a:pt x="635150" y="35933"/>
                  </a:lnTo>
                  <a:lnTo>
                    <a:pt x="593146" y="20557"/>
                  </a:lnTo>
                  <a:lnTo>
                    <a:pt x="549333" y="9289"/>
                  </a:lnTo>
                  <a:lnTo>
                    <a:pt x="503941" y="23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505581" y="487718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60" y="410458"/>
                  </a:lnTo>
                  <a:lnTo>
                    <a:pt x="9289" y="365066"/>
                  </a:lnTo>
                  <a:lnTo>
                    <a:pt x="20557" y="321253"/>
                  </a:lnTo>
                  <a:lnTo>
                    <a:pt x="35933" y="279249"/>
                  </a:lnTo>
                  <a:lnTo>
                    <a:pt x="55187" y="239283"/>
                  </a:lnTo>
                  <a:lnTo>
                    <a:pt x="78090" y="201587"/>
                  </a:lnTo>
                  <a:lnTo>
                    <a:pt x="104411" y="166390"/>
                  </a:lnTo>
                  <a:lnTo>
                    <a:pt x="133921" y="133921"/>
                  </a:lnTo>
                  <a:lnTo>
                    <a:pt x="166390" y="104411"/>
                  </a:lnTo>
                  <a:lnTo>
                    <a:pt x="201587" y="78090"/>
                  </a:lnTo>
                  <a:lnTo>
                    <a:pt x="239283" y="55187"/>
                  </a:lnTo>
                  <a:lnTo>
                    <a:pt x="279249" y="35933"/>
                  </a:lnTo>
                  <a:lnTo>
                    <a:pt x="321253" y="20557"/>
                  </a:lnTo>
                  <a:lnTo>
                    <a:pt x="365066" y="9289"/>
                  </a:lnTo>
                  <a:lnTo>
                    <a:pt x="410458" y="2360"/>
                  </a:lnTo>
                  <a:lnTo>
                    <a:pt x="457200" y="0"/>
                  </a:lnTo>
                  <a:lnTo>
                    <a:pt x="503941" y="2360"/>
                  </a:lnTo>
                  <a:lnTo>
                    <a:pt x="549333" y="9289"/>
                  </a:lnTo>
                  <a:lnTo>
                    <a:pt x="593146" y="20557"/>
                  </a:lnTo>
                  <a:lnTo>
                    <a:pt x="635150" y="35933"/>
                  </a:lnTo>
                  <a:lnTo>
                    <a:pt x="675116" y="55187"/>
                  </a:lnTo>
                  <a:lnTo>
                    <a:pt x="712812" y="78090"/>
                  </a:lnTo>
                  <a:lnTo>
                    <a:pt x="748009" y="104411"/>
                  </a:lnTo>
                  <a:lnTo>
                    <a:pt x="780478" y="133921"/>
                  </a:lnTo>
                  <a:lnTo>
                    <a:pt x="809988" y="166390"/>
                  </a:lnTo>
                  <a:lnTo>
                    <a:pt x="836309" y="201587"/>
                  </a:lnTo>
                  <a:lnTo>
                    <a:pt x="859212" y="239283"/>
                  </a:lnTo>
                  <a:lnTo>
                    <a:pt x="878466" y="279249"/>
                  </a:lnTo>
                  <a:lnTo>
                    <a:pt x="893842" y="321253"/>
                  </a:lnTo>
                  <a:lnTo>
                    <a:pt x="905110" y="365066"/>
                  </a:lnTo>
                  <a:lnTo>
                    <a:pt x="912039" y="410458"/>
                  </a:lnTo>
                  <a:lnTo>
                    <a:pt x="914400" y="457200"/>
                  </a:lnTo>
                  <a:lnTo>
                    <a:pt x="912039" y="503941"/>
                  </a:lnTo>
                  <a:lnTo>
                    <a:pt x="905110" y="549333"/>
                  </a:lnTo>
                  <a:lnTo>
                    <a:pt x="893842" y="593146"/>
                  </a:lnTo>
                  <a:lnTo>
                    <a:pt x="878466" y="635150"/>
                  </a:lnTo>
                  <a:lnTo>
                    <a:pt x="859212" y="675116"/>
                  </a:lnTo>
                  <a:lnTo>
                    <a:pt x="836309" y="712812"/>
                  </a:lnTo>
                  <a:lnTo>
                    <a:pt x="809988" y="748009"/>
                  </a:lnTo>
                  <a:lnTo>
                    <a:pt x="780478" y="780478"/>
                  </a:lnTo>
                  <a:lnTo>
                    <a:pt x="748009" y="809988"/>
                  </a:lnTo>
                  <a:lnTo>
                    <a:pt x="712812" y="836309"/>
                  </a:lnTo>
                  <a:lnTo>
                    <a:pt x="675116" y="859212"/>
                  </a:lnTo>
                  <a:lnTo>
                    <a:pt x="635150" y="878466"/>
                  </a:lnTo>
                  <a:lnTo>
                    <a:pt x="593146" y="893842"/>
                  </a:lnTo>
                  <a:lnTo>
                    <a:pt x="549333" y="905110"/>
                  </a:lnTo>
                  <a:lnTo>
                    <a:pt x="503941" y="912039"/>
                  </a:lnTo>
                  <a:lnTo>
                    <a:pt x="457200" y="914400"/>
                  </a:lnTo>
                  <a:lnTo>
                    <a:pt x="410458" y="912039"/>
                  </a:lnTo>
                  <a:lnTo>
                    <a:pt x="365066" y="905110"/>
                  </a:lnTo>
                  <a:lnTo>
                    <a:pt x="321253" y="893842"/>
                  </a:lnTo>
                  <a:lnTo>
                    <a:pt x="279249" y="878466"/>
                  </a:lnTo>
                  <a:lnTo>
                    <a:pt x="239283" y="859212"/>
                  </a:lnTo>
                  <a:lnTo>
                    <a:pt x="201587" y="836309"/>
                  </a:lnTo>
                  <a:lnTo>
                    <a:pt x="166390" y="809988"/>
                  </a:lnTo>
                  <a:lnTo>
                    <a:pt x="133921" y="780478"/>
                  </a:lnTo>
                  <a:lnTo>
                    <a:pt x="104411" y="748009"/>
                  </a:lnTo>
                  <a:lnTo>
                    <a:pt x="78090" y="712812"/>
                  </a:lnTo>
                  <a:lnTo>
                    <a:pt x="55187" y="675116"/>
                  </a:lnTo>
                  <a:lnTo>
                    <a:pt x="35933" y="635150"/>
                  </a:lnTo>
                  <a:lnTo>
                    <a:pt x="20557" y="593146"/>
                  </a:lnTo>
                  <a:lnTo>
                    <a:pt x="9289" y="549333"/>
                  </a:lnTo>
                  <a:lnTo>
                    <a:pt x="2360" y="503941"/>
                  </a:lnTo>
                  <a:lnTo>
                    <a:pt x="0" y="4572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823461" y="5171694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30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276980" y="4191380"/>
            <a:ext cx="533400" cy="685800"/>
          </a:xfrm>
          <a:custGeom>
            <a:avLst/>
            <a:gdLst/>
            <a:ahLst/>
            <a:cxnLst/>
            <a:rect l="l" t="t" r="r" b="b"/>
            <a:pathLst>
              <a:path w="533400" h="685800">
                <a:moveTo>
                  <a:pt x="0" y="0"/>
                </a:moveTo>
                <a:lnTo>
                  <a:pt x="533400" y="685800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2441194" y="5999479"/>
            <a:ext cx="457200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850">
              <a:spcBef>
                <a:spcPts val="100"/>
              </a:spcBef>
            </a:pPr>
            <a:r>
              <a:rPr sz="2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Second Adjustment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E71C574-2452-CE0B-2CDA-477D02BE6C1D}"/>
              </a:ext>
            </a:extLst>
          </p:cNvPr>
          <p:cNvSpPr txBox="1"/>
          <p:nvPr/>
        </p:nvSpPr>
        <p:spPr>
          <a:xfrm>
            <a:off x="2286000" y="1371600"/>
            <a:ext cx="4572000" cy="437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5080" algn="ctr"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  <a:tabLst>
                <a:tab pos="357505" algn="l"/>
              </a:tabLst>
            </a:pPr>
            <a:r>
              <a:rPr lang="en-US" sz="2800" dirty="0"/>
              <a:t>44,30,50,22,60,55,77,55</a:t>
            </a:r>
          </a:p>
        </p:txBody>
      </p:sp>
      <p:sp>
        <p:nvSpPr>
          <p:cNvPr id="30" name="Footer Placeholder 29">
            <a:extLst>
              <a:ext uri="{FF2B5EF4-FFF2-40B4-BE49-F238E27FC236}">
                <a16:creationId xmlns:a16="http://schemas.microsoft.com/office/drawing/2014/main" id="{0A8526B4-8989-8B14-9186-86B1CDF55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</a:t>
            </a:r>
            <a:endParaRPr lang="en-US" dirty="0"/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470040F7-DF65-A024-CA2D-1D68A6E08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64E9-BB0A-4932-9D77-E0DDE5779A37}" type="slidenum">
              <a:rPr lang="en-US" smtClean="0"/>
              <a:pPr/>
              <a:t>18</a:t>
            </a:fld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356E4-98A2-7DA7-238B-93E4D2B90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Heap Insertion (Max Heap) – Step-by-Step Algorithm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BF6170-50A0-577F-CB05-7EAAD7835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F39FC6-30A4-1C48-75BD-6E3230419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64E9-BB0A-4932-9D77-E0DDE5779A37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0666442-2077-9718-61E1-ACF247A2845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1600" dirty="0"/>
              <a:t>Initialize:</a:t>
            </a:r>
          </a:p>
          <a:p>
            <a:pPr marL="0" indent="0">
              <a:buNone/>
            </a:pPr>
            <a:r>
              <a:rPr lang="en-US" sz="1600" dirty="0"/>
              <a:t>	Let heap[] be the array representing the heap.</a:t>
            </a:r>
          </a:p>
          <a:p>
            <a:pPr marL="0" indent="0">
              <a:buNone/>
            </a:pPr>
            <a:r>
              <a:rPr lang="en-US" sz="1600" dirty="0"/>
              <a:t>	size is the current number of elements in the heap.</a:t>
            </a:r>
          </a:p>
          <a:p>
            <a:pPr marL="0" indent="0">
              <a:buNone/>
            </a:pPr>
            <a:r>
              <a:rPr lang="en-US" sz="1600" dirty="0"/>
              <a:t>	MAX_SIZE is the max capacity of the heap.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en-US" sz="1600" dirty="0"/>
              <a:t>Input the value to be inserted and assign to variable data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en-US" sz="1600" dirty="0"/>
              <a:t>If (size &gt;= MAX_SIZE)</a:t>
            </a:r>
          </a:p>
          <a:p>
            <a:pPr marL="274320" lvl="1" indent="0">
              <a:buNone/>
            </a:pPr>
            <a:r>
              <a:rPr lang="en-US" sz="1600" dirty="0"/>
              <a:t>	(a) Display "Heap Overflow"  </a:t>
            </a:r>
          </a:p>
          <a:p>
            <a:pPr marL="274320" lvl="1" indent="0">
              <a:buNone/>
            </a:pPr>
            <a:r>
              <a:rPr lang="en-US" sz="1600" dirty="0"/>
              <a:t>	(b) Exit</a:t>
            </a:r>
          </a:p>
          <a:p>
            <a:pPr marL="514350" lvl="1" indent="-514350">
              <a:spcBef>
                <a:spcPts val="600"/>
              </a:spcBef>
              <a:buClr>
                <a:schemeClr val="accent1"/>
              </a:buClr>
              <a:buFont typeface="+mj-lt"/>
              <a:buAutoNum type="arabicPeriod" startAt="4"/>
            </a:pPr>
            <a:r>
              <a:rPr lang="en-US" sz="1600" dirty="0">
                <a:solidFill>
                  <a:schemeClr val="tx1"/>
                </a:solidFill>
              </a:rPr>
              <a:t>Else  </a:t>
            </a:r>
          </a:p>
          <a:p>
            <a:pPr marL="274320" lvl="1" indent="0">
              <a:buNone/>
            </a:pPr>
            <a:r>
              <a:rPr lang="en-US" sz="1600" dirty="0"/>
              <a:t>	(a) size = size + 1  </a:t>
            </a:r>
          </a:p>
          <a:p>
            <a:pPr marL="274320" lvl="1" indent="0">
              <a:buNone/>
            </a:pPr>
            <a:r>
              <a:rPr lang="en-US" sz="1600" dirty="0"/>
              <a:t>	(b) heap[size] = data</a:t>
            </a:r>
          </a:p>
          <a:p>
            <a:pPr marL="514350" indent="-514350">
              <a:buFont typeface="+mj-lt"/>
              <a:buAutoNum type="arabicPeriod" startAt="5"/>
            </a:pPr>
            <a:r>
              <a:rPr lang="en-US" sz="1600" dirty="0">
                <a:solidFill>
                  <a:schemeClr val="tx1"/>
                </a:solidFill>
              </a:rPr>
              <a:t>Set </a:t>
            </a:r>
            <a:r>
              <a:rPr lang="en-US" sz="1600" dirty="0" err="1">
                <a:solidFill>
                  <a:schemeClr val="tx1"/>
                </a:solidFill>
              </a:rPr>
              <a:t>i</a:t>
            </a:r>
            <a:r>
              <a:rPr lang="en-US" sz="1600" dirty="0">
                <a:solidFill>
                  <a:schemeClr val="tx1"/>
                </a:solidFill>
              </a:rPr>
              <a:t> = size</a:t>
            </a:r>
          </a:p>
          <a:p>
            <a:pPr marL="514350" indent="-514350">
              <a:buFont typeface="+mj-lt"/>
              <a:buAutoNum type="arabicPeriod" startAt="5"/>
            </a:pPr>
            <a:r>
              <a:rPr lang="en-US" sz="1600" dirty="0"/>
              <a:t>While (</a:t>
            </a:r>
            <a:r>
              <a:rPr lang="en-US" sz="1600" dirty="0" err="1"/>
              <a:t>i</a:t>
            </a:r>
            <a:r>
              <a:rPr lang="en-US" sz="1600" dirty="0"/>
              <a:t> &gt; 1 and heap[</a:t>
            </a:r>
            <a:r>
              <a:rPr lang="en-US" sz="1600" dirty="0" err="1"/>
              <a:t>i</a:t>
            </a:r>
            <a:r>
              <a:rPr lang="en-US" sz="1600" dirty="0"/>
              <a:t>] &gt; heap[</a:t>
            </a:r>
            <a:r>
              <a:rPr lang="en-US" sz="1600" dirty="0" err="1"/>
              <a:t>i</a:t>
            </a:r>
            <a:r>
              <a:rPr lang="en-US" sz="1600" dirty="0"/>
              <a:t>/2])</a:t>
            </a:r>
          </a:p>
          <a:p>
            <a:pPr marL="274320" lvl="1" indent="0">
              <a:buNone/>
            </a:pPr>
            <a:r>
              <a:rPr lang="en-US" sz="1600" dirty="0"/>
              <a:t>	(a) Swap heap[</a:t>
            </a:r>
            <a:r>
              <a:rPr lang="en-US" sz="1600" dirty="0" err="1"/>
              <a:t>i</a:t>
            </a:r>
            <a:r>
              <a:rPr lang="en-US" sz="1600" dirty="0"/>
              <a:t>] with heap[</a:t>
            </a:r>
            <a:r>
              <a:rPr lang="en-US" sz="1600" dirty="0" err="1"/>
              <a:t>i</a:t>
            </a:r>
            <a:r>
              <a:rPr lang="en-US" sz="1600" dirty="0"/>
              <a:t>/2]  </a:t>
            </a:r>
          </a:p>
          <a:p>
            <a:pPr marL="274320" lvl="1" indent="0">
              <a:buNone/>
            </a:pPr>
            <a:r>
              <a:rPr lang="en-US" sz="1600" dirty="0"/>
              <a:t>	(b) </a:t>
            </a:r>
            <a:r>
              <a:rPr lang="en-US" sz="1600" dirty="0" err="1"/>
              <a:t>i</a:t>
            </a:r>
            <a:r>
              <a:rPr lang="en-US" sz="1600" dirty="0"/>
              <a:t> = </a:t>
            </a:r>
            <a:r>
              <a:rPr lang="en-US" sz="1600" dirty="0" err="1"/>
              <a:t>i</a:t>
            </a:r>
            <a:r>
              <a:rPr lang="en-US" sz="1600" dirty="0"/>
              <a:t> / 2</a:t>
            </a:r>
          </a:p>
          <a:p>
            <a:pPr marL="514350" lvl="1" indent="-514350">
              <a:spcBef>
                <a:spcPts val="600"/>
              </a:spcBef>
              <a:buClr>
                <a:schemeClr val="accent1"/>
              </a:buClr>
              <a:buFont typeface="+mj-lt"/>
              <a:buAutoNum type="arabicPeriod" startAt="7"/>
            </a:pPr>
            <a:r>
              <a:rPr lang="en-US" sz="1600" dirty="0">
                <a:solidFill>
                  <a:schemeClr val="tx1"/>
                </a:solidFill>
              </a:rPr>
              <a:t>Exit</a:t>
            </a:r>
          </a:p>
        </p:txBody>
      </p:sp>
    </p:spTree>
    <p:extLst>
      <p:ext uri="{BB962C8B-B14F-4D97-AF65-F5344CB8AC3E}">
        <p14:creationId xmlns:p14="http://schemas.microsoft.com/office/powerpoint/2010/main" val="32084912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2B812-0F9B-A688-9090-074521972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in C++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A0E2D4-F18F-4A76-0F31-43CC8A38D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1A691D-78DB-EC11-B076-115D4E13B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64E9-BB0A-4932-9D77-E0DDE5779A37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FA20C41-6017-BD69-8592-99511F6B672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const int MAX_SIZE = 100;</a:t>
            </a:r>
          </a:p>
          <a:p>
            <a:pPr marL="0" indent="0">
              <a:buNone/>
            </a:pPr>
            <a:r>
              <a:rPr lang="en-US" dirty="0"/>
              <a:t>int heap[MAX_SIZE + 1]; </a:t>
            </a:r>
            <a:r>
              <a:rPr lang="en-US" dirty="0">
                <a:solidFill>
                  <a:srgbClr val="00B050"/>
                </a:solidFill>
              </a:rPr>
              <a:t>// 1-based indexing, heap[0] unused</a:t>
            </a:r>
          </a:p>
          <a:p>
            <a:pPr marL="0" indent="0">
              <a:buNone/>
            </a:pPr>
            <a:r>
              <a:rPr lang="en-US" dirty="0"/>
              <a:t>int size = 0;</a:t>
            </a:r>
          </a:p>
          <a:p>
            <a:pPr marL="0" indent="0">
              <a:buNone/>
            </a:pPr>
            <a:r>
              <a:rPr lang="en-US" dirty="0"/>
              <a:t>void insert(int data) {</a:t>
            </a:r>
          </a:p>
          <a:p>
            <a:pPr marL="0" indent="0">
              <a:buNone/>
            </a:pPr>
            <a:r>
              <a:rPr lang="en-US" dirty="0"/>
              <a:t>    if (size &gt;= MAX_SIZE)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"Heap Overflow"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    return;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size++;</a:t>
            </a:r>
          </a:p>
          <a:p>
            <a:pPr marL="0" indent="0">
              <a:buNone/>
            </a:pPr>
            <a:r>
              <a:rPr lang="en-US" dirty="0"/>
              <a:t>    heap[size] = data;</a:t>
            </a:r>
          </a:p>
          <a:p>
            <a:pPr marL="0" indent="0">
              <a:buNone/>
            </a:pPr>
            <a:r>
              <a:rPr lang="en-US" dirty="0"/>
              <a:t>    int </a:t>
            </a:r>
            <a:r>
              <a:rPr lang="en-US" dirty="0" err="1"/>
              <a:t>i</a:t>
            </a:r>
            <a:r>
              <a:rPr lang="en-US" dirty="0"/>
              <a:t> = size;</a:t>
            </a:r>
          </a:p>
          <a:p>
            <a:pPr marL="0" indent="0">
              <a:buNone/>
            </a:pPr>
            <a:r>
              <a:rPr lang="en-US" dirty="0"/>
              <a:t>    while (</a:t>
            </a:r>
            <a:r>
              <a:rPr lang="en-US" dirty="0" err="1"/>
              <a:t>i</a:t>
            </a:r>
            <a:r>
              <a:rPr lang="en-US" dirty="0"/>
              <a:t> &gt; 1 &amp;&amp; heap[</a:t>
            </a:r>
            <a:r>
              <a:rPr lang="en-US" dirty="0" err="1"/>
              <a:t>i</a:t>
            </a:r>
            <a:r>
              <a:rPr lang="en-US" dirty="0"/>
              <a:t>] &gt; heap[</a:t>
            </a:r>
            <a:r>
              <a:rPr lang="en-US" dirty="0" err="1"/>
              <a:t>i</a:t>
            </a:r>
            <a:r>
              <a:rPr lang="en-US" dirty="0"/>
              <a:t> / 2]) {</a:t>
            </a:r>
          </a:p>
          <a:p>
            <a:pPr marL="0" indent="0">
              <a:buNone/>
            </a:pPr>
            <a:r>
              <a:rPr lang="en-US" dirty="0"/>
              <a:t>        // Swap heap[</a:t>
            </a:r>
            <a:r>
              <a:rPr lang="en-US" dirty="0" err="1"/>
              <a:t>i</a:t>
            </a:r>
            <a:r>
              <a:rPr lang="en-US" dirty="0"/>
              <a:t>] with heap[</a:t>
            </a:r>
            <a:r>
              <a:rPr lang="en-US" dirty="0" err="1"/>
              <a:t>i</a:t>
            </a:r>
            <a:r>
              <a:rPr lang="en-US" dirty="0"/>
              <a:t>/2]</a:t>
            </a:r>
          </a:p>
          <a:p>
            <a:pPr marL="0" indent="0">
              <a:buNone/>
            </a:pPr>
            <a:r>
              <a:rPr lang="en-US" dirty="0"/>
              <a:t>        swap(heap[</a:t>
            </a:r>
            <a:r>
              <a:rPr lang="en-US" dirty="0" err="1"/>
              <a:t>i</a:t>
            </a:r>
            <a:r>
              <a:rPr lang="en-US" dirty="0"/>
              <a:t>], heap[</a:t>
            </a:r>
            <a:r>
              <a:rPr lang="en-US" dirty="0" err="1"/>
              <a:t>i</a:t>
            </a:r>
            <a:r>
              <a:rPr lang="en-US" dirty="0"/>
              <a:t> / 2]);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i</a:t>
            </a:r>
            <a:r>
              <a:rPr lang="en-US" dirty="0"/>
              <a:t> = </a:t>
            </a:r>
            <a:r>
              <a:rPr lang="en-US" dirty="0" err="1"/>
              <a:t>i</a:t>
            </a:r>
            <a:r>
              <a:rPr lang="en-US" dirty="0"/>
              <a:t> / 2;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173451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41" y="581283"/>
            <a:ext cx="5762625" cy="45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00" dirty="0"/>
              <a:t>Deleting the root of Heap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57200" y="1219200"/>
            <a:ext cx="8147175" cy="492878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274320" marR="5080" indent="-274320" algn="just"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tabLst>
                <a:tab pos="357505" algn="l"/>
              </a:tabLst>
            </a:pPr>
            <a:r>
              <a:rPr sz="2800" dirty="0"/>
              <a:t>Suppose H is a heap with N elements , and suppose we want to delete the root R of H. This is accomplished as follows :</a:t>
            </a:r>
            <a:endParaRPr lang="en-US" sz="2800" dirty="0"/>
          </a:p>
          <a:p>
            <a:pPr marL="274320" marR="5080" indent="-274320" algn="just"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tabLst>
                <a:tab pos="357505" algn="l"/>
              </a:tabLst>
            </a:pPr>
            <a:endParaRPr sz="2800" dirty="0"/>
          </a:p>
          <a:p>
            <a:pPr marL="731520" marR="5080" lvl="1" indent="-274320" algn="just"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tabLst>
                <a:tab pos="357505" algn="l"/>
              </a:tabLst>
            </a:pPr>
            <a:r>
              <a:rPr sz="2800" dirty="0"/>
              <a:t>Assign the root R to some variable ITEM.</a:t>
            </a:r>
          </a:p>
          <a:p>
            <a:pPr marL="731520" marR="5080" lvl="1" indent="-274320" algn="just"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tabLst>
                <a:tab pos="357505" algn="l"/>
              </a:tabLst>
            </a:pPr>
            <a:r>
              <a:rPr sz="2800" dirty="0"/>
              <a:t> Replace the deleted node R by the last node L of H so that H is still a complete tree , but not necessarily a heap.</a:t>
            </a:r>
            <a:endParaRPr lang="en-US" sz="2800" dirty="0"/>
          </a:p>
          <a:p>
            <a:pPr marL="731520" marR="5080" lvl="1" indent="-274320" algn="just"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tabLst>
                <a:tab pos="357505" algn="l"/>
              </a:tabLst>
            </a:pPr>
            <a:r>
              <a:rPr sz="2800" dirty="0"/>
              <a:t>(Reheap) Let L sink to its appropriate place in H so that H is finally a heap.</a:t>
            </a:r>
            <a:endParaRPr lang="en-US" sz="2800" dirty="0"/>
          </a:p>
          <a:p>
            <a:pPr marL="731520" marR="5080" lvl="1" indent="-274320" algn="just"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tabLst>
                <a:tab pos="357505" algn="l"/>
              </a:tabLst>
            </a:pPr>
            <a:r>
              <a:rPr lang="en-US" sz="2800" dirty="0"/>
              <a:t>This downward adjustment of the last node to restore the heap property is called </a:t>
            </a:r>
            <a:r>
              <a:rPr lang="en-US" sz="2800" b="1" dirty="0"/>
              <a:t>percolate down</a:t>
            </a:r>
            <a:r>
              <a:rPr lang="en-US" sz="2800" dirty="0"/>
              <a:t> or </a:t>
            </a:r>
            <a:r>
              <a:rPr lang="en-US" sz="2800" b="1" dirty="0"/>
              <a:t>sift down</a:t>
            </a:r>
            <a:r>
              <a:rPr lang="en-US" sz="2800" dirty="0"/>
              <a:t>.</a:t>
            </a:r>
            <a:endParaRPr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BF14EB-97C2-FDB9-E490-5BC5F257C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B7C777-CD59-5017-9C49-3E986A660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64E9-BB0A-4932-9D77-E0DDE5779A37}" type="slidenum">
              <a:rPr lang="en-US" smtClean="0"/>
              <a:pPr/>
              <a:t>21</a:t>
            </a:fld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-149987"/>
            <a:ext cx="8229600" cy="990600"/>
          </a:xfrm>
          <a:prstGeom prst="rect">
            <a:avLst/>
          </a:prstGeom>
        </p:spPr>
        <p:txBody>
          <a:bodyPr vert="horz" wrap="square" lIns="0" tIns="24904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29" dirty="0"/>
              <a:t>Delete</a:t>
            </a:r>
            <a:r>
              <a:rPr spc="-30" dirty="0"/>
              <a:t> </a:t>
            </a:r>
            <a:r>
              <a:rPr spc="-25" dirty="0"/>
              <a:t>60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509901" y="1674114"/>
            <a:ext cx="924560" cy="924560"/>
            <a:chOff x="2509901" y="1976501"/>
            <a:chExt cx="924560" cy="92456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14981" y="1981581"/>
              <a:ext cx="914399" cy="9144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514981" y="198158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60" y="410458"/>
                  </a:lnTo>
                  <a:lnTo>
                    <a:pt x="9289" y="365066"/>
                  </a:lnTo>
                  <a:lnTo>
                    <a:pt x="20557" y="321253"/>
                  </a:lnTo>
                  <a:lnTo>
                    <a:pt x="35933" y="279249"/>
                  </a:lnTo>
                  <a:lnTo>
                    <a:pt x="55187" y="239283"/>
                  </a:lnTo>
                  <a:lnTo>
                    <a:pt x="78090" y="201587"/>
                  </a:lnTo>
                  <a:lnTo>
                    <a:pt x="104411" y="166390"/>
                  </a:lnTo>
                  <a:lnTo>
                    <a:pt x="133921" y="133921"/>
                  </a:lnTo>
                  <a:lnTo>
                    <a:pt x="166390" y="104411"/>
                  </a:lnTo>
                  <a:lnTo>
                    <a:pt x="201587" y="78090"/>
                  </a:lnTo>
                  <a:lnTo>
                    <a:pt x="239283" y="55187"/>
                  </a:lnTo>
                  <a:lnTo>
                    <a:pt x="279249" y="35933"/>
                  </a:lnTo>
                  <a:lnTo>
                    <a:pt x="321253" y="20557"/>
                  </a:lnTo>
                  <a:lnTo>
                    <a:pt x="365066" y="9289"/>
                  </a:lnTo>
                  <a:lnTo>
                    <a:pt x="410458" y="2360"/>
                  </a:lnTo>
                  <a:lnTo>
                    <a:pt x="457200" y="0"/>
                  </a:lnTo>
                  <a:lnTo>
                    <a:pt x="503941" y="2360"/>
                  </a:lnTo>
                  <a:lnTo>
                    <a:pt x="549333" y="9289"/>
                  </a:lnTo>
                  <a:lnTo>
                    <a:pt x="593146" y="20557"/>
                  </a:lnTo>
                  <a:lnTo>
                    <a:pt x="635150" y="35933"/>
                  </a:lnTo>
                  <a:lnTo>
                    <a:pt x="675116" y="55187"/>
                  </a:lnTo>
                  <a:lnTo>
                    <a:pt x="712812" y="78090"/>
                  </a:lnTo>
                  <a:lnTo>
                    <a:pt x="748009" y="104411"/>
                  </a:lnTo>
                  <a:lnTo>
                    <a:pt x="780478" y="133921"/>
                  </a:lnTo>
                  <a:lnTo>
                    <a:pt x="809988" y="166390"/>
                  </a:lnTo>
                  <a:lnTo>
                    <a:pt x="836309" y="201587"/>
                  </a:lnTo>
                  <a:lnTo>
                    <a:pt x="859212" y="239283"/>
                  </a:lnTo>
                  <a:lnTo>
                    <a:pt x="878466" y="279249"/>
                  </a:lnTo>
                  <a:lnTo>
                    <a:pt x="893842" y="321253"/>
                  </a:lnTo>
                  <a:lnTo>
                    <a:pt x="905110" y="365066"/>
                  </a:lnTo>
                  <a:lnTo>
                    <a:pt x="912039" y="410458"/>
                  </a:lnTo>
                  <a:lnTo>
                    <a:pt x="914399" y="457200"/>
                  </a:lnTo>
                  <a:lnTo>
                    <a:pt x="912039" y="503941"/>
                  </a:lnTo>
                  <a:lnTo>
                    <a:pt x="905110" y="549333"/>
                  </a:lnTo>
                  <a:lnTo>
                    <a:pt x="893842" y="593146"/>
                  </a:lnTo>
                  <a:lnTo>
                    <a:pt x="878466" y="635150"/>
                  </a:lnTo>
                  <a:lnTo>
                    <a:pt x="859212" y="675116"/>
                  </a:lnTo>
                  <a:lnTo>
                    <a:pt x="836309" y="712812"/>
                  </a:lnTo>
                  <a:lnTo>
                    <a:pt x="809988" y="748009"/>
                  </a:lnTo>
                  <a:lnTo>
                    <a:pt x="780478" y="780478"/>
                  </a:lnTo>
                  <a:lnTo>
                    <a:pt x="748009" y="809988"/>
                  </a:lnTo>
                  <a:lnTo>
                    <a:pt x="712812" y="836309"/>
                  </a:lnTo>
                  <a:lnTo>
                    <a:pt x="675116" y="859212"/>
                  </a:lnTo>
                  <a:lnTo>
                    <a:pt x="635150" y="878466"/>
                  </a:lnTo>
                  <a:lnTo>
                    <a:pt x="593146" y="893842"/>
                  </a:lnTo>
                  <a:lnTo>
                    <a:pt x="549333" y="905110"/>
                  </a:lnTo>
                  <a:lnTo>
                    <a:pt x="503941" y="912039"/>
                  </a:lnTo>
                  <a:lnTo>
                    <a:pt x="457200" y="914400"/>
                  </a:lnTo>
                  <a:lnTo>
                    <a:pt x="410458" y="912039"/>
                  </a:lnTo>
                  <a:lnTo>
                    <a:pt x="365066" y="905110"/>
                  </a:lnTo>
                  <a:lnTo>
                    <a:pt x="321253" y="893842"/>
                  </a:lnTo>
                  <a:lnTo>
                    <a:pt x="279249" y="878466"/>
                  </a:lnTo>
                  <a:lnTo>
                    <a:pt x="239283" y="859212"/>
                  </a:lnTo>
                  <a:lnTo>
                    <a:pt x="201587" y="836309"/>
                  </a:lnTo>
                  <a:lnTo>
                    <a:pt x="166390" y="809988"/>
                  </a:lnTo>
                  <a:lnTo>
                    <a:pt x="133921" y="780478"/>
                  </a:lnTo>
                  <a:lnTo>
                    <a:pt x="104411" y="748009"/>
                  </a:lnTo>
                  <a:lnTo>
                    <a:pt x="78090" y="712812"/>
                  </a:lnTo>
                  <a:lnTo>
                    <a:pt x="55187" y="675116"/>
                  </a:lnTo>
                  <a:lnTo>
                    <a:pt x="35933" y="635150"/>
                  </a:lnTo>
                  <a:lnTo>
                    <a:pt x="20557" y="593146"/>
                  </a:lnTo>
                  <a:lnTo>
                    <a:pt x="9289" y="549333"/>
                  </a:lnTo>
                  <a:lnTo>
                    <a:pt x="2360" y="503941"/>
                  </a:lnTo>
                  <a:lnTo>
                    <a:pt x="0" y="4572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832607" y="1973453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60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519300" y="3121914"/>
            <a:ext cx="924560" cy="924560"/>
            <a:chOff x="1519300" y="3424301"/>
            <a:chExt cx="924560" cy="924560"/>
          </a:xfrm>
        </p:grpSpPr>
        <p:sp>
          <p:nvSpPr>
            <p:cNvPr id="9" name="object 9"/>
            <p:cNvSpPr/>
            <p:nvPr/>
          </p:nvSpPr>
          <p:spPr>
            <a:xfrm>
              <a:off x="1524380" y="342938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58" y="2360"/>
                  </a:lnTo>
                  <a:lnTo>
                    <a:pt x="365066" y="9289"/>
                  </a:lnTo>
                  <a:lnTo>
                    <a:pt x="321253" y="20557"/>
                  </a:lnTo>
                  <a:lnTo>
                    <a:pt x="279249" y="35933"/>
                  </a:lnTo>
                  <a:lnTo>
                    <a:pt x="239283" y="55187"/>
                  </a:lnTo>
                  <a:lnTo>
                    <a:pt x="201587" y="78090"/>
                  </a:lnTo>
                  <a:lnTo>
                    <a:pt x="166390" y="104411"/>
                  </a:lnTo>
                  <a:lnTo>
                    <a:pt x="133921" y="133921"/>
                  </a:lnTo>
                  <a:lnTo>
                    <a:pt x="104411" y="166390"/>
                  </a:lnTo>
                  <a:lnTo>
                    <a:pt x="78090" y="201587"/>
                  </a:lnTo>
                  <a:lnTo>
                    <a:pt x="55187" y="239283"/>
                  </a:lnTo>
                  <a:lnTo>
                    <a:pt x="35933" y="279249"/>
                  </a:lnTo>
                  <a:lnTo>
                    <a:pt x="20557" y="321253"/>
                  </a:lnTo>
                  <a:lnTo>
                    <a:pt x="9289" y="365066"/>
                  </a:lnTo>
                  <a:lnTo>
                    <a:pt x="2360" y="410458"/>
                  </a:lnTo>
                  <a:lnTo>
                    <a:pt x="0" y="457200"/>
                  </a:lnTo>
                  <a:lnTo>
                    <a:pt x="2360" y="503941"/>
                  </a:lnTo>
                  <a:lnTo>
                    <a:pt x="9289" y="549333"/>
                  </a:lnTo>
                  <a:lnTo>
                    <a:pt x="20557" y="593146"/>
                  </a:lnTo>
                  <a:lnTo>
                    <a:pt x="35933" y="635150"/>
                  </a:lnTo>
                  <a:lnTo>
                    <a:pt x="55187" y="675116"/>
                  </a:lnTo>
                  <a:lnTo>
                    <a:pt x="78090" y="712812"/>
                  </a:lnTo>
                  <a:lnTo>
                    <a:pt x="104411" y="748009"/>
                  </a:lnTo>
                  <a:lnTo>
                    <a:pt x="133921" y="780478"/>
                  </a:lnTo>
                  <a:lnTo>
                    <a:pt x="166390" y="809988"/>
                  </a:lnTo>
                  <a:lnTo>
                    <a:pt x="201587" y="836309"/>
                  </a:lnTo>
                  <a:lnTo>
                    <a:pt x="239283" y="859212"/>
                  </a:lnTo>
                  <a:lnTo>
                    <a:pt x="279249" y="878466"/>
                  </a:lnTo>
                  <a:lnTo>
                    <a:pt x="321253" y="893842"/>
                  </a:lnTo>
                  <a:lnTo>
                    <a:pt x="365066" y="905110"/>
                  </a:lnTo>
                  <a:lnTo>
                    <a:pt x="410458" y="912039"/>
                  </a:lnTo>
                  <a:lnTo>
                    <a:pt x="457200" y="914400"/>
                  </a:lnTo>
                  <a:lnTo>
                    <a:pt x="503941" y="912039"/>
                  </a:lnTo>
                  <a:lnTo>
                    <a:pt x="549333" y="905110"/>
                  </a:lnTo>
                  <a:lnTo>
                    <a:pt x="593146" y="893842"/>
                  </a:lnTo>
                  <a:lnTo>
                    <a:pt x="635150" y="878466"/>
                  </a:lnTo>
                  <a:lnTo>
                    <a:pt x="675116" y="859212"/>
                  </a:lnTo>
                  <a:lnTo>
                    <a:pt x="712812" y="836309"/>
                  </a:lnTo>
                  <a:lnTo>
                    <a:pt x="748009" y="809988"/>
                  </a:lnTo>
                  <a:lnTo>
                    <a:pt x="780478" y="780478"/>
                  </a:lnTo>
                  <a:lnTo>
                    <a:pt x="809988" y="748009"/>
                  </a:lnTo>
                  <a:lnTo>
                    <a:pt x="836309" y="712812"/>
                  </a:lnTo>
                  <a:lnTo>
                    <a:pt x="859212" y="675116"/>
                  </a:lnTo>
                  <a:lnTo>
                    <a:pt x="878466" y="635150"/>
                  </a:lnTo>
                  <a:lnTo>
                    <a:pt x="893842" y="593146"/>
                  </a:lnTo>
                  <a:lnTo>
                    <a:pt x="905110" y="549333"/>
                  </a:lnTo>
                  <a:lnTo>
                    <a:pt x="912039" y="503941"/>
                  </a:lnTo>
                  <a:lnTo>
                    <a:pt x="914400" y="457200"/>
                  </a:lnTo>
                  <a:lnTo>
                    <a:pt x="912039" y="410458"/>
                  </a:lnTo>
                  <a:lnTo>
                    <a:pt x="905110" y="365066"/>
                  </a:lnTo>
                  <a:lnTo>
                    <a:pt x="893842" y="321253"/>
                  </a:lnTo>
                  <a:lnTo>
                    <a:pt x="878466" y="279249"/>
                  </a:lnTo>
                  <a:lnTo>
                    <a:pt x="859212" y="239283"/>
                  </a:lnTo>
                  <a:lnTo>
                    <a:pt x="836309" y="201587"/>
                  </a:lnTo>
                  <a:lnTo>
                    <a:pt x="809988" y="166390"/>
                  </a:lnTo>
                  <a:lnTo>
                    <a:pt x="780478" y="133921"/>
                  </a:lnTo>
                  <a:lnTo>
                    <a:pt x="748009" y="104411"/>
                  </a:lnTo>
                  <a:lnTo>
                    <a:pt x="712812" y="78090"/>
                  </a:lnTo>
                  <a:lnTo>
                    <a:pt x="675116" y="55187"/>
                  </a:lnTo>
                  <a:lnTo>
                    <a:pt x="635150" y="35933"/>
                  </a:lnTo>
                  <a:lnTo>
                    <a:pt x="593146" y="20557"/>
                  </a:lnTo>
                  <a:lnTo>
                    <a:pt x="549333" y="9289"/>
                  </a:lnTo>
                  <a:lnTo>
                    <a:pt x="503941" y="23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24380" y="342938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60" y="410458"/>
                  </a:lnTo>
                  <a:lnTo>
                    <a:pt x="9289" y="365066"/>
                  </a:lnTo>
                  <a:lnTo>
                    <a:pt x="20557" y="321253"/>
                  </a:lnTo>
                  <a:lnTo>
                    <a:pt x="35933" y="279249"/>
                  </a:lnTo>
                  <a:lnTo>
                    <a:pt x="55187" y="239283"/>
                  </a:lnTo>
                  <a:lnTo>
                    <a:pt x="78090" y="201587"/>
                  </a:lnTo>
                  <a:lnTo>
                    <a:pt x="104411" y="166390"/>
                  </a:lnTo>
                  <a:lnTo>
                    <a:pt x="133921" y="133921"/>
                  </a:lnTo>
                  <a:lnTo>
                    <a:pt x="166390" y="104411"/>
                  </a:lnTo>
                  <a:lnTo>
                    <a:pt x="201587" y="78090"/>
                  </a:lnTo>
                  <a:lnTo>
                    <a:pt x="239283" y="55187"/>
                  </a:lnTo>
                  <a:lnTo>
                    <a:pt x="279249" y="35933"/>
                  </a:lnTo>
                  <a:lnTo>
                    <a:pt x="321253" y="20557"/>
                  </a:lnTo>
                  <a:lnTo>
                    <a:pt x="365066" y="9289"/>
                  </a:lnTo>
                  <a:lnTo>
                    <a:pt x="410458" y="2360"/>
                  </a:lnTo>
                  <a:lnTo>
                    <a:pt x="457200" y="0"/>
                  </a:lnTo>
                  <a:lnTo>
                    <a:pt x="503941" y="2360"/>
                  </a:lnTo>
                  <a:lnTo>
                    <a:pt x="549333" y="9289"/>
                  </a:lnTo>
                  <a:lnTo>
                    <a:pt x="593146" y="20557"/>
                  </a:lnTo>
                  <a:lnTo>
                    <a:pt x="635150" y="35933"/>
                  </a:lnTo>
                  <a:lnTo>
                    <a:pt x="675116" y="55187"/>
                  </a:lnTo>
                  <a:lnTo>
                    <a:pt x="712812" y="78090"/>
                  </a:lnTo>
                  <a:lnTo>
                    <a:pt x="748009" y="104411"/>
                  </a:lnTo>
                  <a:lnTo>
                    <a:pt x="780478" y="133921"/>
                  </a:lnTo>
                  <a:lnTo>
                    <a:pt x="809988" y="166390"/>
                  </a:lnTo>
                  <a:lnTo>
                    <a:pt x="836309" y="201587"/>
                  </a:lnTo>
                  <a:lnTo>
                    <a:pt x="859212" y="239283"/>
                  </a:lnTo>
                  <a:lnTo>
                    <a:pt x="878466" y="279249"/>
                  </a:lnTo>
                  <a:lnTo>
                    <a:pt x="893842" y="321253"/>
                  </a:lnTo>
                  <a:lnTo>
                    <a:pt x="905110" y="365066"/>
                  </a:lnTo>
                  <a:lnTo>
                    <a:pt x="912039" y="410458"/>
                  </a:lnTo>
                  <a:lnTo>
                    <a:pt x="914400" y="457200"/>
                  </a:lnTo>
                  <a:lnTo>
                    <a:pt x="912039" y="503941"/>
                  </a:lnTo>
                  <a:lnTo>
                    <a:pt x="905110" y="549333"/>
                  </a:lnTo>
                  <a:lnTo>
                    <a:pt x="893842" y="593146"/>
                  </a:lnTo>
                  <a:lnTo>
                    <a:pt x="878466" y="635150"/>
                  </a:lnTo>
                  <a:lnTo>
                    <a:pt x="859212" y="675116"/>
                  </a:lnTo>
                  <a:lnTo>
                    <a:pt x="836309" y="712812"/>
                  </a:lnTo>
                  <a:lnTo>
                    <a:pt x="809988" y="748009"/>
                  </a:lnTo>
                  <a:lnTo>
                    <a:pt x="780478" y="780478"/>
                  </a:lnTo>
                  <a:lnTo>
                    <a:pt x="748009" y="809988"/>
                  </a:lnTo>
                  <a:lnTo>
                    <a:pt x="712812" y="836309"/>
                  </a:lnTo>
                  <a:lnTo>
                    <a:pt x="675116" y="859212"/>
                  </a:lnTo>
                  <a:lnTo>
                    <a:pt x="635150" y="878466"/>
                  </a:lnTo>
                  <a:lnTo>
                    <a:pt x="593146" y="893842"/>
                  </a:lnTo>
                  <a:lnTo>
                    <a:pt x="549333" y="905110"/>
                  </a:lnTo>
                  <a:lnTo>
                    <a:pt x="503941" y="912039"/>
                  </a:lnTo>
                  <a:lnTo>
                    <a:pt x="457200" y="914400"/>
                  </a:lnTo>
                  <a:lnTo>
                    <a:pt x="410458" y="912039"/>
                  </a:lnTo>
                  <a:lnTo>
                    <a:pt x="365066" y="905110"/>
                  </a:lnTo>
                  <a:lnTo>
                    <a:pt x="321253" y="893842"/>
                  </a:lnTo>
                  <a:lnTo>
                    <a:pt x="279249" y="878466"/>
                  </a:lnTo>
                  <a:lnTo>
                    <a:pt x="239283" y="859212"/>
                  </a:lnTo>
                  <a:lnTo>
                    <a:pt x="201587" y="836309"/>
                  </a:lnTo>
                  <a:lnTo>
                    <a:pt x="166390" y="809988"/>
                  </a:lnTo>
                  <a:lnTo>
                    <a:pt x="133921" y="780478"/>
                  </a:lnTo>
                  <a:lnTo>
                    <a:pt x="104411" y="748009"/>
                  </a:lnTo>
                  <a:lnTo>
                    <a:pt x="78090" y="712812"/>
                  </a:lnTo>
                  <a:lnTo>
                    <a:pt x="55187" y="675116"/>
                  </a:lnTo>
                  <a:lnTo>
                    <a:pt x="35933" y="635150"/>
                  </a:lnTo>
                  <a:lnTo>
                    <a:pt x="20557" y="593146"/>
                  </a:lnTo>
                  <a:lnTo>
                    <a:pt x="9289" y="549333"/>
                  </a:lnTo>
                  <a:lnTo>
                    <a:pt x="2360" y="503941"/>
                  </a:lnTo>
                  <a:lnTo>
                    <a:pt x="0" y="4572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842007" y="3420998"/>
            <a:ext cx="2787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50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205101" y="2512314"/>
            <a:ext cx="2296160" cy="1534160"/>
            <a:chOff x="2205101" y="2814701"/>
            <a:chExt cx="2296160" cy="1534160"/>
          </a:xfrm>
        </p:grpSpPr>
        <p:sp>
          <p:nvSpPr>
            <p:cNvPr id="13" name="object 13"/>
            <p:cNvSpPr/>
            <p:nvPr/>
          </p:nvSpPr>
          <p:spPr>
            <a:xfrm>
              <a:off x="2210181" y="2819781"/>
              <a:ext cx="533400" cy="609600"/>
            </a:xfrm>
            <a:custGeom>
              <a:avLst/>
              <a:gdLst/>
              <a:ahLst/>
              <a:cxnLst/>
              <a:rect l="l" t="t" r="r" b="b"/>
              <a:pathLst>
                <a:path w="533400" h="609600">
                  <a:moveTo>
                    <a:pt x="533400" y="0"/>
                  </a:moveTo>
                  <a:lnTo>
                    <a:pt x="0" y="609600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581781" y="342938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58" y="2360"/>
                  </a:lnTo>
                  <a:lnTo>
                    <a:pt x="365066" y="9289"/>
                  </a:lnTo>
                  <a:lnTo>
                    <a:pt x="321253" y="20557"/>
                  </a:lnTo>
                  <a:lnTo>
                    <a:pt x="279249" y="35933"/>
                  </a:lnTo>
                  <a:lnTo>
                    <a:pt x="239283" y="55187"/>
                  </a:lnTo>
                  <a:lnTo>
                    <a:pt x="201587" y="78090"/>
                  </a:lnTo>
                  <a:lnTo>
                    <a:pt x="166390" y="104411"/>
                  </a:lnTo>
                  <a:lnTo>
                    <a:pt x="133921" y="133921"/>
                  </a:lnTo>
                  <a:lnTo>
                    <a:pt x="104411" y="166390"/>
                  </a:lnTo>
                  <a:lnTo>
                    <a:pt x="78090" y="201587"/>
                  </a:lnTo>
                  <a:lnTo>
                    <a:pt x="55187" y="239283"/>
                  </a:lnTo>
                  <a:lnTo>
                    <a:pt x="35933" y="279249"/>
                  </a:lnTo>
                  <a:lnTo>
                    <a:pt x="20557" y="321253"/>
                  </a:lnTo>
                  <a:lnTo>
                    <a:pt x="9289" y="365066"/>
                  </a:lnTo>
                  <a:lnTo>
                    <a:pt x="2360" y="410458"/>
                  </a:lnTo>
                  <a:lnTo>
                    <a:pt x="0" y="457200"/>
                  </a:lnTo>
                  <a:lnTo>
                    <a:pt x="2360" y="503941"/>
                  </a:lnTo>
                  <a:lnTo>
                    <a:pt x="9289" y="549333"/>
                  </a:lnTo>
                  <a:lnTo>
                    <a:pt x="20557" y="593146"/>
                  </a:lnTo>
                  <a:lnTo>
                    <a:pt x="35933" y="635150"/>
                  </a:lnTo>
                  <a:lnTo>
                    <a:pt x="55187" y="675116"/>
                  </a:lnTo>
                  <a:lnTo>
                    <a:pt x="78090" y="712812"/>
                  </a:lnTo>
                  <a:lnTo>
                    <a:pt x="104411" y="748009"/>
                  </a:lnTo>
                  <a:lnTo>
                    <a:pt x="133921" y="780478"/>
                  </a:lnTo>
                  <a:lnTo>
                    <a:pt x="166390" y="809988"/>
                  </a:lnTo>
                  <a:lnTo>
                    <a:pt x="201587" y="836309"/>
                  </a:lnTo>
                  <a:lnTo>
                    <a:pt x="239283" y="859212"/>
                  </a:lnTo>
                  <a:lnTo>
                    <a:pt x="279249" y="878466"/>
                  </a:lnTo>
                  <a:lnTo>
                    <a:pt x="321253" y="893842"/>
                  </a:lnTo>
                  <a:lnTo>
                    <a:pt x="365066" y="905110"/>
                  </a:lnTo>
                  <a:lnTo>
                    <a:pt x="410458" y="912039"/>
                  </a:lnTo>
                  <a:lnTo>
                    <a:pt x="457200" y="914400"/>
                  </a:lnTo>
                  <a:lnTo>
                    <a:pt x="503941" y="912039"/>
                  </a:lnTo>
                  <a:lnTo>
                    <a:pt x="549333" y="905110"/>
                  </a:lnTo>
                  <a:lnTo>
                    <a:pt x="593146" y="893842"/>
                  </a:lnTo>
                  <a:lnTo>
                    <a:pt x="635150" y="878466"/>
                  </a:lnTo>
                  <a:lnTo>
                    <a:pt x="675116" y="859212"/>
                  </a:lnTo>
                  <a:lnTo>
                    <a:pt x="712812" y="836309"/>
                  </a:lnTo>
                  <a:lnTo>
                    <a:pt x="748009" y="809988"/>
                  </a:lnTo>
                  <a:lnTo>
                    <a:pt x="780478" y="780478"/>
                  </a:lnTo>
                  <a:lnTo>
                    <a:pt x="809988" y="748009"/>
                  </a:lnTo>
                  <a:lnTo>
                    <a:pt x="836309" y="712812"/>
                  </a:lnTo>
                  <a:lnTo>
                    <a:pt x="859212" y="675116"/>
                  </a:lnTo>
                  <a:lnTo>
                    <a:pt x="878466" y="635150"/>
                  </a:lnTo>
                  <a:lnTo>
                    <a:pt x="893842" y="593146"/>
                  </a:lnTo>
                  <a:lnTo>
                    <a:pt x="905110" y="549333"/>
                  </a:lnTo>
                  <a:lnTo>
                    <a:pt x="912039" y="503941"/>
                  </a:lnTo>
                  <a:lnTo>
                    <a:pt x="914400" y="457200"/>
                  </a:lnTo>
                  <a:lnTo>
                    <a:pt x="912039" y="410458"/>
                  </a:lnTo>
                  <a:lnTo>
                    <a:pt x="905110" y="365066"/>
                  </a:lnTo>
                  <a:lnTo>
                    <a:pt x="893842" y="321253"/>
                  </a:lnTo>
                  <a:lnTo>
                    <a:pt x="878466" y="279249"/>
                  </a:lnTo>
                  <a:lnTo>
                    <a:pt x="859212" y="239283"/>
                  </a:lnTo>
                  <a:lnTo>
                    <a:pt x="836309" y="201587"/>
                  </a:lnTo>
                  <a:lnTo>
                    <a:pt x="809988" y="166390"/>
                  </a:lnTo>
                  <a:lnTo>
                    <a:pt x="780478" y="133921"/>
                  </a:lnTo>
                  <a:lnTo>
                    <a:pt x="748009" y="104411"/>
                  </a:lnTo>
                  <a:lnTo>
                    <a:pt x="712812" y="78090"/>
                  </a:lnTo>
                  <a:lnTo>
                    <a:pt x="675116" y="55187"/>
                  </a:lnTo>
                  <a:lnTo>
                    <a:pt x="635150" y="35933"/>
                  </a:lnTo>
                  <a:lnTo>
                    <a:pt x="593146" y="20557"/>
                  </a:lnTo>
                  <a:lnTo>
                    <a:pt x="549333" y="9289"/>
                  </a:lnTo>
                  <a:lnTo>
                    <a:pt x="503941" y="23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581781" y="342938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60" y="410458"/>
                  </a:lnTo>
                  <a:lnTo>
                    <a:pt x="9289" y="365066"/>
                  </a:lnTo>
                  <a:lnTo>
                    <a:pt x="20557" y="321253"/>
                  </a:lnTo>
                  <a:lnTo>
                    <a:pt x="35933" y="279249"/>
                  </a:lnTo>
                  <a:lnTo>
                    <a:pt x="55187" y="239283"/>
                  </a:lnTo>
                  <a:lnTo>
                    <a:pt x="78090" y="201587"/>
                  </a:lnTo>
                  <a:lnTo>
                    <a:pt x="104411" y="166390"/>
                  </a:lnTo>
                  <a:lnTo>
                    <a:pt x="133921" y="133921"/>
                  </a:lnTo>
                  <a:lnTo>
                    <a:pt x="166390" y="104411"/>
                  </a:lnTo>
                  <a:lnTo>
                    <a:pt x="201587" y="78090"/>
                  </a:lnTo>
                  <a:lnTo>
                    <a:pt x="239283" y="55187"/>
                  </a:lnTo>
                  <a:lnTo>
                    <a:pt x="279249" y="35933"/>
                  </a:lnTo>
                  <a:lnTo>
                    <a:pt x="321253" y="20557"/>
                  </a:lnTo>
                  <a:lnTo>
                    <a:pt x="365066" y="9289"/>
                  </a:lnTo>
                  <a:lnTo>
                    <a:pt x="410458" y="2360"/>
                  </a:lnTo>
                  <a:lnTo>
                    <a:pt x="457200" y="0"/>
                  </a:lnTo>
                  <a:lnTo>
                    <a:pt x="503941" y="2360"/>
                  </a:lnTo>
                  <a:lnTo>
                    <a:pt x="549333" y="9289"/>
                  </a:lnTo>
                  <a:lnTo>
                    <a:pt x="593146" y="20557"/>
                  </a:lnTo>
                  <a:lnTo>
                    <a:pt x="635150" y="35933"/>
                  </a:lnTo>
                  <a:lnTo>
                    <a:pt x="675116" y="55187"/>
                  </a:lnTo>
                  <a:lnTo>
                    <a:pt x="712812" y="78090"/>
                  </a:lnTo>
                  <a:lnTo>
                    <a:pt x="748009" y="104411"/>
                  </a:lnTo>
                  <a:lnTo>
                    <a:pt x="780478" y="133921"/>
                  </a:lnTo>
                  <a:lnTo>
                    <a:pt x="809988" y="166390"/>
                  </a:lnTo>
                  <a:lnTo>
                    <a:pt x="836309" y="201587"/>
                  </a:lnTo>
                  <a:lnTo>
                    <a:pt x="859212" y="239283"/>
                  </a:lnTo>
                  <a:lnTo>
                    <a:pt x="878466" y="279249"/>
                  </a:lnTo>
                  <a:lnTo>
                    <a:pt x="893842" y="321253"/>
                  </a:lnTo>
                  <a:lnTo>
                    <a:pt x="905110" y="365066"/>
                  </a:lnTo>
                  <a:lnTo>
                    <a:pt x="912039" y="410458"/>
                  </a:lnTo>
                  <a:lnTo>
                    <a:pt x="914400" y="457200"/>
                  </a:lnTo>
                  <a:lnTo>
                    <a:pt x="912039" y="503941"/>
                  </a:lnTo>
                  <a:lnTo>
                    <a:pt x="905110" y="549333"/>
                  </a:lnTo>
                  <a:lnTo>
                    <a:pt x="893842" y="593146"/>
                  </a:lnTo>
                  <a:lnTo>
                    <a:pt x="878466" y="635150"/>
                  </a:lnTo>
                  <a:lnTo>
                    <a:pt x="859212" y="675116"/>
                  </a:lnTo>
                  <a:lnTo>
                    <a:pt x="836309" y="712812"/>
                  </a:lnTo>
                  <a:lnTo>
                    <a:pt x="809988" y="748009"/>
                  </a:lnTo>
                  <a:lnTo>
                    <a:pt x="780478" y="780478"/>
                  </a:lnTo>
                  <a:lnTo>
                    <a:pt x="748009" y="809988"/>
                  </a:lnTo>
                  <a:lnTo>
                    <a:pt x="712812" y="836309"/>
                  </a:lnTo>
                  <a:lnTo>
                    <a:pt x="675116" y="859212"/>
                  </a:lnTo>
                  <a:lnTo>
                    <a:pt x="635150" y="878466"/>
                  </a:lnTo>
                  <a:lnTo>
                    <a:pt x="593146" y="893842"/>
                  </a:lnTo>
                  <a:lnTo>
                    <a:pt x="549333" y="905110"/>
                  </a:lnTo>
                  <a:lnTo>
                    <a:pt x="503941" y="912039"/>
                  </a:lnTo>
                  <a:lnTo>
                    <a:pt x="457200" y="914400"/>
                  </a:lnTo>
                  <a:lnTo>
                    <a:pt x="410458" y="912039"/>
                  </a:lnTo>
                  <a:lnTo>
                    <a:pt x="365066" y="905110"/>
                  </a:lnTo>
                  <a:lnTo>
                    <a:pt x="321253" y="893842"/>
                  </a:lnTo>
                  <a:lnTo>
                    <a:pt x="279249" y="878466"/>
                  </a:lnTo>
                  <a:lnTo>
                    <a:pt x="239283" y="859212"/>
                  </a:lnTo>
                  <a:lnTo>
                    <a:pt x="201587" y="836309"/>
                  </a:lnTo>
                  <a:lnTo>
                    <a:pt x="166390" y="809988"/>
                  </a:lnTo>
                  <a:lnTo>
                    <a:pt x="133921" y="780478"/>
                  </a:lnTo>
                  <a:lnTo>
                    <a:pt x="104411" y="748009"/>
                  </a:lnTo>
                  <a:lnTo>
                    <a:pt x="78090" y="712812"/>
                  </a:lnTo>
                  <a:lnTo>
                    <a:pt x="55187" y="675116"/>
                  </a:lnTo>
                  <a:lnTo>
                    <a:pt x="35933" y="635150"/>
                  </a:lnTo>
                  <a:lnTo>
                    <a:pt x="20557" y="593146"/>
                  </a:lnTo>
                  <a:lnTo>
                    <a:pt x="9289" y="549333"/>
                  </a:lnTo>
                  <a:lnTo>
                    <a:pt x="2360" y="503941"/>
                  </a:lnTo>
                  <a:lnTo>
                    <a:pt x="0" y="4572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899661" y="3420998"/>
            <a:ext cx="2787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40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33500" y="2436114"/>
            <a:ext cx="2981960" cy="3058160"/>
            <a:chOff x="833500" y="2738501"/>
            <a:chExt cx="2981960" cy="3058160"/>
          </a:xfrm>
        </p:grpSpPr>
        <p:sp>
          <p:nvSpPr>
            <p:cNvPr id="18" name="object 18"/>
            <p:cNvSpPr/>
            <p:nvPr/>
          </p:nvSpPr>
          <p:spPr>
            <a:xfrm>
              <a:off x="3276980" y="2743581"/>
              <a:ext cx="533400" cy="685800"/>
            </a:xfrm>
            <a:custGeom>
              <a:avLst/>
              <a:gdLst/>
              <a:ahLst/>
              <a:cxnLst/>
              <a:rect l="l" t="t" r="r" b="b"/>
              <a:pathLst>
                <a:path w="533400" h="685800">
                  <a:moveTo>
                    <a:pt x="0" y="0"/>
                  </a:moveTo>
                  <a:lnTo>
                    <a:pt x="533400" y="685800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38580" y="487718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54" y="2360"/>
                  </a:lnTo>
                  <a:lnTo>
                    <a:pt x="365059" y="9289"/>
                  </a:lnTo>
                  <a:lnTo>
                    <a:pt x="321243" y="20557"/>
                  </a:lnTo>
                  <a:lnTo>
                    <a:pt x="279238" y="35933"/>
                  </a:lnTo>
                  <a:lnTo>
                    <a:pt x="239272" y="55187"/>
                  </a:lnTo>
                  <a:lnTo>
                    <a:pt x="201576" y="78090"/>
                  </a:lnTo>
                  <a:lnTo>
                    <a:pt x="166379" y="104411"/>
                  </a:lnTo>
                  <a:lnTo>
                    <a:pt x="133911" y="133921"/>
                  </a:lnTo>
                  <a:lnTo>
                    <a:pt x="104403" y="166390"/>
                  </a:lnTo>
                  <a:lnTo>
                    <a:pt x="78083" y="201587"/>
                  </a:lnTo>
                  <a:lnTo>
                    <a:pt x="55182" y="239283"/>
                  </a:lnTo>
                  <a:lnTo>
                    <a:pt x="35929" y="279249"/>
                  </a:lnTo>
                  <a:lnTo>
                    <a:pt x="20555" y="321253"/>
                  </a:lnTo>
                  <a:lnTo>
                    <a:pt x="9288" y="365066"/>
                  </a:lnTo>
                  <a:lnTo>
                    <a:pt x="2360" y="410458"/>
                  </a:lnTo>
                  <a:lnTo>
                    <a:pt x="0" y="457200"/>
                  </a:lnTo>
                  <a:lnTo>
                    <a:pt x="2360" y="503941"/>
                  </a:lnTo>
                  <a:lnTo>
                    <a:pt x="9288" y="549333"/>
                  </a:lnTo>
                  <a:lnTo>
                    <a:pt x="20555" y="593146"/>
                  </a:lnTo>
                  <a:lnTo>
                    <a:pt x="35929" y="635150"/>
                  </a:lnTo>
                  <a:lnTo>
                    <a:pt x="55182" y="675116"/>
                  </a:lnTo>
                  <a:lnTo>
                    <a:pt x="78083" y="712812"/>
                  </a:lnTo>
                  <a:lnTo>
                    <a:pt x="104403" y="748009"/>
                  </a:lnTo>
                  <a:lnTo>
                    <a:pt x="133911" y="780478"/>
                  </a:lnTo>
                  <a:lnTo>
                    <a:pt x="166379" y="809988"/>
                  </a:lnTo>
                  <a:lnTo>
                    <a:pt x="201576" y="836309"/>
                  </a:lnTo>
                  <a:lnTo>
                    <a:pt x="239272" y="859212"/>
                  </a:lnTo>
                  <a:lnTo>
                    <a:pt x="279238" y="878466"/>
                  </a:lnTo>
                  <a:lnTo>
                    <a:pt x="321243" y="893842"/>
                  </a:lnTo>
                  <a:lnTo>
                    <a:pt x="365059" y="905110"/>
                  </a:lnTo>
                  <a:lnTo>
                    <a:pt x="410454" y="912039"/>
                  </a:lnTo>
                  <a:lnTo>
                    <a:pt x="457200" y="914400"/>
                  </a:lnTo>
                  <a:lnTo>
                    <a:pt x="503941" y="912039"/>
                  </a:lnTo>
                  <a:lnTo>
                    <a:pt x="549333" y="905110"/>
                  </a:lnTo>
                  <a:lnTo>
                    <a:pt x="593146" y="893842"/>
                  </a:lnTo>
                  <a:lnTo>
                    <a:pt x="635150" y="878466"/>
                  </a:lnTo>
                  <a:lnTo>
                    <a:pt x="675116" y="859212"/>
                  </a:lnTo>
                  <a:lnTo>
                    <a:pt x="712812" y="836309"/>
                  </a:lnTo>
                  <a:lnTo>
                    <a:pt x="748009" y="809988"/>
                  </a:lnTo>
                  <a:lnTo>
                    <a:pt x="780478" y="780478"/>
                  </a:lnTo>
                  <a:lnTo>
                    <a:pt x="809988" y="748009"/>
                  </a:lnTo>
                  <a:lnTo>
                    <a:pt x="836309" y="712812"/>
                  </a:lnTo>
                  <a:lnTo>
                    <a:pt x="859212" y="675116"/>
                  </a:lnTo>
                  <a:lnTo>
                    <a:pt x="878466" y="635150"/>
                  </a:lnTo>
                  <a:lnTo>
                    <a:pt x="893842" y="593146"/>
                  </a:lnTo>
                  <a:lnTo>
                    <a:pt x="905110" y="549333"/>
                  </a:lnTo>
                  <a:lnTo>
                    <a:pt x="912039" y="503941"/>
                  </a:lnTo>
                  <a:lnTo>
                    <a:pt x="914400" y="457200"/>
                  </a:lnTo>
                  <a:lnTo>
                    <a:pt x="912039" y="410458"/>
                  </a:lnTo>
                  <a:lnTo>
                    <a:pt x="905110" y="365066"/>
                  </a:lnTo>
                  <a:lnTo>
                    <a:pt x="893842" y="321253"/>
                  </a:lnTo>
                  <a:lnTo>
                    <a:pt x="878466" y="279249"/>
                  </a:lnTo>
                  <a:lnTo>
                    <a:pt x="859212" y="239283"/>
                  </a:lnTo>
                  <a:lnTo>
                    <a:pt x="836309" y="201587"/>
                  </a:lnTo>
                  <a:lnTo>
                    <a:pt x="809988" y="166390"/>
                  </a:lnTo>
                  <a:lnTo>
                    <a:pt x="780478" y="133921"/>
                  </a:lnTo>
                  <a:lnTo>
                    <a:pt x="748009" y="104411"/>
                  </a:lnTo>
                  <a:lnTo>
                    <a:pt x="712812" y="78090"/>
                  </a:lnTo>
                  <a:lnTo>
                    <a:pt x="675116" y="55187"/>
                  </a:lnTo>
                  <a:lnTo>
                    <a:pt x="635150" y="35933"/>
                  </a:lnTo>
                  <a:lnTo>
                    <a:pt x="593146" y="20557"/>
                  </a:lnTo>
                  <a:lnTo>
                    <a:pt x="549333" y="9289"/>
                  </a:lnTo>
                  <a:lnTo>
                    <a:pt x="503941" y="23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38580" y="487718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60" y="410458"/>
                  </a:lnTo>
                  <a:lnTo>
                    <a:pt x="9288" y="365066"/>
                  </a:lnTo>
                  <a:lnTo>
                    <a:pt x="20555" y="321253"/>
                  </a:lnTo>
                  <a:lnTo>
                    <a:pt x="35929" y="279249"/>
                  </a:lnTo>
                  <a:lnTo>
                    <a:pt x="55182" y="239283"/>
                  </a:lnTo>
                  <a:lnTo>
                    <a:pt x="78083" y="201587"/>
                  </a:lnTo>
                  <a:lnTo>
                    <a:pt x="104403" y="166390"/>
                  </a:lnTo>
                  <a:lnTo>
                    <a:pt x="133911" y="133921"/>
                  </a:lnTo>
                  <a:lnTo>
                    <a:pt x="166379" y="104411"/>
                  </a:lnTo>
                  <a:lnTo>
                    <a:pt x="201576" y="78090"/>
                  </a:lnTo>
                  <a:lnTo>
                    <a:pt x="239272" y="55187"/>
                  </a:lnTo>
                  <a:lnTo>
                    <a:pt x="279238" y="35933"/>
                  </a:lnTo>
                  <a:lnTo>
                    <a:pt x="321243" y="20557"/>
                  </a:lnTo>
                  <a:lnTo>
                    <a:pt x="365059" y="9289"/>
                  </a:lnTo>
                  <a:lnTo>
                    <a:pt x="410454" y="2360"/>
                  </a:lnTo>
                  <a:lnTo>
                    <a:pt x="457200" y="0"/>
                  </a:lnTo>
                  <a:lnTo>
                    <a:pt x="503941" y="2360"/>
                  </a:lnTo>
                  <a:lnTo>
                    <a:pt x="549333" y="9289"/>
                  </a:lnTo>
                  <a:lnTo>
                    <a:pt x="593146" y="20557"/>
                  </a:lnTo>
                  <a:lnTo>
                    <a:pt x="635150" y="35933"/>
                  </a:lnTo>
                  <a:lnTo>
                    <a:pt x="675116" y="55187"/>
                  </a:lnTo>
                  <a:lnTo>
                    <a:pt x="712812" y="78090"/>
                  </a:lnTo>
                  <a:lnTo>
                    <a:pt x="748009" y="104411"/>
                  </a:lnTo>
                  <a:lnTo>
                    <a:pt x="780478" y="133921"/>
                  </a:lnTo>
                  <a:lnTo>
                    <a:pt x="809988" y="166390"/>
                  </a:lnTo>
                  <a:lnTo>
                    <a:pt x="836309" y="201587"/>
                  </a:lnTo>
                  <a:lnTo>
                    <a:pt x="859212" y="239283"/>
                  </a:lnTo>
                  <a:lnTo>
                    <a:pt x="878466" y="279249"/>
                  </a:lnTo>
                  <a:lnTo>
                    <a:pt x="893842" y="321253"/>
                  </a:lnTo>
                  <a:lnTo>
                    <a:pt x="905110" y="365066"/>
                  </a:lnTo>
                  <a:lnTo>
                    <a:pt x="912039" y="410458"/>
                  </a:lnTo>
                  <a:lnTo>
                    <a:pt x="914400" y="457200"/>
                  </a:lnTo>
                  <a:lnTo>
                    <a:pt x="912039" y="503941"/>
                  </a:lnTo>
                  <a:lnTo>
                    <a:pt x="905110" y="549333"/>
                  </a:lnTo>
                  <a:lnTo>
                    <a:pt x="893842" y="593146"/>
                  </a:lnTo>
                  <a:lnTo>
                    <a:pt x="878466" y="635150"/>
                  </a:lnTo>
                  <a:lnTo>
                    <a:pt x="859212" y="675116"/>
                  </a:lnTo>
                  <a:lnTo>
                    <a:pt x="836309" y="712812"/>
                  </a:lnTo>
                  <a:lnTo>
                    <a:pt x="809988" y="748009"/>
                  </a:lnTo>
                  <a:lnTo>
                    <a:pt x="780478" y="780478"/>
                  </a:lnTo>
                  <a:lnTo>
                    <a:pt x="748009" y="809988"/>
                  </a:lnTo>
                  <a:lnTo>
                    <a:pt x="712812" y="836309"/>
                  </a:lnTo>
                  <a:lnTo>
                    <a:pt x="675116" y="859212"/>
                  </a:lnTo>
                  <a:lnTo>
                    <a:pt x="635150" y="878466"/>
                  </a:lnTo>
                  <a:lnTo>
                    <a:pt x="593146" y="893842"/>
                  </a:lnTo>
                  <a:lnTo>
                    <a:pt x="549333" y="905110"/>
                  </a:lnTo>
                  <a:lnTo>
                    <a:pt x="503941" y="912039"/>
                  </a:lnTo>
                  <a:lnTo>
                    <a:pt x="457200" y="914400"/>
                  </a:lnTo>
                  <a:lnTo>
                    <a:pt x="410454" y="912039"/>
                  </a:lnTo>
                  <a:lnTo>
                    <a:pt x="365059" y="905110"/>
                  </a:lnTo>
                  <a:lnTo>
                    <a:pt x="321243" y="893842"/>
                  </a:lnTo>
                  <a:lnTo>
                    <a:pt x="279238" y="878466"/>
                  </a:lnTo>
                  <a:lnTo>
                    <a:pt x="239272" y="859212"/>
                  </a:lnTo>
                  <a:lnTo>
                    <a:pt x="201576" y="836309"/>
                  </a:lnTo>
                  <a:lnTo>
                    <a:pt x="166379" y="809988"/>
                  </a:lnTo>
                  <a:lnTo>
                    <a:pt x="133911" y="780478"/>
                  </a:lnTo>
                  <a:lnTo>
                    <a:pt x="104403" y="748009"/>
                  </a:lnTo>
                  <a:lnTo>
                    <a:pt x="78083" y="712812"/>
                  </a:lnTo>
                  <a:lnTo>
                    <a:pt x="55182" y="675116"/>
                  </a:lnTo>
                  <a:lnTo>
                    <a:pt x="35929" y="635150"/>
                  </a:lnTo>
                  <a:lnTo>
                    <a:pt x="20555" y="593146"/>
                  </a:lnTo>
                  <a:lnTo>
                    <a:pt x="9288" y="549333"/>
                  </a:lnTo>
                  <a:lnTo>
                    <a:pt x="2360" y="503941"/>
                  </a:lnTo>
                  <a:lnTo>
                    <a:pt x="0" y="4572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156208" y="4869307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22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443100" y="3960114"/>
            <a:ext cx="1991360" cy="1534160"/>
            <a:chOff x="1443100" y="4262501"/>
            <a:chExt cx="1991360" cy="1534160"/>
          </a:xfrm>
        </p:grpSpPr>
        <p:sp>
          <p:nvSpPr>
            <p:cNvPr id="23" name="object 23"/>
            <p:cNvSpPr/>
            <p:nvPr/>
          </p:nvSpPr>
          <p:spPr>
            <a:xfrm>
              <a:off x="1448180" y="4267581"/>
              <a:ext cx="304800" cy="609600"/>
            </a:xfrm>
            <a:custGeom>
              <a:avLst/>
              <a:gdLst/>
              <a:ahLst/>
              <a:cxnLst/>
              <a:rect l="l" t="t" r="r" b="b"/>
              <a:pathLst>
                <a:path w="304800" h="609600">
                  <a:moveTo>
                    <a:pt x="304800" y="0"/>
                  </a:moveTo>
                  <a:lnTo>
                    <a:pt x="0" y="609600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514980" y="487718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58" y="2360"/>
                  </a:lnTo>
                  <a:lnTo>
                    <a:pt x="365066" y="9289"/>
                  </a:lnTo>
                  <a:lnTo>
                    <a:pt x="321253" y="20557"/>
                  </a:lnTo>
                  <a:lnTo>
                    <a:pt x="279249" y="35933"/>
                  </a:lnTo>
                  <a:lnTo>
                    <a:pt x="239283" y="55187"/>
                  </a:lnTo>
                  <a:lnTo>
                    <a:pt x="201587" y="78090"/>
                  </a:lnTo>
                  <a:lnTo>
                    <a:pt x="166390" y="104411"/>
                  </a:lnTo>
                  <a:lnTo>
                    <a:pt x="133921" y="133921"/>
                  </a:lnTo>
                  <a:lnTo>
                    <a:pt x="104411" y="166390"/>
                  </a:lnTo>
                  <a:lnTo>
                    <a:pt x="78090" y="201587"/>
                  </a:lnTo>
                  <a:lnTo>
                    <a:pt x="55187" y="239283"/>
                  </a:lnTo>
                  <a:lnTo>
                    <a:pt x="35933" y="279249"/>
                  </a:lnTo>
                  <a:lnTo>
                    <a:pt x="20557" y="321253"/>
                  </a:lnTo>
                  <a:lnTo>
                    <a:pt x="9289" y="365066"/>
                  </a:lnTo>
                  <a:lnTo>
                    <a:pt x="2360" y="410458"/>
                  </a:lnTo>
                  <a:lnTo>
                    <a:pt x="0" y="457200"/>
                  </a:lnTo>
                  <a:lnTo>
                    <a:pt x="2360" y="503941"/>
                  </a:lnTo>
                  <a:lnTo>
                    <a:pt x="9289" y="549333"/>
                  </a:lnTo>
                  <a:lnTo>
                    <a:pt x="20557" y="593146"/>
                  </a:lnTo>
                  <a:lnTo>
                    <a:pt x="35933" y="635150"/>
                  </a:lnTo>
                  <a:lnTo>
                    <a:pt x="55187" y="675116"/>
                  </a:lnTo>
                  <a:lnTo>
                    <a:pt x="78090" y="712812"/>
                  </a:lnTo>
                  <a:lnTo>
                    <a:pt x="104411" y="748009"/>
                  </a:lnTo>
                  <a:lnTo>
                    <a:pt x="133921" y="780478"/>
                  </a:lnTo>
                  <a:lnTo>
                    <a:pt x="166390" y="809988"/>
                  </a:lnTo>
                  <a:lnTo>
                    <a:pt x="201587" y="836309"/>
                  </a:lnTo>
                  <a:lnTo>
                    <a:pt x="239283" y="859212"/>
                  </a:lnTo>
                  <a:lnTo>
                    <a:pt x="279249" y="878466"/>
                  </a:lnTo>
                  <a:lnTo>
                    <a:pt x="321253" y="893842"/>
                  </a:lnTo>
                  <a:lnTo>
                    <a:pt x="365066" y="905110"/>
                  </a:lnTo>
                  <a:lnTo>
                    <a:pt x="410458" y="912039"/>
                  </a:lnTo>
                  <a:lnTo>
                    <a:pt x="457200" y="914400"/>
                  </a:lnTo>
                  <a:lnTo>
                    <a:pt x="503941" y="912039"/>
                  </a:lnTo>
                  <a:lnTo>
                    <a:pt x="549333" y="905110"/>
                  </a:lnTo>
                  <a:lnTo>
                    <a:pt x="593146" y="893842"/>
                  </a:lnTo>
                  <a:lnTo>
                    <a:pt x="635150" y="878466"/>
                  </a:lnTo>
                  <a:lnTo>
                    <a:pt x="675116" y="859212"/>
                  </a:lnTo>
                  <a:lnTo>
                    <a:pt x="712812" y="836309"/>
                  </a:lnTo>
                  <a:lnTo>
                    <a:pt x="748009" y="809988"/>
                  </a:lnTo>
                  <a:lnTo>
                    <a:pt x="780478" y="780478"/>
                  </a:lnTo>
                  <a:lnTo>
                    <a:pt x="809988" y="748009"/>
                  </a:lnTo>
                  <a:lnTo>
                    <a:pt x="836309" y="712812"/>
                  </a:lnTo>
                  <a:lnTo>
                    <a:pt x="859212" y="675116"/>
                  </a:lnTo>
                  <a:lnTo>
                    <a:pt x="878466" y="635150"/>
                  </a:lnTo>
                  <a:lnTo>
                    <a:pt x="893842" y="593146"/>
                  </a:lnTo>
                  <a:lnTo>
                    <a:pt x="905110" y="549333"/>
                  </a:lnTo>
                  <a:lnTo>
                    <a:pt x="912039" y="503941"/>
                  </a:lnTo>
                  <a:lnTo>
                    <a:pt x="914399" y="457200"/>
                  </a:lnTo>
                  <a:lnTo>
                    <a:pt x="912039" y="410458"/>
                  </a:lnTo>
                  <a:lnTo>
                    <a:pt x="905110" y="365066"/>
                  </a:lnTo>
                  <a:lnTo>
                    <a:pt x="893842" y="321253"/>
                  </a:lnTo>
                  <a:lnTo>
                    <a:pt x="878466" y="279249"/>
                  </a:lnTo>
                  <a:lnTo>
                    <a:pt x="859212" y="239283"/>
                  </a:lnTo>
                  <a:lnTo>
                    <a:pt x="836309" y="201587"/>
                  </a:lnTo>
                  <a:lnTo>
                    <a:pt x="809988" y="166390"/>
                  </a:lnTo>
                  <a:lnTo>
                    <a:pt x="780478" y="133921"/>
                  </a:lnTo>
                  <a:lnTo>
                    <a:pt x="748009" y="104411"/>
                  </a:lnTo>
                  <a:lnTo>
                    <a:pt x="712812" y="78090"/>
                  </a:lnTo>
                  <a:lnTo>
                    <a:pt x="675116" y="55187"/>
                  </a:lnTo>
                  <a:lnTo>
                    <a:pt x="635150" y="35933"/>
                  </a:lnTo>
                  <a:lnTo>
                    <a:pt x="593146" y="20557"/>
                  </a:lnTo>
                  <a:lnTo>
                    <a:pt x="549333" y="9289"/>
                  </a:lnTo>
                  <a:lnTo>
                    <a:pt x="503941" y="23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514980" y="487718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60" y="410458"/>
                  </a:lnTo>
                  <a:lnTo>
                    <a:pt x="9289" y="365066"/>
                  </a:lnTo>
                  <a:lnTo>
                    <a:pt x="20557" y="321253"/>
                  </a:lnTo>
                  <a:lnTo>
                    <a:pt x="35933" y="279249"/>
                  </a:lnTo>
                  <a:lnTo>
                    <a:pt x="55187" y="239283"/>
                  </a:lnTo>
                  <a:lnTo>
                    <a:pt x="78090" y="201587"/>
                  </a:lnTo>
                  <a:lnTo>
                    <a:pt x="104411" y="166390"/>
                  </a:lnTo>
                  <a:lnTo>
                    <a:pt x="133921" y="133921"/>
                  </a:lnTo>
                  <a:lnTo>
                    <a:pt x="166390" y="104411"/>
                  </a:lnTo>
                  <a:lnTo>
                    <a:pt x="201587" y="78090"/>
                  </a:lnTo>
                  <a:lnTo>
                    <a:pt x="239283" y="55187"/>
                  </a:lnTo>
                  <a:lnTo>
                    <a:pt x="279249" y="35933"/>
                  </a:lnTo>
                  <a:lnTo>
                    <a:pt x="321253" y="20557"/>
                  </a:lnTo>
                  <a:lnTo>
                    <a:pt x="365066" y="9289"/>
                  </a:lnTo>
                  <a:lnTo>
                    <a:pt x="410458" y="2360"/>
                  </a:lnTo>
                  <a:lnTo>
                    <a:pt x="457200" y="0"/>
                  </a:lnTo>
                  <a:lnTo>
                    <a:pt x="503941" y="2360"/>
                  </a:lnTo>
                  <a:lnTo>
                    <a:pt x="549333" y="9289"/>
                  </a:lnTo>
                  <a:lnTo>
                    <a:pt x="593146" y="20557"/>
                  </a:lnTo>
                  <a:lnTo>
                    <a:pt x="635150" y="35933"/>
                  </a:lnTo>
                  <a:lnTo>
                    <a:pt x="675116" y="55187"/>
                  </a:lnTo>
                  <a:lnTo>
                    <a:pt x="712812" y="78090"/>
                  </a:lnTo>
                  <a:lnTo>
                    <a:pt x="748009" y="104411"/>
                  </a:lnTo>
                  <a:lnTo>
                    <a:pt x="780478" y="133921"/>
                  </a:lnTo>
                  <a:lnTo>
                    <a:pt x="809988" y="166390"/>
                  </a:lnTo>
                  <a:lnTo>
                    <a:pt x="836309" y="201587"/>
                  </a:lnTo>
                  <a:lnTo>
                    <a:pt x="859212" y="239283"/>
                  </a:lnTo>
                  <a:lnTo>
                    <a:pt x="878466" y="279249"/>
                  </a:lnTo>
                  <a:lnTo>
                    <a:pt x="893842" y="321253"/>
                  </a:lnTo>
                  <a:lnTo>
                    <a:pt x="905110" y="365066"/>
                  </a:lnTo>
                  <a:lnTo>
                    <a:pt x="912039" y="410458"/>
                  </a:lnTo>
                  <a:lnTo>
                    <a:pt x="914399" y="457200"/>
                  </a:lnTo>
                  <a:lnTo>
                    <a:pt x="912039" y="503941"/>
                  </a:lnTo>
                  <a:lnTo>
                    <a:pt x="905110" y="549333"/>
                  </a:lnTo>
                  <a:lnTo>
                    <a:pt x="893842" y="593146"/>
                  </a:lnTo>
                  <a:lnTo>
                    <a:pt x="878466" y="635150"/>
                  </a:lnTo>
                  <a:lnTo>
                    <a:pt x="859212" y="675116"/>
                  </a:lnTo>
                  <a:lnTo>
                    <a:pt x="836309" y="712812"/>
                  </a:lnTo>
                  <a:lnTo>
                    <a:pt x="809988" y="748009"/>
                  </a:lnTo>
                  <a:lnTo>
                    <a:pt x="780478" y="780478"/>
                  </a:lnTo>
                  <a:lnTo>
                    <a:pt x="748009" y="809988"/>
                  </a:lnTo>
                  <a:lnTo>
                    <a:pt x="712812" y="836309"/>
                  </a:lnTo>
                  <a:lnTo>
                    <a:pt x="675116" y="859212"/>
                  </a:lnTo>
                  <a:lnTo>
                    <a:pt x="635150" y="878466"/>
                  </a:lnTo>
                  <a:lnTo>
                    <a:pt x="593146" y="893842"/>
                  </a:lnTo>
                  <a:lnTo>
                    <a:pt x="549333" y="905110"/>
                  </a:lnTo>
                  <a:lnTo>
                    <a:pt x="503941" y="912039"/>
                  </a:lnTo>
                  <a:lnTo>
                    <a:pt x="457200" y="914400"/>
                  </a:lnTo>
                  <a:lnTo>
                    <a:pt x="410458" y="912039"/>
                  </a:lnTo>
                  <a:lnTo>
                    <a:pt x="365066" y="905110"/>
                  </a:lnTo>
                  <a:lnTo>
                    <a:pt x="321253" y="893842"/>
                  </a:lnTo>
                  <a:lnTo>
                    <a:pt x="279249" y="878466"/>
                  </a:lnTo>
                  <a:lnTo>
                    <a:pt x="239283" y="859212"/>
                  </a:lnTo>
                  <a:lnTo>
                    <a:pt x="201587" y="836309"/>
                  </a:lnTo>
                  <a:lnTo>
                    <a:pt x="166390" y="809988"/>
                  </a:lnTo>
                  <a:lnTo>
                    <a:pt x="133921" y="780478"/>
                  </a:lnTo>
                  <a:lnTo>
                    <a:pt x="104411" y="748009"/>
                  </a:lnTo>
                  <a:lnTo>
                    <a:pt x="78090" y="712812"/>
                  </a:lnTo>
                  <a:lnTo>
                    <a:pt x="55187" y="675116"/>
                  </a:lnTo>
                  <a:lnTo>
                    <a:pt x="35933" y="635150"/>
                  </a:lnTo>
                  <a:lnTo>
                    <a:pt x="20557" y="593146"/>
                  </a:lnTo>
                  <a:lnTo>
                    <a:pt x="9289" y="549333"/>
                  </a:lnTo>
                  <a:lnTo>
                    <a:pt x="2360" y="503941"/>
                  </a:lnTo>
                  <a:lnTo>
                    <a:pt x="0" y="4572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832607" y="4869307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30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286380" y="3888993"/>
            <a:ext cx="533400" cy="685800"/>
          </a:xfrm>
          <a:custGeom>
            <a:avLst/>
            <a:gdLst/>
            <a:ahLst/>
            <a:cxnLst/>
            <a:rect l="l" t="t" r="r" b="b"/>
            <a:pathLst>
              <a:path w="533400" h="685800">
                <a:moveTo>
                  <a:pt x="0" y="0"/>
                </a:moveTo>
                <a:lnTo>
                  <a:pt x="533400" y="685800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891792" y="5567045"/>
            <a:ext cx="41465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14" dirty="0">
                <a:latin typeface="Arial MT"/>
                <a:cs typeface="Arial MT"/>
              </a:rPr>
              <a:t>(a)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624701" y="1750314"/>
            <a:ext cx="924560" cy="924560"/>
            <a:chOff x="6624701" y="2052701"/>
            <a:chExt cx="924560" cy="924560"/>
          </a:xfrm>
        </p:grpSpPr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29781" y="2057781"/>
              <a:ext cx="914400" cy="91440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6629781" y="205778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60" y="410458"/>
                  </a:lnTo>
                  <a:lnTo>
                    <a:pt x="9289" y="365066"/>
                  </a:lnTo>
                  <a:lnTo>
                    <a:pt x="20557" y="321253"/>
                  </a:lnTo>
                  <a:lnTo>
                    <a:pt x="35933" y="279249"/>
                  </a:lnTo>
                  <a:lnTo>
                    <a:pt x="55187" y="239283"/>
                  </a:lnTo>
                  <a:lnTo>
                    <a:pt x="78090" y="201587"/>
                  </a:lnTo>
                  <a:lnTo>
                    <a:pt x="104411" y="166390"/>
                  </a:lnTo>
                  <a:lnTo>
                    <a:pt x="133921" y="133921"/>
                  </a:lnTo>
                  <a:lnTo>
                    <a:pt x="166390" y="104411"/>
                  </a:lnTo>
                  <a:lnTo>
                    <a:pt x="201587" y="78090"/>
                  </a:lnTo>
                  <a:lnTo>
                    <a:pt x="239283" y="55187"/>
                  </a:lnTo>
                  <a:lnTo>
                    <a:pt x="279249" y="35933"/>
                  </a:lnTo>
                  <a:lnTo>
                    <a:pt x="321253" y="20557"/>
                  </a:lnTo>
                  <a:lnTo>
                    <a:pt x="365066" y="9289"/>
                  </a:lnTo>
                  <a:lnTo>
                    <a:pt x="410458" y="2360"/>
                  </a:lnTo>
                  <a:lnTo>
                    <a:pt x="457200" y="0"/>
                  </a:lnTo>
                  <a:lnTo>
                    <a:pt x="503941" y="2360"/>
                  </a:lnTo>
                  <a:lnTo>
                    <a:pt x="549333" y="9289"/>
                  </a:lnTo>
                  <a:lnTo>
                    <a:pt x="593146" y="20557"/>
                  </a:lnTo>
                  <a:lnTo>
                    <a:pt x="635150" y="35933"/>
                  </a:lnTo>
                  <a:lnTo>
                    <a:pt x="675116" y="55187"/>
                  </a:lnTo>
                  <a:lnTo>
                    <a:pt x="712812" y="78090"/>
                  </a:lnTo>
                  <a:lnTo>
                    <a:pt x="748009" y="104411"/>
                  </a:lnTo>
                  <a:lnTo>
                    <a:pt x="780478" y="133921"/>
                  </a:lnTo>
                  <a:lnTo>
                    <a:pt x="809988" y="166390"/>
                  </a:lnTo>
                  <a:lnTo>
                    <a:pt x="836309" y="201587"/>
                  </a:lnTo>
                  <a:lnTo>
                    <a:pt x="859212" y="239283"/>
                  </a:lnTo>
                  <a:lnTo>
                    <a:pt x="878466" y="279249"/>
                  </a:lnTo>
                  <a:lnTo>
                    <a:pt x="893842" y="321253"/>
                  </a:lnTo>
                  <a:lnTo>
                    <a:pt x="905110" y="365066"/>
                  </a:lnTo>
                  <a:lnTo>
                    <a:pt x="912039" y="410458"/>
                  </a:lnTo>
                  <a:lnTo>
                    <a:pt x="914400" y="457200"/>
                  </a:lnTo>
                  <a:lnTo>
                    <a:pt x="912039" y="503941"/>
                  </a:lnTo>
                  <a:lnTo>
                    <a:pt x="905110" y="549333"/>
                  </a:lnTo>
                  <a:lnTo>
                    <a:pt x="893842" y="593146"/>
                  </a:lnTo>
                  <a:lnTo>
                    <a:pt x="878466" y="635150"/>
                  </a:lnTo>
                  <a:lnTo>
                    <a:pt x="859212" y="675116"/>
                  </a:lnTo>
                  <a:lnTo>
                    <a:pt x="836309" y="712812"/>
                  </a:lnTo>
                  <a:lnTo>
                    <a:pt x="809988" y="748009"/>
                  </a:lnTo>
                  <a:lnTo>
                    <a:pt x="780478" y="780478"/>
                  </a:lnTo>
                  <a:lnTo>
                    <a:pt x="748009" y="809988"/>
                  </a:lnTo>
                  <a:lnTo>
                    <a:pt x="712812" y="836309"/>
                  </a:lnTo>
                  <a:lnTo>
                    <a:pt x="675116" y="859212"/>
                  </a:lnTo>
                  <a:lnTo>
                    <a:pt x="635150" y="878466"/>
                  </a:lnTo>
                  <a:lnTo>
                    <a:pt x="593146" y="893842"/>
                  </a:lnTo>
                  <a:lnTo>
                    <a:pt x="549333" y="905110"/>
                  </a:lnTo>
                  <a:lnTo>
                    <a:pt x="503941" y="912039"/>
                  </a:lnTo>
                  <a:lnTo>
                    <a:pt x="457200" y="914400"/>
                  </a:lnTo>
                  <a:lnTo>
                    <a:pt x="410458" y="912039"/>
                  </a:lnTo>
                  <a:lnTo>
                    <a:pt x="365066" y="905110"/>
                  </a:lnTo>
                  <a:lnTo>
                    <a:pt x="321253" y="893842"/>
                  </a:lnTo>
                  <a:lnTo>
                    <a:pt x="279249" y="878466"/>
                  </a:lnTo>
                  <a:lnTo>
                    <a:pt x="239283" y="859212"/>
                  </a:lnTo>
                  <a:lnTo>
                    <a:pt x="201587" y="836309"/>
                  </a:lnTo>
                  <a:lnTo>
                    <a:pt x="166390" y="809988"/>
                  </a:lnTo>
                  <a:lnTo>
                    <a:pt x="133921" y="780478"/>
                  </a:lnTo>
                  <a:lnTo>
                    <a:pt x="104411" y="748009"/>
                  </a:lnTo>
                  <a:lnTo>
                    <a:pt x="78090" y="712812"/>
                  </a:lnTo>
                  <a:lnTo>
                    <a:pt x="55187" y="675116"/>
                  </a:lnTo>
                  <a:lnTo>
                    <a:pt x="35933" y="635150"/>
                  </a:lnTo>
                  <a:lnTo>
                    <a:pt x="20557" y="593146"/>
                  </a:lnTo>
                  <a:lnTo>
                    <a:pt x="9289" y="549333"/>
                  </a:lnTo>
                  <a:lnTo>
                    <a:pt x="2360" y="503941"/>
                  </a:lnTo>
                  <a:lnTo>
                    <a:pt x="0" y="4572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6947661" y="2049653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30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634101" y="3198114"/>
            <a:ext cx="924560" cy="924560"/>
            <a:chOff x="5634101" y="3500501"/>
            <a:chExt cx="924560" cy="924560"/>
          </a:xfrm>
        </p:grpSpPr>
        <p:sp>
          <p:nvSpPr>
            <p:cNvPr id="34" name="object 34"/>
            <p:cNvSpPr/>
            <p:nvPr/>
          </p:nvSpPr>
          <p:spPr>
            <a:xfrm>
              <a:off x="5639181" y="350558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58" y="2360"/>
                  </a:lnTo>
                  <a:lnTo>
                    <a:pt x="365066" y="9289"/>
                  </a:lnTo>
                  <a:lnTo>
                    <a:pt x="321253" y="20557"/>
                  </a:lnTo>
                  <a:lnTo>
                    <a:pt x="279249" y="35933"/>
                  </a:lnTo>
                  <a:lnTo>
                    <a:pt x="239283" y="55187"/>
                  </a:lnTo>
                  <a:lnTo>
                    <a:pt x="201587" y="78090"/>
                  </a:lnTo>
                  <a:lnTo>
                    <a:pt x="166390" y="104411"/>
                  </a:lnTo>
                  <a:lnTo>
                    <a:pt x="133921" y="133921"/>
                  </a:lnTo>
                  <a:lnTo>
                    <a:pt x="104411" y="166390"/>
                  </a:lnTo>
                  <a:lnTo>
                    <a:pt x="78090" y="201587"/>
                  </a:lnTo>
                  <a:lnTo>
                    <a:pt x="55187" y="239283"/>
                  </a:lnTo>
                  <a:lnTo>
                    <a:pt x="35933" y="279249"/>
                  </a:lnTo>
                  <a:lnTo>
                    <a:pt x="20557" y="321253"/>
                  </a:lnTo>
                  <a:lnTo>
                    <a:pt x="9289" y="365066"/>
                  </a:lnTo>
                  <a:lnTo>
                    <a:pt x="2360" y="410458"/>
                  </a:lnTo>
                  <a:lnTo>
                    <a:pt x="0" y="457200"/>
                  </a:lnTo>
                  <a:lnTo>
                    <a:pt x="2360" y="503941"/>
                  </a:lnTo>
                  <a:lnTo>
                    <a:pt x="9289" y="549333"/>
                  </a:lnTo>
                  <a:lnTo>
                    <a:pt x="20557" y="593146"/>
                  </a:lnTo>
                  <a:lnTo>
                    <a:pt x="35933" y="635150"/>
                  </a:lnTo>
                  <a:lnTo>
                    <a:pt x="55187" y="675116"/>
                  </a:lnTo>
                  <a:lnTo>
                    <a:pt x="78090" y="712812"/>
                  </a:lnTo>
                  <a:lnTo>
                    <a:pt x="104411" y="748009"/>
                  </a:lnTo>
                  <a:lnTo>
                    <a:pt x="133921" y="780478"/>
                  </a:lnTo>
                  <a:lnTo>
                    <a:pt x="166390" y="809988"/>
                  </a:lnTo>
                  <a:lnTo>
                    <a:pt x="201587" y="836309"/>
                  </a:lnTo>
                  <a:lnTo>
                    <a:pt x="239283" y="859212"/>
                  </a:lnTo>
                  <a:lnTo>
                    <a:pt x="279249" y="878466"/>
                  </a:lnTo>
                  <a:lnTo>
                    <a:pt x="321253" y="893842"/>
                  </a:lnTo>
                  <a:lnTo>
                    <a:pt x="365066" y="905110"/>
                  </a:lnTo>
                  <a:lnTo>
                    <a:pt x="410458" y="912039"/>
                  </a:lnTo>
                  <a:lnTo>
                    <a:pt x="457200" y="914400"/>
                  </a:lnTo>
                  <a:lnTo>
                    <a:pt x="503941" y="912039"/>
                  </a:lnTo>
                  <a:lnTo>
                    <a:pt x="549333" y="905110"/>
                  </a:lnTo>
                  <a:lnTo>
                    <a:pt x="593146" y="893842"/>
                  </a:lnTo>
                  <a:lnTo>
                    <a:pt x="635150" y="878466"/>
                  </a:lnTo>
                  <a:lnTo>
                    <a:pt x="675116" y="859212"/>
                  </a:lnTo>
                  <a:lnTo>
                    <a:pt x="712812" y="836309"/>
                  </a:lnTo>
                  <a:lnTo>
                    <a:pt x="748009" y="809988"/>
                  </a:lnTo>
                  <a:lnTo>
                    <a:pt x="780478" y="780478"/>
                  </a:lnTo>
                  <a:lnTo>
                    <a:pt x="809988" y="748009"/>
                  </a:lnTo>
                  <a:lnTo>
                    <a:pt x="836309" y="712812"/>
                  </a:lnTo>
                  <a:lnTo>
                    <a:pt x="859212" y="675116"/>
                  </a:lnTo>
                  <a:lnTo>
                    <a:pt x="878466" y="635150"/>
                  </a:lnTo>
                  <a:lnTo>
                    <a:pt x="893842" y="593146"/>
                  </a:lnTo>
                  <a:lnTo>
                    <a:pt x="905110" y="549333"/>
                  </a:lnTo>
                  <a:lnTo>
                    <a:pt x="912039" y="503941"/>
                  </a:lnTo>
                  <a:lnTo>
                    <a:pt x="914400" y="457200"/>
                  </a:lnTo>
                  <a:lnTo>
                    <a:pt x="912039" y="410458"/>
                  </a:lnTo>
                  <a:lnTo>
                    <a:pt x="905110" y="365066"/>
                  </a:lnTo>
                  <a:lnTo>
                    <a:pt x="893842" y="321253"/>
                  </a:lnTo>
                  <a:lnTo>
                    <a:pt x="878466" y="279249"/>
                  </a:lnTo>
                  <a:lnTo>
                    <a:pt x="859212" y="239283"/>
                  </a:lnTo>
                  <a:lnTo>
                    <a:pt x="836309" y="201587"/>
                  </a:lnTo>
                  <a:lnTo>
                    <a:pt x="809988" y="166390"/>
                  </a:lnTo>
                  <a:lnTo>
                    <a:pt x="780478" y="133921"/>
                  </a:lnTo>
                  <a:lnTo>
                    <a:pt x="748009" y="104411"/>
                  </a:lnTo>
                  <a:lnTo>
                    <a:pt x="712812" y="78090"/>
                  </a:lnTo>
                  <a:lnTo>
                    <a:pt x="675116" y="55187"/>
                  </a:lnTo>
                  <a:lnTo>
                    <a:pt x="635150" y="35933"/>
                  </a:lnTo>
                  <a:lnTo>
                    <a:pt x="593146" y="20557"/>
                  </a:lnTo>
                  <a:lnTo>
                    <a:pt x="549333" y="9289"/>
                  </a:lnTo>
                  <a:lnTo>
                    <a:pt x="503941" y="23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639181" y="350558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60" y="410458"/>
                  </a:lnTo>
                  <a:lnTo>
                    <a:pt x="9289" y="365066"/>
                  </a:lnTo>
                  <a:lnTo>
                    <a:pt x="20557" y="321253"/>
                  </a:lnTo>
                  <a:lnTo>
                    <a:pt x="35933" y="279249"/>
                  </a:lnTo>
                  <a:lnTo>
                    <a:pt x="55187" y="239283"/>
                  </a:lnTo>
                  <a:lnTo>
                    <a:pt x="78090" y="201587"/>
                  </a:lnTo>
                  <a:lnTo>
                    <a:pt x="104411" y="166390"/>
                  </a:lnTo>
                  <a:lnTo>
                    <a:pt x="133921" y="133921"/>
                  </a:lnTo>
                  <a:lnTo>
                    <a:pt x="166390" y="104411"/>
                  </a:lnTo>
                  <a:lnTo>
                    <a:pt x="201587" y="78090"/>
                  </a:lnTo>
                  <a:lnTo>
                    <a:pt x="239283" y="55187"/>
                  </a:lnTo>
                  <a:lnTo>
                    <a:pt x="279249" y="35933"/>
                  </a:lnTo>
                  <a:lnTo>
                    <a:pt x="321253" y="20557"/>
                  </a:lnTo>
                  <a:lnTo>
                    <a:pt x="365066" y="9289"/>
                  </a:lnTo>
                  <a:lnTo>
                    <a:pt x="410458" y="2360"/>
                  </a:lnTo>
                  <a:lnTo>
                    <a:pt x="457200" y="0"/>
                  </a:lnTo>
                  <a:lnTo>
                    <a:pt x="503941" y="2360"/>
                  </a:lnTo>
                  <a:lnTo>
                    <a:pt x="549333" y="9289"/>
                  </a:lnTo>
                  <a:lnTo>
                    <a:pt x="593146" y="20557"/>
                  </a:lnTo>
                  <a:lnTo>
                    <a:pt x="635150" y="35933"/>
                  </a:lnTo>
                  <a:lnTo>
                    <a:pt x="675116" y="55187"/>
                  </a:lnTo>
                  <a:lnTo>
                    <a:pt x="712812" y="78090"/>
                  </a:lnTo>
                  <a:lnTo>
                    <a:pt x="748009" y="104411"/>
                  </a:lnTo>
                  <a:lnTo>
                    <a:pt x="780478" y="133921"/>
                  </a:lnTo>
                  <a:lnTo>
                    <a:pt x="809988" y="166390"/>
                  </a:lnTo>
                  <a:lnTo>
                    <a:pt x="836309" y="201587"/>
                  </a:lnTo>
                  <a:lnTo>
                    <a:pt x="859212" y="239283"/>
                  </a:lnTo>
                  <a:lnTo>
                    <a:pt x="878466" y="279249"/>
                  </a:lnTo>
                  <a:lnTo>
                    <a:pt x="893842" y="321253"/>
                  </a:lnTo>
                  <a:lnTo>
                    <a:pt x="905110" y="365066"/>
                  </a:lnTo>
                  <a:lnTo>
                    <a:pt x="912039" y="410458"/>
                  </a:lnTo>
                  <a:lnTo>
                    <a:pt x="914400" y="457200"/>
                  </a:lnTo>
                  <a:lnTo>
                    <a:pt x="912039" y="503941"/>
                  </a:lnTo>
                  <a:lnTo>
                    <a:pt x="905110" y="549333"/>
                  </a:lnTo>
                  <a:lnTo>
                    <a:pt x="893842" y="593146"/>
                  </a:lnTo>
                  <a:lnTo>
                    <a:pt x="878466" y="635150"/>
                  </a:lnTo>
                  <a:lnTo>
                    <a:pt x="859212" y="675116"/>
                  </a:lnTo>
                  <a:lnTo>
                    <a:pt x="836309" y="712812"/>
                  </a:lnTo>
                  <a:lnTo>
                    <a:pt x="809988" y="748009"/>
                  </a:lnTo>
                  <a:lnTo>
                    <a:pt x="780478" y="780478"/>
                  </a:lnTo>
                  <a:lnTo>
                    <a:pt x="748009" y="809988"/>
                  </a:lnTo>
                  <a:lnTo>
                    <a:pt x="712812" y="836309"/>
                  </a:lnTo>
                  <a:lnTo>
                    <a:pt x="675116" y="859212"/>
                  </a:lnTo>
                  <a:lnTo>
                    <a:pt x="635150" y="878466"/>
                  </a:lnTo>
                  <a:lnTo>
                    <a:pt x="593146" y="893842"/>
                  </a:lnTo>
                  <a:lnTo>
                    <a:pt x="549333" y="905110"/>
                  </a:lnTo>
                  <a:lnTo>
                    <a:pt x="503941" y="912039"/>
                  </a:lnTo>
                  <a:lnTo>
                    <a:pt x="457200" y="914400"/>
                  </a:lnTo>
                  <a:lnTo>
                    <a:pt x="410458" y="912039"/>
                  </a:lnTo>
                  <a:lnTo>
                    <a:pt x="365066" y="905110"/>
                  </a:lnTo>
                  <a:lnTo>
                    <a:pt x="321253" y="893842"/>
                  </a:lnTo>
                  <a:lnTo>
                    <a:pt x="279249" y="878466"/>
                  </a:lnTo>
                  <a:lnTo>
                    <a:pt x="239283" y="859212"/>
                  </a:lnTo>
                  <a:lnTo>
                    <a:pt x="201587" y="836309"/>
                  </a:lnTo>
                  <a:lnTo>
                    <a:pt x="166390" y="809988"/>
                  </a:lnTo>
                  <a:lnTo>
                    <a:pt x="133921" y="780478"/>
                  </a:lnTo>
                  <a:lnTo>
                    <a:pt x="104411" y="748009"/>
                  </a:lnTo>
                  <a:lnTo>
                    <a:pt x="78090" y="712812"/>
                  </a:lnTo>
                  <a:lnTo>
                    <a:pt x="55187" y="675116"/>
                  </a:lnTo>
                  <a:lnTo>
                    <a:pt x="35933" y="635150"/>
                  </a:lnTo>
                  <a:lnTo>
                    <a:pt x="20557" y="593146"/>
                  </a:lnTo>
                  <a:lnTo>
                    <a:pt x="9289" y="549333"/>
                  </a:lnTo>
                  <a:lnTo>
                    <a:pt x="2360" y="503941"/>
                  </a:lnTo>
                  <a:lnTo>
                    <a:pt x="0" y="4572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5957061" y="3497198"/>
            <a:ext cx="2787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50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6319901" y="2588514"/>
            <a:ext cx="2296160" cy="1534160"/>
            <a:chOff x="6319901" y="2890901"/>
            <a:chExt cx="2296160" cy="1534160"/>
          </a:xfrm>
        </p:grpSpPr>
        <p:sp>
          <p:nvSpPr>
            <p:cNvPr id="38" name="object 38"/>
            <p:cNvSpPr/>
            <p:nvPr/>
          </p:nvSpPr>
          <p:spPr>
            <a:xfrm>
              <a:off x="6324981" y="2895981"/>
              <a:ext cx="533400" cy="609600"/>
            </a:xfrm>
            <a:custGeom>
              <a:avLst/>
              <a:gdLst/>
              <a:ahLst/>
              <a:cxnLst/>
              <a:rect l="l" t="t" r="r" b="b"/>
              <a:pathLst>
                <a:path w="533400" h="609600">
                  <a:moveTo>
                    <a:pt x="533400" y="0"/>
                  </a:moveTo>
                  <a:lnTo>
                    <a:pt x="0" y="609600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696581" y="350558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58" y="2360"/>
                  </a:lnTo>
                  <a:lnTo>
                    <a:pt x="365066" y="9289"/>
                  </a:lnTo>
                  <a:lnTo>
                    <a:pt x="321253" y="20557"/>
                  </a:lnTo>
                  <a:lnTo>
                    <a:pt x="279249" y="35933"/>
                  </a:lnTo>
                  <a:lnTo>
                    <a:pt x="239283" y="55187"/>
                  </a:lnTo>
                  <a:lnTo>
                    <a:pt x="201587" y="78090"/>
                  </a:lnTo>
                  <a:lnTo>
                    <a:pt x="166390" y="104411"/>
                  </a:lnTo>
                  <a:lnTo>
                    <a:pt x="133921" y="133921"/>
                  </a:lnTo>
                  <a:lnTo>
                    <a:pt x="104411" y="166390"/>
                  </a:lnTo>
                  <a:lnTo>
                    <a:pt x="78090" y="201587"/>
                  </a:lnTo>
                  <a:lnTo>
                    <a:pt x="55187" y="239283"/>
                  </a:lnTo>
                  <a:lnTo>
                    <a:pt x="35933" y="279249"/>
                  </a:lnTo>
                  <a:lnTo>
                    <a:pt x="20557" y="321253"/>
                  </a:lnTo>
                  <a:lnTo>
                    <a:pt x="9289" y="365066"/>
                  </a:lnTo>
                  <a:lnTo>
                    <a:pt x="2360" y="410458"/>
                  </a:lnTo>
                  <a:lnTo>
                    <a:pt x="0" y="457200"/>
                  </a:lnTo>
                  <a:lnTo>
                    <a:pt x="2360" y="503941"/>
                  </a:lnTo>
                  <a:lnTo>
                    <a:pt x="9289" y="549333"/>
                  </a:lnTo>
                  <a:lnTo>
                    <a:pt x="20557" y="593146"/>
                  </a:lnTo>
                  <a:lnTo>
                    <a:pt x="35933" y="635150"/>
                  </a:lnTo>
                  <a:lnTo>
                    <a:pt x="55187" y="675116"/>
                  </a:lnTo>
                  <a:lnTo>
                    <a:pt x="78090" y="712812"/>
                  </a:lnTo>
                  <a:lnTo>
                    <a:pt x="104411" y="748009"/>
                  </a:lnTo>
                  <a:lnTo>
                    <a:pt x="133921" y="780478"/>
                  </a:lnTo>
                  <a:lnTo>
                    <a:pt x="166390" y="809988"/>
                  </a:lnTo>
                  <a:lnTo>
                    <a:pt x="201587" y="836309"/>
                  </a:lnTo>
                  <a:lnTo>
                    <a:pt x="239283" y="859212"/>
                  </a:lnTo>
                  <a:lnTo>
                    <a:pt x="279249" y="878466"/>
                  </a:lnTo>
                  <a:lnTo>
                    <a:pt x="321253" y="893842"/>
                  </a:lnTo>
                  <a:lnTo>
                    <a:pt x="365066" y="905110"/>
                  </a:lnTo>
                  <a:lnTo>
                    <a:pt x="410458" y="912039"/>
                  </a:lnTo>
                  <a:lnTo>
                    <a:pt x="457200" y="914400"/>
                  </a:lnTo>
                  <a:lnTo>
                    <a:pt x="503941" y="912039"/>
                  </a:lnTo>
                  <a:lnTo>
                    <a:pt x="549333" y="905110"/>
                  </a:lnTo>
                  <a:lnTo>
                    <a:pt x="593146" y="893842"/>
                  </a:lnTo>
                  <a:lnTo>
                    <a:pt x="635150" y="878466"/>
                  </a:lnTo>
                  <a:lnTo>
                    <a:pt x="675116" y="859212"/>
                  </a:lnTo>
                  <a:lnTo>
                    <a:pt x="712812" y="836309"/>
                  </a:lnTo>
                  <a:lnTo>
                    <a:pt x="748009" y="809988"/>
                  </a:lnTo>
                  <a:lnTo>
                    <a:pt x="780478" y="780478"/>
                  </a:lnTo>
                  <a:lnTo>
                    <a:pt x="809988" y="748009"/>
                  </a:lnTo>
                  <a:lnTo>
                    <a:pt x="836309" y="712812"/>
                  </a:lnTo>
                  <a:lnTo>
                    <a:pt x="859212" y="675116"/>
                  </a:lnTo>
                  <a:lnTo>
                    <a:pt x="878466" y="635150"/>
                  </a:lnTo>
                  <a:lnTo>
                    <a:pt x="893842" y="593146"/>
                  </a:lnTo>
                  <a:lnTo>
                    <a:pt x="905110" y="549333"/>
                  </a:lnTo>
                  <a:lnTo>
                    <a:pt x="912039" y="503941"/>
                  </a:lnTo>
                  <a:lnTo>
                    <a:pt x="914400" y="457200"/>
                  </a:lnTo>
                  <a:lnTo>
                    <a:pt x="912039" y="410458"/>
                  </a:lnTo>
                  <a:lnTo>
                    <a:pt x="905110" y="365066"/>
                  </a:lnTo>
                  <a:lnTo>
                    <a:pt x="893842" y="321253"/>
                  </a:lnTo>
                  <a:lnTo>
                    <a:pt x="878466" y="279249"/>
                  </a:lnTo>
                  <a:lnTo>
                    <a:pt x="859212" y="239283"/>
                  </a:lnTo>
                  <a:lnTo>
                    <a:pt x="836309" y="201587"/>
                  </a:lnTo>
                  <a:lnTo>
                    <a:pt x="809988" y="166390"/>
                  </a:lnTo>
                  <a:lnTo>
                    <a:pt x="780478" y="133921"/>
                  </a:lnTo>
                  <a:lnTo>
                    <a:pt x="748009" y="104411"/>
                  </a:lnTo>
                  <a:lnTo>
                    <a:pt x="712812" y="78090"/>
                  </a:lnTo>
                  <a:lnTo>
                    <a:pt x="675116" y="55187"/>
                  </a:lnTo>
                  <a:lnTo>
                    <a:pt x="635150" y="35933"/>
                  </a:lnTo>
                  <a:lnTo>
                    <a:pt x="593146" y="20557"/>
                  </a:lnTo>
                  <a:lnTo>
                    <a:pt x="549333" y="9289"/>
                  </a:lnTo>
                  <a:lnTo>
                    <a:pt x="503941" y="23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696581" y="350558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60" y="410458"/>
                  </a:lnTo>
                  <a:lnTo>
                    <a:pt x="9289" y="365066"/>
                  </a:lnTo>
                  <a:lnTo>
                    <a:pt x="20557" y="321253"/>
                  </a:lnTo>
                  <a:lnTo>
                    <a:pt x="35933" y="279249"/>
                  </a:lnTo>
                  <a:lnTo>
                    <a:pt x="55187" y="239283"/>
                  </a:lnTo>
                  <a:lnTo>
                    <a:pt x="78090" y="201587"/>
                  </a:lnTo>
                  <a:lnTo>
                    <a:pt x="104411" y="166390"/>
                  </a:lnTo>
                  <a:lnTo>
                    <a:pt x="133921" y="133921"/>
                  </a:lnTo>
                  <a:lnTo>
                    <a:pt x="166390" y="104411"/>
                  </a:lnTo>
                  <a:lnTo>
                    <a:pt x="201587" y="78090"/>
                  </a:lnTo>
                  <a:lnTo>
                    <a:pt x="239283" y="55187"/>
                  </a:lnTo>
                  <a:lnTo>
                    <a:pt x="279249" y="35933"/>
                  </a:lnTo>
                  <a:lnTo>
                    <a:pt x="321253" y="20557"/>
                  </a:lnTo>
                  <a:lnTo>
                    <a:pt x="365066" y="9289"/>
                  </a:lnTo>
                  <a:lnTo>
                    <a:pt x="410458" y="2360"/>
                  </a:lnTo>
                  <a:lnTo>
                    <a:pt x="457200" y="0"/>
                  </a:lnTo>
                  <a:lnTo>
                    <a:pt x="503941" y="2360"/>
                  </a:lnTo>
                  <a:lnTo>
                    <a:pt x="549333" y="9289"/>
                  </a:lnTo>
                  <a:lnTo>
                    <a:pt x="593146" y="20557"/>
                  </a:lnTo>
                  <a:lnTo>
                    <a:pt x="635150" y="35933"/>
                  </a:lnTo>
                  <a:lnTo>
                    <a:pt x="675116" y="55187"/>
                  </a:lnTo>
                  <a:lnTo>
                    <a:pt x="712812" y="78090"/>
                  </a:lnTo>
                  <a:lnTo>
                    <a:pt x="748009" y="104411"/>
                  </a:lnTo>
                  <a:lnTo>
                    <a:pt x="780478" y="133921"/>
                  </a:lnTo>
                  <a:lnTo>
                    <a:pt x="809988" y="166390"/>
                  </a:lnTo>
                  <a:lnTo>
                    <a:pt x="836309" y="201587"/>
                  </a:lnTo>
                  <a:lnTo>
                    <a:pt x="859212" y="239283"/>
                  </a:lnTo>
                  <a:lnTo>
                    <a:pt x="878466" y="279249"/>
                  </a:lnTo>
                  <a:lnTo>
                    <a:pt x="893842" y="321253"/>
                  </a:lnTo>
                  <a:lnTo>
                    <a:pt x="905110" y="365066"/>
                  </a:lnTo>
                  <a:lnTo>
                    <a:pt x="912039" y="410458"/>
                  </a:lnTo>
                  <a:lnTo>
                    <a:pt x="914400" y="457200"/>
                  </a:lnTo>
                  <a:lnTo>
                    <a:pt x="912039" y="503941"/>
                  </a:lnTo>
                  <a:lnTo>
                    <a:pt x="905110" y="549333"/>
                  </a:lnTo>
                  <a:lnTo>
                    <a:pt x="893842" y="593146"/>
                  </a:lnTo>
                  <a:lnTo>
                    <a:pt x="878466" y="635150"/>
                  </a:lnTo>
                  <a:lnTo>
                    <a:pt x="859212" y="675116"/>
                  </a:lnTo>
                  <a:lnTo>
                    <a:pt x="836309" y="712812"/>
                  </a:lnTo>
                  <a:lnTo>
                    <a:pt x="809988" y="748009"/>
                  </a:lnTo>
                  <a:lnTo>
                    <a:pt x="780478" y="780478"/>
                  </a:lnTo>
                  <a:lnTo>
                    <a:pt x="748009" y="809988"/>
                  </a:lnTo>
                  <a:lnTo>
                    <a:pt x="712812" y="836309"/>
                  </a:lnTo>
                  <a:lnTo>
                    <a:pt x="675116" y="859212"/>
                  </a:lnTo>
                  <a:lnTo>
                    <a:pt x="635150" y="878466"/>
                  </a:lnTo>
                  <a:lnTo>
                    <a:pt x="593146" y="893842"/>
                  </a:lnTo>
                  <a:lnTo>
                    <a:pt x="549333" y="905110"/>
                  </a:lnTo>
                  <a:lnTo>
                    <a:pt x="503941" y="912039"/>
                  </a:lnTo>
                  <a:lnTo>
                    <a:pt x="457200" y="914400"/>
                  </a:lnTo>
                  <a:lnTo>
                    <a:pt x="410458" y="912039"/>
                  </a:lnTo>
                  <a:lnTo>
                    <a:pt x="365066" y="905110"/>
                  </a:lnTo>
                  <a:lnTo>
                    <a:pt x="321253" y="893842"/>
                  </a:lnTo>
                  <a:lnTo>
                    <a:pt x="279249" y="878466"/>
                  </a:lnTo>
                  <a:lnTo>
                    <a:pt x="239283" y="859212"/>
                  </a:lnTo>
                  <a:lnTo>
                    <a:pt x="201587" y="836309"/>
                  </a:lnTo>
                  <a:lnTo>
                    <a:pt x="166390" y="809988"/>
                  </a:lnTo>
                  <a:lnTo>
                    <a:pt x="133921" y="780478"/>
                  </a:lnTo>
                  <a:lnTo>
                    <a:pt x="104411" y="748009"/>
                  </a:lnTo>
                  <a:lnTo>
                    <a:pt x="78090" y="712812"/>
                  </a:lnTo>
                  <a:lnTo>
                    <a:pt x="55187" y="675116"/>
                  </a:lnTo>
                  <a:lnTo>
                    <a:pt x="35933" y="635150"/>
                  </a:lnTo>
                  <a:lnTo>
                    <a:pt x="20557" y="593146"/>
                  </a:lnTo>
                  <a:lnTo>
                    <a:pt x="9289" y="549333"/>
                  </a:lnTo>
                  <a:lnTo>
                    <a:pt x="2360" y="503941"/>
                  </a:lnTo>
                  <a:lnTo>
                    <a:pt x="0" y="4572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8014716" y="3497198"/>
            <a:ext cx="2787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40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4948301" y="2512314"/>
            <a:ext cx="2981960" cy="3058160"/>
            <a:chOff x="4948301" y="2814701"/>
            <a:chExt cx="2981960" cy="3058160"/>
          </a:xfrm>
        </p:grpSpPr>
        <p:sp>
          <p:nvSpPr>
            <p:cNvPr id="43" name="object 43"/>
            <p:cNvSpPr/>
            <p:nvPr/>
          </p:nvSpPr>
          <p:spPr>
            <a:xfrm>
              <a:off x="7391780" y="2819781"/>
              <a:ext cx="533400" cy="685800"/>
            </a:xfrm>
            <a:custGeom>
              <a:avLst/>
              <a:gdLst/>
              <a:ahLst/>
              <a:cxnLst/>
              <a:rect l="l" t="t" r="r" b="b"/>
              <a:pathLst>
                <a:path w="533400" h="685800">
                  <a:moveTo>
                    <a:pt x="0" y="0"/>
                  </a:moveTo>
                  <a:lnTo>
                    <a:pt x="533400" y="685800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953381" y="495338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58" y="2360"/>
                  </a:lnTo>
                  <a:lnTo>
                    <a:pt x="365066" y="9289"/>
                  </a:lnTo>
                  <a:lnTo>
                    <a:pt x="321253" y="20557"/>
                  </a:lnTo>
                  <a:lnTo>
                    <a:pt x="279249" y="35933"/>
                  </a:lnTo>
                  <a:lnTo>
                    <a:pt x="239283" y="55187"/>
                  </a:lnTo>
                  <a:lnTo>
                    <a:pt x="201587" y="78090"/>
                  </a:lnTo>
                  <a:lnTo>
                    <a:pt x="166390" y="104411"/>
                  </a:lnTo>
                  <a:lnTo>
                    <a:pt x="133921" y="133921"/>
                  </a:lnTo>
                  <a:lnTo>
                    <a:pt x="104411" y="166390"/>
                  </a:lnTo>
                  <a:lnTo>
                    <a:pt x="78090" y="201587"/>
                  </a:lnTo>
                  <a:lnTo>
                    <a:pt x="55187" y="239283"/>
                  </a:lnTo>
                  <a:lnTo>
                    <a:pt x="35933" y="279249"/>
                  </a:lnTo>
                  <a:lnTo>
                    <a:pt x="20557" y="321253"/>
                  </a:lnTo>
                  <a:lnTo>
                    <a:pt x="9289" y="365066"/>
                  </a:lnTo>
                  <a:lnTo>
                    <a:pt x="2360" y="410458"/>
                  </a:lnTo>
                  <a:lnTo>
                    <a:pt x="0" y="457200"/>
                  </a:lnTo>
                  <a:lnTo>
                    <a:pt x="2360" y="503945"/>
                  </a:lnTo>
                  <a:lnTo>
                    <a:pt x="9289" y="549340"/>
                  </a:lnTo>
                  <a:lnTo>
                    <a:pt x="20557" y="593156"/>
                  </a:lnTo>
                  <a:lnTo>
                    <a:pt x="35933" y="635161"/>
                  </a:lnTo>
                  <a:lnTo>
                    <a:pt x="55187" y="675127"/>
                  </a:lnTo>
                  <a:lnTo>
                    <a:pt x="78090" y="712823"/>
                  </a:lnTo>
                  <a:lnTo>
                    <a:pt x="104411" y="748020"/>
                  </a:lnTo>
                  <a:lnTo>
                    <a:pt x="133921" y="780488"/>
                  </a:lnTo>
                  <a:lnTo>
                    <a:pt x="166390" y="809996"/>
                  </a:lnTo>
                  <a:lnTo>
                    <a:pt x="201587" y="836316"/>
                  </a:lnTo>
                  <a:lnTo>
                    <a:pt x="239283" y="859217"/>
                  </a:lnTo>
                  <a:lnTo>
                    <a:pt x="279249" y="878470"/>
                  </a:lnTo>
                  <a:lnTo>
                    <a:pt x="321253" y="893844"/>
                  </a:lnTo>
                  <a:lnTo>
                    <a:pt x="365066" y="905111"/>
                  </a:lnTo>
                  <a:lnTo>
                    <a:pt x="410458" y="912039"/>
                  </a:lnTo>
                  <a:lnTo>
                    <a:pt x="457200" y="914400"/>
                  </a:lnTo>
                  <a:lnTo>
                    <a:pt x="503941" y="912039"/>
                  </a:lnTo>
                  <a:lnTo>
                    <a:pt x="549333" y="905111"/>
                  </a:lnTo>
                  <a:lnTo>
                    <a:pt x="593146" y="893844"/>
                  </a:lnTo>
                  <a:lnTo>
                    <a:pt x="635150" y="878470"/>
                  </a:lnTo>
                  <a:lnTo>
                    <a:pt x="675116" y="859217"/>
                  </a:lnTo>
                  <a:lnTo>
                    <a:pt x="712812" y="836316"/>
                  </a:lnTo>
                  <a:lnTo>
                    <a:pt x="748009" y="809996"/>
                  </a:lnTo>
                  <a:lnTo>
                    <a:pt x="780478" y="780488"/>
                  </a:lnTo>
                  <a:lnTo>
                    <a:pt x="809988" y="748020"/>
                  </a:lnTo>
                  <a:lnTo>
                    <a:pt x="836309" y="712823"/>
                  </a:lnTo>
                  <a:lnTo>
                    <a:pt x="859212" y="675127"/>
                  </a:lnTo>
                  <a:lnTo>
                    <a:pt x="878466" y="635161"/>
                  </a:lnTo>
                  <a:lnTo>
                    <a:pt x="893842" y="593156"/>
                  </a:lnTo>
                  <a:lnTo>
                    <a:pt x="905110" y="549340"/>
                  </a:lnTo>
                  <a:lnTo>
                    <a:pt x="912039" y="503945"/>
                  </a:lnTo>
                  <a:lnTo>
                    <a:pt x="914400" y="457200"/>
                  </a:lnTo>
                  <a:lnTo>
                    <a:pt x="912039" y="410458"/>
                  </a:lnTo>
                  <a:lnTo>
                    <a:pt x="905110" y="365066"/>
                  </a:lnTo>
                  <a:lnTo>
                    <a:pt x="893842" y="321253"/>
                  </a:lnTo>
                  <a:lnTo>
                    <a:pt x="878466" y="279249"/>
                  </a:lnTo>
                  <a:lnTo>
                    <a:pt x="859212" y="239283"/>
                  </a:lnTo>
                  <a:lnTo>
                    <a:pt x="836309" y="201587"/>
                  </a:lnTo>
                  <a:lnTo>
                    <a:pt x="809988" y="166390"/>
                  </a:lnTo>
                  <a:lnTo>
                    <a:pt x="780478" y="133921"/>
                  </a:lnTo>
                  <a:lnTo>
                    <a:pt x="748009" y="104411"/>
                  </a:lnTo>
                  <a:lnTo>
                    <a:pt x="712812" y="78090"/>
                  </a:lnTo>
                  <a:lnTo>
                    <a:pt x="675116" y="55187"/>
                  </a:lnTo>
                  <a:lnTo>
                    <a:pt x="635150" y="35933"/>
                  </a:lnTo>
                  <a:lnTo>
                    <a:pt x="593146" y="20557"/>
                  </a:lnTo>
                  <a:lnTo>
                    <a:pt x="549333" y="9289"/>
                  </a:lnTo>
                  <a:lnTo>
                    <a:pt x="503941" y="23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953381" y="495338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60" y="410458"/>
                  </a:lnTo>
                  <a:lnTo>
                    <a:pt x="9289" y="365066"/>
                  </a:lnTo>
                  <a:lnTo>
                    <a:pt x="20557" y="321253"/>
                  </a:lnTo>
                  <a:lnTo>
                    <a:pt x="35933" y="279249"/>
                  </a:lnTo>
                  <a:lnTo>
                    <a:pt x="55187" y="239283"/>
                  </a:lnTo>
                  <a:lnTo>
                    <a:pt x="78090" y="201587"/>
                  </a:lnTo>
                  <a:lnTo>
                    <a:pt x="104411" y="166390"/>
                  </a:lnTo>
                  <a:lnTo>
                    <a:pt x="133921" y="133921"/>
                  </a:lnTo>
                  <a:lnTo>
                    <a:pt x="166390" y="104411"/>
                  </a:lnTo>
                  <a:lnTo>
                    <a:pt x="201587" y="78090"/>
                  </a:lnTo>
                  <a:lnTo>
                    <a:pt x="239283" y="55187"/>
                  </a:lnTo>
                  <a:lnTo>
                    <a:pt x="279249" y="35933"/>
                  </a:lnTo>
                  <a:lnTo>
                    <a:pt x="321253" y="20557"/>
                  </a:lnTo>
                  <a:lnTo>
                    <a:pt x="365066" y="9289"/>
                  </a:lnTo>
                  <a:lnTo>
                    <a:pt x="410458" y="2360"/>
                  </a:lnTo>
                  <a:lnTo>
                    <a:pt x="457200" y="0"/>
                  </a:lnTo>
                  <a:lnTo>
                    <a:pt x="503941" y="2360"/>
                  </a:lnTo>
                  <a:lnTo>
                    <a:pt x="549333" y="9289"/>
                  </a:lnTo>
                  <a:lnTo>
                    <a:pt x="593146" y="20557"/>
                  </a:lnTo>
                  <a:lnTo>
                    <a:pt x="635150" y="35933"/>
                  </a:lnTo>
                  <a:lnTo>
                    <a:pt x="675116" y="55187"/>
                  </a:lnTo>
                  <a:lnTo>
                    <a:pt x="712812" y="78090"/>
                  </a:lnTo>
                  <a:lnTo>
                    <a:pt x="748009" y="104411"/>
                  </a:lnTo>
                  <a:lnTo>
                    <a:pt x="780478" y="133921"/>
                  </a:lnTo>
                  <a:lnTo>
                    <a:pt x="809988" y="166390"/>
                  </a:lnTo>
                  <a:lnTo>
                    <a:pt x="836309" y="201587"/>
                  </a:lnTo>
                  <a:lnTo>
                    <a:pt x="859212" y="239283"/>
                  </a:lnTo>
                  <a:lnTo>
                    <a:pt x="878466" y="279249"/>
                  </a:lnTo>
                  <a:lnTo>
                    <a:pt x="893842" y="321253"/>
                  </a:lnTo>
                  <a:lnTo>
                    <a:pt x="905110" y="365066"/>
                  </a:lnTo>
                  <a:lnTo>
                    <a:pt x="912039" y="410458"/>
                  </a:lnTo>
                  <a:lnTo>
                    <a:pt x="914400" y="457200"/>
                  </a:lnTo>
                  <a:lnTo>
                    <a:pt x="912039" y="503945"/>
                  </a:lnTo>
                  <a:lnTo>
                    <a:pt x="905110" y="549340"/>
                  </a:lnTo>
                  <a:lnTo>
                    <a:pt x="893842" y="593156"/>
                  </a:lnTo>
                  <a:lnTo>
                    <a:pt x="878466" y="635161"/>
                  </a:lnTo>
                  <a:lnTo>
                    <a:pt x="859212" y="675127"/>
                  </a:lnTo>
                  <a:lnTo>
                    <a:pt x="836309" y="712823"/>
                  </a:lnTo>
                  <a:lnTo>
                    <a:pt x="809988" y="748020"/>
                  </a:lnTo>
                  <a:lnTo>
                    <a:pt x="780478" y="780488"/>
                  </a:lnTo>
                  <a:lnTo>
                    <a:pt x="748009" y="809996"/>
                  </a:lnTo>
                  <a:lnTo>
                    <a:pt x="712812" y="836316"/>
                  </a:lnTo>
                  <a:lnTo>
                    <a:pt x="675116" y="859217"/>
                  </a:lnTo>
                  <a:lnTo>
                    <a:pt x="635150" y="878470"/>
                  </a:lnTo>
                  <a:lnTo>
                    <a:pt x="593146" y="893844"/>
                  </a:lnTo>
                  <a:lnTo>
                    <a:pt x="549333" y="905111"/>
                  </a:lnTo>
                  <a:lnTo>
                    <a:pt x="503941" y="912039"/>
                  </a:lnTo>
                  <a:lnTo>
                    <a:pt x="457200" y="914400"/>
                  </a:lnTo>
                  <a:lnTo>
                    <a:pt x="410458" y="912039"/>
                  </a:lnTo>
                  <a:lnTo>
                    <a:pt x="365066" y="905111"/>
                  </a:lnTo>
                  <a:lnTo>
                    <a:pt x="321253" y="893844"/>
                  </a:lnTo>
                  <a:lnTo>
                    <a:pt x="279249" y="878470"/>
                  </a:lnTo>
                  <a:lnTo>
                    <a:pt x="239283" y="859217"/>
                  </a:lnTo>
                  <a:lnTo>
                    <a:pt x="201587" y="836316"/>
                  </a:lnTo>
                  <a:lnTo>
                    <a:pt x="166390" y="809996"/>
                  </a:lnTo>
                  <a:lnTo>
                    <a:pt x="133921" y="780488"/>
                  </a:lnTo>
                  <a:lnTo>
                    <a:pt x="104411" y="748020"/>
                  </a:lnTo>
                  <a:lnTo>
                    <a:pt x="78090" y="712823"/>
                  </a:lnTo>
                  <a:lnTo>
                    <a:pt x="55187" y="675127"/>
                  </a:lnTo>
                  <a:lnTo>
                    <a:pt x="35933" y="635161"/>
                  </a:lnTo>
                  <a:lnTo>
                    <a:pt x="20557" y="593156"/>
                  </a:lnTo>
                  <a:lnTo>
                    <a:pt x="9289" y="549340"/>
                  </a:lnTo>
                  <a:lnTo>
                    <a:pt x="2360" y="503945"/>
                  </a:lnTo>
                  <a:lnTo>
                    <a:pt x="0" y="4572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5271261" y="4945507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22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5562980" y="4041393"/>
            <a:ext cx="304800" cy="609600"/>
          </a:xfrm>
          <a:custGeom>
            <a:avLst/>
            <a:gdLst/>
            <a:ahLst/>
            <a:cxnLst/>
            <a:rect l="l" t="t" r="r" b="b"/>
            <a:pathLst>
              <a:path w="304800" h="609600">
                <a:moveTo>
                  <a:pt x="304800" y="0"/>
                </a:moveTo>
                <a:lnTo>
                  <a:pt x="0" y="609600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6006846" y="5643245"/>
            <a:ext cx="41465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14" dirty="0">
                <a:latin typeface="Arial MT"/>
                <a:cs typeface="Arial MT"/>
              </a:rPr>
              <a:t>(b)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D1AFF5-D289-5002-C799-68161AFE0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</a:t>
            </a:r>
            <a:endParaRPr lang="en-US" dirty="0"/>
          </a:p>
        </p:txBody>
      </p:sp>
      <p:sp>
        <p:nvSpPr>
          <p:cNvPr id="49" name="Slide Number Placeholder 48">
            <a:extLst>
              <a:ext uri="{FF2B5EF4-FFF2-40B4-BE49-F238E27FC236}">
                <a16:creationId xmlns:a16="http://schemas.microsoft.com/office/drawing/2014/main" id="{3951D64B-1B9E-E35D-F6C4-D56474699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64E9-BB0A-4932-9D77-E0DDE5779A37}" type="slidenum">
              <a:rPr lang="en-US" smtClean="0"/>
              <a:pPr/>
              <a:t>22</a:t>
            </a:fld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2400" y="152400"/>
            <a:ext cx="8229600" cy="990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850">
              <a:lnSpc>
                <a:spcPct val="100000"/>
              </a:lnSpc>
              <a:spcBef>
                <a:spcPts val="100"/>
              </a:spcBef>
            </a:pPr>
            <a:r>
              <a:rPr spc="-229" dirty="0"/>
              <a:t>Delete</a:t>
            </a:r>
            <a:r>
              <a:rPr spc="-40" dirty="0"/>
              <a:t> </a:t>
            </a:r>
            <a:r>
              <a:rPr dirty="0"/>
              <a:t>60</a:t>
            </a:r>
            <a:r>
              <a:rPr spc="-35" dirty="0"/>
              <a:t> </a:t>
            </a:r>
            <a:r>
              <a:rPr spc="-280" dirty="0"/>
              <a:t>(</a:t>
            </a:r>
            <a:r>
              <a:rPr spc="-25" dirty="0"/>
              <a:t> </a:t>
            </a:r>
            <a:r>
              <a:rPr spc="-285" dirty="0"/>
              <a:t>Contd</a:t>
            </a:r>
            <a:r>
              <a:rPr spc="-25" dirty="0"/>
              <a:t> </a:t>
            </a:r>
            <a:r>
              <a:rPr spc="-330" dirty="0"/>
              <a:t>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73228" y="1036320"/>
            <a:ext cx="187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19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281301" y="1824101"/>
            <a:ext cx="924560" cy="924560"/>
            <a:chOff x="2281301" y="2052701"/>
            <a:chExt cx="924560" cy="92456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86381" y="2057781"/>
              <a:ext cx="914400" cy="9144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286381" y="205778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60" y="410458"/>
                  </a:lnTo>
                  <a:lnTo>
                    <a:pt x="9289" y="365066"/>
                  </a:lnTo>
                  <a:lnTo>
                    <a:pt x="20557" y="321253"/>
                  </a:lnTo>
                  <a:lnTo>
                    <a:pt x="35933" y="279249"/>
                  </a:lnTo>
                  <a:lnTo>
                    <a:pt x="55187" y="239283"/>
                  </a:lnTo>
                  <a:lnTo>
                    <a:pt x="78090" y="201587"/>
                  </a:lnTo>
                  <a:lnTo>
                    <a:pt x="104411" y="166390"/>
                  </a:lnTo>
                  <a:lnTo>
                    <a:pt x="133921" y="133921"/>
                  </a:lnTo>
                  <a:lnTo>
                    <a:pt x="166390" y="104411"/>
                  </a:lnTo>
                  <a:lnTo>
                    <a:pt x="201587" y="78090"/>
                  </a:lnTo>
                  <a:lnTo>
                    <a:pt x="239283" y="55187"/>
                  </a:lnTo>
                  <a:lnTo>
                    <a:pt x="279249" y="35933"/>
                  </a:lnTo>
                  <a:lnTo>
                    <a:pt x="321253" y="20557"/>
                  </a:lnTo>
                  <a:lnTo>
                    <a:pt x="365066" y="9289"/>
                  </a:lnTo>
                  <a:lnTo>
                    <a:pt x="410458" y="2360"/>
                  </a:lnTo>
                  <a:lnTo>
                    <a:pt x="457200" y="0"/>
                  </a:lnTo>
                  <a:lnTo>
                    <a:pt x="503941" y="2360"/>
                  </a:lnTo>
                  <a:lnTo>
                    <a:pt x="549333" y="9289"/>
                  </a:lnTo>
                  <a:lnTo>
                    <a:pt x="593146" y="20557"/>
                  </a:lnTo>
                  <a:lnTo>
                    <a:pt x="635150" y="35933"/>
                  </a:lnTo>
                  <a:lnTo>
                    <a:pt x="675116" y="55187"/>
                  </a:lnTo>
                  <a:lnTo>
                    <a:pt x="712812" y="78090"/>
                  </a:lnTo>
                  <a:lnTo>
                    <a:pt x="748009" y="104411"/>
                  </a:lnTo>
                  <a:lnTo>
                    <a:pt x="780478" y="133921"/>
                  </a:lnTo>
                  <a:lnTo>
                    <a:pt x="809988" y="166390"/>
                  </a:lnTo>
                  <a:lnTo>
                    <a:pt x="836309" y="201587"/>
                  </a:lnTo>
                  <a:lnTo>
                    <a:pt x="859212" y="239283"/>
                  </a:lnTo>
                  <a:lnTo>
                    <a:pt x="878466" y="279249"/>
                  </a:lnTo>
                  <a:lnTo>
                    <a:pt x="893842" y="321253"/>
                  </a:lnTo>
                  <a:lnTo>
                    <a:pt x="905110" y="365066"/>
                  </a:lnTo>
                  <a:lnTo>
                    <a:pt x="912039" y="410458"/>
                  </a:lnTo>
                  <a:lnTo>
                    <a:pt x="914400" y="457200"/>
                  </a:lnTo>
                  <a:lnTo>
                    <a:pt x="912039" y="503941"/>
                  </a:lnTo>
                  <a:lnTo>
                    <a:pt x="905110" y="549333"/>
                  </a:lnTo>
                  <a:lnTo>
                    <a:pt x="893842" y="593146"/>
                  </a:lnTo>
                  <a:lnTo>
                    <a:pt x="878466" y="635150"/>
                  </a:lnTo>
                  <a:lnTo>
                    <a:pt x="859212" y="675116"/>
                  </a:lnTo>
                  <a:lnTo>
                    <a:pt x="836309" y="712812"/>
                  </a:lnTo>
                  <a:lnTo>
                    <a:pt x="809988" y="748009"/>
                  </a:lnTo>
                  <a:lnTo>
                    <a:pt x="780478" y="780478"/>
                  </a:lnTo>
                  <a:lnTo>
                    <a:pt x="748009" y="809988"/>
                  </a:lnTo>
                  <a:lnTo>
                    <a:pt x="712812" y="836309"/>
                  </a:lnTo>
                  <a:lnTo>
                    <a:pt x="675116" y="859212"/>
                  </a:lnTo>
                  <a:lnTo>
                    <a:pt x="635150" y="878466"/>
                  </a:lnTo>
                  <a:lnTo>
                    <a:pt x="593146" y="893842"/>
                  </a:lnTo>
                  <a:lnTo>
                    <a:pt x="549333" y="905110"/>
                  </a:lnTo>
                  <a:lnTo>
                    <a:pt x="503941" y="912039"/>
                  </a:lnTo>
                  <a:lnTo>
                    <a:pt x="457200" y="914400"/>
                  </a:lnTo>
                  <a:lnTo>
                    <a:pt x="410458" y="912039"/>
                  </a:lnTo>
                  <a:lnTo>
                    <a:pt x="365066" y="905110"/>
                  </a:lnTo>
                  <a:lnTo>
                    <a:pt x="321253" y="893842"/>
                  </a:lnTo>
                  <a:lnTo>
                    <a:pt x="279249" y="878466"/>
                  </a:lnTo>
                  <a:lnTo>
                    <a:pt x="239283" y="859212"/>
                  </a:lnTo>
                  <a:lnTo>
                    <a:pt x="201587" y="836309"/>
                  </a:lnTo>
                  <a:lnTo>
                    <a:pt x="166390" y="809988"/>
                  </a:lnTo>
                  <a:lnTo>
                    <a:pt x="133921" y="780478"/>
                  </a:lnTo>
                  <a:lnTo>
                    <a:pt x="104411" y="748009"/>
                  </a:lnTo>
                  <a:lnTo>
                    <a:pt x="78090" y="712812"/>
                  </a:lnTo>
                  <a:lnTo>
                    <a:pt x="55187" y="675116"/>
                  </a:lnTo>
                  <a:lnTo>
                    <a:pt x="35933" y="635150"/>
                  </a:lnTo>
                  <a:lnTo>
                    <a:pt x="20557" y="593146"/>
                  </a:lnTo>
                  <a:lnTo>
                    <a:pt x="9289" y="549333"/>
                  </a:lnTo>
                  <a:lnTo>
                    <a:pt x="2360" y="503941"/>
                  </a:lnTo>
                  <a:lnTo>
                    <a:pt x="0" y="4572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604007" y="2123440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50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290700" y="3271901"/>
            <a:ext cx="924560" cy="924560"/>
            <a:chOff x="1290700" y="3500501"/>
            <a:chExt cx="924560" cy="924560"/>
          </a:xfrm>
        </p:grpSpPr>
        <p:sp>
          <p:nvSpPr>
            <p:cNvPr id="11" name="object 11"/>
            <p:cNvSpPr/>
            <p:nvPr/>
          </p:nvSpPr>
          <p:spPr>
            <a:xfrm>
              <a:off x="1295780" y="350558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58" y="2360"/>
                  </a:lnTo>
                  <a:lnTo>
                    <a:pt x="365066" y="9289"/>
                  </a:lnTo>
                  <a:lnTo>
                    <a:pt x="321253" y="20557"/>
                  </a:lnTo>
                  <a:lnTo>
                    <a:pt x="279249" y="35933"/>
                  </a:lnTo>
                  <a:lnTo>
                    <a:pt x="239283" y="55187"/>
                  </a:lnTo>
                  <a:lnTo>
                    <a:pt x="201587" y="78090"/>
                  </a:lnTo>
                  <a:lnTo>
                    <a:pt x="166390" y="104411"/>
                  </a:lnTo>
                  <a:lnTo>
                    <a:pt x="133921" y="133921"/>
                  </a:lnTo>
                  <a:lnTo>
                    <a:pt x="104411" y="166390"/>
                  </a:lnTo>
                  <a:lnTo>
                    <a:pt x="78090" y="201587"/>
                  </a:lnTo>
                  <a:lnTo>
                    <a:pt x="55187" y="239283"/>
                  </a:lnTo>
                  <a:lnTo>
                    <a:pt x="35933" y="279249"/>
                  </a:lnTo>
                  <a:lnTo>
                    <a:pt x="20557" y="321253"/>
                  </a:lnTo>
                  <a:lnTo>
                    <a:pt x="9289" y="365066"/>
                  </a:lnTo>
                  <a:lnTo>
                    <a:pt x="2360" y="410458"/>
                  </a:lnTo>
                  <a:lnTo>
                    <a:pt x="0" y="457200"/>
                  </a:lnTo>
                  <a:lnTo>
                    <a:pt x="2360" y="503941"/>
                  </a:lnTo>
                  <a:lnTo>
                    <a:pt x="9289" y="549333"/>
                  </a:lnTo>
                  <a:lnTo>
                    <a:pt x="20557" y="593146"/>
                  </a:lnTo>
                  <a:lnTo>
                    <a:pt x="35933" y="635150"/>
                  </a:lnTo>
                  <a:lnTo>
                    <a:pt x="55187" y="675116"/>
                  </a:lnTo>
                  <a:lnTo>
                    <a:pt x="78090" y="712812"/>
                  </a:lnTo>
                  <a:lnTo>
                    <a:pt x="104411" y="748009"/>
                  </a:lnTo>
                  <a:lnTo>
                    <a:pt x="133921" y="780478"/>
                  </a:lnTo>
                  <a:lnTo>
                    <a:pt x="166390" y="809988"/>
                  </a:lnTo>
                  <a:lnTo>
                    <a:pt x="201587" y="836309"/>
                  </a:lnTo>
                  <a:lnTo>
                    <a:pt x="239283" y="859212"/>
                  </a:lnTo>
                  <a:lnTo>
                    <a:pt x="279249" y="878466"/>
                  </a:lnTo>
                  <a:lnTo>
                    <a:pt x="321253" y="893842"/>
                  </a:lnTo>
                  <a:lnTo>
                    <a:pt x="365066" y="905110"/>
                  </a:lnTo>
                  <a:lnTo>
                    <a:pt x="410458" y="912039"/>
                  </a:lnTo>
                  <a:lnTo>
                    <a:pt x="457200" y="914400"/>
                  </a:lnTo>
                  <a:lnTo>
                    <a:pt x="503941" y="912039"/>
                  </a:lnTo>
                  <a:lnTo>
                    <a:pt x="549333" y="905110"/>
                  </a:lnTo>
                  <a:lnTo>
                    <a:pt x="593146" y="893842"/>
                  </a:lnTo>
                  <a:lnTo>
                    <a:pt x="635150" y="878466"/>
                  </a:lnTo>
                  <a:lnTo>
                    <a:pt x="675116" y="859212"/>
                  </a:lnTo>
                  <a:lnTo>
                    <a:pt x="712812" y="836309"/>
                  </a:lnTo>
                  <a:lnTo>
                    <a:pt x="748009" y="809988"/>
                  </a:lnTo>
                  <a:lnTo>
                    <a:pt x="780478" y="780478"/>
                  </a:lnTo>
                  <a:lnTo>
                    <a:pt x="809988" y="748009"/>
                  </a:lnTo>
                  <a:lnTo>
                    <a:pt x="836309" y="712812"/>
                  </a:lnTo>
                  <a:lnTo>
                    <a:pt x="859212" y="675116"/>
                  </a:lnTo>
                  <a:lnTo>
                    <a:pt x="878466" y="635150"/>
                  </a:lnTo>
                  <a:lnTo>
                    <a:pt x="893842" y="593146"/>
                  </a:lnTo>
                  <a:lnTo>
                    <a:pt x="905110" y="549333"/>
                  </a:lnTo>
                  <a:lnTo>
                    <a:pt x="912039" y="503941"/>
                  </a:lnTo>
                  <a:lnTo>
                    <a:pt x="914400" y="457200"/>
                  </a:lnTo>
                  <a:lnTo>
                    <a:pt x="912039" y="410458"/>
                  </a:lnTo>
                  <a:lnTo>
                    <a:pt x="905110" y="365066"/>
                  </a:lnTo>
                  <a:lnTo>
                    <a:pt x="893842" y="321253"/>
                  </a:lnTo>
                  <a:lnTo>
                    <a:pt x="878466" y="279249"/>
                  </a:lnTo>
                  <a:lnTo>
                    <a:pt x="859212" y="239283"/>
                  </a:lnTo>
                  <a:lnTo>
                    <a:pt x="836309" y="201587"/>
                  </a:lnTo>
                  <a:lnTo>
                    <a:pt x="809988" y="166390"/>
                  </a:lnTo>
                  <a:lnTo>
                    <a:pt x="780478" y="133921"/>
                  </a:lnTo>
                  <a:lnTo>
                    <a:pt x="748009" y="104411"/>
                  </a:lnTo>
                  <a:lnTo>
                    <a:pt x="712812" y="78090"/>
                  </a:lnTo>
                  <a:lnTo>
                    <a:pt x="675116" y="55187"/>
                  </a:lnTo>
                  <a:lnTo>
                    <a:pt x="635150" y="35933"/>
                  </a:lnTo>
                  <a:lnTo>
                    <a:pt x="593146" y="20557"/>
                  </a:lnTo>
                  <a:lnTo>
                    <a:pt x="549333" y="9289"/>
                  </a:lnTo>
                  <a:lnTo>
                    <a:pt x="503941" y="23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95780" y="350558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60" y="410458"/>
                  </a:lnTo>
                  <a:lnTo>
                    <a:pt x="9289" y="365066"/>
                  </a:lnTo>
                  <a:lnTo>
                    <a:pt x="20557" y="321253"/>
                  </a:lnTo>
                  <a:lnTo>
                    <a:pt x="35933" y="279249"/>
                  </a:lnTo>
                  <a:lnTo>
                    <a:pt x="55187" y="239283"/>
                  </a:lnTo>
                  <a:lnTo>
                    <a:pt x="78090" y="201587"/>
                  </a:lnTo>
                  <a:lnTo>
                    <a:pt x="104411" y="166390"/>
                  </a:lnTo>
                  <a:lnTo>
                    <a:pt x="133921" y="133921"/>
                  </a:lnTo>
                  <a:lnTo>
                    <a:pt x="166390" y="104411"/>
                  </a:lnTo>
                  <a:lnTo>
                    <a:pt x="201587" y="78090"/>
                  </a:lnTo>
                  <a:lnTo>
                    <a:pt x="239283" y="55187"/>
                  </a:lnTo>
                  <a:lnTo>
                    <a:pt x="279249" y="35933"/>
                  </a:lnTo>
                  <a:lnTo>
                    <a:pt x="321253" y="20557"/>
                  </a:lnTo>
                  <a:lnTo>
                    <a:pt x="365066" y="9289"/>
                  </a:lnTo>
                  <a:lnTo>
                    <a:pt x="410458" y="2360"/>
                  </a:lnTo>
                  <a:lnTo>
                    <a:pt x="457200" y="0"/>
                  </a:lnTo>
                  <a:lnTo>
                    <a:pt x="503941" y="2360"/>
                  </a:lnTo>
                  <a:lnTo>
                    <a:pt x="549333" y="9289"/>
                  </a:lnTo>
                  <a:lnTo>
                    <a:pt x="593146" y="20557"/>
                  </a:lnTo>
                  <a:lnTo>
                    <a:pt x="635150" y="35933"/>
                  </a:lnTo>
                  <a:lnTo>
                    <a:pt x="675116" y="55187"/>
                  </a:lnTo>
                  <a:lnTo>
                    <a:pt x="712812" y="78090"/>
                  </a:lnTo>
                  <a:lnTo>
                    <a:pt x="748009" y="104411"/>
                  </a:lnTo>
                  <a:lnTo>
                    <a:pt x="780478" y="133921"/>
                  </a:lnTo>
                  <a:lnTo>
                    <a:pt x="809988" y="166390"/>
                  </a:lnTo>
                  <a:lnTo>
                    <a:pt x="836309" y="201587"/>
                  </a:lnTo>
                  <a:lnTo>
                    <a:pt x="859212" y="239283"/>
                  </a:lnTo>
                  <a:lnTo>
                    <a:pt x="878466" y="279249"/>
                  </a:lnTo>
                  <a:lnTo>
                    <a:pt x="893842" y="321253"/>
                  </a:lnTo>
                  <a:lnTo>
                    <a:pt x="905110" y="365066"/>
                  </a:lnTo>
                  <a:lnTo>
                    <a:pt x="912039" y="410458"/>
                  </a:lnTo>
                  <a:lnTo>
                    <a:pt x="914400" y="457200"/>
                  </a:lnTo>
                  <a:lnTo>
                    <a:pt x="912039" y="503941"/>
                  </a:lnTo>
                  <a:lnTo>
                    <a:pt x="905110" y="549333"/>
                  </a:lnTo>
                  <a:lnTo>
                    <a:pt x="893842" y="593146"/>
                  </a:lnTo>
                  <a:lnTo>
                    <a:pt x="878466" y="635150"/>
                  </a:lnTo>
                  <a:lnTo>
                    <a:pt x="859212" y="675116"/>
                  </a:lnTo>
                  <a:lnTo>
                    <a:pt x="836309" y="712812"/>
                  </a:lnTo>
                  <a:lnTo>
                    <a:pt x="809988" y="748009"/>
                  </a:lnTo>
                  <a:lnTo>
                    <a:pt x="780478" y="780478"/>
                  </a:lnTo>
                  <a:lnTo>
                    <a:pt x="748009" y="809988"/>
                  </a:lnTo>
                  <a:lnTo>
                    <a:pt x="712812" y="836309"/>
                  </a:lnTo>
                  <a:lnTo>
                    <a:pt x="675116" y="859212"/>
                  </a:lnTo>
                  <a:lnTo>
                    <a:pt x="635150" y="878466"/>
                  </a:lnTo>
                  <a:lnTo>
                    <a:pt x="593146" y="893842"/>
                  </a:lnTo>
                  <a:lnTo>
                    <a:pt x="549333" y="905110"/>
                  </a:lnTo>
                  <a:lnTo>
                    <a:pt x="503941" y="912039"/>
                  </a:lnTo>
                  <a:lnTo>
                    <a:pt x="457200" y="914400"/>
                  </a:lnTo>
                  <a:lnTo>
                    <a:pt x="410458" y="912039"/>
                  </a:lnTo>
                  <a:lnTo>
                    <a:pt x="365066" y="905110"/>
                  </a:lnTo>
                  <a:lnTo>
                    <a:pt x="321253" y="893842"/>
                  </a:lnTo>
                  <a:lnTo>
                    <a:pt x="279249" y="878466"/>
                  </a:lnTo>
                  <a:lnTo>
                    <a:pt x="239283" y="859212"/>
                  </a:lnTo>
                  <a:lnTo>
                    <a:pt x="201587" y="836309"/>
                  </a:lnTo>
                  <a:lnTo>
                    <a:pt x="166390" y="809988"/>
                  </a:lnTo>
                  <a:lnTo>
                    <a:pt x="133921" y="780478"/>
                  </a:lnTo>
                  <a:lnTo>
                    <a:pt x="104411" y="748009"/>
                  </a:lnTo>
                  <a:lnTo>
                    <a:pt x="78090" y="712812"/>
                  </a:lnTo>
                  <a:lnTo>
                    <a:pt x="55187" y="675116"/>
                  </a:lnTo>
                  <a:lnTo>
                    <a:pt x="35933" y="635150"/>
                  </a:lnTo>
                  <a:lnTo>
                    <a:pt x="20557" y="593146"/>
                  </a:lnTo>
                  <a:lnTo>
                    <a:pt x="9289" y="549333"/>
                  </a:lnTo>
                  <a:lnTo>
                    <a:pt x="2360" y="503941"/>
                  </a:lnTo>
                  <a:lnTo>
                    <a:pt x="0" y="4572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613408" y="3570985"/>
            <a:ext cx="2787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30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976501" y="2662301"/>
            <a:ext cx="2296160" cy="1534160"/>
            <a:chOff x="1976501" y="2890901"/>
            <a:chExt cx="2296160" cy="1534160"/>
          </a:xfrm>
        </p:grpSpPr>
        <p:sp>
          <p:nvSpPr>
            <p:cNvPr id="15" name="object 15"/>
            <p:cNvSpPr/>
            <p:nvPr/>
          </p:nvSpPr>
          <p:spPr>
            <a:xfrm>
              <a:off x="1981581" y="2895981"/>
              <a:ext cx="533400" cy="609600"/>
            </a:xfrm>
            <a:custGeom>
              <a:avLst/>
              <a:gdLst/>
              <a:ahLst/>
              <a:cxnLst/>
              <a:rect l="l" t="t" r="r" b="b"/>
              <a:pathLst>
                <a:path w="533400" h="609600">
                  <a:moveTo>
                    <a:pt x="533400" y="0"/>
                  </a:moveTo>
                  <a:lnTo>
                    <a:pt x="0" y="609600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353181" y="350558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58" y="2360"/>
                  </a:lnTo>
                  <a:lnTo>
                    <a:pt x="365066" y="9289"/>
                  </a:lnTo>
                  <a:lnTo>
                    <a:pt x="321253" y="20557"/>
                  </a:lnTo>
                  <a:lnTo>
                    <a:pt x="279249" y="35933"/>
                  </a:lnTo>
                  <a:lnTo>
                    <a:pt x="239283" y="55187"/>
                  </a:lnTo>
                  <a:lnTo>
                    <a:pt x="201587" y="78090"/>
                  </a:lnTo>
                  <a:lnTo>
                    <a:pt x="166390" y="104411"/>
                  </a:lnTo>
                  <a:lnTo>
                    <a:pt x="133921" y="133921"/>
                  </a:lnTo>
                  <a:lnTo>
                    <a:pt x="104411" y="166390"/>
                  </a:lnTo>
                  <a:lnTo>
                    <a:pt x="78090" y="201587"/>
                  </a:lnTo>
                  <a:lnTo>
                    <a:pt x="55187" y="239283"/>
                  </a:lnTo>
                  <a:lnTo>
                    <a:pt x="35933" y="279249"/>
                  </a:lnTo>
                  <a:lnTo>
                    <a:pt x="20557" y="321253"/>
                  </a:lnTo>
                  <a:lnTo>
                    <a:pt x="9289" y="365066"/>
                  </a:lnTo>
                  <a:lnTo>
                    <a:pt x="2360" y="410458"/>
                  </a:lnTo>
                  <a:lnTo>
                    <a:pt x="0" y="457200"/>
                  </a:lnTo>
                  <a:lnTo>
                    <a:pt x="2360" y="503941"/>
                  </a:lnTo>
                  <a:lnTo>
                    <a:pt x="9289" y="549333"/>
                  </a:lnTo>
                  <a:lnTo>
                    <a:pt x="20557" y="593146"/>
                  </a:lnTo>
                  <a:lnTo>
                    <a:pt x="35933" y="635150"/>
                  </a:lnTo>
                  <a:lnTo>
                    <a:pt x="55187" y="675116"/>
                  </a:lnTo>
                  <a:lnTo>
                    <a:pt x="78090" y="712812"/>
                  </a:lnTo>
                  <a:lnTo>
                    <a:pt x="104411" y="748009"/>
                  </a:lnTo>
                  <a:lnTo>
                    <a:pt x="133921" y="780478"/>
                  </a:lnTo>
                  <a:lnTo>
                    <a:pt x="166390" y="809988"/>
                  </a:lnTo>
                  <a:lnTo>
                    <a:pt x="201587" y="836309"/>
                  </a:lnTo>
                  <a:lnTo>
                    <a:pt x="239283" y="859212"/>
                  </a:lnTo>
                  <a:lnTo>
                    <a:pt x="279249" y="878466"/>
                  </a:lnTo>
                  <a:lnTo>
                    <a:pt x="321253" y="893842"/>
                  </a:lnTo>
                  <a:lnTo>
                    <a:pt x="365066" y="905110"/>
                  </a:lnTo>
                  <a:lnTo>
                    <a:pt x="410458" y="912039"/>
                  </a:lnTo>
                  <a:lnTo>
                    <a:pt x="457200" y="914400"/>
                  </a:lnTo>
                  <a:lnTo>
                    <a:pt x="503941" y="912039"/>
                  </a:lnTo>
                  <a:lnTo>
                    <a:pt x="549333" y="905110"/>
                  </a:lnTo>
                  <a:lnTo>
                    <a:pt x="593146" y="893842"/>
                  </a:lnTo>
                  <a:lnTo>
                    <a:pt x="635150" y="878466"/>
                  </a:lnTo>
                  <a:lnTo>
                    <a:pt x="675116" y="859212"/>
                  </a:lnTo>
                  <a:lnTo>
                    <a:pt x="712812" y="836309"/>
                  </a:lnTo>
                  <a:lnTo>
                    <a:pt x="748009" y="809988"/>
                  </a:lnTo>
                  <a:lnTo>
                    <a:pt x="780478" y="780478"/>
                  </a:lnTo>
                  <a:lnTo>
                    <a:pt x="809988" y="748009"/>
                  </a:lnTo>
                  <a:lnTo>
                    <a:pt x="836309" y="712812"/>
                  </a:lnTo>
                  <a:lnTo>
                    <a:pt x="859212" y="675116"/>
                  </a:lnTo>
                  <a:lnTo>
                    <a:pt x="878466" y="635150"/>
                  </a:lnTo>
                  <a:lnTo>
                    <a:pt x="893842" y="593146"/>
                  </a:lnTo>
                  <a:lnTo>
                    <a:pt x="905110" y="549333"/>
                  </a:lnTo>
                  <a:lnTo>
                    <a:pt x="912039" y="503941"/>
                  </a:lnTo>
                  <a:lnTo>
                    <a:pt x="914400" y="457200"/>
                  </a:lnTo>
                  <a:lnTo>
                    <a:pt x="912039" y="410458"/>
                  </a:lnTo>
                  <a:lnTo>
                    <a:pt x="905110" y="365066"/>
                  </a:lnTo>
                  <a:lnTo>
                    <a:pt x="893842" y="321253"/>
                  </a:lnTo>
                  <a:lnTo>
                    <a:pt x="878466" y="279249"/>
                  </a:lnTo>
                  <a:lnTo>
                    <a:pt x="859212" y="239283"/>
                  </a:lnTo>
                  <a:lnTo>
                    <a:pt x="836309" y="201587"/>
                  </a:lnTo>
                  <a:lnTo>
                    <a:pt x="809988" y="166390"/>
                  </a:lnTo>
                  <a:lnTo>
                    <a:pt x="780478" y="133921"/>
                  </a:lnTo>
                  <a:lnTo>
                    <a:pt x="748009" y="104411"/>
                  </a:lnTo>
                  <a:lnTo>
                    <a:pt x="712812" y="78090"/>
                  </a:lnTo>
                  <a:lnTo>
                    <a:pt x="675116" y="55187"/>
                  </a:lnTo>
                  <a:lnTo>
                    <a:pt x="635150" y="35933"/>
                  </a:lnTo>
                  <a:lnTo>
                    <a:pt x="593146" y="20557"/>
                  </a:lnTo>
                  <a:lnTo>
                    <a:pt x="549333" y="9289"/>
                  </a:lnTo>
                  <a:lnTo>
                    <a:pt x="503941" y="23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353181" y="3505581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60" y="410458"/>
                  </a:lnTo>
                  <a:lnTo>
                    <a:pt x="9289" y="365066"/>
                  </a:lnTo>
                  <a:lnTo>
                    <a:pt x="20557" y="321253"/>
                  </a:lnTo>
                  <a:lnTo>
                    <a:pt x="35933" y="279249"/>
                  </a:lnTo>
                  <a:lnTo>
                    <a:pt x="55187" y="239283"/>
                  </a:lnTo>
                  <a:lnTo>
                    <a:pt x="78090" y="201587"/>
                  </a:lnTo>
                  <a:lnTo>
                    <a:pt x="104411" y="166390"/>
                  </a:lnTo>
                  <a:lnTo>
                    <a:pt x="133921" y="133921"/>
                  </a:lnTo>
                  <a:lnTo>
                    <a:pt x="166390" y="104411"/>
                  </a:lnTo>
                  <a:lnTo>
                    <a:pt x="201587" y="78090"/>
                  </a:lnTo>
                  <a:lnTo>
                    <a:pt x="239283" y="55187"/>
                  </a:lnTo>
                  <a:lnTo>
                    <a:pt x="279249" y="35933"/>
                  </a:lnTo>
                  <a:lnTo>
                    <a:pt x="321253" y="20557"/>
                  </a:lnTo>
                  <a:lnTo>
                    <a:pt x="365066" y="9289"/>
                  </a:lnTo>
                  <a:lnTo>
                    <a:pt x="410458" y="2360"/>
                  </a:lnTo>
                  <a:lnTo>
                    <a:pt x="457200" y="0"/>
                  </a:lnTo>
                  <a:lnTo>
                    <a:pt x="503941" y="2360"/>
                  </a:lnTo>
                  <a:lnTo>
                    <a:pt x="549333" y="9289"/>
                  </a:lnTo>
                  <a:lnTo>
                    <a:pt x="593146" y="20557"/>
                  </a:lnTo>
                  <a:lnTo>
                    <a:pt x="635150" y="35933"/>
                  </a:lnTo>
                  <a:lnTo>
                    <a:pt x="675116" y="55187"/>
                  </a:lnTo>
                  <a:lnTo>
                    <a:pt x="712812" y="78090"/>
                  </a:lnTo>
                  <a:lnTo>
                    <a:pt x="748009" y="104411"/>
                  </a:lnTo>
                  <a:lnTo>
                    <a:pt x="780478" y="133921"/>
                  </a:lnTo>
                  <a:lnTo>
                    <a:pt x="809988" y="166390"/>
                  </a:lnTo>
                  <a:lnTo>
                    <a:pt x="836309" y="201587"/>
                  </a:lnTo>
                  <a:lnTo>
                    <a:pt x="859212" y="239283"/>
                  </a:lnTo>
                  <a:lnTo>
                    <a:pt x="878466" y="279249"/>
                  </a:lnTo>
                  <a:lnTo>
                    <a:pt x="893842" y="321253"/>
                  </a:lnTo>
                  <a:lnTo>
                    <a:pt x="905110" y="365066"/>
                  </a:lnTo>
                  <a:lnTo>
                    <a:pt x="912039" y="410458"/>
                  </a:lnTo>
                  <a:lnTo>
                    <a:pt x="914400" y="457200"/>
                  </a:lnTo>
                  <a:lnTo>
                    <a:pt x="912039" y="503941"/>
                  </a:lnTo>
                  <a:lnTo>
                    <a:pt x="905110" y="549333"/>
                  </a:lnTo>
                  <a:lnTo>
                    <a:pt x="893842" y="593146"/>
                  </a:lnTo>
                  <a:lnTo>
                    <a:pt x="878466" y="635150"/>
                  </a:lnTo>
                  <a:lnTo>
                    <a:pt x="859212" y="675116"/>
                  </a:lnTo>
                  <a:lnTo>
                    <a:pt x="836309" y="712812"/>
                  </a:lnTo>
                  <a:lnTo>
                    <a:pt x="809988" y="748009"/>
                  </a:lnTo>
                  <a:lnTo>
                    <a:pt x="780478" y="780478"/>
                  </a:lnTo>
                  <a:lnTo>
                    <a:pt x="748009" y="809988"/>
                  </a:lnTo>
                  <a:lnTo>
                    <a:pt x="712812" y="836309"/>
                  </a:lnTo>
                  <a:lnTo>
                    <a:pt x="675116" y="859212"/>
                  </a:lnTo>
                  <a:lnTo>
                    <a:pt x="635150" y="878466"/>
                  </a:lnTo>
                  <a:lnTo>
                    <a:pt x="593146" y="893842"/>
                  </a:lnTo>
                  <a:lnTo>
                    <a:pt x="549333" y="905110"/>
                  </a:lnTo>
                  <a:lnTo>
                    <a:pt x="503941" y="912039"/>
                  </a:lnTo>
                  <a:lnTo>
                    <a:pt x="457200" y="914400"/>
                  </a:lnTo>
                  <a:lnTo>
                    <a:pt x="410458" y="912039"/>
                  </a:lnTo>
                  <a:lnTo>
                    <a:pt x="365066" y="905110"/>
                  </a:lnTo>
                  <a:lnTo>
                    <a:pt x="321253" y="893842"/>
                  </a:lnTo>
                  <a:lnTo>
                    <a:pt x="279249" y="878466"/>
                  </a:lnTo>
                  <a:lnTo>
                    <a:pt x="239283" y="859212"/>
                  </a:lnTo>
                  <a:lnTo>
                    <a:pt x="201587" y="836309"/>
                  </a:lnTo>
                  <a:lnTo>
                    <a:pt x="166390" y="809988"/>
                  </a:lnTo>
                  <a:lnTo>
                    <a:pt x="133921" y="780478"/>
                  </a:lnTo>
                  <a:lnTo>
                    <a:pt x="104411" y="748009"/>
                  </a:lnTo>
                  <a:lnTo>
                    <a:pt x="78090" y="712812"/>
                  </a:lnTo>
                  <a:lnTo>
                    <a:pt x="55187" y="675116"/>
                  </a:lnTo>
                  <a:lnTo>
                    <a:pt x="35933" y="635150"/>
                  </a:lnTo>
                  <a:lnTo>
                    <a:pt x="20557" y="593146"/>
                  </a:lnTo>
                  <a:lnTo>
                    <a:pt x="9289" y="549333"/>
                  </a:lnTo>
                  <a:lnTo>
                    <a:pt x="2360" y="503941"/>
                  </a:lnTo>
                  <a:lnTo>
                    <a:pt x="0" y="4572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671061" y="3570985"/>
            <a:ext cx="2787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40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04901" y="2586101"/>
            <a:ext cx="2981960" cy="3058160"/>
            <a:chOff x="604901" y="2814701"/>
            <a:chExt cx="2981960" cy="3058160"/>
          </a:xfrm>
        </p:grpSpPr>
        <p:sp>
          <p:nvSpPr>
            <p:cNvPr id="20" name="object 20"/>
            <p:cNvSpPr/>
            <p:nvPr/>
          </p:nvSpPr>
          <p:spPr>
            <a:xfrm>
              <a:off x="3048380" y="2819781"/>
              <a:ext cx="533400" cy="685800"/>
            </a:xfrm>
            <a:custGeom>
              <a:avLst/>
              <a:gdLst/>
              <a:ahLst/>
              <a:cxnLst/>
              <a:rect l="l" t="t" r="r" b="b"/>
              <a:pathLst>
                <a:path w="533400" h="685800">
                  <a:moveTo>
                    <a:pt x="0" y="0"/>
                  </a:moveTo>
                  <a:lnTo>
                    <a:pt x="533399" y="685800"/>
                  </a:lnTo>
                </a:path>
              </a:pathLst>
            </a:custGeom>
            <a:ln w="99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09981" y="495338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54" y="2360"/>
                  </a:lnTo>
                  <a:lnTo>
                    <a:pt x="365059" y="9289"/>
                  </a:lnTo>
                  <a:lnTo>
                    <a:pt x="321243" y="20557"/>
                  </a:lnTo>
                  <a:lnTo>
                    <a:pt x="279238" y="35933"/>
                  </a:lnTo>
                  <a:lnTo>
                    <a:pt x="239272" y="55187"/>
                  </a:lnTo>
                  <a:lnTo>
                    <a:pt x="201576" y="78090"/>
                  </a:lnTo>
                  <a:lnTo>
                    <a:pt x="166379" y="104411"/>
                  </a:lnTo>
                  <a:lnTo>
                    <a:pt x="133911" y="133921"/>
                  </a:lnTo>
                  <a:lnTo>
                    <a:pt x="104403" y="166390"/>
                  </a:lnTo>
                  <a:lnTo>
                    <a:pt x="78083" y="201587"/>
                  </a:lnTo>
                  <a:lnTo>
                    <a:pt x="55182" y="239283"/>
                  </a:lnTo>
                  <a:lnTo>
                    <a:pt x="35929" y="279249"/>
                  </a:lnTo>
                  <a:lnTo>
                    <a:pt x="20555" y="321253"/>
                  </a:lnTo>
                  <a:lnTo>
                    <a:pt x="9288" y="365066"/>
                  </a:lnTo>
                  <a:lnTo>
                    <a:pt x="2360" y="410458"/>
                  </a:lnTo>
                  <a:lnTo>
                    <a:pt x="0" y="457200"/>
                  </a:lnTo>
                  <a:lnTo>
                    <a:pt x="2360" y="503945"/>
                  </a:lnTo>
                  <a:lnTo>
                    <a:pt x="9288" y="549340"/>
                  </a:lnTo>
                  <a:lnTo>
                    <a:pt x="20555" y="593156"/>
                  </a:lnTo>
                  <a:lnTo>
                    <a:pt x="35929" y="635161"/>
                  </a:lnTo>
                  <a:lnTo>
                    <a:pt x="55182" y="675127"/>
                  </a:lnTo>
                  <a:lnTo>
                    <a:pt x="78083" y="712823"/>
                  </a:lnTo>
                  <a:lnTo>
                    <a:pt x="104403" y="748020"/>
                  </a:lnTo>
                  <a:lnTo>
                    <a:pt x="133911" y="780488"/>
                  </a:lnTo>
                  <a:lnTo>
                    <a:pt x="166379" y="809996"/>
                  </a:lnTo>
                  <a:lnTo>
                    <a:pt x="201576" y="836316"/>
                  </a:lnTo>
                  <a:lnTo>
                    <a:pt x="239272" y="859217"/>
                  </a:lnTo>
                  <a:lnTo>
                    <a:pt x="279238" y="878470"/>
                  </a:lnTo>
                  <a:lnTo>
                    <a:pt x="321243" y="893844"/>
                  </a:lnTo>
                  <a:lnTo>
                    <a:pt x="365059" y="905111"/>
                  </a:lnTo>
                  <a:lnTo>
                    <a:pt x="410454" y="912039"/>
                  </a:lnTo>
                  <a:lnTo>
                    <a:pt x="457200" y="914400"/>
                  </a:lnTo>
                  <a:lnTo>
                    <a:pt x="503941" y="912039"/>
                  </a:lnTo>
                  <a:lnTo>
                    <a:pt x="549333" y="905111"/>
                  </a:lnTo>
                  <a:lnTo>
                    <a:pt x="593146" y="893844"/>
                  </a:lnTo>
                  <a:lnTo>
                    <a:pt x="635150" y="878470"/>
                  </a:lnTo>
                  <a:lnTo>
                    <a:pt x="675116" y="859217"/>
                  </a:lnTo>
                  <a:lnTo>
                    <a:pt x="712812" y="836316"/>
                  </a:lnTo>
                  <a:lnTo>
                    <a:pt x="748009" y="809996"/>
                  </a:lnTo>
                  <a:lnTo>
                    <a:pt x="780478" y="780488"/>
                  </a:lnTo>
                  <a:lnTo>
                    <a:pt x="809988" y="748020"/>
                  </a:lnTo>
                  <a:lnTo>
                    <a:pt x="836309" y="712823"/>
                  </a:lnTo>
                  <a:lnTo>
                    <a:pt x="859212" y="675127"/>
                  </a:lnTo>
                  <a:lnTo>
                    <a:pt x="878466" y="635161"/>
                  </a:lnTo>
                  <a:lnTo>
                    <a:pt x="893842" y="593156"/>
                  </a:lnTo>
                  <a:lnTo>
                    <a:pt x="905110" y="549340"/>
                  </a:lnTo>
                  <a:lnTo>
                    <a:pt x="912039" y="503945"/>
                  </a:lnTo>
                  <a:lnTo>
                    <a:pt x="914400" y="457200"/>
                  </a:lnTo>
                  <a:lnTo>
                    <a:pt x="912039" y="410458"/>
                  </a:lnTo>
                  <a:lnTo>
                    <a:pt x="905110" y="365066"/>
                  </a:lnTo>
                  <a:lnTo>
                    <a:pt x="893842" y="321253"/>
                  </a:lnTo>
                  <a:lnTo>
                    <a:pt x="878466" y="279249"/>
                  </a:lnTo>
                  <a:lnTo>
                    <a:pt x="859212" y="239283"/>
                  </a:lnTo>
                  <a:lnTo>
                    <a:pt x="836309" y="201587"/>
                  </a:lnTo>
                  <a:lnTo>
                    <a:pt x="809988" y="166390"/>
                  </a:lnTo>
                  <a:lnTo>
                    <a:pt x="780478" y="133921"/>
                  </a:lnTo>
                  <a:lnTo>
                    <a:pt x="748009" y="104411"/>
                  </a:lnTo>
                  <a:lnTo>
                    <a:pt x="712812" y="78090"/>
                  </a:lnTo>
                  <a:lnTo>
                    <a:pt x="675116" y="55187"/>
                  </a:lnTo>
                  <a:lnTo>
                    <a:pt x="635150" y="35933"/>
                  </a:lnTo>
                  <a:lnTo>
                    <a:pt x="593146" y="20557"/>
                  </a:lnTo>
                  <a:lnTo>
                    <a:pt x="549333" y="9289"/>
                  </a:lnTo>
                  <a:lnTo>
                    <a:pt x="503941" y="23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B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09981" y="495338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60" y="410458"/>
                  </a:lnTo>
                  <a:lnTo>
                    <a:pt x="9288" y="365066"/>
                  </a:lnTo>
                  <a:lnTo>
                    <a:pt x="20555" y="321253"/>
                  </a:lnTo>
                  <a:lnTo>
                    <a:pt x="35929" y="279249"/>
                  </a:lnTo>
                  <a:lnTo>
                    <a:pt x="55182" y="239283"/>
                  </a:lnTo>
                  <a:lnTo>
                    <a:pt x="78083" y="201587"/>
                  </a:lnTo>
                  <a:lnTo>
                    <a:pt x="104403" y="166390"/>
                  </a:lnTo>
                  <a:lnTo>
                    <a:pt x="133911" y="133921"/>
                  </a:lnTo>
                  <a:lnTo>
                    <a:pt x="166379" y="104411"/>
                  </a:lnTo>
                  <a:lnTo>
                    <a:pt x="201576" y="78090"/>
                  </a:lnTo>
                  <a:lnTo>
                    <a:pt x="239272" y="55187"/>
                  </a:lnTo>
                  <a:lnTo>
                    <a:pt x="279238" y="35933"/>
                  </a:lnTo>
                  <a:lnTo>
                    <a:pt x="321243" y="20557"/>
                  </a:lnTo>
                  <a:lnTo>
                    <a:pt x="365059" y="9289"/>
                  </a:lnTo>
                  <a:lnTo>
                    <a:pt x="410454" y="2360"/>
                  </a:lnTo>
                  <a:lnTo>
                    <a:pt x="457200" y="0"/>
                  </a:lnTo>
                  <a:lnTo>
                    <a:pt x="503941" y="2360"/>
                  </a:lnTo>
                  <a:lnTo>
                    <a:pt x="549333" y="9289"/>
                  </a:lnTo>
                  <a:lnTo>
                    <a:pt x="593146" y="20557"/>
                  </a:lnTo>
                  <a:lnTo>
                    <a:pt x="635150" y="35933"/>
                  </a:lnTo>
                  <a:lnTo>
                    <a:pt x="675116" y="55187"/>
                  </a:lnTo>
                  <a:lnTo>
                    <a:pt x="712812" y="78090"/>
                  </a:lnTo>
                  <a:lnTo>
                    <a:pt x="748009" y="104411"/>
                  </a:lnTo>
                  <a:lnTo>
                    <a:pt x="780478" y="133921"/>
                  </a:lnTo>
                  <a:lnTo>
                    <a:pt x="809988" y="166390"/>
                  </a:lnTo>
                  <a:lnTo>
                    <a:pt x="836309" y="201587"/>
                  </a:lnTo>
                  <a:lnTo>
                    <a:pt x="859212" y="239283"/>
                  </a:lnTo>
                  <a:lnTo>
                    <a:pt x="878466" y="279249"/>
                  </a:lnTo>
                  <a:lnTo>
                    <a:pt x="893842" y="321253"/>
                  </a:lnTo>
                  <a:lnTo>
                    <a:pt x="905110" y="365066"/>
                  </a:lnTo>
                  <a:lnTo>
                    <a:pt x="912039" y="410458"/>
                  </a:lnTo>
                  <a:lnTo>
                    <a:pt x="914400" y="457200"/>
                  </a:lnTo>
                  <a:lnTo>
                    <a:pt x="912039" y="503945"/>
                  </a:lnTo>
                  <a:lnTo>
                    <a:pt x="905110" y="549340"/>
                  </a:lnTo>
                  <a:lnTo>
                    <a:pt x="893842" y="593156"/>
                  </a:lnTo>
                  <a:lnTo>
                    <a:pt x="878466" y="635161"/>
                  </a:lnTo>
                  <a:lnTo>
                    <a:pt x="859212" y="675127"/>
                  </a:lnTo>
                  <a:lnTo>
                    <a:pt x="836309" y="712823"/>
                  </a:lnTo>
                  <a:lnTo>
                    <a:pt x="809988" y="748020"/>
                  </a:lnTo>
                  <a:lnTo>
                    <a:pt x="780478" y="780488"/>
                  </a:lnTo>
                  <a:lnTo>
                    <a:pt x="748009" y="809996"/>
                  </a:lnTo>
                  <a:lnTo>
                    <a:pt x="712812" y="836316"/>
                  </a:lnTo>
                  <a:lnTo>
                    <a:pt x="675116" y="859217"/>
                  </a:lnTo>
                  <a:lnTo>
                    <a:pt x="635150" y="878470"/>
                  </a:lnTo>
                  <a:lnTo>
                    <a:pt x="593146" y="893844"/>
                  </a:lnTo>
                  <a:lnTo>
                    <a:pt x="549333" y="905111"/>
                  </a:lnTo>
                  <a:lnTo>
                    <a:pt x="503941" y="912039"/>
                  </a:lnTo>
                  <a:lnTo>
                    <a:pt x="457200" y="914400"/>
                  </a:lnTo>
                  <a:lnTo>
                    <a:pt x="410454" y="912039"/>
                  </a:lnTo>
                  <a:lnTo>
                    <a:pt x="365059" y="905111"/>
                  </a:lnTo>
                  <a:lnTo>
                    <a:pt x="321243" y="893844"/>
                  </a:lnTo>
                  <a:lnTo>
                    <a:pt x="279238" y="878470"/>
                  </a:lnTo>
                  <a:lnTo>
                    <a:pt x="239272" y="859217"/>
                  </a:lnTo>
                  <a:lnTo>
                    <a:pt x="201576" y="836316"/>
                  </a:lnTo>
                  <a:lnTo>
                    <a:pt x="166379" y="809996"/>
                  </a:lnTo>
                  <a:lnTo>
                    <a:pt x="133911" y="780488"/>
                  </a:lnTo>
                  <a:lnTo>
                    <a:pt x="104403" y="748020"/>
                  </a:lnTo>
                  <a:lnTo>
                    <a:pt x="78083" y="712823"/>
                  </a:lnTo>
                  <a:lnTo>
                    <a:pt x="55182" y="675127"/>
                  </a:lnTo>
                  <a:lnTo>
                    <a:pt x="35929" y="635161"/>
                  </a:lnTo>
                  <a:lnTo>
                    <a:pt x="20555" y="593156"/>
                  </a:lnTo>
                  <a:lnTo>
                    <a:pt x="9288" y="549340"/>
                  </a:lnTo>
                  <a:lnTo>
                    <a:pt x="2360" y="503945"/>
                  </a:lnTo>
                  <a:lnTo>
                    <a:pt x="0" y="457200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927608" y="5019294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22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219580" y="4115180"/>
            <a:ext cx="304800" cy="609600"/>
          </a:xfrm>
          <a:custGeom>
            <a:avLst/>
            <a:gdLst/>
            <a:ahLst/>
            <a:cxnLst/>
            <a:rect l="l" t="t" r="r" b="b"/>
            <a:pathLst>
              <a:path w="304800" h="609600">
                <a:moveTo>
                  <a:pt x="304800" y="0"/>
                </a:moveTo>
                <a:lnTo>
                  <a:pt x="0" y="609600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663192" y="5717032"/>
            <a:ext cx="35560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15" dirty="0">
                <a:latin typeface="Arial MT"/>
                <a:cs typeface="Arial MT"/>
              </a:rPr>
              <a:t>(c)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5FC3547-CF98-542F-C9C7-300C06B63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98D0D3-6A4D-9C7F-3CE1-1F8931C52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64E9-BB0A-4932-9D77-E0DDE5779A37}" type="slidenum">
              <a:rPr lang="en-US" smtClean="0"/>
              <a:pPr/>
              <a:t>23</a:t>
            </a:fld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B910F-1956-20F6-83F6-9858DC57E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Deleting the root from the Max Heap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8C527C-F1DC-0AA2-4E05-5DB5B58BA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866209-1F18-70DF-F74A-F775B832D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64E9-BB0A-4932-9D77-E0DDE5779A37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68EFD27-BA31-0CFA-66BA-BC8B9E93D55D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 bwMode="auto">
          <a:xfrm>
            <a:off x="457200" y="914400"/>
            <a:ext cx="7590539" cy="5786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size == 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  (a) Display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"Heap Underflow"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  (b) Exit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heap[1]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variable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deletedElement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Move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heap[size]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heap[1]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size = size - 1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1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While 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&lt;= size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  (a)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left = 2 *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  (b)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right = 2 *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+ 1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  (c)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largest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  (d) If 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left &lt;= size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heap[left] &gt; heap[largest]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    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largest = left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// here we are changing the index if value of largest index is less than of left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  (e) If 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right &lt;= size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heap[right] &gt; heap[largest]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    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largest = right</a:t>
            </a:r>
            <a:r>
              <a:rPr lang="en-US" altLang="en-US" sz="1600" dirty="0">
                <a:latin typeface="Arial Unicode MS"/>
              </a:rPr>
              <a:t> </a:t>
            </a:r>
            <a:r>
              <a:rPr lang="en-US" altLang="en-US" sz="1200" dirty="0">
                <a:latin typeface="Arial Unicode MS"/>
              </a:rPr>
              <a:t>// here we are changing the index if value of largest index is less than of right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  (f) If 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largest !=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//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Since the index has been changed so we will perform swap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       Swap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heap[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]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with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heap[largest]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    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largest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  (g) Else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       Break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49918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3A03E-80F2-1B6B-9E85-BF34D227E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Deleting the root from the Max Heap(detailed)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DCCC12-4AFD-13FD-5D8C-424264864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DFAA29-DBF4-111A-F9D5-664A1AE22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64E9-BB0A-4932-9D77-E0DDE5779A37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C7AE50E-79CC-33D6-E390-3FE4C64DEBF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5137150"/>
          </a:xfrm>
        </p:spPr>
        <p:txBody>
          <a:bodyPr>
            <a:normAutofit fontScale="32500" lnSpcReduction="20000"/>
          </a:bodyPr>
          <a:lstStyle/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lang="en-US" altLang="en-US" sz="2800" dirty="0">
                <a:latin typeface="Arial" panose="020B0604020202020204" pitchFamily="34" charset="0"/>
              </a:rPr>
              <a:t>Procedure </a:t>
            </a:r>
            <a:r>
              <a:rPr lang="en-US" altLang="en-US" sz="2800" dirty="0" err="1">
                <a:latin typeface="Arial" panose="020B0604020202020204" pitchFamily="34" charset="0"/>
              </a:rPr>
              <a:t>DeleteMax</a:t>
            </a:r>
            <a:r>
              <a:rPr lang="en-US" altLang="en-US" sz="2800" dirty="0">
                <a:latin typeface="Arial" panose="020B0604020202020204" pitchFamily="34" charset="0"/>
              </a:rPr>
              <a:t>(heap, size)</a:t>
            </a:r>
          </a:p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lang="en-US" altLang="en-US" sz="2800" dirty="0">
                <a:solidFill>
                  <a:srgbClr val="00B050"/>
                </a:solidFill>
                <a:latin typeface="Arial" panose="020B0604020202020204" pitchFamily="34" charset="0"/>
              </a:rPr>
              <a:t>    // Step 1: Check if heap is empty</a:t>
            </a:r>
          </a:p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lang="en-US" altLang="en-US" sz="2800" dirty="0">
                <a:latin typeface="Arial" panose="020B0604020202020204" pitchFamily="34" charset="0"/>
              </a:rPr>
              <a:t>    If size == 0 then</a:t>
            </a:r>
          </a:p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lang="en-US" altLang="en-US" sz="2800" dirty="0">
                <a:latin typeface="Arial" panose="020B0604020202020204" pitchFamily="34" charset="0"/>
              </a:rPr>
              <a:t>        Display "Heap Underflow"</a:t>
            </a:r>
          </a:p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lang="en-US" altLang="en-US" sz="2800" dirty="0">
                <a:latin typeface="Arial" panose="020B0604020202020204" pitchFamily="34" charset="0"/>
              </a:rPr>
              <a:t>        Exit</a:t>
            </a:r>
          </a:p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lang="en-US" altLang="en-US" sz="2800" dirty="0">
                <a:latin typeface="Arial" panose="020B0604020202020204" pitchFamily="34" charset="0"/>
              </a:rPr>
              <a:t>    </a:t>
            </a:r>
            <a:r>
              <a:rPr lang="en-US" altLang="en-US" sz="2800" dirty="0">
                <a:solidFill>
                  <a:srgbClr val="00B050"/>
                </a:solidFill>
                <a:latin typeface="Arial" panose="020B0604020202020204" pitchFamily="34" charset="0"/>
              </a:rPr>
              <a:t>// Step 2: Save the root element (maximum) for reference</a:t>
            </a:r>
          </a:p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lang="en-US" altLang="en-US" sz="2800" dirty="0">
                <a:latin typeface="Arial" panose="020B0604020202020204" pitchFamily="34" charset="0"/>
              </a:rPr>
              <a:t>    </a:t>
            </a:r>
            <a:r>
              <a:rPr lang="en-US" altLang="en-US" sz="2800" dirty="0" err="1">
                <a:latin typeface="Arial" panose="020B0604020202020204" pitchFamily="34" charset="0"/>
              </a:rPr>
              <a:t>deletedElement</a:t>
            </a:r>
            <a:r>
              <a:rPr lang="en-US" altLang="en-US" sz="2800" dirty="0">
                <a:latin typeface="Arial" panose="020B0604020202020204" pitchFamily="34" charset="0"/>
              </a:rPr>
              <a:t> = heap[1]</a:t>
            </a:r>
          </a:p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lang="en-US" altLang="en-US" sz="2800" dirty="0">
                <a:latin typeface="Arial" panose="020B0604020202020204" pitchFamily="34" charset="0"/>
              </a:rPr>
              <a:t>    </a:t>
            </a:r>
            <a:r>
              <a:rPr lang="en-US" altLang="en-US" sz="2800" dirty="0">
                <a:solidFill>
                  <a:srgbClr val="00B050"/>
                </a:solidFill>
                <a:latin typeface="Arial" panose="020B0604020202020204" pitchFamily="34" charset="0"/>
              </a:rPr>
              <a:t>// Step 3: Move the last element to the root</a:t>
            </a:r>
          </a:p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lang="en-US" altLang="en-US" sz="2800" dirty="0">
                <a:latin typeface="Arial" panose="020B0604020202020204" pitchFamily="34" charset="0"/>
              </a:rPr>
              <a:t>    heap[1] = heap[size]</a:t>
            </a:r>
          </a:p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lang="en-US" altLang="en-US" sz="2800" dirty="0">
                <a:solidFill>
                  <a:srgbClr val="00B050"/>
                </a:solidFill>
                <a:latin typeface="Arial" panose="020B0604020202020204" pitchFamily="34" charset="0"/>
              </a:rPr>
              <a:t>    // Step 4: Reduce heap size</a:t>
            </a:r>
          </a:p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lang="en-US" altLang="en-US" sz="2800" dirty="0">
                <a:latin typeface="Arial" panose="020B0604020202020204" pitchFamily="34" charset="0"/>
              </a:rPr>
              <a:t>    size = size - 1</a:t>
            </a:r>
          </a:p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lang="en-US" altLang="en-US" sz="2800" dirty="0">
                <a:solidFill>
                  <a:srgbClr val="00B050"/>
                </a:solidFill>
                <a:latin typeface="Arial" panose="020B0604020202020204" pitchFamily="34" charset="0"/>
              </a:rPr>
              <a:t>    // Step 5: </a:t>
            </a:r>
            <a:r>
              <a:rPr lang="en-US" altLang="en-US" sz="2800" dirty="0" err="1">
                <a:solidFill>
                  <a:srgbClr val="00B050"/>
                </a:solidFill>
                <a:latin typeface="Arial" panose="020B0604020202020204" pitchFamily="34" charset="0"/>
              </a:rPr>
              <a:t>Heapify</a:t>
            </a:r>
            <a:r>
              <a:rPr lang="en-US" altLang="en-US" sz="2800" dirty="0">
                <a:solidFill>
                  <a:srgbClr val="00B050"/>
                </a:solidFill>
                <a:latin typeface="Arial" panose="020B0604020202020204" pitchFamily="34" charset="0"/>
              </a:rPr>
              <a:t> down from root to restore max-heap property</a:t>
            </a:r>
          </a:p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lang="en-US" altLang="en-US" sz="2800" dirty="0">
                <a:latin typeface="Arial" panose="020B0604020202020204" pitchFamily="34" charset="0"/>
              </a:rPr>
              <a:t>    </a:t>
            </a:r>
            <a:r>
              <a:rPr lang="en-US" altLang="en-US" sz="2800" dirty="0" err="1">
                <a:latin typeface="Arial" panose="020B0604020202020204" pitchFamily="34" charset="0"/>
              </a:rPr>
              <a:t>i</a:t>
            </a:r>
            <a:r>
              <a:rPr lang="en-US" altLang="en-US" sz="2800" dirty="0">
                <a:latin typeface="Arial" panose="020B0604020202020204" pitchFamily="34" charset="0"/>
              </a:rPr>
              <a:t> = 1</a:t>
            </a:r>
          </a:p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lang="en-US" altLang="en-US" sz="2800" dirty="0">
                <a:latin typeface="Arial" panose="020B0604020202020204" pitchFamily="34" charset="0"/>
              </a:rPr>
              <a:t>    While </a:t>
            </a:r>
            <a:r>
              <a:rPr lang="en-US" altLang="en-US" sz="2800" dirty="0" err="1">
                <a:latin typeface="Arial" panose="020B0604020202020204" pitchFamily="34" charset="0"/>
              </a:rPr>
              <a:t>i</a:t>
            </a:r>
            <a:r>
              <a:rPr lang="en-US" altLang="en-US" sz="2800" dirty="0">
                <a:latin typeface="Arial" panose="020B0604020202020204" pitchFamily="34" charset="0"/>
              </a:rPr>
              <a:t> &lt;= size do</a:t>
            </a:r>
          </a:p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lang="en-US" altLang="en-US" sz="2800" dirty="0">
                <a:latin typeface="Arial" panose="020B0604020202020204" pitchFamily="34" charset="0"/>
              </a:rPr>
              <a:t>        left = 2 * </a:t>
            </a:r>
            <a:r>
              <a:rPr lang="en-US" altLang="en-US" sz="2800" dirty="0" err="1">
                <a:latin typeface="Arial" panose="020B0604020202020204" pitchFamily="34" charset="0"/>
              </a:rPr>
              <a:t>i</a:t>
            </a:r>
            <a:r>
              <a:rPr lang="en-US" altLang="en-US" sz="2800" dirty="0">
                <a:latin typeface="Arial" panose="020B0604020202020204" pitchFamily="34" charset="0"/>
              </a:rPr>
              <a:t>        </a:t>
            </a:r>
            <a:r>
              <a:rPr lang="en-US" altLang="en-US" sz="2800" dirty="0">
                <a:solidFill>
                  <a:srgbClr val="00B050"/>
                </a:solidFill>
                <a:latin typeface="Arial" panose="020B0604020202020204" pitchFamily="34" charset="0"/>
              </a:rPr>
              <a:t>// Index of left child</a:t>
            </a:r>
          </a:p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lang="en-US" altLang="en-US" sz="2800" dirty="0">
                <a:latin typeface="Arial" panose="020B0604020202020204" pitchFamily="34" charset="0"/>
              </a:rPr>
              <a:t>        right = 2 * </a:t>
            </a:r>
            <a:r>
              <a:rPr lang="en-US" altLang="en-US" sz="2800" dirty="0" err="1">
                <a:latin typeface="Arial" panose="020B0604020202020204" pitchFamily="34" charset="0"/>
              </a:rPr>
              <a:t>i</a:t>
            </a:r>
            <a:r>
              <a:rPr lang="en-US" altLang="en-US" sz="2800" dirty="0">
                <a:latin typeface="Arial" panose="020B0604020202020204" pitchFamily="34" charset="0"/>
              </a:rPr>
              <a:t> + 1   </a:t>
            </a:r>
            <a:r>
              <a:rPr lang="en-US" altLang="en-US" sz="2800" dirty="0">
                <a:solidFill>
                  <a:srgbClr val="00B050"/>
                </a:solidFill>
                <a:latin typeface="Arial" panose="020B0604020202020204" pitchFamily="34" charset="0"/>
              </a:rPr>
              <a:t>// Index of right child</a:t>
            </a:r>
          </a:p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lang="en-US" altLang="en-US" sz="2800" dirty="0">
                <a:latin typeface="Arial" panose="020B0604020202020204" pitchFamily="34" charset="0"/>
              </a:rPr>
              <a:t>        largest = </a:t>
            </a:r>
            <a:r>
              <a:rPr lang="en-US" altLang="en-US" sz="2800" dirty="0" err="1">
                <a:latin typeface="Arial" panose="020B0604020202020204" pitchFamily="34" charset="0"/>
              </a:rPr>
              <a:t>i</a:t>
            </a:r>
            <a:r>
              <a:rPr lang="en-US" altLang="en-US" sz="2800" dirty="0">
                <a:latin typeface="Arial" panose="020B0604020202020204" pitchFamily="34" charset="0"/>
              </a:rPr>
              <a:t>         </a:t>
            </a:r>
            <a:r>
              <a:rPr lang="en-US" altLang="en-US" sz="2800" dirty="0">
                <a:solidFill>
                  <a:srgbClr val="00B050"/>
                </a:solidFill>
                <a:latin typeface="Arial" panose="020B0604020202020204" pitchFamily="34" charset="0"/>
              </a:rPr>
              <a:t>// Assume current node is largest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B15092-EADF-7C62-4144-E9CA228439D6}"/>
              </a:ext>
            </a:extLst>
          </p:cNvPr>
          <p:cNvSpPr>
            <a:spLocks noGrp="1"/>
          </p:cNvSpPr>
          <p:nvPr>
            <p:ph sz="quarter" idx="2"/>
          </p:nvPr>
        </p:nvSpPr>
        <p:spPr/>
        <p:txBody>
          <a:bodyPr>
            <a:normAutofit fontScale="32500" lnSpcReduction="20000"/>
          </a:bodyPr>
          <a:lstStyle/>
          <a:p>
            <a:pPr marL="514350" indent="-51435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18"/>
            </a:pPr>
            <a:r>
              <a:rPr lang="en-US" altLang="en-US" sz="2800" dirty="0">
                <a:solidFill>
                  <a:srgbClr val="00B05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700" dirty="0">
                <a:solidFill>
                  <a:srgbClr val="00B050"/>
                </a:solidFill>
                <a:latin typeface="Arial" panose="020B0604020202020204" pitchFamily="34" charset="0"/>
              </a:rPr>
              <a:t>// Step 6: Compare with left child</a:t>
            </a:r>
          </a:p>
          <a:p>
            <a:pPr marL="514350" lvl="0" indent="-51435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18"/>
            </a:pPr>
            <a:r>
              <a:rPr lang="en-US" altLang="en-US" sz="2800" dirty="0">
                <a:latin typeface="Arial" panose="020B0604020202020204" pitchFamily="34" charset="0"/>
              </a:rPr>
              <a:t>        If (left &lt;= size AND heap[left] &gt; heap[largest]) then</a:t>
            </a:r>
          </a:p>
          <a:p>
            <a:pPr marL="514350" lvl="0" indent="-51435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18"/>
            </a:pPr>
            <a:r>
              <a:rPr lang="en-US" altLang="en-US" sz="2800" dirty="0">
                <a:latin typeface="Arial" panose="020B0604020202020204" pitchFamily="34" charset="0"/>
              </a:rPr>
              <a:t>            largest = left  </a:t>
            </a:r>
            <a:r>
              <a:rPr lang="en-US" altLang="en-US" sz="2800" dirty="0">
                <a:solidFill>
                  <a:srgbClr val="00B050"/>
                </a:solidFill>
                <a:latin typeface="Arial" panose="020B0604020202020204" pitchFamily="34" charset="0"/>
              </a:rPr>
              <a:t>// Update largest if left child is bigger</a:t>
            </a:r>
          </a:p>
          <a:p>
            <a:pPr marL="514350" lvl="0" indent="-51435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18"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marL="514350" lvl="0" indent="-51435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18"/>
            </a:pPr>
            <a:r>
              <a:rPr lang="en-US" altLang="en-US" sz="2800" dirty="0">
                <a:solidFill>
                  <a:srgbClr val="00B050"/>
                </a:solidFill>
                <a:latin typeface="Arial" panose="020B0604020202020204" pitchFamily="34" charset="0"/>
              </a:rPr>
              <a:t>        // Step 7: Compare with right child</a:t>
            </a:r>
          </a:p>
          <a:p>
            <a:pPr marL="514350" lvl="0" indent="-51435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18"/>
            </a:pPr>
            <a:r>
              <a:rPr lang="en-US" altLang="en-US" sz="2800" dirty="0">
                <a:latin typeface="Arial" panose="020B0604020202020204" pitchFamily="34" charset="0"/>
              </a:rPr>
              <a:t>        If (right &lt;= size AND heap[right] &gt; heap[largest]) then</a:t>
            </a:r>
          </a:p>
          <a:p>
            <a:pPr marL="514350" lvl="0" indent="-51435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18"/>
            </a:pPr>
            <a:r>
              <a:rPr lang="en-US" altLang="en-US" sz="2800" dirty="0">
                <a:latin typeface="Arial" panose="020B0604020202020204" pitchFamily="34" charset="0"/>
              </a:rPr>
              <a:t>            largest = right </a:t>
            </a:r>
            <a:r>
              <a:rPr lang="en-US" altLang="en-US" sz="2800" dirty="0">
                <a:solidFill>
                  <a:srgbClr val="00B050"/>
                </a:solidFill>
                <a:latin typeface="Arial" panose="020B0604020202020204" pitchFamily="34" charset="0"/>
              </a:rPr>
              <a:t>// Update largest if right child is bigger</a:t>
            </a:r>
          </a:p>
          <a:p>
            <a:pPr marL="514350" lvl="0" indent="-51435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18"/>
            </a:pPr>
            <a:endParaRPr lang="en-US" altLang="en-US" sz="2800" dirty="0">
              <a:solidFill>
                <a:srgbClr val="00B050"/>
              </a:solidFill>
              <a:latin typeface="Arial" panose="020B0604020202020204" pitchFamily="34" charset="0"/>
            </a:endParaRPr>
          </a:p>
          <a:p>
            <a:pPr marL="514350" lvl="0" indent="-51435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18"/>
            </a:pPr>
            <a:r>
              <a:rPr lang="en-US" altLang="en-US" sz="2800" dirty="0">
                <a:solidFill>
                  <a:srgbClr val="00B050"/>
                </a:solidFill>
                <a:latin typeface="Arial" panose="020B0604020202020204" pitchFamily="34" charset="0"/>
              </a:rPr>
              <a:t>        // Step 8: If largest changed, swap and continue </a:t>
            </a:r>
            <a:r>
              <a:rPr lang="en-US" altLang="en-US" sz="2800" dirty="0" err="1">
                <a:solidFill>
                  <a:srgbClr val="00B050"/>
                </a:solidFill>
                <a:latin typeface="Arial" panose="020B0604020202020204" pitchFamily="34" charset="0"/>
              </a:rPr>
              <a:t>heapify</a:t>
            </a:r>
            <a:endParaRPr lang="en-US" altLang="en-US" sz="2800" dirty="0">
              <a:solidFill>
                <a:srgbClr val="00B050"/>
              </a:solidFill>
              <a:latin typeface="Arial" panose="020B0604020202020204" pitchFamily="34" charset="0"/>
            </a:endParaRPr>
          </a:p>
          <a:p>
            <a:pPr marL="514350" lvl="0" indent="-51435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18"/>
            </a:pPr>
            <a:r>
              <a:rPr lang="en-US" altLang="en-US" sz="2800" dirty="0">
                <a:latin typeface="Arial" panose="020B0604020202020204" pitchFamily="34" charset="0"/>
              </a:rPr>
              <a:t>        If (largest != </a:t>
            </a:r>
            <a:r>
              <a:rPr lang="en-US" altLang="en-US" sz="2800" dirty="0" err="1">
                <a:latin typeface="Arial" panose="020B0604020202020204" pitchFamily="34" charset="0"/>
              </a:rPr>
              <a:t>i</a:t>
            </a:r>
            <a:r>
              <a:rPr lang="en-US" altLang="en-US" sz="2800" dirty="0">
                <a:latin typeface="Arial" panose="020B0604020202020204" pitchFamily="34" charset="0"/>
              </a:rPr>
              <a:t>) then</a:t>
            </a:r>
          </a:p>
          <a:p>
            <a:pPr marL="514350" lvl="0" indent="-51435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18"/>
            </a:pPr>
            <a:r>
              <a:rPr lang="en-US" altLang="en-US" sz="2800" dirty="0">
                <a:latin typeface="Arial" panose="020B0604020202020204" pitchFamily="34" charset="0"/>
              </a:rPr>
              <a:t>            Swap heap[</a:t>
            </a:r>
            <a:r>
              <a:rPr lang="en-US" altLang="en-US" sz="2800" dirty="0" err="1">
                <a:latin typeface="Arial" panose="020B0604020202020204" pitchFamily="34" charset="0"/>
              </a:rPr>
              <a:t>i</a:t>
            </a:r>
            <a:r>
              <a:rPr lang="en-US" altLang="en-US" sz="2800" dirty="0">
                <a:latin typeface="Arial" panose="020B0604020202020204" pitchFamily="34" charset="0"/>
              </a:rPr>
              <a:t>] with heap[largest]</a:t>
            </a:r>
          </a:p>
          <a:p>
            <a:pPr marL="514350" lvl="0" indent="-51435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18"/>
            </a:pPr>
            <a:r>
              <a:rPr lang="en-US" altLang="en-US" sz="2800" dirty="0">
                <a:latin typeface="Arial" panose="020B0604020202020204" pitchFamily="34" charset="0"/>
              </a:rPr>
              <a:t>            </a:t>
            </a:r>
            <a:r>
              <a:rPr lang="en-US" altLang="en-US" sz="2800" dirty="0" err="1">
                <a:latin typeface="Arial" panose="020B0604020202020204" pitchFamily="34" charset="0"/>
              </a:rPr>
              <a:t>i</a:t>
            </a:r>
            <a:r>
              <a:rPr lang="en-US" altLang="en-US" sz="2800" dirty="0">
                <a:latin typeface="Arial" panose="020B0604020202020204" pitchFamily="34" charset="0"/>
              </a:rPr>
              <a:t> = largest     </a:t>
            </a:r>
            <a:r>
              <a:rPr lang="en-US" altLang="en-US" sz="2800" dirty="0">
                <a:solidFill>
                  <a:srgbClr val="00B050"/>
                </a:solidFill>
                <a:latin typeface="Arial" panose="020B0604020202020204" pitchFamily="34" charset="0"/>
              </a:rPr>
              <a:t>// Move down to the child where swap happened</a:t>
            </a:r>
          </a:p>
          <a:p>
            <a:pPr marL="514350" lvl="0" indent="-51435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18"/>
            </a:pPr>
            <a:r>
              <a:rPr lang="en-US" altLang="en-US" sz="2800" dirty="0">
                <a:latin typeface="Arial" panose="020B0604020202020204" pitchFamily="34" charset="0"/>
              </a:rPr>
              <a:t>        Else</a:t>
            </a:r>
          </a:p>
          <a:p>
            <a:pPr marL="514350" lvl="0" indent="-51435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18"/>
            </a:pPr>
            <a:r>
              <a:rPr lang="en-US" altLang="en-US" sz="2800" dirty="0">
                <a:latin typeface="Arial" panose="020B0604020202020204" pitchFamily="34" charset="0"/>
              </a:rPr>
              <a:t>            </a:t>
            </a:r>
            <a:r>
              <a:rPr lang="en-US" altLang="en-US" sz="2800" dirty="0">
                <a:solidFill>
                  <a:srgbClr val="00B050"/>
                </a:solidFill>
                <a:latin typeface="Arial" panose="020B0604020202020204" pitchFamily="34" charset="0"/>
              </a:rPr>
              <a:t>Break           // Heap property satisfied, stop loop</a:t>
            </a:r>
          </a:p>
          <a:p>
            <a:pPr marL="514350" lvl="0" indent="-51435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18"/>
            </a:pPr>
            <a:r>
              <a:rPr lang="en-US" altLang="en-US" sz="2800" dirty="0">
                <a:latin typeface="Arial" panose="020B0604020202020204" pitchFamily="34" charset="0"/>
              </a:rPr>
              <a:t>    End While</a:t>
            </a:r>
          </a:p>
          <a:p>
            <a:pPr marL="514350" lvl="0" indent="-51435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18"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marL="514350" lvl="0" indent="-51435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18"/>
            </a:pPr>
            <a:r>
              <a:rPr lang="en-US" altLang="en-US" sz="2800" dirty="0">
                <a:solidFill>
                  <a:srgbClr val="00B050"/>
                </a:solidFill>
                <a:latin typeface="Arial" panose="020B0604020202020204" pitchFamily="34" charset="0"/>
              </a:rPr>
              <a:t>    // Step 9: Return deleted element (optional)</a:t>
            </a:r>
          </a:p>
          <a:p>
            <a:pPr marL="514350" lvl="0" indent="-51435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18"/>
            </a:pPr>
            <a:r>
              <a:rPr lang="en-US" altLang="en-US" sz="2800" dirty="0">
                <a:latin typeface="Arial" panose="020B0604020202020204" pitchFamily="34" charset="0"/>
              </a:rPr>
              <a:t>    Return </a:t>
            </a:r>
            <a:r>
              <a:rPr lang="en-US" altLang="en-US" sz="2800" dirty="0" err="1">
                <a:latin typeface="Arial" panose="020B0604020202020204" pitchFamily="34" charset="0"/>
              </a:rPr>
              <a:t>deletedElement</a:t>
            </a:r>
            <a:endParaRPr lang="en-US" altLang="en-US" sz="2800" dirty="0">
              <a:latin typeface="Arial" panose="020B0604020202020204" pitchFamily="34" charset="0"/>
            </a:endParaRPr>
          </a:p>
          <a:p>
            <a:pPr marL="514350" lvl="0" indent="-51435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18"/>
            </a:pPr>
            <a:r>
              <a:rPr lang="en-US" altLang="en-US" sz="2800" dirty="0">
                <a:latin typeface="Arial" panose="020B0604020202020204" pitchFamily="34" charset="0"/>
              </a:rPr>
              <a:t>End Procedure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2945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0AA85-7FB6-FFD1-AF84-5B6328D3D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Heap as a Priority Queue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A38602-4067-90BD-208A-0F5977F09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Structures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FF29E8-5D44-10A8-1D71-AC6292764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64E9-BB0A-4932-9D77-E0DDE5779A37}" type="slidenum">
              <a:rPr lang="en-US" smtClean="0"/>
              <a:pPr/>
              <a:t>26</a:t>
            </a:fld>
            <a:endParaRPr lang="en-US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5DAB11D8-6B28-9C3C-BE6A-C43BA86E8AC5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385848558"/>
              </p:ext>
            </p:extLst>
          </p:nvPr>
        </p:nvGraphicFramePr>
        <p:xfrm>
          <a:off x="1447800" y="4785360"/>
          <a:ext cx="6019800" cy="1463040"/>
        </p:xfrm>
        <a:graphic>
          <a:graphicData uri="http://schemas.openxmlformats.org/drawingml/2006/table">
            <a:tbl>
              <a:tblPr/>
              <a:tblGrid>
                <a:gridCol w="3009900">
                  <a:extLst>
                    <a:ext uri="{9D8B030D-6E8A-4147-A177-3AD203B41FA5}">
                      <a16:colId xmlns:a16="http://schemas.microsoft.com/office/drawing/2014/main" val="350975777"/>
                    </a:ext>
                  </a:extLst>
                </a:gridCol>
                <a:gridCol w="3009900">
                  <a:extLst>
                    <a:ext uri="{9D8B030D-6E8A-4147-A177-3AD203B41FA5}">
                      <a16:colId xmlns:a16="http://schemas.microsoft.com/office/drawing/2014/main" val="197153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Operation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4018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Insert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O(log 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0868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Delete Max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O(log 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11411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Peek Max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O(1)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8404127"/>
                  </a:ext>
                </a:extLst>
              </a:tr>
            </a:tbl>
          </a:graphicData>
        </a:graphic>
      </p:graphicFrame>
      <p:sp>
        <p:nvSpPr>
          <p:cNvPr id="9" name="Rectangle 2">
            <a:extLst>
              <a:ext uri="{FF2B5EF4-FFF2-40B4-BE49-F238E27FC236}">
                <a16:creationId xmlns:a16="http://schemas.microsoft.com/office/drawing/2014/main" id="{5BC7ACD5-EDE8-DBB9-3314-DDF8CF1A00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1" y="1185071"/>
            <a:ext cx="8534400" cy="38441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74320" marR="5080" lvl="0" indent="-274320" algn="just" fontAlgn="base">
              <a:lnSpc>
                <a:spcPct val="8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/>
              <a:buChar char=""/>
              <a:tabLst>
                <a:tab pos="357505" algn="l"/>
              </a:tabLst>
            </a:pPr>
            <a:r>
              <a:rPr lang="en-US" altLang="en-US" sz="2400" dirty="0"/>
              <a:t>A </a:t>
            </a:r>
            <a:r>
              <a:rPr lang="en-US" altLang="en-US" sz="2400" b="1" dirty="0"/>
              <a:t>Priority Queue </a:t>
            </a:r>
            <a:r>
              <a:rPr lang="en-US" altLang="en-US" sz="2400" dirty="0"/>
              <a:t>is a structure where each item has a priority.</a:t>
            </a:r>
          </a:p>
          <a:p>
            <a:pPr marL="274320" marR="5080" lvl="0" indent="-274320" algn="just" fontAlgn="base">
              <a:lnSpc>
                <a:spcPct val="8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/>
              <a:buChar char=""/>
              <a:tabLst>
                <a:tab pos="357505" algn="l"/>
              </a:tabLst>
            </a:pPr>
            <a:r>
              <a:rPr lang="en-US" altLang="en-US" sz="2400" dirty="0"/>
              <a:t>Highest-priority item is always processed first.</a:t>
            </a:r>
          </a:p>
          <a:p>
            <a:pPr marL="274320" marR="5080" lvl="0" indent="-274320" algn="just" fontAlgn="base">
              <a:lnSpc>
                <a:spcPct val="8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/>
              <a:buChar char=""/>
              <a:tabLst>
                <a:tab pos="357505" algn="l"/>
              </a:tabLst>
            </a:pPr>
            <a:r>
              <a:rPr lang="en-US" altLang="en-US" sz="2400" dirty="0"/>
              <a:t>Heap keeps the highest (max-heap) or lowest (min-heap) item at the root.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74320" marR="5080" indent="-274320" algn="just" fontAlgn="base">
              <a:lnSpc>
                <a:spcPct val="8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/>
              <a:buChar char=""/>
              <a:tabLst>
                <a:tab pos="357505" algn="l"/>
              </a:tabLst>
            </a:pPr>
            <a:r>
              <a:rPr lang="en-US" altLang="en-US" sz="2400" b="1" dirty="0"/>
              <a:t>Real-World Applications:</a:t>
            </a:r>
          </a:p>
          <a:p>
            <a:pPr marL="731520" marR="5080" lvl="1" indent="-274320" algn="just" fontAlgn="base">
              <a:lnSpc>
                <a:spcPct val="8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/>
              <a:buChar char=""/>
              <a:tabLst>
                <a:tab pos="357505" algn="l"/>
              </a:tabLst>
            </a:pPr>
            <a:r>
              <a:rPr lang="en-US" altLang="en-US" sz="2400" dirty="0"/>
              <a:t>OS job scheduling</a:t>
            </a:r>
          </a:p>
          <a:p>
            <a:pPr marL="731520" marR="5080" lvl="1" indent="-274320" algn="just" fontAlgn="base">
              <a:lnSpc>
                <a:spcPct val="8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/>
              <a:buChar char=""/>
              <a:tabLst>
                <a:tab pos="357505" algn="l"/>
              </a:tabLst>
            </a:pPr>
            <a:r>
              <a:rPr lang="en-US" altLang="en-US" sz="2400" dirty="0"/>
              <a:t>Graph algorithms (Dijkstra, Prim)</a:t>
            </a:r>
          </a:p>
          <a:p>
            <a:pPr marL="731520" marR="5080" lvl="1" indent="-274320" algn="just" fontAlgn="base">
              <a:lnSpc>
                <a:spcPct val="8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/>
              <a:buChar char=""/>
              <a:tabLst>
                <a:tab pos="357505" algn="l"/>
              </a:tabLst>
            </a:pPr>
            <a:r>
              <a:rPr lang="en-US" altLang="en-US" sz="2400" dirty="0"/>
              <a:t>Bandwidth allocation</a:t>
            </a:r>
          </a:p>
          <a:p>
            <a:pPr marL="731520" marR="5080" lvl="1" indent="-274320" algn="just" fontAlgn="base">
              <a:lnSpc>
                <a:spcPct val="8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/>
              <a:buChar char=""/>
              <a:tabLst>
                <a:tab pos="357505" algn="l"/>
              </a:tabLst>
            </a:pPr>
            <a:r>
              <a:rPr lang="en-US" altLang="en-US" sz="2400" dirty="0"/>
              <a:t>Simulation event handling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4072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08F054C24C56045B24747200A570474" ma:contentTypeVersion="3" ma:contentTypeDescription="Create a new document." ma:contentTypeScope="" ma:versionID="6659872a9db82e5433bc61f5e330b941">
  <xsd:schema xmlns:xsd="http://www.w3.org/2001/XMLSchema" xmlns:xs="http://www.w3.org/2001/XMLSchema" xmlns:p="http://schemas.microsoft.com/office/2006/metadata/properties" xmlns:ns2="fbb113d8-a423-4c9e-8257-bae59865eaa2" targetNamespace="http://schemas.microsoft.com/office/2006/metadata/properties" ma:root="true" ma:fieldsID="8c79d49e9fff2e2b7aa0d234d221ce65" ns2:_="">
    <xsd:import namespace="fbb113d8-a423-4c9e-8257-bae59865eaa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b113d8-a423-4c9e-8257-bae59865ea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CDE50BC-CFF1-48EE-ABC7-D32FC900E098}"/>
</file>

<file path=customXml/itemProps2.xml><?xml version="1.0" encoding="utf-8"?>
<ds:datastoreItem xmlns:ds="http://schemas.openxmlformats.org/officeDocument/2006/customXml" ds:itemID="{98C30C01-CD48-44A4-8F24-3BF506871E7B}"/>
</file>

<file path=customXml/itemProps3.xml><?xml version="1.0" encoding="utf-8"?>
<ds:datastoreItem xmlns:ds="http://schemas.openxmlformats.org/officeDocument/2006/customXml" ds:itemID="{56EE0FA9-31DD-4AF2-8810-BD978E238D77}"/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2289</TotalTime>
  <Words>1988</Words>
  <Application>Microsoft Office PowerPoint</Application>
  <PresentationFormat>On-screen Show (4:3)</PresentationFormat>
  <Paragraphs>340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26</vt:i4>
      </vt:variant>
    </vt:vector>
  </HeadingPairs>
  <TitlesOfParts>
    <vt:vector size="37" baseType="lpstr">
      <vt:lpstr>Arial</vt:lpstr>
      <vt:lpstr>Arial MT</vt:lpstr>
      <vt:lpstr>Arial Unicode MS</vt:lpstr>
      <vt:lpstr>Bookman Old Style</vt:lpstr>
      <vt:lpstr>Calibri</vt:lpstr>
      <vt:lpstr>Gill Sans MT</vt:lpstr>
      <vt:lpstr>Wingdings</vt:lpstr>
      <vt:lpstr>Wingdings 3</vt:lpstr>
      <vt:lpstr>Origin</vt:lpstr>
      <vt:lpstr>2_Origin</vt:lpstr>
      <vt:lpstr>1_Origin</vt:lpstr>
      <vt:lpstr> Heap Data Structure </vt:lpstr>
      <vt:lpstr>Why Do We Need Heaps?</vt:lpstr>
      <vt:lpstr>PowerPoint Presentation</vt:lpstr>
      <vt:lpstr>Complete Binary Tree — Foundation of Heaps</vt:lpstr>
      <vt:lpstr>Tree</vt:lpstr>
      <vt:lpstr>Heap</vt:lpstr>
      <vt:lpstr>Tree</vt:lpstr>
      <vt:lpstr>Why Implement Heaps Using Arrays?</vt:lpstr>
      <vt:lpstr>Why Heap Operations Are O(log n)</vt:lpstr>
      <vt:lpstr>Calculating the position of Root and Left-Right Child with 1 and 0 based indexing</vt:lpstr>
      <vt:lpstr>Inserting into a Heap</vt:lpstr>
      <vt:lpstr>Example</vt:lpstr>
      <vt:lpstr>Insert 44</vt:lpstr>
      <vt:lpstr>Insert 30</vt:lpstr>
      <vt:lpstr>Insert 50</vt:lpstr>
      <vt:lpstr>Insert 22</vt:lpstr>
      <vt:lpstr>Insert 60</vt:lpstr>
      <vt:lpstr>Insert 60 ( Contd )</vt:lpstr>
      <vt:lpstr>Heap Insertion (Max Heap) – Step-by-Step Algorithm</vt:lpstr>
      <vt:lpstr>Implementation in C++</vt:lpstr>
      <vt:lpstr>Deleting the root of Heap</vt:lpstr>
      <vt:lpstr>Delete 60</vt:lpstr>
      <vt:lpstr>Delete 60 ( Contd )</vt:lpstr>
      <vt:lpstr>Deleting the root from the Max Heap</vt:lpstr>
      <vt:lpstr>Deleting the root from the Max Heap(detailed)</vt:lpstr>
      <vt:lpstr>Heap as a Priority Queue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Atique</dc:creator>
  <cp:lastModifiedBy>Atique Ahmad Zafar</cp:lastModifiedBy>
  <cp:revision>68</cp:revision>
  <dcterms:created xsi:type="dcterms:W3CDTF">2012-09-05T05:27:50Z</dcterms:created>
  <dcterms:modified xsi:type="dcterms:W3CDTF">2025-11-14T04:53:28Z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0x010100408F054C24C56045B24747200A570474</vt:lpwstr>
  </property>
</Properties>
</file>