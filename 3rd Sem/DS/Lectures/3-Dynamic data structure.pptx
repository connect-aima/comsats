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  <p:sldMasterId id="2147483672" r:id="rId3"/>
  </p:sldMasterIdLst>
  <p:notesMasterIdLst>
    <p:notesMasterId r:id="rId32"/>
  </p:notesMasterIdLst>
  <p:sldIdLst>
    <p:sldId id="256" r:id="rId4"/>
    <p:sldId id="280" r:id="rId5"/>
    <p:sldId id="281" r:id="rId6"/>
    <p:sldId id="282" r:id="rId7"/>
    <p:sldId id="283" r:id="rId8"/>
    <p:sldId id="284" r:id="rId9"/>
    <p:sldId id="285" r:id="rId10"/>
    <p:sldId id="259" r:id="rId11"/>
    <p:sldId id="278" r:id="rId12"/>
    <p:sldId id="260" r:id="rId13"/>
    <p:sldId id="261" r:id="rId14"/>
    <p:sldId id="267" r:id="rId15"/>
    <p:sldId id="273" r:id="rId16"/>
    <p:sldId id="286" r:id="rId17"/>
    <p:sldId id="287" r:id="rId18"/>
    <p:sldId id="288" r:id="rId19"/>
    <p:sldId id="274" r:id="rId20"/>
    <p:sldId id="257" r:id="rId21"/>
    <p:sldId id="262" r:id="rId22"/>
    <p:sldId id="263" r:id="rId23"/>
    <p:sldId id="264" r:id="rId24"/>
    <p:sldId id="275" r:id="rId25"/>
    <p:sldId id="265" r:id="rId26"/>
    <p:sldId id="266" r:id="rId27"/>
    <p:sldId id="269" r:id="rId28"/>
    <p:sldId id="270" r:id="rId29"/>
    <p:sldId id="271" r:id="rId30"/>
    <p:sldId id="272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9F42D5-0F1E-459C-8086-A4CEB0F9A315}" v="2" dt="2025-09-16T08:57:03.7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1" autoAdjust="0"/>
    <p:restoredTop sz="73092" autoAdjust="0"/>
  </p:normalViewPr>
  <p:slideViewPr>
    <p:cSldViewPr>
      <p:cViewPr varScale="1">
        <p:scale>
          <a:sx n="61" d="100"/>
          <a:sy n="61" d="100"/>
        </p:scale>
        <p:origin x="16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customXml" Target="../customXml/item1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40" Type="http://schemas.openxmlformats.org/officeDocument/2006/relationships/customXml" Target="../customXml/item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3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ique Ahmad Zafar" userId="3c3190ae-5c8d-4775-903c-57da784da929" providerId="ADAL" clId="{7319F2F6-9AB1-42A7-A515-A4798B5A35E4}"/>
    <pc:docChg chg="undo custSel addSld delSld modSld">
      <pc:chgData name="Atique Ahmad Zafar" userId="3c3190ae-5c8d-4775-903c-57da784da929" providerId="ADAL" clId="{7319F2F6-9AB1-42A7-A515-A4798B5A35E4}" dt="2025-09-12T09:30:59.056" v="428" actId="2696"/>
      <pc:docMkLst>
        <pc:docMk/>
      </pc:docMkLst>
      <pc:sldChg chg="add del">
        <pc:chgData name="Atique Ahmad Zafar" userId="3c3190ae-5c8d-4775-903c-57da784da929" providerId="ADAL" clId="{7319F2F6-9AB1-42A7-A515-A4798B5A35E4}" dt="2025-09-12T08:54:29.268" v="147" actId="47"/>
        <pc:sldMkLst>
          <pc:docMk/>
          <pc:sldMk cId="0" sldId="258"/>
        </pc:sldMkLst>
      </pc:sldChg>
      <pc:sldChg chg="modSp add del mod">
        <pc:chgData name="Atique Ahmad Zafar" userId="3c3190ae-5c8d-4775-903c-57da784da929" providerId="ADAL" clId="{7319F2F6-9AB1-42A7-A515-A4798B5A35E4}" dt="2025-09-12T09:12:22.089" v="292" actId="207"/>
        <pc:sldMkLst>
          <pc:docMk/>
          <pc:sldMk cId="0" sldId="259"/>
        </pc:sldMkLst>
        <pc:spChg chg="mod">
          <ac:chgData name="Atique Ahmad Zafar" userId="3c3190ae-5c8d-4775-903c-57da784da929" providerId="ADAL" clId="{7319F2F6-9AB1-42A7-A515-A4798B5A35E4}" dt="2025-09-12T09:12:22.089" v="292" actId="20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Atique Ahmad Zafar" userId="3c3190ae-5c8d-4775-903c-57da784da929" providerId="ADAL" clId="{7319F2F6-9AB1-42A7-A515-A4798B5A35E4}" dt="2025-09-12T09:14:08.536" v="305" actId="207"/>
        <pc:sldMkLst>
          <pc:docMk/>
          <pc:sldMk cId="0" sldId="260"/>
        </pc:sldMkLst>
        <pc:spChg chg="mod">
          <ac:chgData name="Atique Ahmad Zafar" userId="3c3190ae-5c8d-4775-903c-57da784da929" providerId="ADAL" clId="{7319F2F6-9AB1-42A7-A515-A4798B5A35E4}" dt="2025-09-12T09:14:08.536" v="305" actId="207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Atique Ahmad Zafar" userId="3c3190ae-5c8d-4775-903c-57da784da929" providerId="ADAL" clId="{7319F2F6-9AB1-42A7-A515-A4798B5A35E4}" dt="2025-09-12T09:15:30.172" v="319" actId="207"/>
        <pc:sldMkLst>
          <pc:docMk/>
          <pc:sldMk cId="0" sldId="261"/>
        </pc:sldMkLst>
        <pc:spChg chg="mod">
          <ac:chgData name="Atique Ahmad Zafar" userId="3c3190ae-5c8d-4775-903c-57da784da929" providerId="ADAL" clId="{7319F2F6-9AB1-42A7-A515-A4798B5A35E4}" dt="2025-09-12T09:15:30.172" v="319" actId="207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Atique Ahmad Zafar" userId="3c3190ae-5c8d-4775-903c-57da784da929" providerId="ADAL" clId="{7319F2F6-9AB1-42A7-A515-A4798B5A35E4}" dt="2025-09-12T09:18:02.468" v="338" actId="27636"/>
        <pc:sldMkLst>
          <pc:docMk/>
          <pc:sldMk cId="0" sldId="267"/>
        </pc:sldMkLst>
        <pc:spChg chg="mod">
          <ac:chgData name="Atique Ahmad Zafar" userId="3c3190ae-5c8d-4775-903c-57da784da929" providerId="ADAL" clId="{7319F2F6-9AB1-42A7-A515-A4798B5A35E4}" dt="2025-09-12T09:18:02.468" v="338" actId="27636"/>
          <ac:spMkLst>
            <pc:docMk/>
            <pc:sldMk cId="0" sldId="267"/>
            <ac:spMk id="5" creationId="{00000000-0000-0000-0000-000000000000}"/>
          </ac:spMkLst>
        </pc:spChg>
      </pc:sldChg>
      <pc:sldChg chg="del">
        <pc:chgData name="Atique Ahmad Zafar" userId="3c3190ae-5c8d-4775-903c-57da784da929" providerId="ADAL" clId="{7319F2F6-9AB1-42A7-A515-A4798B5A35E4}" dt="2025-09-12T09:29:17.108" v="420" actId="47"/>
        <pc:sldMkLst>
          <pc:docMk/>
          <pc:sldMk cId="0" sldId="268"/>
        </pc:sldMkLst>
      </pc:sldChg>
      <pc:sldChg chg="modSp mod">
        <pc:chgData name="Atique Ahmad Zafar" userId="3c3190ae-5c8d-4775-903c-57da784da929" providerId="ADAL" clId="{7319F2F6-9AB1-42A7-A515-A4798B5A35E4}" dt="2025-09-12T09:23:33.924" v="354" actId="6549"/>
        <pc:sldMkLst>
          <pc:docMk/>
          <pc:sldMk cId="1262964341" sldId="273"/>
        </pc:sldMkLst>
        <pc:spChg chg="mod">
          <ac:chgData name="Atique Ahmad Zafar" userId="3c3190ae-5c8d-4775-903c-57da784da929" providerId="ADAL" clId="{7319F2F6-9AB1-42A7-A515-A4798B5A35E4}" dt="2025-09-12T09:20:35.585" v="341" actId="113"/>
          <ac:spMkLst>
            <pc:docMk/>
            <pc:sldMk cId="1262964341" sldId="273"/>
            <ac:spMk id="2" creationId="{5749B132-BC40-4FF9-CB90-ED873E2F479A}"/>
          </ac:spMkLst>
        </pc:spChg>
        <pc:spChg chg="mod">
          <ac:chgData name="Atique Ahmad Zafar" userId="3c3190ae-5c8d-4775-903c-57da784da929" providerId="ADAL" clId="{7319F2F6-9AB1-42A7-A515-A4798B5A35E4}" dt="2025-09-12T09:23:33.924" v="354" actId="6549"/>
          <ac:spMkLst>
            <pc:docMk/>
            <pc:sldMk cId="1262964341" sldId="273"/>
            <ac:spMk id="5" creationId="{491F39E7-2585-6C5B-E375-0F695A5A8967}"/>
          </ac:spMkLst>
        </pc:spChg>
      </pc:sldChg>
      <pc:sldChg chg="modSp mod">
        <pc:chgData name="Atique Ahmad Zafar" userId="3c3190ae-5c8d-4775-903c-57da784da929" providerId="ADAL" clId="{7319F2F6-9AB1-42A7-A515-A4798B5A35E4}" dt="2025-09-12T09:29:12.450" v="419" actId="207"/>
        <pc:sldMkLst>
          <pc:docMk/>
          <pc:sldMk cId="1893807314" sldId="274"/>
        </pc:sldMkLst>
        <pc:spChg chg="mod">
          <ac:chgData name="Atique Ahmad Zafar" userId="3c3190ae-5c8d-4775-903c-57da784da929" providerId="ADAL" clId="{7319F2F6-9AB1-42A7-A515-A4798B5A35E4}" dt="2025-09-12T09:29:12.450" v="419" actId="207"/>
          <ac:spMkLst>
            <pc:docMk/>
            <pc:sldMk cId="1893807314" sldId="274"/>
            <ac:spMk id="5" creationId="{EBDB29FF-CB5D-BF0C-8700-09DE7A0E2406}"/>
          </ac:spMkLst>
        </pc:spChg>
      </pc:sldChg>
      <pc:sldChg chg="add del">
        <pc:chgData name="Atique Ahmad Zafar" userId="3c3190ae-5c8d-4775-903c-57da784da929" providerId="ADAL" clId="{7319F2F6-9AB1-42A7-A515-A4798B5A35E4}" dt="2025-09-12T08:54:30.145" v="148" actId="47"/>
        <pc:sldMkLst>
          <pc:docMk/>
          <pc:sldMk cId="2191084763" sldId="276"/>
        </pc:sldMkLst>
      </pc:sldChg>
      <pc:sldChg chg="del">
        <pc:chgData name="Atique Ahmad Zafar" userId="3c3190ae-5c8d-4775-903c-57da784da929" providerId="ADAL" clId="{7319F2F6-9AB1-42A7-A515-A4798B5A35E4}" dt="2025-09-12T08:07:11.258" v="33" actId="47"/>
        <pc:sldMkLst>
          <pc:docMk/>
          <pc:sldMk cId="0" sldId="277"/>
        </pc:sldMkLst>
      </pc:sldChg>
      <pc:sldChg chg="modSp add del mod">
        <pc:chgData name="Atique Ahmad Zafar" userId="3c3190ae-5c8d-4775-903c-57da784da929" providerId="ADAL" clId="{7319F2F6-9AB1-42A7-A515-A4798B5A35E4}" dt="2025-09-12T09:12:11.601" v="290" actId="207"/>
        <pc:sldMkLst>
          <pc:docMk/>
          <pc:sldMk cId="1462521921" sldId="278"/>
        </pc:sldMkLst>
        <pc:spChg chg="mod">
          <ac:chgData name="Atique Ahmad Zafar" userId="3c3190ae-5c8d-4775-903c-57da784da929" providerId="ADAL" clId="{7319F2F6-9AB1-42A7-A515-A4798B5A35E4}" dt="2025-09-12T09:12:11.601" v="290" actId="207"/>
          <ac:spMkLst>
            <pc:docMk/>
            <pc:sldMk cId="1462521921" sldId="278"/>
            <ac:spMk id="4" creationId="{C493A39C-B941-1B43-204A-BBAF15336BED}"/>
          </ac:spMkLst>
        </pc:spChg>
      </pc:sldChg>
      <pc:sldChg chg="add del">
        <pc:chgData name="Atique Ahmad Zafar" userId="3c3190ae-5c8d-4775-903c-57da784da929" providerId="ADAL" clId="{7319F2F6-9AB1-42A7-A515-A4798B5A35E4}" dt="2025-09-12T09:30:59.056" v="428" actId="2696"/>
        <pc:sldMkLst>
          <pc:docMk/>
          <pc:sldMk cId="273563806" sldId="279"/>
        </pc:sldMkLst>
      </pc:sldChg>
      <pc:sldChg chg="del">
        <pc:chgData name="Atique Ahmad Zafar" userId="3c3190ae-5c8d-4775-903c-57da784da929" providerId="ADAL" clId="{7319F2F6-9AB1-42A7-A515-A4798B5A35E4}" dt="2025-09-12T08:07:06.672" v="12" actId="47"/>
        <pc:sldMkLst>
          <pc:docMk/>
          <pc:sldMk cId="0" sldId="280"/>
        </pc:sldMkLst>
      </pc:sldChg>
      <pc:sldChg chg="modSp new mod">
        <pc:chgData name="Atique Ahmad Zafar" userId="3c3190ae-5c8d-4775-903c-57da784da929" providerId="ADAL" clId="{7319F2F6-9AB1-42A7-A515-A4798B5A35E4}" dt="2025-09-12T09:29:36.623" v="423" actId="5793"/>
        <pc:sldMkLst>
          <pc:docMk/>
          <pc:sldMk cId="2989403821" sldId="280"/>
        </pc:sldMkLst>
        <pc:spChg chg="mod">
          <ac:chgData name="Atique Ahmad Zafar" userId="3c3190ae-5c8d-4775-903c-57da784da929" providerId="ADAL" clId="{7319F2F6-9AB1-42A7-A515-A4798B5A35E4}" dt="2025-09-12T08:08:03.062" v="52"/>
          <ac:spMkLst>
            <pc:docMk/>
            <pc:sldMk cId="2989403821" sldId="280"/>
            <ac:spMk id="2" creationId="{3EC92381-E7E9-972F-5678-6787E7697C3C}"/>
          </ac:spMkLst>
        </pc:spChg>
        <pc:spChg chg="mod">
          <ac:chgData name="Atique Ahmad Zafar" userId="3c3190ae-5c8d-4775-903c-57da784da929" providerId="ADAL" clId="{7319F2F6-9AB1-42A7-A515-A4798B5A35E4}" dt="2025-09-12T09:29:36.623" v="423" actId="5793"/>
          <ac:spMkLst>
            <pc:docMk/>
            <pc:sldMk cId="2989403821" sldId="280"/>
            <ac:spMk id="4" creationId="{791F9901-E31F-4A5F-74D0-D1B419E212B7}"/>
          </ac:spMkLst>
        </pc:spChg>
      </pc:sldChg>
      <pc:sldChg chg="del">
        <pc:chgData name="Atique Ahmad Zafar" userId="3c3190ae-5c8d-4775-903c-57da784da929" providerId="ADAL" clId="{7319F2F6-9AB1-42A7-A515-A4798B5A35E4}" dt="2025-09-12T08:07:07.114" v="13" actId="47"/>
        <pc:sldMkLst>
          <pc:docMk/>
          <pc:sldMk cId="0" sldId="281"/>
        </pc:sldMkLst>
      </pc:sldChg>
      <pc:sldChg chg="modSp new mod">
        <pc:chgData name="Atique Ahmad Zafar" userId="3c3190ae-5c8d-4775-903c-57da784da929" providerId="ADAL" clId="{7319F2F6-9AB1-42A7-A515-A4798B5A35E4}" dt="2025-09-12T09:30:05.973" v="424" actId="207"/>
        <pc:sldMkLst>
          <pc:docMk/>
          <pc:sldMk cId="2471300494" sldId="281"/>
        </pc:sldMkLst>
        <pc:spChg chg="mod">
          <ac:chgData name="Atique Ahmad Zafar" userId="3c3190ae-5c8d-4775-903c-57da784da929" providerId="ADAL" clId="{7319F2F6-9AB1-42A7-A515-A4798B5A35E4}" dt="2025-09-12T08:12:10.211" v="55"/>
          <ac:spMkLst>
            <pc:docMk/>
            <pc:sldMk cId="2471300494" sldId="281"/>
            <ac:spMk id="2" creationId="{F2A9335E-4D2B-A76B-2CD1-01196948F63D}"/>
          </ac:spMkLst>
        </pc:spChg>
        <pc:spChg chg="mod">
          <ac:chgData name="Atique Ahmad Zafar" userId="3c3190ae-5c8d-4775-903c-57da784da929" providerId="ADAL" clId="{7319F2F6-9AB1-42A7-A515-A4798B5A35E4}" dt="2025-09-12T09:30:05.973" v="424" actId="207"/>
          <ac:spMkLst>
            <pc:docMk/>
            <pc:sldMk cId="2471300494" sldId="281"/>
            <ac:spMk id="4" creationId="{5A85C569-1398-CD34-D154-FF890C6268E6}"/>
          </ac:spMkLst>
        </pc:spChg>
      </pc:sldChg>
      <pc:sldChg chg="del">
        <pc:chgData name="Atique Ahmad Zafar" userId="3c3190ae-5c8d-4775-903c-57da784da929" providerId="ADAL" clId="{7319F2F6-9AB1-42A7-A515-A4798B5A35E4}" dt="2025-09-12T08:07:07.336" v="14" actId="47"/>
        <pc:sldMkLst>
          <pc:docMk/>
          <pc:sldMk cId="0" sldId="282"/>
        </pc:sldMkLst>
      </pc:sldChg>
      <pc:sldChg chg="modSp new mod">
        <pc:chgData name="Atique Ahmad Zafar" userId="3c3190ae-5c8d-4775-903c-57da784da929" providerId="ADAL" clId="{7319F2F6-9AB1-42A7-A515-A4798B5A35E4}" dt="2025-09-12T09:30:39.002" v="426" actId="207"/>
        <pc:sldMkLst>
          <pc:docMk/>
          <pc:sldMk cId="1816939176" sldId="282"/>
        </pc:sldMkLst>
        <pc:spChg chg="mod">
          <ac:chgData name="Atique Ahmad Zafar" userId="3c3190ae-5c8d-4775-903c-57da784da929" providerId="ADAL" clId="{7319F2F6-9AB1-42A7-A515-A4798B5A35E4}" dt="2025-09-12T08:14:45.098" v="94" actId="27636"/>
          <ac:spMkLst>
            <pc:docMk/>
            <pc:sldMk cId="1816939176" sldId="282"/>
            <ac:spMk id="2" creationId="{6377BA96-62C8-144F-3CD3-35EC06E693A3}"/>
          </ac:spMkLst>
        </pc:spChg>
        <pc:spChg chg="mod">
          <ac:chgData name="Atique Ahmad Zafar" userId="3c3190ae-5c8d-4775-903c-57da784da929" providerId="ADAL" clId="{7319F2F6-9AB1-42A7-A515-A4798B5A35E4}" dt="2025-09-12T09:30:39.002" v="426" actId="207"/>
          <ac:spMkLst>
            <pc:docMk/>
            <pc:sldMk cId="1816939176" sldId="282"/>
            <ac:spMk id="4" creationId="{41D26749-7ADE-B948-0F8D-FE5E956B7721}"/>
          </ac:spMkLst>
        </pc:spChg>
      </pc:sldChg>
      <pc:sldChg chg="del">
        <pc:chgData name="Atique Ahmad Zafar" userId="3c3190ae-5c8d-4775-903c-57da784da929" providerId="ADAL" clId="{7319F2F6-9AB1-42A7-A515-A4798B5A35E4}" dt="2025-09-12T08:07:07.624" v="15" actId="47"/>
        <pc:sldMkLst>
          <pc:docMk/>
          <pc:sldMk cId="0" sldId="283"/>
        </pc:sldMkLst>
      </pc:sldChg>
      <pc:sldChg chg="modSp new mod">
        <pc:chgData name="Atique Ahmad Zafar" userId="3c3190ae-5c8d-4775-903c-57da784da929" providerId="ADAL" clId="{7319F2F6-9AB1-42A7-A515-A4798B5A35E4}" dt="2025-09-12T09:30:43.996" v="427" actId="207"/>
        <pc:sldMkLst>
          <pc:docMk/>
          <pc:sldMk cId="2981733410" sldId="283"/>
        </pc:sldMkLst>
        <pc:spChg chg="mod">
          <ac:chgData name="Atique Ahmad Zafar" userId="3c3190ae-5c8d-4775-903c-57da784da929" providerId="ADAL" clId="{7319F2F6-9AB1-42A7-A515-A4798B5A35E4}" dt="2025-09-12T08:16:54.797" v="145" actId="27636"/>
          <ac:spMkLst>
            <pc:docMk/>
            <pc:sldMk cId="2981733410" sldId="283"/>
            <ac:spMk id="2" creationId="{B4BE16A8-61CA-D9E7-3773-1FC37168C74D}"/>
          </ac:spMkLst>
        </pc:spChg>
        <pc:spChg chg="mod">
          <ac:chgData name="Atique Ahmad Zafar" userId="3c3190ae-5c8d-4775-903c-57da784da929" providerId="ADAL" clId="{7319F2F6-9AB1-42A7-A515-A4798B5A35E4}" dt="2025-09-12T09:30:43.996" v="427" actId="207"/>
          <ac:spMkLst>
            <pc:docMk/>
            <pc:sldMk cId="2981733410" sldId="283"/>
            <ac:spMk id="4" creationId="{B599739C-DFF6-18CC-A093-1DD9A19248C7}"/>
          </ac:spMkLst>
        </pc:spChg>
      </pc:sldChg>
      <pc:sldChg chg="del">
        <pc:chgData name="Atique Ahmad Zafar" userId="3c3190ae-5c8d-4775-903c-57da784da929" providerId="ADAL" clId="{7319F2F6-9AB1-42A7-A515-A4798B5A35E4}" dt="2025-09-12T08:07:07.737" v="16" actId="47"/>
        <pc:sldMkLst>
          <pc:docMk/>
          <pc:sldMk cId="0" sldId="284"/>
        </pc:sldMkLst>
      </pc:sldChg>
      <pc:sldChg chg="addSp delSp modSp new mod">
        <pc:chgData name="Atique Ahmad Zafar" userId="3c3190ae-5c8d-4775-903c-57da784da929" providerId="ADAL" clId="{7319F2F6-9AB1-42A7-A515-A4798B5A35E4}" dt="2025-09-12T08:55:55.048" v="164" actId="15"/>
        <pc:sldMkLst>
          <pc:docMk/>
          <pc:sldMk cId="3674423323" sldId="284"/>
        </pc:sldMkLst>
        <pc:spChg chg="mod">
          <ac:chgData name="Atique Ahmad Zafar" userId="3c3190ae-5c8d-4775-903c-57da784da929" providerId="ADAL" clId="{7319F2F6-9AB1-42A7-A515-A4798B5A35E4}" dt="2025-09-12T08:54:53.817" v="149"/>
          <ac:spMkLst>
            <pc:docMk/>
            <pc:sldMk cId="3674423323" sldId="284"/>
            <ac:spMk id="2" creationId="{A49DB16E-3AF2-8C68-A3C2-032C85A9188D}"/>
          </ac:spMkLst>
        </pc:spChg>
        <pc:spChg chg="add del mod">
          <ac:chgData name="Atique Ahmad Zafar" userId="3c3190ae-5c8d-4775-903c-57da784da929" providerId="ADAL" clId="{7319F2F6-9AB1-42A7-A515-A4798B5A35E4}" dt="2025-09-12T08:55:55.048" v="164" actId="15"/>
          <ac:spMkLst>
            <pc:docMk/>
            <pc:sldMk cId="3674423323" sldId="284"/>
            <ac:spMk id="4" creationId="{A546DBD4-BA7D-FF69-A711-5BBF9CEE43FB}"/>
          </ac:spMkLst>
        </pc:spChg>
      </pc:sldChg>
      <pc:sldChg chg="del">
        <pc:chgData name="Atique Ahmad Zafar" userId="3c3190ae-5c8d-4775-903c-57da784da929" providerId="ADAL" clId="{7319F2F6-9AB1-42A7-A515-A4798B5A35E4}" dt="2025-09-12T08:07:07.937" v="17" actId="47"/>
        <pc:sldMkLst>
          <pc:docMk/>
          <pc:sldMk cId="0" sldId="285"/>
        </pc:sldMkLst>
      </pc:sldChg>
      <pc:sldChg chg="addSp delSp modSp new mod">
        <pc:chgData name="Atique Ahmad Zafar" userId="3c3190ae-5c8d-4775-903c-57da784da929" providerId="ADAL" clId="{7319F2F6-9AB1-42A7-A515-A4798B5A35E4}" dt="2025-09-12T09:03:21.278" v="258" actId="1037"/>
        <pc:sldMkLst>
          <pc:docMk/>
          <pc:sldMk cId="3488993513" sldId="285"/>
        </pc:sldMkLst>
        <pc:spChg chg="mod">
          <ac:chgData name="Atique Ahmad Zafar" userId="3c3190ae-5c8d-4775-903c-57da784da929" providerId="ADAL" clId="{7319F2F6-9AB1-42A7-A515-A4798B5A35E4}" dt="2025-09-12T08:58:56.753" v="166"/>
          <ac:spMkLst>
            <pc:docMk/>
            <pc:sldMk cId="3488993513" sldId="285"/>
            <ac:spMk id="2" creationId="{1F50093D-907B-CBAE-5715-4C08A4B08897}"/>
          </ac:spMkLst>
        </pc:spChg>
        <pc:spChg chg="add mod">
          <ac:chgData name="Atique Ahmad Zafar" userId="3c3190ae-5c8d-4775-903c-57da784da929" providerId="ADAL" clId="{7319F2F6-9AB1-42A7-A515-A4798B5A35E4}" dt="2025-09-12T09:01:37.764" v="237" actId="14100"/>
          <ac:spMkLst>
            <pc:docMk/>
            <pc:sldMk cId="3488993513" sldId="285"/>
            <ac:spMk id="7" creationId="{25AC5AF6-BF03-F728-007A-6C5774C6F732}"/>
          </ac:spMkLst>
        </pc:spChg>
        <pc:spChg chg="add mod">
          <ac:chgData name="Atique Ahmad Zafar" userId="3c3190ae-5c8d-4775-903c-57da784da929" providerId="ADAL" clId="{7319F2F6-9AB1-42A7-A515-A4798B5A35E4}" dt="2025-09-12T09:03:05.834" v="238" actId="478"/>
          <ac:spMkLst>
            <pc:docMk/>
            <pc:sldMk cId="3488993513" sldId="285"/>
            <ac:spMk id="9" creationId="{B4760806-B063-C27C-88E2-F7728C2D785F}"/>
          </ac:spMkLst>
        </pc:spChg>
        <pc:picChg chg="add mod">
          <ac:chgData name="Atique Ahmad Zafar" userId="3c3190ae-5c8d-4775-903c-57da784da929" providerId="ADAL" clId="{7319F2F6-9AB1-42A7-A515-A4798B5A35E4}" dt="2025-09-12T09:03:21.278" v="258" actId="1037"/>
          <ac:picMkLst>
            <pc:docMk/>
            <pc:sldMk cId="3488993513" sldId="285"/>
            <ac:picMk id="11" creationId="{4E56AF53-262A-E2D0-769D-0F9B1EF30C83}"/>
          </ac:picMkLst>
        </pc:picChg>
      </pc:sldChg>
      <pc:sldChg chg="del">
        <pc:chgData name="Atique Ahmad Zafar" userId="3c3190ae-5c8d-4775-903c-57da784da929" providerId="ADAL" clId="{7319F2F6-9AB1-42A7-A515-A4798B5A35E4}" dt="2025-09-12T08:07:08.137" v="18" actId="47"/>
        <pc:sldMkLst>
          <pc:docMk/>
          <pc:sldMk cId="0" sldId="286"/>
        </pc:sldMkLst>
      </pc:sldChg>
      <pc:sldChg chg="modSp new mod">
        <pc:chgData name="Atique Ahmad Zafar" userId="3c3190ae-5c8d-4775-903c-57da784da929" providerId="ADAL" clId="{7319F2F6-9AB1-42A7-A515-A4798B5A35E4}" dt="2025-09-12T09:24:42.926" v="386" actId="207"/>
        <pc:sldMkLst>
          <pc:docMk/>
          <pc:sldMk cId="313836727" sldId="286"/>
        </pc:sldMkLst>
        <pc:spChg chg="mod">
          <ac:chgData name="Atique Ahmad Zafar" userId="3c3190ae-5c8d-4775-903c-57da784da929" providerId="ADAL" clId="{7319F2F6-9AB1-42A7-A515-A4798B5A35E4}" dt="2025-09-12T09:23:45.094" v="363" actId="20577"/>
          <ac:spMkLst>
            <pc:docMk/>
            <pc:sldMk cId="313836727" sldId="286"/>
            <ac:spMk id="2" creationId="{96B28462-9EB5-3D40-76A8-3DB8C49BA2D8}"/>
          </ac:spMkLst>
        </pc:spChg>
        <pc:spChg chg="mod">
          <ac:chgData name="Atique Ahmad Zafar" userId="3c3190ae-5c8d-4775-903c-57da784da929" providerId="ADAL" clId="{7319F2F6-9AB1-42A7-A515-A4798B5A35E4}" dt="2025-09-12T09:24:42.926" v="386" actId="207"/>
          <ac:spMkLst>
            <pc:docMk/>
            <pc:sldMk cId="313836727" sldId="286"/>
            <ac:spMk id="4" creationId="{720D7C09-9D95-8071-E184-49FFC7F7A764}"/>
          </ac:spMkLst>
        </pc:spChg>
      </pc:sldChg>
      <pc:sldChg chg="del">
        <pc:chgData name="Atique Ahmad Zafar" userId="3c3190ae-5c8d-4775-903c-57da784da929" providerId="ADAL" clId="{7319F2F6-9AB1-42A7-A515-A4798B5A35E4}" dt="2025-09-12T08:07:08.344" v="19" actId="47"/>
        <pc:sldMkLst>
          <pc:docMk/>
          <pc:sldMk cId="0" sldId="287"/>
        </pc:sldMkLst>
      </pc:sldChg>
      <pc:sldChg chg="modSp new mod">
        <pc:chgData name="Atique Ahmad Zafar" userId="3c3190ae-5c8d-4775-903c-57da784da929" providerId="ADAL" clId="{7319F2F6-9AB1-42A7-A515-A4798B5A35E4}" dt="2025-09-12T09:26:00.327" v="396" actId="207"/>
        <pc:sldMkLst>
          <pc:docMk/>
          <pc:sldMk cId="265235996" sldId="287"/>
        </pc:sldMkLst>
        <pc:spChg chg="mod">
          <ac:chgData name="Atique Ahmad Zafar" userId="3c3190ae-5c8d-4775-903c-57da784da929" providerId="ADAL" clId="{7319F2F6-9AB1-42A7-A515-A4798B5A35E4}" dt="2025-09-12T09:25:35.414" v="388"/>
          <ac:spMkLst>
            <pc:docMk/>
            <pc:sldMk cId="265235996" sldId="287"/>
            <ac:spMk id="2" creationId="{2A235C4D-E5F0-E80A-813D-56F5EBB4B83C}"/>
          </ac:spMkLst>
        </pc:spChg>
        <pc:spChg chg="mod">
          <ac:chgData name="Atique Ahmad Zafar" userId="3c3190ae-5c8d-4775-903c-57da784da929" providerId="ADAL" clId="{7319F2F6-9AB1-42A7-A515-A4798B5A35E4}" dt="2025-09-12T09:26:00.327" v="396" actId="207"/>
          <ac:spMkLst>
            <pc:docMk/>
            <pc:sldMk cId="265235996" sldId="287"/>
            <ac:spMk id="4" creationId="{C9FC7E0D-7393-EE40-7BFB-39EE5475A991}"/>
          </ac:spMkLst>
        </pc:spChg>
      </pc:sldChg>
      <pc:sldChg chg="del">
        <pc:chgData name="Atique Ahmad Zafar" userId="3c3190ae-5c8d-4775-903c-57da784da929" providerId="ADAL" clId="{7319F2F6-9AB1-42A7-A515-A4798B5A35E4}" dt="2025-09-12T08:07:08.540" v="20" actId="47"/>
        <pc:sldMkLst>
          <pc:docMk/>
          <pc:sldMk cId="0" sldId="288"/>
        </pc:sldMkLst>
      </pc:sldChg>
      <pc:sldChg chg="modSp new mod">
        <pc:chgData name="Atique Ahmad Zafar" userId="3c3190ae-5c8d-4775-903c-57da784da929" providerId="ADAL" clId="{7319F2F6-9AB1-42A7-A515-A4798B5A35E4}" dt="2025-09-12T09:28:33.659" v="418" actId="207"/>
        <pc:sldMkLst>
          <pc:docMk/>
          <pc:sldMk cId="300618604" sldId="288"/>
        </pc:sldMkLst>
        <pc:spChg chg="mod">
          <ac:chgData name="Atique Ahmad Zafar" userId="3c3190ae-5c8d-4775-903c-57da784da929" providerId="ADAL" clId="{7319F2F6-9AB1-42A7-A515-A4798B5A35E4}" dt="2025-09-12T09:27:34.593" v="398"/>
          <ac:spMkLst>
            <pc:docMk/>
            <pc:sldMk cId="300618604" sldId="288"/>
            <ac:spMk id="2" creationId="{8DBFA789-1C9A-1B49-3C26-6B95E0E82162}"/>
          </ac:spMkLst>
        </pc:spChg>
        <pc:spChg chg="mod">
          <ac:chgData name="Atique Ahmad Zafar" userId="3c3190ae-5c8d-4775-903c-57da784da929" providerId="ADAL" clId="{7319F2F6-9AB1-42A7-A515-A4798B5A35E4}" dt="2025-09-12T09:28:33.659" v="418" actId="207"/>
          <ac:spMkLst>
            <pc:docMk/>
            <pc:sldMk cId="300618604" sldId="288"/>
            <ac:spMk id="4" creationId="{CAAF5E46-5823-84AA-E7BD-83C07C1AC26A}"/>
          </ac:spMkLst>
        </pc:spChg>
      </pc:sldChg>
      <pc:sldChg chg="del">
        <pc:chgData name="Atique Ahmad Zafar" userId="3c3190ae-5c8d-4775-903c-57da784da929" providerId="ADAL" clId="{7319F2F6-9AB1-42A7-A515-A4798B5A35E4}" dt="2025-09-12T08:07:08.719" v="21" actId="47"/>
        <pc:sldMkLst>
          <pc:docMk/>
          <pc:sldMk cId="0" sldId="289"/>
        </pc:sldMkLst>
      </pc:sldChg>
      <pc:sldChg chg="del">
        <pc:chgData name="Atique Ahmad Zafar" userId="3c3190ae-5c8d-4775-903c-57da784da929" providerId="ADAL" clId="{7319F2F6-9AB1-42A7-A515-A4798B5A35E4}" dt="2025-09-12T08:07:08.901" v="22" actId="47"/>
        <pc:sldMkLst>
          <pc:docMk/>
          <pc:sldMk cId="0" sldId="290"/>
        </pc:sldMkLst>
      </pc:sldChg>
      <pc:sldChg chg="del">
        <pc:chgData name="Atique Ahmad Zafar" userId="3c3190ae-5c8d-4775-903c-57da784da929" providerId="ADAL" clId="{7319F2F6-9AB1-42A7-A515-A4798B5A35E4}" dt="2025-09-12T08:07:09.117" v="23" actId="47"/>
        <pc:sldMkLst>
          <pc:docMk/>
          <pc:sldMk cId="0" sldId="291"/>
        </pc:sldMkLst>
      </pc:sldChg>
      <pc:sldChg chg="del">
        <pc:chgData name="Atique Ahmad Zafar" userId="3c3190ae-5c8d-4775-903c-57da784da929" providerId="ADAL" clId="{7319F2F6-9AB1-42A7-A515-A4798B5A35E4}" dt="2025-09-12T08:07:09.307" v="24" actId="47"/>
        <pc:sldMkLst>
          <pc:docMk/>
          <pc:sldMk cId="0" sldId="292"/>
        </pc:sldMkLst>
      </pc:sldChg>
      <pc:sldChg chg="del">
        <pc:chgData name="Atique Ahmad Zafar" userId="3c3190ae-5c8d-4775-903c-57da784da929" providerId="ADAL" clId="{7319F2F6-9AB1-42A7-A515-A4798B5A35E4}" dt="2025-09-12T08:07:09.518" v="25" actId="47"/>
        <pc:sldMkLst>
          <pc:docMk/>
          <pc:sldMk cId="0" sldId="293"/>
        </pc:sldMkLst>
      </pc:sldChg>
      <pc:sldChg chg="del">
        <pc:chgData name="Atique Ahmad Zafar" userId="3c3190ae-5c8d-4775-903c-57da784da929" providerId="ADAL" clId="{7319F2F6-9AB1-42A7-A515-A4798B5A35E4}" dt="2025-09-12T08:07:09.709" v="26" actId="47"/>
        <pc:sldMkLst>
          <pc:docMk/>
          <pc:sldMk cId="0" sldId="294"/>
        </pc:sldMkLst>
      </pc:sldChg>
      <pc:sldChg chg="del">
        <pc:chgData name="Atique Ahmad Zafar" userId="3c3190ae-5c8d-4775-903c-57da784da929" providerId="ADAL" clId="{7319F2F6-9AB1-42A7-A515-A4798B5A35E4}" dt="2025-09-12T08:07:09.918" v="27" actId="47"/>
        <pc:sldMkLst>
          <pc:docMk/>
          <pc:sldMk cId="0" sldId="295"/>
        </pc:sldMkLst>
      </pc:sldChg>
      <pc:sldChg chg="del">
        <pc:chgData name="Atique Ahmad Zafar" userId="3c3190ae-5c8d-4775-903c-57da784da929" providerId="ADAL" clId="{7319F2F6-9AB1-42A7-A515-A4798B5A35E4}" dt="2025-09-12T08:07:10.119" v="28" actId="47"/>
        <pc:sldMkLst>
          <pc:docMk/>
          <pc:sldMk cId="0" sldId="296"/>
        </pc:sldMkLst>
      </pc:sldChg>
      <pc:sldChg chg="del">
        <pc:chgData name="Atique Ahmad Zafar" userId="3c3190ae-5c8d-4775-903c-57da784da929" providerId="ADAL" clId="{7319F2F6-9AB1-42A7-A515-A4798B5A35E4}" dt="2025-09-12T08:07:10.327" v="29" actId="47"/>
        <pc:sldMkLst>
          <pc:docMk/>
          <pc:sldMk cId="0" sldId="297"/>
        </pc:sldMkLst>
      </pc:sldChg>
      <pc:sldChg chg="del">
        <pc:chgData name="Atique Ahmad Zafar" userId="3c3190ae-5c8d-4775-903c-57da784da929" providerId="ADAL" clId="{7319F2F6-9AB1-42A7-A515-A4798B5A35E4}" dt="2025-09-12T08:07:10.557" v="30" actId="47"/>
        <pc:sldMkLst>
          <pc:docMk/>
          <pc:sldMk cId="0" sldId="298"/>
        </pc:sldMkLst>
      </pc:sldChg>
      <pc:sldChg chg="del">
        <pc:chgData name="Atique Ahmad Zafar" userId="3c3190ae-5c8d-4775-903c-57da784da929" providerId="ADAL" clId="{7319F2F6-9AB1-42A7-A515-A4798B5A35E4}" dt="2025-09-12T08:07:10.772" v="31" actId="47"/>
        <pc:sldMkLst>
          <pc:docMk/>
          <pc:sldMk cId="0" sldId="299"/>
        </pc:sldMkLst>
      </pc:sldChg>
      <pc:sldChg chg="del">
        <pc:chgData name="Atique Ahmad Zafar" userId="3c3190ae-5c8d-4775-903c-57da784da929" providerId="ADAL" clId="{7319F2F6-9AB1-42A7-A515-A4798B5A35E4}" dt="2025-09-12T08:07:10.993" v="32" actId="47"/>
        <pc:sldMkLst>
          <pc:docMk/>
          <pc:sldMk cId="0" sldId="300"/>
        </pc:sldMkLst>
      </pc:sldChg>
      <pc:sldChg chg="del">
        <pc:chgData name="Atique Ahmad Zafar" userId="3c3190ae-5c8d-4775-903c-57da784da929" providerId="ADAL" clId="{7319F2F6-9AB1-42A7-A515-A4798B5A35E4}" dt="2025-09-12T08:07:11.474" v="34" actId="47"/>
        <pc:sldMkLst>
          <pc:docMk/>
          <pc:sldMk cId="0" sldId="301"/>
        </pc:sldMkLst>
      </pc:sldChg>
      <pc:sldChg chg="del">
        <pc:chgData name="Atique Ahmad Zafar" userId="3c3190ae-5c8d-4775-903c-57da784da929" providerId="ADAL" clId="{7319F2F6-9AB1-42A7-A515-A4798B5A35E4}" dt="2025-09-12T08:07:11.691" v="35" actId="47"/>
        <pc:sldMkLst>
          <pc:docMk/>
          <pc:sldMk cId="0" sldId="302"/>
        </pc:sldMkLst>
      </pc:sldChg>
      <pc:sldChg chg="del">
        <pc:chgData name="Atique Ahmad Zafar" userId="3c3190ae-5c8d-4775-903c-57da784da929" providerId="ADAL" clId="{7319F2F6-9AB1-42A7-A515-A4798B5A35E4}" dt="2025-09-12T08:07:12.576" v="36" actId="47"/>
        <pc:sldMkLst>
          <pc:docMk/>
          <pc:sldMk cId="0" sldId="303"/>
        </pc:sldMkLst>
      </pc:sldChg>
      <pc:sldChg chg="del">
        <pc:chgData name="Atique Ahmad Zafar" userId="3c3190ae-5c8d-4775-903c-57da784da929" providerId="ADAL" clId="{7319F2F6-9AB1-42A7-A515-A4798B5A35E4}" dt="2025-09-12T08:07:13.124" v="37" actId="47"/>
        <pc:sldMkLst>
          <pc:docMk/>
          <pc:sldMk cId="0" sldId="304"/>
        </pc:sldMkLst>
      </pc:sldChg>
      <pc:sldChg chg="del">
        <pc:chgData name="Atique Ahmad Zafar" userId="3c3190ae-5c8d-4775-903c-57da784da929" providerId="ADAL" clId="{7319F2F6-9AB1-42A7-A515-A4798B5A35E4}" dt="2025-09-12T08:07:13.375" v="38" actId="47"/>
        <pc:sldMkLst>
          <pc:docMk/>
          <pc:sldMk cId="0" sldId="305"/>
        </pc:sldMkLst>
      </pc:sldChg>
      <pc:sldChg chg="del">
        <pc:chgData name="Atique Ahmad Zafar" userId="3c3190ae-5c8d-4775-903c-57da784da929" providerId="ADAL" clId="{7319F2F6-9AB1-42A7-A515-A4798B5A35E4}" dt="2025-09-12T08:07:13.578" v="39" actId="47"/>
        <pc:sldMkLst>
          <pc:docMk/>
          <pc:sldMk cId="0" sldId="306"/>
        </pc:sldMkLst>
      </pc:sldChg>
      <pc:sldChg chg="del">
        <pc:chgData name="Atique Ahmad Zafar" userId="3c3190ae-5c8d-4775-903c-57da784da929" providerId="ADAL" clId="{7319F2F6-9AB1-42A7-A515-A4798B5A35E4}" dt="2025-09-12T08:07:14.449" v="40" actId="47"/>
        <pc:sldMkLst>
          <pc:docMk/>
          <pc:sldMk cId="0" sldId="307"/>
        </pc:sldMkLst>
      </pc:sldChg>
      <pc:sldChg chg="del">
        <pc:chgData name="Atique Ahmad Zafar" userId="3c3190ae-5c8d-4775-903c-57da784da929" providerId="ADAL" clId="{7319F2F6-9AB1-42A7-A515-A4798B5A35E4}" dt="2025-09-12T08:07:14.966" v="41" actId="47"/>
        <pc:sldMkLst>
          <pc:docMk/>
          <pc:sldMk cId="0" sldId="308"/>
        </pc:sldMkLst>
      </pc:sldChg>
      <pc:sldChg chg="del">
        <pc:chgData name="Atique Ahmad Zafar" userId="3c3190ae-5c8d-4775-903c-57da784da929" providerId="ADAL" clId="{7319F2F6-9AB1-42A7-A515-A4798B5A35E4}" dt="2025-09-12T08:07:15.483" v="42" actId="47"/>
        <pc:sldMkLst>
          <pc:docMk/>
          <pc:sldMk cId="0" sldId="309"/>
        </pc:sldMkLst>
      </pc:sldChg>
      <pc:sldChg chg="del">
        <pc:chgData name="Atique Ahmad Zafar" userId="3c3190ae-5c8d-4775-903c-57da784da929" providerId="ADAL" clId="{7319F2F6-9AB1-42A7-A515-A4798B5A35E4}" dt="2025-09-12T08:07:16" v="43" actId="47"/>
        <pc:sldMkLst>
          <pc:docMk/>
          <pc:sldMk cId="0" sldId="310"/>
        </pc:sldMkLst>
      </pc:sldChg>
      <pc:sldChg chg="del">
        <pc:chgData name="Atique Ahmad Zafar" userId="3c3190ae-5c8d-4775-903c-57da784da929" providerId="ADAL" clId="{7319F2F6-9AB1-42A7-A515-A4798B5A35E4}" dt="2025-09-12T08:07:16.937" v="44" actId="47"/>
        <pc:sldMkLst>
          <pc:docMk/>
          <pc:sldMk cId="0" sldId="311"/>
        </pc:sldMkLst>
      </pc:sldChg>
      <pc:sldChg chg="del">
        <pc:chgData name="Atique Ahmad Zafar" userId="3c3190ae-5c8d-4775-903c-57da784da929" providerId="ADAL" clId="{7319F2F6-9AB1-42A7-A515-A4798B5A35E4}" dt="2025-09-12T08:07:17.531" v="45" actId="47"/>
        <pc:sldMkLst>
          <pc:docMk/>
          <pc:sldMk cId="0" sldId="312"/>
        </pc:sldMkLst>
      </pc:sldChg>
      <pc:sldChg chg="del">
        <pc:chgData name="Atique Ahmad Zafar" userId="3c3190ae-5c8d-4775-903c-57da784da929" providerId="ADAL" clId="{7319F2F6-9AB1-42A7-A515-A4798B5A35E4}" dt="2025-09-12T08:07:18.047" v="46" actId="47"/>
        <pc:sldMkLst>
          <pc:docMk/>
          <pc:sldMk cId="0" sldId="313"/>
        </pc:sldMkLst>
      </pc:sldChg>
      <pc:sldChg chg="del">
        <pc:chgData name="Atique Ahmad Zafar" userId="3c3190ae-5c8d-4775-903c-57da784da929" providerId="ADAL" clId="{7319F2F6-9AB1-42A7-A515-A4798B5A35E4}" dt="2025-09-12T08:07:18.888" v="47" actId="47"/>
        <pc:sldMkLst>
          <pc:docMk/>
          <pc:sldMk cId="0" sldId="314"/>
        </pc:sldMkLst>
      </pc:sldChg>
      <pc:sldChg chg="del">
        <pc:chgData name="Atique Ahmad Zafar" userId="3c3190ae-5c8d-4775-903c-57da784da929" providerId="ADAL" clId="{7319F2F6-9AB1-42A7-A515-A4798B5A35E4}" dt="2025-09-12T08:07:19.499" v="48" actId="47"/>
        <pc:sldMkLst>
          <pc:docMk/>
          <pc:sldMk cId="0" sldId="315"/>
        </pc:sldMkLst>
      </pc:sldChg>
      <pc:sldChg chg="del">
        <pc:chgData name="Atique Ahmad Zafar" userId="3c3190ae-5c8d-4775-903c-57da784da929" providerId="ADAL" clId="{7319F2F6-9AB1-42A7-A515-A4798B5A35E4}" dt="2025-09-12T08:07:19.844" v="49" actId="47"/>
        <pc:sldMkLst>
          <pc:docMk/>
          <pc:sldMk cId="0" sldId="316"/>
        </pc:sldMkLst>
      </pc:sldChg>
      <pc:sldChg chg="add del">
        <pc:chgData name="Atique Ahmad Zafar" userId="3c3190ae-5c8d-4775-903c-57da784da929" providerId="ADAL" clId="{7319F2F6-9AB1-42A7-A515-A4798B5A35E4}" dt="2025-09-12T08:07:21.261" v="50" actId="47"/>
        <pc:sldMkLst>
          <pc:docMk/>
          <pc:sldMk cId="0" sldId="317"/>
        </pc:sldMkLst>
      </pc:sldChg>
      <pc:sldMasterChg chg="delSldLayout">
        <pc:chgData name="Atique Ahmad Zafar" userId="3c3190ae-5c8d-4775-903c-57da784da929" providerId="ADAL" clId="{7319F2F6-9AB1-42A7-A515-A4798B5A35E4}" dt="2025-09-12T08:07:16" v="43" actId="47"/>
        <pc:sldMasterMkLst>
          <pc:docMk/>
          <pc:sldMasterMk cId="0" sldId="2147483660"/>
        </pc:sldMasterMkLst>
        <pc:sldLayoutChg chg="del">
          <pc:chgData name="Atique Ahmad Zafar" userId="3c3190ae-5c8d-4775-903c-57da784da929" providerId="ADAL" clId="{7319F2F6-9AB1-42A7-A515-A4798B5A35E4}" dt="2025-09-12T08:07:07.624" v="15" actId="47"/>
          <pc:sldLayoutMkLst>
            <pc:docMk/>
            <pc:sldMasterMk cId="0" sldId="2147483660"/>
            <pc:sldLayoutMk cId="3770616326" sldId="2147483696"/>
          </pc:sldLayoutMkLst>
        </pc:sldLayoutChg>
        <pc:sldLayoutChg chg="del">
          <pc:chgData name="Atique Ahmad Zafar" userId="3c3190ae-5c8d-4775-903c-57da784da929" providerId="ADAL" clId="{7319F2F6-9AB1-42A7-A515-A4798B5A35E4}" dt="2025-09-12T08:07:16" v="43" actId="47"/>
          <pc:sldLayoutMkLst>
            <pc:docMk/>
            <pc:sldMasterMk cId="0" sldId="2147483660"/>
            <pc:sldLayoutMk cId="2313514313" sldId="2147483697"/>
          </pc:sldLayoutMkLst>
        </pc:sldLayoutChg>
      </pc:sldMasterChg>
    </pc:docChg>
  </pc:docChgLst>
  <pc:docChgLst>
    <pc:chgData name="Atique Ahmad Zafar" userId="3c3190ae-5c8d-4775-903c-57da784da929" providerId="ADAL" clId="{FA15D5B2-70CF-4D8F-8400-00692B6A9456}"/>
    <pc:docChg chg="undo custSel addSld delSld modSld">
      <pc:chgData name="Atique Ahmad Zafar" userId="3c3190ae-5c8d-4775-903c-57da784da929" providerId="ADAL" clId="{FA15D5B2-70CF-4D8F-8400-00692B6A9456}" dt="2025-02-19T04:29:44.942" v="184" actId="20577"/>
      <pc:docMkLst>
        <pc:docMk/>
      </pc:docMkLst>
      <pc:sldChg chg="modSp mod">
        <pc:chgData name="Atique Ahmad Zafar" userId="3c3190ae-5c8d-4775-903c-57da784da929" providerId="ADAL" clId="{FA15D5B2-70CF-4D8F-8400-00692B6A9456}" dt="2025-02-15T11:42:57.660" v="3" actId="20577"/>
        <pc:sldMkLst>
          <pc:docMk/>
          <pc:sldMk cId="0" sldId="263"/>
        </pc:sldMkLst>
      </pc:sldChg>
      <pc:sldChg chg="modSp mod">
        <pc:chgData name="Atique Ahmad Zafar" userId="3c3190ae-5c8d-4775-903c-57da784da929" providerId="ADAL" clId="{FA15D5B2-70CF-4D8F-8400-00692B6A9456}" dt="2025-02-19T04:29:13.001" v="182" actId="20577"/>
        <pc:sldMkLst>
          <pc:docMk/>
          <pc:sldMk cId="0" sldId="268"/>
        </pc:sldMkLst>
      </pc:sldChg>
      <pc:sldChg chg="modSp mod">
        <pc:chgData name="Atique Ahmad Zafar" userId="3c3190ae-5c8d-4775-903c-57da784da929" providerId="ADAL" clId="{FA15D5B2-70CF-4D8F-8400-00692B6A9456}" dt="2025-02-19T04:29:44.942" v="184" actId="20577"/>
        <pc:sldMkLst>
          <pc:docMk/>
          <pc:sldMk cId="1893807314" sldId="274"/>
        </pc:sldMkLst>
      </pc:sldChg>
      <pc:sldChg chg="addSp modSp del mod">
        <pc:chgData name="Atique Ahmad Zafar" userId="3c3190ae-5c8d-4775-903c-57da784da929" providerId="ADAL" clId="{FA15D5B2-70CF-4D8F-8400-00692B6A9456}" dt="2025-02-18T05:20:58.725" v="178" actId="47"/>
        <pc:sldMkLst>
          <pc:docMk/>
          <pc:sldMk cId="831585202" sldId="277"/>
        </pc:sldMkLst>
      </pc:sldChg>
      <pc:sldChg chg="addSp delSp modSp new mod">
        <pc:chgData name="Atique Ahmad Zafar" userId="3c3190ae-5c8d-4775-903c-57da784da929" providerId="ADAL" clId="{FA15D5B2-70CF-4D8F-8400-00692B6A9456}" dt="2025-02-18T05:20:52.901" v="177"/>
        <pc:sldMkLst>
          <pc:docMk/>
          <pc:sldMk cId="1462521921" sldId="278"/>
        </pc:sldMkLst>
      </pc:sldChg>
      <pc:sldChg chg="addSp delSp modSp new mod">
        <pc:chgData name="Atique Ahmad Zafar" userId="3c3190ae-5c8d-4775-903c-57da784da929" providerId="ADAL" clId="{FA15D5B2-70CF-4D8F-8400-00692B6A9456}" dt="2025-02-18T05:20:22.522" v="175" actId="20577"/>
        <pc:sldMkLst>
          <pc:docMk/>
          <pc:sldMk cId="273563806" sldId="279"/>
        </pc:sldMkLst>
      </pc:sldChg>
    </pc:docChg>
  </pc:docChgLst>
  <pc:docChgLst>
    <pc:chgData name="Atique Ahmad Zafar" userId="3c3190ae-5c8d-4775-903c-57da784da929" providerId="ADAL" clId="{939B054C-F8A9-4478-8F2C-9BA32CC365B5}"/>
    <pc:docChg chg="custSel addSld delSld modSld">
      <pc:chgData name="Atique Ahmad Zafar" userId="3c3190ae-5c8d-4775-903c-57da784da929" providerId="ADAL" clId="{939B054C-F8A9-4478-8F2C-9BA32CC365B5}" dt="2025-09-16T08:53:02.682" v="40" actId="20577"/>
      <pc:docMkLst>
        <pc:docMk/>
      </pc:docMkLst>
      <pc:sldChg chg="modSp mod">
        <pc:chgData name="Atique Ahmad Zafar" userId="3c3190ae-5c8d-4775-903c-57da784da929" providerId="ADAL" clId="{939B054C-F8A9-4478-8F2C-9BA32CC365B5}" dt="2025-09-16T08:53:02.682" v="40" actId="20577"/>
        <pc:sldMkLst>
          <pc:docMk/>
          <pc:sldMk cId="0" sldId="263"/>
        </pc:sldMkLst>
        <pc:spChg chg="mod">
          <ac:chgData name="Atique Ahmad Zafar" userId="3c3190ae-5c8d-4775-903c-57da784da929" providerId="ADAL" clId="{939B054C-F8A9-4478-8F2C-9BA32CC365B5}" dt="2025-09-16T08:53:02.682" v="40" actId="20577"/>
          <ac:spMkLst>
            <pc:docMk/>
            <pc:sldMk cId="0" sldId="263"/>
            <ac:spMk id="4" creationId="{00000000-0000-0000-0000-000000000000}"/>
          </ac:spMkLst>
        </pc:spChg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77"/>
        </pc:sldMkLst>
      </pc:sldChg>
      <pc:sldChg chg="modSp add del mod">
        <pc:chgData name="Atique Ahmad Zafar" userId="3c3190ae-5c8d-4775-903c-57da784da929" providerId="ADAL" clId="{939B054C-F8A9-4478-8F2C-9BA32CC365B5}" dt="2025-09-10T04:56:39.172" v="3" actId="207"/>
        <pc:sldMkLst>
          <pc:docMk/>
          <pc:sldMk cId="0" sldId="280"/>
        </pc:sldMkLst>
      </pc:sldChg>
      <pc:sldChg chg="modSp add del mod">
        <pc:chgData name="Atique Ahmad Zafar" userId="3c3190ae-5c8d-4775-903c-57da784da929" providerId="ADAL" clId="{939B054C-F8A9-4478-8F2C-9BA32CC365B5}" dt="2025-09-10T04:56:47.354" v="4" actId="207"/>
        <pc:sldMkLst>
          <pc:docMk/>
          <pc:sldMk cId="0" sldId="281"/>
        </pc:sldMkLst>
      </pc:sldChg>
      <pc:sldChg chg="modSp add del mod">
        <pc:chgData name="Atique Ahmad Zafar" userId="3c3190ae-5c8d-4775-903c-57da784da929" providerId="ADAL" clId="{939B054C-F8A9-4478-8F2C-9BA32CC365B5}" dt="2025-09-10T04:57:05.775" v="5" actId="207"/>
        <pc:sldMkLst>
          <pc:docMk/>
          <pc:sldMk cId="0" sldId="282"/>
        </pc:sldMkLst>
      </pc:sldChg>
      <pc:sldChg chg="modSp add del mod">
        <pc:chgData name="Atique Ahmad Zafar" userId="3c3190ae-5c8d-4775-903c-57da784da929" providerId="ADAL" clId="{939B054C-F8A9-4478-8F2C-9BA32CC365B5}" dt="2025-09-10T04:57:21.203" v="6" actId="207"/>
        <pc:sldMkLst>
          <pc:docMk/>
          <pc:sldMk cId="0" sldId="283"/>
        </pc:sldMkLst>
      </pc:sldChg>
      <pc:sldChg chg="modSp add del mod">
        <pc:chgData name="Atique Ahmad Zafar" userId="3c3190ae-5c8d-4775-903c-57da784da929" providerId="ADAL" clId="{939B054C-F8A9-4478-8F2C-9BA32CC365B5}" dt="2025-09-10T04:57:28.856" v="7" actId="207"/>
        <pc:sldMkLst>
          <pc:docMk/>
          <pc:sldMk cId="0" sldId="284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85"/>
        </pc:sldMkLst>
      </pc:sldChg>
      <pc:sldChg chg="modSp add del mod">
        <pc:chgData name="Atique Ahmad Zafar" userId="3c3190ae-5c8d-4775-903c-57da784da929" providerId="ADAL" clId="{939B054C-F8A9-4478-8F2C-9BA32CC365B5}" dt="2025-09-10T04:57:44.883" v="10" actId="207"/>
        <pc:sldMkLst>
          <pc:docMk/>
          <pc:sldMk cId="0" sldId="286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87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88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89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90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91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92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93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94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95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96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97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98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299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00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01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02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03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04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05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06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07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08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09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10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11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12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13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14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15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16"/>
        </pc:sldMkLst>
      </pc:sldChg>
      <pc:sldChg chg="add del">
        <pc:chgData name="Atique Ahmad Zafar" userId="3c3190ae-5c8d-4775-903c-57da784da929" providerId="ADAL" clId="{939B054C-F8A9-4478-8F2C-9BA32CC365B5}" dt="2025-09-10T04:56:23.437" v="2"/>
        <pc:sldMkLst>
          <pc:docMk/>
          <pc:sldMk cId="0" sldId="3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DCCB-EE02-4BA4-96F8-214A24D2B51B}" type="datetimeFigureOut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D50B0-D53F-4459-8D78-0CE7DA0980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Dynamic Memory Allocation: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int*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dynamicInt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= new int;: This line dynamically allocates memory to store an integer using the new operator. The address of the allocated memory is stored in the pointer variable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dynamicInt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Check for Allocation Success: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if (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dynamicInt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==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nullptr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) { ... }: This condition checks if the memory allocation was successful. If the allocation fails,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nullptr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is returned, and an error message is displayed.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Input and Display: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cin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&gt;&gt; *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dynamicInt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;: The user is prompted to input an integer value, and the value is stored in the dynamically allocated memory.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cout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&lt;&lt; "Value stored in dynamically allocated memory: " &lt;&lt; *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dynamicInt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&lt;&lt;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endl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;: The value stored in the dynamically allocated memory is then displayed.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Dynamic Memory Deallocation: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delete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dynamicInt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;: This line deallocates the dynamically allocated memory using the delete operator. It's important to free up the memory to avoid memory leaks.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D50B0-D53F-4459-8D78-0CE7DA098017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585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Dynamic Memory Allocation</a:t>
            </a:r>
            <a:endParaRPr lang="en-US" dirty="0"/>
          </a:p>
          <a:p>
            <a:r>
              <a:rPr lang="en-US" dirty="0"/>
              <a:t>Operating systems maintain free memory blocks using linked lists.</a:t>
            </a:r>
          </a:p>
          <a:p>
            <a:r>
              <a:rPr lang="en-US" b="1" dirty="0"/>
              <a:t>Polynomial Representation and Arithmetic</a:t>
            </a:r>
            <a:endParaRPr lang="en-US" dirty="0"/>
          </a:p>
          <a:p>
            <a:r>
              <a:rPr lang="en-US" dirty="0"/>
              <a:t>Polynomials of any degree can be efficiently stored and manipulated using linked lists.</a:t>
            </a:r>
          </a:p>
          <a:p>
            <a:r>
              <a:rPr lang="en-US" b="1" dirty="0"/>
              <a:t>Sparse Matrices</a:t>
            </a:r>
            <a:endParaRPr lang="en-US" dirty="0"/>
          </a:p>
          <a:p>
            <a:r>
              <a:rPr lang="en-US" dirty="0"/>
              <a:t>Instead of wasting memory on zeros, sparse matrices are stored in linked lists for efficiency.</a:t>
            </a:r>
          </a:p>
          <a:p>
            <a:r>
              <a:rPr lang="en-US" b="1" dirty="0"/>
              <a:t>Stacks and Queues Implementation</a:t>
            </a:r>
            <a:endParaRPr lang="en-US" dirty="0"/>
          </a:p>
          <a:p>
            <a:r>
              <a:rPr lang="en-US" dirty="0"/>
              <a:t>Linked lists are the backbone for dynamic stacks and queues without worrying about array resizing.</a:t>
            </a:r>
          </a:p>
          <a:p>
            <a:r>
              <a:rPr lang="en-US" b="1" dirty="0"/>
              <a:t>Graphs and Adjacency Lists</a:t>
            </a:r>
            <a:endParaRPr lang="en-US" dirty="0"/>
          </a:p>
          <a:p>
            <a:r>
              <a:rPr lang="en-US" dirty="0"/>
              <a:t>Graphs are often stored using adjacency lists, which internally use linked lists.</a:t>
            </a:r>
          </a:p>
          <a:p>
            <a:r>
              <a:rPr lang="en-US" b="1" dirty="0"/>
              <a:t>Symbol Tables and Hashing</a:t>
            </a:r>
            <a:endParaRPr lang="en-US" dirty="0"/>
          </a:p>
          <a:p>
            <a:r>
              <a:rPr lang="en-US" dirty="0"/>
              <a:t>Chaining in hash tables uses linked lists to handle collisions.</a:t>
            </a:r>
          </a:p>
          <a:p>
            <a:r>
              <a:rPr lang="en-US" b="1" dirty="0"/>
              <a:t>File System Management</a:t>
            </a:r>
            <a:endParaRPr lang="en-US" dirty="0"/>
          </a:p>
          <a:p>
            <a:r>
              <a:rPr lang="en-US" dirty="0"/>
              <a:t>Many file systems use linked lists to keep track of file blocks on disk.</a:t>
            </a:r>
          </a:p>
          <a:p>
            <a:r>
              <a:rPr lang="en-US" b="1" dirty="0"/>
              <a:t>Music Playlists / Navigation Systems</a:t>
            </a:r>
            <a:endParaRPr lang="en-US" dirty="0"/>
          </a:p>
          <a:p>
            <a:r>
              <a:rPr lang="en-US" dirty="0"/>
              <a:t>Doubly linked lists are used to move forward/backward in playlists or browser history.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D50B0-D53F-4459-8D78-0CE7DA098017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037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http://www.comsats.org.pk/images/images_r01_c01.jpg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kumimoji="0" lang="en-US" dirty="0"/>
              <a:t>Atique Ahmad </a:t>
            </a:r>
            <a:r>
              <a:rPr kumimoji="0" lang="en-US" dirty="0" err="1"/>
              <a:t>Zafar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 hasCustomPrompt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Lecture-1</a:t>
            </a:r>
            <a:endParaRPr kumimoji="0"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Algorithm and Data Structure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pic>
        <p:nvPicPr>
          <p:cNvPr id="11265" name="Picture 1" descr="http://www.comsats.org.pk/images/images_r01_c01.jpg"/>
          <p:cNvPicPr>
            <a:picLocks noChangeAspect="1" noChangeArrowheads="1"/>
          </p:cNvPicPr>
          <p:nvPr userDrawn="1"/>
        </p:nvPicPr>
        <p:blipFill>
          <a:blip r:embed="rId2" r:link="rId3"/>
          <a:srcRect/>
          <a:stretch>
            <a:fillRect/>
          </a:stretch>
        </p:blipFill>
        <p:spPr bwMode="auto">
          <a:xfrm>
            <a:off x="0" y="0"/>
            <a:ext cx="914400" cy="952500"/>
          </a:xfrm>
          <a:prstGeom prst="rect">
            <a:avLst/>
          </a:prstGeom>
          <a:noFill/>
        </p:spPr>
      </p:pic>
      <p:sp>
        <p:nvSpPr>
          <p:cNvPr id="14" name="Rectangle 13"/>
          <p:cNvSpPr/>
          <p:nvPr userDrawn="1"/>
        </p:nvSpPr>
        <p:spPr>
          <a:xfrm>
            <a:off x="990600" y="228600"/>
            <a:ext cx="768992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kumimoji="0" lang="en-US" sz="2400" b="1" u="sng" kern="1200" cap="none" spc="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rPr>
              <a:t>COMSATS Institute of Information Technology</a:t>
            </a:r>
            <a:endParaRPr lang="en-US" sz="2400" b="1" u="sng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>
                  <a:lumMod val="50000"/>
                </a:schemeClr>
              </a:solidFill>
              <a:effectLst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914400" y="1752600"/>
            <a:ext cx="7315200" cy="17373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914400" y="1752600"/>
            <a:ext cx="228600" cy="17526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8" name="Title 7"/>
          <p:cNvSpPr txBox="1">
            <a:spLocks/>
          </p:cNvSpPr>
          <p:nvPr userDrawn="1"/>
        </p:nvSpPr>
        <p:spPr>
          <a:xfrm>
            <a:off x="1219200" y="2133600"/>
            <a:ext cx="6858000" cy="1371600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Algorithm and Data Structure</a:t>
            </a:r>
          </a:p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(CSC-211)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Algorithm and Data Structure 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Algorithm and Data Structure 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Algorithm and Data Structure 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Dynamic Data Structure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Atique </a:t>
            </a:r>
            <a:r>
              <a:rPr lang="en-US" dirty="0" err="1"/>
              <a:t>Zafar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 and Data Structure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92381-E7E9-972F-5678-6787E7697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Pointers</a:t>
            </a:r>
            <a:endParaRPr lang="en-P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D6825-872F-7AC1-11E7-41EC7C58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F9901-E31F-4A5F-74D0-D1B419E212B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pointer</a:t>
            </a:r>
            <a:r>
              <a:rPr lang="en-US" dirty="0"/>
              <a:t> is a special variable that stores the </a:t>
            </a:r>
            <a:r>
              <a:rPr lang="en-US" b="1" dirty="0"/>
              <a:t>memory address</a:t>
            </a:r>
            <a:r>
              <a:rPr lang="en-US" dirty="0"/>
              <a:t> of another variable.</a:t>
            </a:r>
          </a:p>
          <a:p>
            <a:r>
              <a:rPr lang="en-US" dirty="0"/>
              <a:t>Instead of holding a value directly, it “points” to where the value is stored in memory.</a:t>
            </a:r>
          </a:p>
          <a:p>
            <a:r>
              <a:rPr lang="en-US" dirty="0"/>
              <a:t>Useful for:</a:t>
            </a:r>
          </a:p>
          <a:p>
            <a:pPr lvl="1"/>
            <a:r>
              <a:rPr lang="en-US" dirty="0"/>
              <a:t>Accessing and modifying data indirectly.</a:t>
            </a:r>
          </a:p>
          <a:p>
            <a:pPr lvl="1"/>
            <a:r>
              <a:rPr lang="en-US" dirty="0"/>
              <a:t>Creating </a:t>
            </a:r>
            <a:r>
              <a:rPr lang="en-US" b="1" dirty="0"/>
              <a:t>dynamic memory</a:t>
            </a:r>
            <a:r>
              <a:rPr lang="en-US" dirty="0"/>
              <a:t> at runtime.</a:t>
            </a:r>
          </a:p>
          <a:p>
            <a:pPr lvl="1"/>
            <a:r>
              <a:rPr lang="en-US" dirty="0"/>
              <a:t>Building </a:t>
            </a:r>
            <a:r>
              <a:rPr lang="en-US" b="1" dirty="0"/>
              <a:t>data structures</a:t>
            </a:r>
            <a:r>
              <a:rPr lang="en-US" dirty="0"/>
              <a:t> like linked lists, stacks, and trees.</a:t>
            </a:r>
          </a:p>
          <a:p>
            <a:pPr marL="0" indent="0">
              <a:buNone/>
            </a:pPr>
            <a:r>
              <a:rPr lang="en-US" b="1" dirty="0"/>
              <a:t>Analogy</a:t>
            </a:r>
            <a:r>
              <a:rPr lang="en-US" dirty="0"/>
              <a:t>: Think of a pointer as a “house address.” You don’t carry the house with you, but you carry the address so you can reach the house anytime.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89403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335E-4D2B-A76B-2CD1-01196948F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&amp; Using Pointers</a:t>
            </a:r>
            <a:endParaRPr lang="en-P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4C15F-0B6D-1147-98E0-CBF0FD22B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5C569-1398-CD34-D154-FF890C6268E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Syntax: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datatype *</a:t>
            </a:r>
            <a:r>
              <a:rPr lang="en-US" dirty="0" err="1"/>
              <a:t>pointer_name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int x = 10;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int *p;        // declare pointer to int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p = &amp;x;        // assign address of x to pointer</a:t>
            </a:r>
          </a:p>
          <a:p>
            <a:pPr marL="0" indent="0">
              <a:buNone/>
            </a:pPr>
            <a:r>
              <a:rPr lang="en-US" b="1" dirty="0"/>
              <a:t>Now:</a:t>
            </a:r>
          </a:p>
          <a:p>
            <a:r>
              <a:rPr lang="en-US" dirty="0"/>
              <a:t>p stores the address of x.</a:t>
            </a:r>
          </a:p>
          <a:p>
            <a:r>
              <a:rPr lang="en-US" dirty="0"/>
              <a:t>*p accesses the value stored at that address (10).</a:t>
            </a:r>
          </a:p>
          <a:p>
            <a:pPr marL="0" indent="0">
              <a:buNone/>
            </a:pPr>
            <a:r>
              <a:rPr lang="en-US" b="1" dirty="0"/>
              <a:t>Note</a:t>
            </a:r>
            <a:r>
              <a:rPr lang="en-US" dirty="0"/>
              <a:t>: The * symbol is used in declaration to define a pointer, and in expressions to dereference (access the value).</a:t>
            </a:r>
          </a:p>
          <a:p>
            <a:pPr marL="0" indent="0">
              <a:buNone/>
            </a:pP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71300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7BA96-62C8-144F-3CD3-35EC06E69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Address (&amp;) and Dereference (*) Operators</a:t>
            </a:r>
            <a:br>
              <a:rPr lang="en-US" b="1" dirty="0"/>
            </a:br>
            <a:endParaRPr lang="en-P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89E9C-C3F9-595A-0B70-A2E337030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26749-7ADE-B948-0F8D-FE5E956B772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&amp; → Address-of operator (gives address).</a:t>
            </a:r>
          </a:p>
          <a:p>
            <a:r>
              <a:rPr lang="en-US" dirty="0"/>
              <a:t>* → Dereference operator (accesses value at address).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822960" lvl="3" indent="0">
              <a:buNone/>
            </a:pPr>
            <a:r>
              <a:rPr lang="en-US" dirty="0">
                <a:solidFill>
                  <a:srgbClr val="00B050"/>
                </a:solidFill>
              </a:rPr>
              <a:t>int x = 20;</a:t>
            </a:r>
          </a:p>
          <a:p>
            <a:pPr marL="822960" lvl="3" indent="0">
              <a:buNone/>
            </a:pPr>
            <a:r>
              <a:rPr lang="en-US" dirty="0">
                <a:solidFill>
                  <a:srgbClr val="00B050"/>
                </a:solidFill>
              </a:rPr>
              <a:t>int *p = &amp;x;</a:t>
            </a:r>
          </a:p>
          <a:p>
            <a:pPr lvl="3"/>
            <a:endParaRPr lang="en-US" dirty="0">
              <a:solidFill>
                <a:srgbClr val="00B050"/>
              </a:solidFill>
            </a:endParaRPr>
          </a:p>
          <a:p>
            <a:pPr marL="822960" lvl="3" indent="0">
              <a:buNone/>
            </a:pPr>
            <a:r>
              <a:rPr lang="en-US" dirty="0" err="1">
                <a:solidFill>
                  <a:srgbClr val="00B050"/>
                </a:solidFill>
              </a:rPr>
              <a:t>cout</a:t>
            </a:r>
            <a:r>
              <a:rPr lang="en-US" dirty="0">
                <a:solidFill>
                  <a:srgbClr val="00B050"/>
                </a:solidFill>
              </a:rPr>
              <a:t> &lt;&lt; &amp;x;   // prints memory address of x</a:t>
            </a:r>
          </a:p>
          <a:p>
            <a:pPr marL="822960" lvl="3" indent="0">
              <a:buNone/>
            </a:pPr>
            <a:r>
              <a:rPr lang="en-US" dirty="0" err="1">
                <a:solidFill>
                  <a:srgbClr val="00B050"/>
                </a:solidFill>
              </a:rPr>
              <a:t>cout</a:t>
            </a:r>
            <a:r>
              <a:rPr lang="en-US" dirty="0">
                <a:solidFill>
                  <a:srgbClr val="00B050"/>
                </a:solidFill>
              </a:rPr>
              <a:t> &lt;&lt; p;    // also prints memory address of x</a:t>
            </a:r>
          </a:p>
          <a:p>
            <a:pPr marL="822960" lvl="3" indent="0">
              <a:buNone/>
            </a:pPr>
            <a:r>
              <a:rPr lang="en-US" dirty="0" err="1">
                <a:solidFill>
                  <a:srgbClr val="00B050"/>
                </a:solidFill>
              </a:rPr>
              <a:t>cout</a:t>
            </a:r>
            <a:r>
              <a:rPr lang="en-US" dirty="0">
                <a:solidFill>
                  <a:srgbClr val="00B050"/>
                </a:solidFill>
              </a:rPr>
              <a:t> &lt;&lt; *p;   // prints value stored in x (20)</a:t>
            </a:r>
          </a:p>
          <a:p>
            <a:pPr marL="0" indent="0">
              <a:buNone/>
            </a:pPr>
            <a:r>
              <a:rPr lang="en-US" b="1" dirty="0"/>
              <a:t>By changing *p, you also change x: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*p = 50;  // now x = 50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16939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E16A8-61CA-D9E7-3773-1FC37168C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Pointers and Arrays</a:t>
            </a:r>
            <a:endParaRPr lang="en-P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193BC4-85AF-9435-6647-D3EA5B56B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9739C-DFF6-18CC-A093-1DD9A19248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 name is itself a pointer to the </a:t>
            </a:r>
            <a:r>
              <a:rPr lang="en-US" b="1" dirty="0"/>
              <a:t>first element</a:t>
            </a:r>
            <a:r>
              <a:rPr lang="en-US" dirty="0"/>
              <a:t>.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int 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[3] = {10, 20, 30};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int *p = 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;       // p points to 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[0]</a:t>
            </a:r>
          </a:p>
          <a:p>
            <a:pPr marL="548640" lvl="2" indent="0">
              <a:buNone/>
            </a:pPr>
            <a:r>
              <a:rPr lang="en-US" dirty="0" err="1">
                <a:solidFill>
                  <a:srgbClr val="00B050"/>
                </a:solidFill>
              </a:rPr>
              <a:t>cout</a:t>
            </a:r>
            <a:r>
              <a:rPr lang="en-US" dirty="0">
                <a:solidFill>
                  <a:srgbClr val="00B050"/>
                </a:solidFill>
              </a:rPr>
              <a:t> &lt;&lt; *p;         // 10</a:t>
            </a:r>
          </a:p>
          <a:p>
            <a:pPr marL="548640" lvl="2" indent="0">
              <a:buNone/>
            </a:pPr>
            <a:r>
              <a:rPr lang="en-US" dirty="0" err="1">
                <a:solidFill>
                  <a:srgbClr val="00B050"/>
                </a:solidFill>
              </a:rPr>
              <a:t>cout</a:t>
            </a:r>
            <a:r>
              <a:rPr lang="en-US" dirty="0">
                <a:solidFill>
                  <a:srgbClr val="00B050"/>
                </a:solidFill>
              </a:rPr>
              <a:t> &lt;&lt; *(p+1);     // 20</a:t>
            </a:r>
          </a:p>
          <a:p>
            <a:pPr marL="548640" lvl="2" indent="0">
              <a:buNone/>
            </a:pPr>
            <a:r>
              <a:rPr lang="en-US" dirty="0" err="1">
                <a:solidFill>
                  <a:srgbClr val="00B050"/>
                </a:solidFill>
              </a:rPr>
              <a:t>cout</a:t>
            </a:r>
            <a:r>
              <a:rPr lang="en-US" dirty="0">
                <a:solidFill>
                  <a:srgbClr val="00B050"/>
                </a:solidFill>
              </a:rPr>
              <a:t> &lt;&lt; *(p+2);     // 30</a:t>
            </a:r>
          </a:p>
          <a:p>
            <a:r>
              <a:rPr lang="en-US" dirty="0"/>
              <a:t>Pointers allow us to </a:t>
            </a:r>
            <a:r>
              <a:rPr lang="en-US" b="1" dirty="0"/>
              <a:t>traverse arrays</a:t>
            </a:r>
            <a:r>
              <a:rPr lang="en-US" dirty="0"/>
              <a:t> using arithmetic.</a:t>
            </a:r>
          </a:p>
          <a:p>
            <a:pPr lvl="1"/>
            <a:r>
              <a:rPr lang="en-US" dirty="0"/>
              <a:t>p+1 moves to the next element.</a:t>
            </a:r>
          </a:p>
          <a:p>
            <a:pPr lvl="1"/>
            <a:r>
              <a:rPr lang="en-US" dirty="0"/>
              <a:t>p+2 moves two steps forward, and so on.</a:t>
            </a:r>
          </a:p>
          <a:p>
            <a:r>
              <a:rPr lang="en-US" b="1" dirty="0"/>
              <a:t>Key Difference</a:t>
            </a:r>
            <a:r>
              <a:rPr lang="en-US" dirty="0"/>
              <a:t>: </a:t>
            </a:r>
            <a:r>
              <a:rPr lang="en-US" dirty="0" err="1"/>
              <a:t>arr</a:t>
            </a:r>
            <a:r>
              <a:rPr lang="en-US" dirty="0"/>
              <a:t> is a constant pointer (can’t change where it points), but p is a normal pointer (can move).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81733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DB16E-3AF2-8C68-A3C2-032C85A91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Pointers are Important?</a:t>
            </a:r>
            <a:endParaRPr lang="en-P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D57C75-D914-B78E-56B7-6E550503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6DBD4-BA7D-FF69-A711-5BBF9CEE43F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Dynamic Data Structures</a:t>
            </a:r>
          </a:p>
          <a:p>
            <a:pPr lvl="1"/>
            <a:r>
              <a:rPr lang="en-US" dirty="0"/>
              <a:t>Enable linked lists, stacks, queues, trees, graphs.</a:t>
            </a:r>
          </a:p>
          <a:p>
            <a:pPr lvl="1"/>
            <a:r>
              <a:rPr lang="en-US" dirty="0"/>
              <a:t>Flexible size (can grow/shrink at runtime).</a:t>
            </a:r>
          </a:p>
          <a:p>
            <a:r>
              <a:rPr lang="en-US" dirty="0"/>
              <a:t>Memory Management</a:t>
            </a:r>
          </a:p>
          <a:p>
            <a:pPr lvl="1"/>
            <a:r>
              <a:rPr lang="en-US" dirty="0"/>
              <a:t>Efficiently use memory by allocating when needed and freeing when not needed.</a:t>
            </a:r>
          </a:p>
          <a:p>
            <a:r>
              <a:rPr lang="en-US" dirty="0"/>
              <a:t>Function Arguments</a:t>
            </a:r>
          </a:p>
          <a:p>
            <a:pPr lvl="1"/>
            <a:r>
              <a:rPr lang="en-US" dirty="0"/>
              <a:t>Allow functions to directly modify variables outside their scope (e.g., swap function).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74423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093D-907B-CBAE-5715-4C08A4B08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r>
              <a:rPr lang="en-US" dirty="0"/>
              <a:t>:</a:t>
            </a:r>
            <a:endParaRPr lang="en-P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162066-7864-4378-95E7-B7C361615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5AC5AF6-BF03-F728-007A-6C5774C6F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254298"/>
            <a:ext cx="8382000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74320" marR="0" lvl="0" indent="-274320" defTabSz="914400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</a:pPr>
            <a:r>
              <a:rPr lang="en-PK" altLang="en-PK" sz="2000" dirty="0"/>
              <a:t>Passing pointers allows a function to modify the original variables, not just copies.</a:t>
            </a:r>
          </a:p>
          <a:p>
            <a:pPr marL="274320" marR="0" lvl="0" indent="-274320" defTabSz="914400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</a:pPr>
            <a:r>
              <a:rPr lang="en-PK" altLang="en-PK" sz="2000" dirty="0"/>
              <a:t>This is the power of indirect access.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4760806-B063-C27C-88E2-F7728C2D785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56AF53-262A-E2D0-769D-0F9B1EF30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6649035" cy="241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993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MEMORY ALLOCATION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two types of memory allocation:</a:t>
            </a:r>
          </a:p>
          <a:p>
            <a:r>
              <a:rPr lang="en-US" b="1" dirty="0"/>
              <a:t>Static (Compile-time) Allocation</a:t>
            </a:r>
            <a:endParaRPr lang="en-US" dirty="0"/>
          </a:p>
          <a:p>
            <a:pPr lvl="1"/>
            <a:r>
              <a:rPr lang="en-US" dirty="0"/>
              <a:t>Memory is allocated </a:t>
            </a:r>
            <a:r>
              <a:rPr lang="en-US" b="1" dirty="0"/>
              <a:t>before the program runs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Size is </a:t>
            </a:r>
            <a:r>
              <a:rPr lang="en-US" b="1" dirty="0"/>
              <a:t>fixed</a:t>
            </a:r>
            <a:r>
              <a:rPr lang="en-US" dirty="0"/>
              <a:t> and decided by the compiler.</a:t>
            </a:r>
          </a:p>
          <a:p>
            <a:pPr marL="274320" lvl="1" indent="0">
              <a:buNone/>
            </a:pPr>
            <a:r>
              <a:rPr lang="en-US" b="1" dirty="0"/>
              <a:t>Example:</a:t>
            </a:r>
          </a:p>
          <a:p>
            <a:pPr marL="822960" lvl="3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int 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[10];   // fixed size array</a:t>
            </a:r>
          </a:p>
          <a:p>
            <a:r>
              <a:rPr lang="en-US" b="1" dirty="0"/>
              <a:t>Dynamic (Run-time) Allocation</a:t>
            </a:r>
            <a:endParaRPr lang="en-US" dirty="0"/>
          </a:p>
          <a:p>
            <a:pPr lvl="1"/>
            <a:r>
              <a:rPr lang="en-US" dirty="0"/>
              <a:t>Memory is allocated </a:t>
            </a:r>
            <a:r>
              <a:rPr lang="en-US" b="1" dirty="0"/>
              <a:t>while the program is running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Size is </a:t>
            </a:r>
            <a:r>
              <a:rPr lang="en-US" b="1" dirty="0"/>
              <a:t>flexible</a:t>
            </a:r>
            <a:r>
              <a:rPr lang="en-US" dirty="0"/>
              <a:t>, based on user input or program need.</a:t>
            </a:r>
          </a:p>
          <a:p>
            <a:pPr marL="274320" lvl="1" indent="0">
              <a:buNone/>
            </a:pPr>
            <a:r>
              <a:rPr lang="en-US" b="1" dirty="0"/>
              <a:t>Example:</a:t>
            </a:r>
          </a:p>
          <a:p>
            <a:pPr marL="822960" lvl="3" indent="0">
              <a:buNone/>
            </a:pPr>
            <a:r>
              <a:rPr lang="en-US" dirty="0">
                <a:solidFill>
                  <a:srgbClr val="00B050"/>
                </a:solidFill>
              </a:rPr>
              <a:t>int *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 = new int[n];   // size decided at runtime</a:t>
            </a:r>
          </a:p>
          <a:p>
            <a:pPr marL="822960" lvl="3" indent="0">
              <a:buNone/>
            </a:pPr>
            <a:r>
              <a:rPr lang="en-US" dirty="0">
                <a:solidFill>
                  <a:srgbClr val="00B050"/>
                </a:solidFill>
              </a:rPr>
              <a:t>delete [] 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;           // memory freed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06A2F-C774-ECD5-424B-4C6B363C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MEMORY ALLOCATION (Example)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E3E4D-1F07-EB11-06D8-071D57317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3A39C-B941-1B43-204A-BBAF15336BE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MEMORY ALLOCATION (Example)</a:t>
            </a:r>
            <a:endParaRPr lang="en-US" dirty="0"/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int 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, j;        // 2 integers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float a[5], f;   // array of 5 floats + 1 float</a:t>
            </a:r>
          </a:p>
          <a:p>
            <a:r>
              <a:rPr lang="en-US" b="1" dirty="0"/>
              <a:t>Integers (</a:t>
            </a:r>
            <a:r>
              <a:rPr lang="en-US" b="1" dirty="0" err="1"/>
              <a:t>i</a:t>
            </a:r>
            <a:r>
              <a:rPr lang="en-US" b="1" dirty="0"/>
              <a:t>, j):</a:t>
            </a:r>
            <a:endParaRPr lang="en-US" dirty="0"/>
          </a:p>
          <a:p>
            <a:pPr lvl="1"/>
            <a:r>
              <a:rPr lang="en-US" dirty="0"/>
              <a:t>Each integer = 4 bytes</a:t>
            </a:r>
          </a:p>
          <a:p>
            <a:pPr lvl="1"/>
            <a:r>
              <a:rPr lang="en-US" dirty="0"/>
              <a:t>Total = 2 × 4 = </a:t>
            </a:r>
            <a:r>
              <a:rPr lang="en-US" b="1" dirty="0"/>
              <a:t>8 bytes</a:t>
            </a:r>
            <a:endParaRPr lang="en-US" dirty="0"/>
          </a:p>
          <a:p>
            <a:r>
              <a:rPr lang="en-US" b="1" dirty="0"/>
              <a:t>Floats (a[5], f):</a:t>
            </a:r>
            <a:endParaRPr lang="en-US" dirty="0"/>
          </a:p>
          <a:p>
            <a:pPr lvl="1"/>
            <a:r>
              <a:rPr lang="en-US" dirty="0"/>
              <a:t>Array a[5] = 5 × 4 = </a:t>
            </a:r>
            <a:r>
              <a:rPr lang="en-US" b="1" dirty="0"/>
              <a:t>20 bytes</a:t>
            </a:r>
            <a:endParaRPr lang="en-US" dirty="0"/>
          </a:p>
          <a:p>
            <a:pPr lvl="1"/>
            <a:r>
              <a:rPr lang="en-US" dirty="0"/>
              <a:t>Variable f = 4 bytes</a:t>
            </a:r>
          </a:p>
          <a:p>
            <a:pPr lvl="1"/>
            <a:r>
              <a:rPr lang="en-US" dirty="0"/>
              <a:t>Total = 20 + 4 = </a:t>
            </a:r>
            <a:r>
              <a:rPr lang="en-US" b="1" dirty="0"/>
              <a:t>24 bytes</a:t>
            </a:r>
            <a:endParaRPr lang="en-US" dirty="0"/>
          </a:p>
          <a:p>
            <a:r>
              <a:rPr lang="en-US" b="1" dirty="0"/>
              <a:t>Grand Total:</a:t>
            </a:r>
            <a:endParaRPr lang="en-US" dirty="0"/>
          </a:p>
          <a:p>
            <a:pPr lvl="1"/>
            <a:r>
              <a:rPr lang="en-US" dirty="0"/>
              <a:t>Memory for </a:t>
            </a:r>
            <a:r>
              <a:rPr lang="en-US" dirty="0" err="1"/>
              <a:t>i</a:t>
            </a:r>
            <a:r>
              <a:rPr lang="en-US" dirty="0"/>
              <a:t> and j = 8 bytes</a:t>
            </a:r>
          </a:p>
          <a:p>
            <a:pPr lvl="1"/>
            <a:r>
              <a:rPr lang="en-US" dirty="0"/>
              <a:t>Memory for a[5] and f = 24 bytes</a:t>
            </a:r>
          </a:p>
          <a:p>
            <a:pPr marL="0" indent="0">
              <a:buNone/>
            </a:pPr>
            <a:r>
              <a:rPr lang="en-US" b="1" dirty="0"/>
              <a:t>Key Point for Students</a:t>
            </a:r>
          </a:p>
          <a:p>
            <a:r>
              <a:rPr lang="en-US" b="1" dirty="0"/>
              <a:t>Static allocation</a:t>
            </a:r>
            <a:r>
              <a:rPr lang="en-US" dirty="0"/>
              <a:t> fixes memory at compile-time.</a:t>
            </a:r>
          </a:p>
          <a:p>
            <a:r>
              <a:rPr lang="en-US" dirty="0"/>
              <a:t>Each variable/array consumes a </a:t>
            </a:r>
            <a:r>
              <a:rPr lang="en-US" b="1" dirty="0"/>
              <a:t>predictable amount of memory</a:t>
            </a:r>
            <a:r>
              <a:rPr lang="en-US" dirty="0"/>
              <a:t>.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521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990600"/>
          </a:xfrm>
        </p:spPr>
        <p:txBody>
          <a:bodyPr>
            <a:normAutofit fontScale="90000"/>
          </a:bodyPr>
          <a:lstStyle/>
          <a:p>
            <a:pPr lvl="1"/>
            <a:r>
              <a:rPr lang="en-US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DRAWBACKS WITH STATIC MEMORY ALLOCATION</a:t>
            </a:r>
            <a:br>
              <a:rPr lang="en-US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2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Fixed Size Problem</a:t>
            </a:r>
            <a:endParaRPr lang="en-US" dirty="0"/>
          </a:p>
          <a:p>
            <a:pPr lvl="1"/>
            <a:r>
              <a:rPr lang="en-US" dirty="0"/>
              <a:t>If you declare an array of size 10, you can only store 10 elements.</a:t>
            </a:r>
          </a:p>
          <a:p>
            <a:pPr lvl="1"/>
            <a:r>
              <a:rPr lang="en-US" dirty="0"/>
              <a:t>If you try to read/write more (e.g., 15 elements), it may read/write into </a:t>
            </a:r>
            <a:r>
              <a:rPr lang="en-US" b="1" dirty="0"/>
              <a:t>random memory</a:t>
            </a:r>
            <a:r>
              <a:rPr lang="en-US" dirty="0"/>
              <a:t> → unsafe.</a:t>
            </a:r>
          </a:p>
          <a:p>
            <a:r>
              <a:rPr lang="en-US" b="1" dirty="0"/>
              <a:t>Memory Waste</a:t>
            </a:r>
            <a:endParaRPr lang="en-US" dirty="0"/>
          </a:p>
          <a:p>
            <a:pPr lvl="1"/>
            <a:r>
              <a:rPr lang="en-US" dirty="0"/>
              <a:t>If you use fewer elements than declared, the </a:t>
            </a:r>
            <a:r>
              <a:rPr lang="en-US" b="1" dirty="0"/>
              <a:t>unused cells are wasted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Example: Declaring an array of size 10 but using only 5 → 5 cells wasted.</a:t>
            </a:r>
          </a:p>
          <a:p>
            <a:r>
              <a:rPr lang="en-US" b="1" dirty="0"/>
              <a:t>No Flexibility</a:t>
            </a:r>
            <a:endParaRPr lang="en-US" dirty="0"/>
          </a:p>
          <a:p>
            <a:pPr lvl="1"/>
            <a:r>
              <a:rPr lang="en-US" dirty="0"/>
              <a:t>Size is </a:t>
            </a:r>
            <a:r>
              <a:rPr lang="en-US" b="1" dirty="0"/>
              <a:t>decided at compile-time</a:t>
            </a:r>
            <a:r>
              <a:rPr lang="en-US" dirty="0"/>
              <a:t> and cannot change during execution.</a:t>
            </a:r>
          </a:p>
          <a:p>
            <a:pPr lvl="1"/>
            <a:r>
              <a:rPr lang="en-US" dirty="0"/>
              <a:t>Program cannot adapt to actual data requirements at runtime.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int 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[10];  // fixed size array</a:t>
            </a:r>
          </a:p>
          <a:p>
            <a:pPr marL="548640" lvl="2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// Problem 1: Accessing more than 10 → unsafe</a:t>
            </a:r>
          </a:p>
          <a:p>
            <a:pPr marL="548640" lvl="2" indent="0">
              <a:buNone/>
            </a:pP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[14] = 20; // error or garbage memory</a:t>
            </a:r>
          </a:p>
          <a:p>
            <a:pPr marL="548640" lvl="2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// Problem 2: Using fewer than 10 → waste</a:t>
            </a:r>
          </a:p>
          <a:p>
            <a:pPr marL="548640" lvl="2" indent="0">
              <a:buNone/>
            </a:pP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[0] = 5; 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[1] = 10; // 8 cells unused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b="1" dirty="0"/>
              <a:t>DYNAMIC OR RUN TIME MEMORY ALLOCATION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Solves static allocation problems</a:t>
            </a:r>
            <a:endParaRPr lang="en-US" dirty="0"/>
          </a:p>
          <a:p>
            <a:pPr lvl="1"/>
            <a:r>
              <a:rPr lang="en-US" dirty="0"/>
              <a:t>Allocates memory </a:t>
            </a:r>
            <a:r>
              <a:rPr lang="en-US" b="1" dirty="0"/>
              <a:t>only when needed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No memory waste if fewer elements are used.</a:t>
            </a:r>
          </a:p>
          <a:p>
            <a:r>
              <a:rPr lang="en-US" b="1" dirty="0"/>
              <a:t>Flexible &amp; Efficient</a:t>
            </a:r>
            <a:endParaRPr lang="en-US" dirty="0"/>
          </a:p>
          <a:p>
            <a:pPr lvl="1"/>
            <a:r>
              <a:rPr lang="en-US" dirty="0"/>
              <a:t>Program can request memory during execution.</a:t>
            </a:r>
          </a:p>
          <a:p>
            <a:pPr lvl="1"/>
            <a:r>
              <a:rPr lang="en-US" dirty="0"/>
              <a:t>Useful when memory requirements </a:t>
            </a:r>
            <a:r>
              <a:rPr lang="en-US" b="1" dirty="0"/>
              <a:t>cannot be predicted in advance</a:t>
            </a:r>
            <a:r>
              <a:rPr lang="en-US" dirty="0"/>
              <a:t>.</a:t>
            </a:r>
          </a:p>
          <a:p>
            <a:r>
              <a:rPr lang="en-US" b="1" dirty="0"/>
              <a:t>Key Feature</a:t>
            </a:r>
            <a:endParaRPr lang="en-US" dirty="0"/>
          </a:p>
          <a:p>
            <a:pPr lvl="1"/>
            <a:r>
              <a:rPr lang="en-US" dirty="0"/>
              <a:t>Memory is taken from the </a:t>
            </a:r>
            <a:r>
              <a:rPr lang="en-US" b="1" dirty="0"/>
              <a:t>heap (free store)</a:t>
            </a:r>
            <a:r>
              <a:rPr lang="en-US" dirty="0"/>
              <a:t> at runtime.</a:t>
            </a:r>
          </a:p>
          <a:p>
            <a:pPr lvl="1"/>
            <a:r>
              <a:rPr lang="en-US" dirty="0"/>
              <a:t>Can be released (freed) when no longer needed.</a:t>
            </a:r>
          </a:p>
          <a:p>
            <a:pPr marL="0" indent="0">
              <a:buNone/>
            </a:pPr>
            <a:r>
              <a:rPr lang="en-US" b="1" dirty="0"/>
              <a:t>Example in C++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int n;</a:t>
            </a:r>
          </a:p>
          <a:p>
            <a:pPr marL="548640" lvl="2" indent="0">
              <a:buNone/>
            </a:pPr>
            <a:r>
              <a:rPr lang="en-US" dirty="0" err="1">
                <a:solidFill>
                  <a:srgbClr val="00B050"/>
                </a:solidFill>
              </a:rPr>
              <a:t>cout</a:t>
            </a:r>
            <a:r>
              <a:rPr lang="en-US" dirty="0">
                <a:solidFill>
                  <a:srgbClr val="00B050"/>
                </a:solidFill>
              </a:rPr>
              <a:t> &lt;&lt; "Enter size: ";</a:t>
            </a:r>
          </a:p>
          <a:p>
            <a:pPr marL="548640" lvl="2" indent="0">
              <a:buNone/>
            </a:pPr>
            <a:r>
              <a:rPr lang="en-US" dirty="0" err="1">
                <a:solidFill>
                  <a:srgbClr val="00B050"/>
                </a:solidFill>
              </a:rPr>
              <a:t>cin</a:t>
            </a:r>
            <a:r>
              <a:rPr lang="en-US" dirty="0">
                <a:solidFill>
                  <a:srgbClr val="00B050"/>
                </a:solidFill>
              </a:rPr>
              <a:t> &gt;&gt; n;</a:t>
            </a:r>
          </a:p>
          <a:p>
            <a:pPr marL="548640" lvl="2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int *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 = new int[n];   // allocate memory at runtime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// ... use 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 ...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delete [] 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;           // free memory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DYNAMIC MEMORY ALLOCATION IN C++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C++ provides </a:t>
            </a:r>
            <a:r>
              <a:rPr lang="en-US" b="1" dirty="0"/>
              <a:t>two operators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new</a:t>
            </a:r>
            <a:r>
              <a:rPr lang="en-US" dirty="0"/>
              <a:t> → Allocates memory from the </a:t>
            </a:r>
            <a:r>
              <a:rPr lang="en-US" b="1" dirty="0"/>
              <a:t>heap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delete</a:t>
            </a:r>
            <a:r>
              <a:rPr lang="en-US" dirty="0"/>
              <a:t> → Frees memory back to the heap.</a:t>
            </a:r>
          </a:p>
          <a:p>
            <a:r>
              <a:rPr lang="en-US" b="1" dirty="0"/>
              <a:t>Lifetime of an object</a:t>
            </a:r>
            <a:r>
              <a:rPr lang="en-US" dirty="0"/>
              <a:t> created with new:</a:t>
            </a:r>
          </a:p>
          <a:p>
            <a:pPr lvl="1"/>
            <a:r>
              <a:rPr lang="en-US" dirty="0"/>
              <a:t>It remains in memory until </a:t>
            </a:r>
            <a:r>
              <a:rPr lang="en-US" b="1" dirty="0"/>
              <a:t>explicitly destroyed</a:t>
            </a:r>
            <a:r>
              <a:rPr lang="en-US" dirty="0"/>
              <a:t> with delete.</a:t>
            </a:r>
          </a:p>
          <a:p>
            <a:pPr lvl="1"/>
            <a:r>
              <a:rPr lang="en-US" dirty="0"/>
              <a:t>Not automatically freed when block ends → programmer controls memory lifetime.</a:t>
            </a:r>
          </a:p>
          <a:p>
            <a:pPr marL="0" indent="0">
              <a:buNone/>
            </a:pPr>
            <a:r>
              <a:rPr lang="en-US" b="1" dirty="0"/>
              <a:t>Example: Allocating &amp; Freeing Memory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int *p = new int;   // allocate memory for one integer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*p = 100;           // store value</a:t>
            </a:r>
          </a:p>
          <a:p>
            <a:pPr marL="548640" lvl="2" indent="0">
              <a:buNone/>
            </a:pPr>
            <a:r>
              <a:rPr lang="en-US" dirty="0" err="1">
                <a:solidFill>
                  <a:srgbClr val="00B050"/>
                </a:solidFill>
              </a:rPr>
              <a:t>cout</a:t>
            </a:r>
            <a:r>
              <a:rPr lang="en-US" dirty="0">
                <a:solidFill>
                  <a:srgbClr val="00B050"/>
                </a:solidFill>
              </a:rPr>
              <a:t> &lt;&lt; *p;         // prints 100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delete p;           // free memory</a:t>
            </a:r>
          </a:p>
          <a:p>
            <a:r>
              <a:rPr lang="en-US" dirty="0"/>
              <a:t>Memory stays valid </a:t>
            </a:r>
            <a:r>
              <a:rPr lang="en-US" b="1" dirty="0"/>
              <a:t>even after the block ends</a:t>
            </a:r>
            <a:r>
              <a:rPr lang="en-US" dirty="0"/>
              <a:t>, until delete is called.</a:t>
            </a:r>
          </a:p>
          <a:p>
            <a:r>
              <a:rPr lang="en-US" dirty="0"/>
              <a:t>Prevents waste and gives programmer </a:t>
            </a:r>
            <a:r>
              <a:rPr lang="en-US" b="1" dirty="0"/>
              <a:t>direct control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C4C80-3344-57B9-E340-86DBE6F8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B132-BC40-4FF9-CB90-ED873E2F4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new</a:t>
            </a:r>
            <a:r>
              <a:rPr lang="en-US" dirty="0"/>
              <a:t> Operator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D54F7B-7ACC-F594-A15B-37B5BFD53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04E26-F236-D0A6-8832-BC8E9ECC2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1F39E7-2585-6C5B-E375-0F695A5A896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Syntax:</a:t>
            </a:r>
            <a:endParaRPr lang="en-US" dirty="0"/>
          </a:p>
          <a:p>
            <a:pPr marL="548640" lvl="2" indent="0">
              <a:buNone/>
            </a:pPr>
            <a:r>
              <a:rPr lang="en-US" dirty="0" err="1">
                <a:solidFill>
                  <a:srgbClr val="00B050"/>
                </a:solidFill>
              </a:rPr>
              <a:t>Pointer_Variable</a:t>
            </a:r>
            <a:r>
              <a:rPr lang="en-US" dirty="0">
                <a:solidFill>
                  <a:srgbClr val="00B050"/>
                </a:solidFill>
              </a:rPr>
              <a:t> = new </a:t>
            </a:r>
            <a:r>
              <a:rPr lang="en-US" dirty="0" err="1">
                <a:solidFill>
                  <a:srgbClr val="00B050"/>
                </a:solidFill>
              </a:rPr>
              <a:t>data_type</a:t>
            </a:r>
            <a:r>
              <a:rPr lang="en-US" dirty="0">
                <a:solidFill>
                  <a:srgbClr val="00B050"/>
                </a:solidFill>
              </a:rPr>
              <a:t>;</a:t>
            </a:r>
          </a:p>
          <a:p>
            <a:pPr marL="548640" lvl="2" indent="0">
              <a:buNone/>
            </a:pPr>
            <a:r>
              <a:rPr lang="en-US" dirty="0" err="1">
                <a:solidFill>
                  <a:srgbClr val="00B050"/>
                </a:solidFill>
              </a:rPr>
              <a:t>Pointer_Variable</a:t>
            </a:r>
            <a:r>
              <a:rPr lang="en-US" dirty="0">
                <a:solidFill>
                  <a:srgbClr val="00B050"/>
                </a:solidFill>
              </a:rPr>
              <a:t> = new </a:t>
            </a:r>
            <a:r>
              <a:rPr lang="en-US" dirty="0" err="1">
                <a:solidFill>
                  <a:srgbClr val="00B050"/>
                </a:solidFill>
              </a:rPr>
              <a:t>data_type</a:t>
            </a:r>
            <a:r>
              <a:rPr lang="en-US" dirty="0">
                <a:solidFill>
                  <a:srgbClr val="00B050"/>
                </a:solidFill>
              </a:rPr>
              <a:t>[size];  // for arrays</a:t>
            </a:r>
          </a:p>
          <a:p>
            <a:r>
              <a:rPr lang="en-US" b="1" dirty="0"/>
              <a:t>Allocates memory at runtime</a:t>
            </a:r>
            <a:r>
              <a:rPr lang="en-US" dirty="0"/>
              <a:t> from the heap.</a:t>
            </a:r>
          </a:p>
          <a:p>
            <a:r>
              <a:rPr lang="en-US" dirty="0"/>
              <a:t>Returns the </a:t>
            </a:r>
            <a:r>
              <a:rPr lang="en-US" b="1" dirty="0"/>
              <a:t>address</a:t>
            </a:r>
            <a:r>
              <a:rPr lang="en-US" dirty="0"/>
              <a:t> of allocated memory.</a:t>
            </a:r>
          </a:p>
          <a:p>
            <a:r>
              <a:rPr lang="en-US" dirty="0"/>
              <a:t>Works for </a:t>
            </a:r>
            <a:r>
              <a:rPr lang="en-US" b="1" dirty="0"/>
              <a:t>single variables, arrays, and objects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2964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8462-9EB5-3D40-76A8-3DB8C49BA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P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F6D249-C852-534B-622A-E357D42D6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D7C09-9D95-8071-E184-49FFC7F7A76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1. Single Variable</a:t>
            </a:r>
            <a:endParaRPr lang="en-US" dirty="0"/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int *p = new int;   // allocate memory for one integer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*p = 10;  </a:t>
            </a:r>
          </a:p>
          <a:p>
            <a:pPr marL="548640" lvl="2" indent="0">
              <a:buNone/>
            </a:pPr>
            <a:r>
              <a:rPr lang="en-US" dirty="0" err="1">
                <a:solidFill>
                  <a:srgbClr val="00B050"/>
                </a:solidFill>
              </a:rPr>
              <a:t>cout</a:t>
            </a:r>
            <a:r>
              <a:rPr lang="en-US" dirty="0">
                <a:solidFill>
                  <a:srgbClr val="00B050"/>
                </a:solidFill>
              </a:rPr>
              <a:t> &lt;&lt; *p;   // prints 10</a:t>
            </a:r>
          </a:p>
          <a:p>
            <a:r>
              <a:rPr lang="en-US" b="1" dirty="0"/>
              <a:t>2. Array</a:t>
            </a:r>
            <a:endParaRPr lang="en-US" dirty="0"/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int *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 = new int[5];   // array of 5 integers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for(int 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=0; 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&lt;5; 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++) 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[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] = i+1;</a:t>
            </a:r>
          </a:p>
          <a:p>
            <a:r>
              <a:rPr lang="en-US" b="1" dirty="0"/>
              <a:t>3. Object</a:t>
            </a:r>
            <a:endParaRPr lang="en-US" dirty="0"/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class Student {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   public: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      int roll;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      Student(int r) { roll = r; }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};</a:t>
            </a:r>
          </a:p>
          <a:p>
            <a:pPr marL="548640" lvl="2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Student *s = new Student(101);   // dynamic object creation</a:t>
            </a:r>
          </a:p>
          <a:p>
            <a:pPr marL="548640" lvl="2" indent="0">
              <a:buNone/>
            </a:pPr>
            <a:r>
              <a:rPr lang="en-US" dirty="0" err="1">
                <a:solidFill>
                  <a:srgbClr val="00B050"/>
                </a:solidFill>
              </a:rPr>
              <a:t>cout</a:t>
            </a:r>
            <a:r>
              <a:rPr lang="en-US" dirty="0">
                <a:solidFill>
                  <a:srgbClr val="00B050"/>
                </a:solidFill>
              </a:rPr>
              <a:t> &lt;&lt; s-&gt;roll;   // prints 101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3836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35C4D-E5F0-E80A-813D-56F5EBB4B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delete Operator</a:t>
            </a:r>
            <a:endParaRPr lang="en-P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D06C8C-7F34-8102-E6AE-C8B34044D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C7E0D-7393-EE40-7BFB-39EE5475A99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Syntax:</a:t>
            </a:r>
            <a:endParaRPr lang="en-US" dirty="0"/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delete </a:t>
            </a:r>
            <a:r>
              <a:rPr lang="en-US" dirty="0" err="1">
                <a:solidFill>
                  <a:srgbClr val="00B050"/>
                </a:solidFill>
              </a:rPr>
              <a:t>pointer_variable</a:t>
            </a:r>
            <a:r>
              <a:rPr lang="en-US" dirty="0">
                <a:solidFill>
                  <a:srgbClr val="00B050"/>
                </a:solidFill>
              </a:rPr>
              <a:t>;        // free single variable or object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00B050"/>
                </a:solidFill>
              </a:rPr>
              <a:t>delete [] </a:t>
            </a:r>
            <a:r>
              <a:rPr lang="en-US" dirty="0" err="1">
                <a:solidFill>
                  <a:srgbClr val="00B050"/>
                </a:solidFill>
              </a:rPr>
              <a:t>pointer_variable</a:t>
            </a:r>
            <a:r>
              <a:rPr lang="en-US" dirty="0">
                <a:solidFill>
                  <a:srgbClr val="00B050"/>
                </a:solidFill>
              </a:rPr>
              <a:t>;     // free array</a:t>
            </a:r>
          </a:p>
          <a:p>
            <a:r>
              <a:rPr lang="en-US" dirty="0"/>
              <a:t>Frees memory that was allocated with new.</a:t>
            </a:r>
          </a:p>
          <a:p>
            <a:r>
              <a:rPr lang="en-US" dirty="0"/>
              <a:t>Returns memory to the </a:t>
            </a:r>
            <a:r>
              <a:rPr lang="en-US" b="1" dirty="0"/>
              <a:t>heap</a:t>
            </a:r>
            <a:r>
              <a:rPr lang="en-US" dirty="0"/>
              <a:t> for reuse.</a:t>
            </a:r>
          </a:p>
          <a:p>
            <a:r>
              <a:rPr lang="en-US" dirty="0"/>
              <a:t>Prevents </a:t>
            </a:r>
            <a:r>
              <a:rPr lang="en-US" b="1" dirty="0"/>
              <a:t>memory leaks</a:t>
            </a:r>
            <a:r>
              <a:rPr lang="en-US" dirty="0"/>
              <a:t> (unused memory that remains blocked).</a:t>
            </a:r>
          </a:p>
          <a:p>
            <a:r>
              <a:rPr lang="en-US" dirty="0"/>
              <a:t>Must match the type of allocation:</a:t>
            </a:r>
          </a:p>
          <a:p>
            <a:pPr lvl="1"/>
            <a:r>
              <a:rPr lang="en-US" dirty="0"/>
              <a:t>new → delete</a:t>
            </a:r>
          </a:p>
          <a:p>
            <a:pPr lvl="1"/>
            <a:r>
              <a:rPr lang="en-US" dirty="0"/>
              <a:t>new[] → delete[]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5235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FA789-1C9A-1B49-3C26-6B95E0E82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P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952D5B-E473-1C98-F1E9-3348210C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F5E46-5823-84AA-E7BD-83C07C1AC26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1. Single Variable</a:t>
            </a:r>
            <a:endParaRPr lang="en-US" dirty="0"/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int *p = new int;  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*p = 10;  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delete p;      // free memory for single integer</a:t>
            </a:r>
          </a:p>
          <a:p>
            <a:pPr marL="0" indent="0">
              <a:buNone/>
            </a:pPr>
            <a:r>
              <a:rPr lang="en-US" b="1" dirty="0"/>
              <a:t>2. Array</a:t>
            </a:r>
            <a:endParaRPr lang="en-US" dirty="0"/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int *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 = new int[5];  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for(int 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=0; 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&lt;5; 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++) 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[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] = i+1;  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delete [] </a:t>
            </a:r>
            <a:r>
              <a:rPr lang="en-US" dirty="0" err="1">
                <a:solidFill>
                  <a:srgbClr val="00B050"/>
                </a:solidFill>
              </a:rPr>
              <a:t>arr</a:t>
            </a:r>
            <a:r>
              <a:rPr lang="en-US" dirty="0">
                <a:solidFill>
                  <a:srgbClr val="00B050"/>
                </a:solidFill>
              </a:rPr>
              <a:t>;   // free memory for array</a:t>
            </a:r>
          </a:p>
          <a:p>
            <a:pPr marL="0" indent="0">
              <a:buNone/>
            </a:pPr>
            <a:r>
              <a:rPr lang="en-US" b="1" dirty="0"/>
              <a:t>3. Object</a:t>
            </a:r>
            <a:endParaRPr lang="en-US" dirty="0"/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class Student {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   public: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      int roll;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      Student(int r) { roll = r; }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};</a:t>
            </a:r>
          </a:p>
          <a:p>
            <a:endParaRPr lang="en-US" dirty="0"/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Student *s = new Student(101);  </a:t>
            </a:r>
          </a:p>
          <a:p>
            <a:pPr marL="274320" lvl="1" indent="0">
              <a:buNone/>
            </a:pPr>
            <a:r>
              <a:rPr lang="en-US" dirty="0" err="1">
                <a:solidFill>
                  <a:srgbClr val="00B050"/>
                </a:solidFill>
              </a:rPr>
              <a:t>cout</a:t>
            </a:r>
            <a:r>
              <a:rPr lang="en-US" dirty="0">
                <a:solidFill>
                  <a:srgbClr val="00B050"/>
                </a:solidFill>
              </a:rPr>
              <a:t> &lt;&lt; s-&gt;roll;  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delete s;   // free memory for object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0618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494EF-13F9-A1CD-19B1-A374990F3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207FF-41B6-8D79-C894-10373CD9452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his program demonstrates the dynamic allocation and deallocation of memory for an integer.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 use of dynamic memory allocation is particularly useful when you need to allocate memory at runtime and deallocate it when it is no longer needed.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9240B6-927F-EDFC-3A12-06126ADFC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DB29FF-CB5D-BF0C-8700-09DE7A0E240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605155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#include &lt;iostream&gt;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using namespace std;</a:t>
            </a:r>
          </a:p>
          <a:p>
            <a:pPr marL="0" indent="0">
              <a:buNone/>
            </a:pPr>
            <a:endParaRPr lang="en-US" sz="5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int main() {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// Dynamic memory allocation for an integer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int* </a:t>
            </a:r>
            <a:r>
              <a:rPr lang="en-US" sz="5600" dirty="0" err="1">
                <a:solidFill>
                  <a:srgbClr val="00B050"/>
                </a:solidFill>
              </a:rPr>
              <a:t>dynamicInt</a:t>
            </a:r>
            <a:r>
              <a:rPr lang="en-US" sz="5600" dirty="0">
                <a:solidFill>
                  <a:srgbClr val="00B050"/>
                </a:solidFill>
              </a:rPr>
              <a:t> = new int;</a:t>
            </a:r>
          </a:p>
          <a:p>
            <a:pPr marL="0" indent="0">
              <a:buNone/>
            </a:pPr>
            <a:endParaRPr lang="en-US" sz="5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// Check if memory allocation is successful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if (</a:t>
            </a:r>
            <a:r>
              <a:rPr lang="en-US" sz="5600" dirty="0" err="1">
                <a:solidFill>
                  <a:srgbClr val="00B050"/>
                </a:solidFill>
              </a:rPr>
              <a:t>dynamicInt</a:t>
            </a:r>
            <a:r>
              <a:rPr lang="en-US" sz="5600" dirty="0">
                <a:solidFill>
                  <a:srgbClr val="00B050"/>
                </a:solidFill>
              </a:rPr>
              <a:t> == </a:t>
            </a:r>
            <a:r>
              <a:rPr lang="en-US" sz="5600" dirty="0" err="1">
                <a:solidFill>
                  <a:srgbClr val="00B050"/>
                </a:solidFill>
              </a:rPr>
              <a:t>nullptr</a:t>
            </a:r>
            <a:r>
              <a:rPr lang="en-US" sz="5600" dirty="0">
                <a:solidFill>
                  <a:srgbClr val="00B050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    </a:t>
            </a:r>
            <a:r>
              <a:rPr lang="en-US" sz="5600" dirty="0" err="1">
                <a:solidFill>
                  <a:srgbClr val="00B050"/>
                </a:solidFill>
              </a:rPr>
              <a:t>cout</a:t>
            </a:r>
            <a:r>
              <a:rPr lang="en-US" sz="5600" dirty="0">
                <a:solidFill>
                  <a:srgbClr val="00B050"/>
                </a:solidFill>
              </a:rPr>
              <a:t> &lt;&lt; "Memory allocation failed." &lt;&lt; </a:t>
            </a:r>
            <a:r>
              <a:rPr lang="en-US" sz="5600" dirty="0" err="1">
                <a:solidFill>
                  <a:srgbClr val="00B050"/>
                </a:solidFill>
              </a:rPr>
              <a:t>endl</a:t>
            </a:r>
            <a:r>
              <a:rPr lang="en-US" sz="5600" dirty="0">
                <a:solidFill>
                  <a:srgbClr val="00B05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    return 1;  // Return with an error code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}</a:t>
            </a:r>
          </a:p>
          <a:p>
            <a:pPr marL="0" indent="0">
              <a:buNone/>
            </a:pPr>
            <a:endParaRPr lang="en-US" sz="5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// Input a value into the dynamically allocated memory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</a:t>
            </a:r>
            <a:r>
              <a:rPr lang="en-US" sz="5600" dirty="0" err="1">
                <a:solidFill>
                  <a:srgbClr val="00B050"/>
                </a:solidFill>
              </a:rPr>
              <a:t>cout</a:t>
            </a:r>
            <a:r>
              <a:rPr lang="en-US" sz="5600" dirty="0">
                <a:solidFill>
                  <a:srgbClr val="00B050"/>
                </a:solidFill>
              </a:rPr>
              <a:t> &lt;&lt; "Enter an integer value: ";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</a:t>
            </a:r>
            <a:r>
              <a:rPr lang="en-US" sz="5600" dirty="0" err="1">
                <a:solidFill>
                  <a:srgbClr val="00B050"/>
                </a:solidFill>
              </a:rPr>
              <a:t>cin</a:t>
            </a:r>
            <a:r>
              <a:rPr lang="en-US" sz="5600" dirty="0">
                <a:solidFill>
                  <a:srgbClr val="00B050"/>
                </a:solidFill>
              </a:rPr>
              <a:t> &gt;&gt; *</a:t>
            </a:r>
            <a:r>
              <a:rPr lang="en-US" sz="5600" dirty="0" err="1">
                <a:solidFill>
                  <a:srgbClr val="00B050"/>
                </a:solidFill>
              </a:rPr>
              <a:t>dynamicInt</a:t>
            </a:r>
            <a:r>
              <a:rPr lang="en-US" sz="5600" dirty="0">
                <a:solidFill>
                  <a:srgbClr val="00B050"/>
                </a:solidFill>
              </a:rPr>
              <a:t>;</a:t>
            </a:r>
          </a:p>
          <a:p>
            <a:pPr marL="0" indent="0">
              <a:buNone/>
            </a:pPr>
            <a:endParaRPr lang="en-US" sz="5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// Display the value stored in the dynamically allocated memory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</a:t>
            </a:r>
            <a:r>
              <a:rPr lang="en-US" sz="5600" dirty="0" err="1">
                <a:solidFill>
                  <a:srgbClr val="00B050"/>
                </a:solidFill>
              </a:rPr>
              <a:t>cout</a:t>
            </a:r>
            <a:r>
              <a:rPr lang="en-US" sz="5600" dirty="0">
                <a:solidFill>
                  <a:srgbClr val="00B050"/>
                </a:solidFill>
              </a:rPr>
              <a:t> &lt;&lt; "Value stored in dynamically allocated memory: " &lt;&lt; *</a:t>
            </a:r>
            <a:r>
              <a:rPr lang="en-US" sz="5600" dirty="0" err="1">
                <a:solidFill>
                  <a:srgbClr val="00B050"/>
                </a:solidFill>
              </a:rPr>
              <a:t>dynamicInt</a:t>
            </a:r>
            <a:r>
              <a:rPr lang="en-US" sz="5600" dirty="0">
                <a:solidFill>
                  <a:srgbClr val="00B050"/>
                </a:solidFill>
              </a:rPr>
              <a:t> &lt;&lt; </a:t>
            </a:r>
            <a:r>
              <a:rPr lang="en-US" sz="5600" dirty="0" err="1">
                <a:solidFill>
                  <a:srgbClr val="00B050"/>
                </a:solidFill>
              </a:rPr>
              <a:t>endl</a:t>
            </a:r>
            <a:r>
              <a:rPr lang="en-US" sz="5600" dirty="0">
                <a:solidFill>
                  <a:srgbClr val="00B050"/>
                </a:solidFill>
              </a:rPr>
              <a:t>;</a:t>
            </a:r>
          </a:p>
          <a:p>
            <a:pPr marL="0" indent="0">
              <a:buNone/>
            </a:pPr>
            <a:endParaRPr lang="en-US" sz="5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// Dynamic memory deallocation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delete </a:t>
            </a:r>
            <a:r>
              <a:rPr lang="en-US" sz="5600" dirty="0" err="1">
                <a:solidFill>
                  <a:srgbClr val="00B050"/>
                </a:solidFill>
              </a:rPr>
              <a:t>dynamicInt</a:t>
            </a:r>
            <a:r>
              <a:rPr lang="en-US" sz="5600" dirty="0">
                <a:solidFill>
                  <a:srgbClr val="00B050"/>
                </a:solidFill>
              </a:rPr>
              <a:t>;</a:t>
            </a:r>
          </a:p>
          <a:p>
            <a:pPr marL="0" indent="0">
              <a:buNone/>
            </a:pPr>
            <a:endParaRPr lang="en-US" sz="5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5600" dirty="0">
                <a:solidFill>
                  <a:srgbClr val="00B050"/>
                </a:solidFill>
              </a:rPr>
              <a:t>    return 0;</a:t>
            </a:r>
          </a:p>
          <a:p>
            <a:pPr marL="0" indent="0">
              <a:buNone/>
            </a:pPr>
            <a:r>
              <a:rPr lang="en-US" sz="56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807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LINKED LISTS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/>
              <a:t>A linked list is a linear collection of specially designed data elements, called nodes, linked to one another by means of pointers.</a:t>
            </a:r>
          </a:p>
          <a:p>
            <a:pPr algn="just"/>
            <a:r>
              <a:rPr lang="en-US" sz="2000" dirty="0"/>
              <a:t>Each Node is divided into two parts</a:t>
            </a:r>
          </a:p>
          <a:p>
            <a:pPr lvl="1" algn="just"/>
            <a:r>
              <a:rPr lang="en-US" sz="2000" dirty="0"/>
              <a:t>The first part contains the information of the element</a:t>
            </a:r>
          </a:p>
          <a:p>
            <a:pPr lvl="1" algn="just"/>
            <a:r>
              <a:rPr lang="en-US" sz="2000" dirty="0"/>
              <a:t>The second part contains the address of the next node in the linked list, also called linked or next field.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3352800"/>
            <a:ext cx="4267200" cy="2832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Linked List representation in memory.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Each node is pictured with two parts.</a:t>
            </a:r>
          </a:p>
          <a:p>
            <a:pPr lvl="1" algn="just"/>
            <a:r>
              <a:rPr lang="en-US" dirty="0"/>
              <a:t>The left part of each node contains the data items and</a:t>
            </a:r>
          </a:p>
          <a:p>
            <a:pPr lvl="1" algn="just"/>
            <a:r>
              <a:rPr lang="en-US" dirty="0"/>
              <a:t> the right part represents the address of the next node; there is an arrow drawn from it to the next node. </a:t>
            </a:r>
          </a:p>
          <a:p>
            <a:pPr algn="just"/>
            <a:r>
              <a:rPr lang="en-US" dirty="0"/>
              <a:t>The next pointer of the last node contains a special value, called the NULL pointer, which does not point to any address of the node. </a:t>
            </a:r>
          </a:p>
          <a:p>
            <a:pPr algn="just"/>
            <a:r>
              <a:rPr lang="en-US" dirty="0"/>
              <a:t>That is NULL pointer indicates the end of the linked list.</a:t>
            </a:r>
          </a:p>
          <a:p>
            <a:pPr algn="just"/>
            <a:r>
              <a:rPr lang="en-US" dirty="0"/>
              <a:t>START pointer will hold the address of the 1st node in the list </a:t>
            </a:r>
            <a:r>
              <a:rPr lang="en-US" b="1" dirty="0"/>
              <a:t>NOTE: </a:t>
            </a:r>
            <a:r>
              <a:rPr lang="en-US" dirty="0"/>
              <a:t>START=NULL if there is no list (</a:t>
            </a:r>
            <a:r>
              <a:rPr lang="en-US" i="1" dirty="0"/>
              <a:t>i.e.; NULL list or empty list).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295400"/>
            <a:ext cx="5410200" cy="1000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REPRESENTATION OF 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Suppose we want to store a list of integer numbers using linked list. Then it can be schematically represented as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The linear linked list can be represented in memory with the following declaration.</a:t>
            </a:r>
          </a:p>
          <a:p>
            <a:pPr lvl="2" algn="just">
              <a:buNone/>
            </a:pPr>
            <a:r>
              <a:rPr lang="en-US" dirty="0" err="1"/>
              <a:t>struct</a:t>
            </a:r>
            <a:r>
              <a:rPr lang="en-US" dirty="0"/>
              <a:t> Node</a:t>
            </a:r>
          </a:p>
          <a:p>
            <a:pPr lvl="2" algn="just">
              <a:buNone/>
            </a:pPr>
            <a:r>
              <a:rPr lang="en-US" dirty="0"/>
              <a:t>{</a:t>
            </a:r>
          </a:p>
          <a:p>
            <a:pPr lvl="3" algn="just">
              <a:buNone/>
            </a:pPr>
            <a:r>
              <a:rPr lang="en-US" dirty="0"/>
              <a:t>int DATA;          </a:t>
            </a:r>
            <a:r>
              <a:rPr lang="en-US" dirty="0">
                <a:solidFill>
                  <a:srgbClr val="00B050"/>
                </a:solidFill>
              </a:rPr>
              <a:t>// stores the value (also called info)</a:t>
            </a:r>
          </a:p>
          <a:p>
            <a:pPr lvl="3" algn="just">
              <a:buNone/>
            </a:pPr>
            <a:r>
              <a:rPr lang="en-US" dirty="0"/>
              <a:t>Node* next;      </a:t>
            </a:r>
            <a:r>
              <a:rPr lang="en-US" dirty="0">
                <a:solidFill>
                  <a:srgbClr val="00B050"/>
                </a:solidFill>
              </a:rPr>
              <a:t>// pointer to the next node (also called link)</a:t>
            </a:r>
          </a:p>
          <a:p>
            <a:pPr lvl="3" algn="just">
              <a:buNone/>
            </a:pPr>
            <a:r>
              <a:rPr lang="en-US" dirty="0"/>
              <a:t>};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2438400"/>
            <a:ext cx="5836356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AND DISADVANTAGES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Linked list have many advantages, some of them are:</a:t>
            </a:r>
          </a:p>
          <a:p>
            <a:pPr lvl="1" algn="just">
              <a:buNone/>
            </a:pPr>
            <a:r>
              <a:rPr lang="en-US" dirty="0"/>
              <a:t>1.Linked list are dynamic data structure. That is, they can grow or shrink during the execution of a program.</a:t>
            </a:r>
          </a:p>
          <a:p>
            <a:pPr lvl="1" algn="just">
              <a:buNone/>
            </a:pPr>
            <a:r>
              <a:rPr lang="en-US" dirty="0"/>
              <a:t>2.Efficient memory utilization: In linked list (or dynamic) representation, memory is not pre-allocated. Memory is allocated whenever it is required. And it is </a:t>
            </a:r>
            <a:r>
              <a:rPr lang="en-US" dirty="0" err="1"/>
              <a:t>deallocated</a:t>
            </a:r>
            <a:r>
              <a:rPr lang="en-US" dirty="0"/>
              <a:t> (or removed) when it is not needed.</a:t>
            </a:r>
          </a:p>
          <a:p>
            <a:pPr lvl="1" algn="just">
              <a:buNone/>
            </a:pPr>
            <a:r>
              <a:rPr lang="en-US" sz="2500" dirty="0"/>
              <a:t>3.Insertion and deletion are easier and efficient. Linked list provides flexibility in inserting a data item at a specified position and deletion of a data item from the given position.</a:t>
            </a:r>
          </a:p>
          <a:p>
            <a:pPr lvl="1" algn="just">
              <a:buNone/>
            </a:pPr>
            <a:r>
              <a:rPr lang="en-US" sz="2500" dirty="0"/>
              <a:t>4.Many complex applications can be easily carried out with linked list.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CD1D5-C925-DF69-FF96-AE25F6A55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Some considerations for using linked lists over arrays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DF2F8B-7FAC-22E6-C459-A9BC1FDCC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6251E-664E-381C-35F5-A9D6D8835FC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47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Dynamic Size: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Linked List: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Well-suited for scenarios where the size of the data structure is dynamic and may change frequently. Linked lists allow for efficient insertion and deletion of elements at any position.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Array: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Size is fixed at declaration. If the size needs to change, a new array must be created, and elements must be copied.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Insertion and Deletion: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Linked List: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Efficient for inserting or deleting elements anywhere in the list. No need to shift elements, as only pointers need to be adjusted.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Array: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Inefficient for insertions and deletions in the middle, as it requires shifting elements to maintain order.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Memory Overhead: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Linked List: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Each element in a linked list requires extra memory for the node structure and pointers.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Array: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Typically more memory-efficient, as it only stores the actual data.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Random Access: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Linked List: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Inefficient for random access to elements. Traversal is required to reach a specific element.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Array: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Supports constant-time random access using indices.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Contiguity: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Linked List: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Elements do not need to be stored in contiguous memory locations.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Array: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Requires contiguous memory, which may not always be available or efficient.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Ease of Implementation: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Linked List: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Implementing a linked list can be more complex due to pointer management.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Array: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Simpler to implement and understand, especially for scenarios where the size is fixed.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Dynamic Data Structures: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Linked List: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Well-suited for scenarios where dynamic resizing and adaptability are crucial.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Array: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Better for scenarios where a fixed-size collection with random access is sufficient.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496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Cont….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b="1" dirty="0"/>
              <a:t>Linked list has following disadvantages</a:t>
            </a:r>
          </a:p>
          <a:p>
            <a:pPr lvl="1" algn="just">
              <a:buNone/>
            </a:pPr>
            <a:r>
              <a:rPr lang="en-US" dirty="0"/>
              <a:t>1. More memory: to store an integer number, a node with integer data and address field is allocated. That is more memory space is needed.</a:t>
            </a:r>
          </a:p>
          <a:p>
            <a:pPr lvl="1" algn="just">
              <a:buNone/>
            </a:pPr>
            <a:r>
              <a:rPr lang="en-US" dirty="0"/>
              <a:t>2. Access to an arbitrary data item is time consuming.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 ON LINKED LIST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primitive operations performed on the linked list are as follows</a:t>
            </a:r>
          </a:p>
          <a:p>
            <a:pPr lvl="1">
              <a:buNone/>
            </a:pPr>
            <a:r>
              <a:rPr lang="en-US" dirty="0"/>
              <a:t>1. Creation</a:t>
            </a:r>
          </a:p>
          <a:p>
            <a:pPr lvl="1">
              <a:buNone/>
            </a:pPr>
            <a:r>
              <a:rPr lang="en-US" dirty="0"/>
              <a:t>2. Insertion</a:t>
            </a:r>
          </a:p>
          <a:p>
            <a:pPr lvl="1">
              <a:buNone/>
            </a:pPr>
            <a:r>
              <a:rPr lang="en-US" dirty="0"/>
              <a:t>3. Deletion</a:t>
            </a:r>
          </a:p>
          <a:p>
            <a:pPr lvl="1">
              <a:buNone/>
            </a:pPr>
            <a:r>
              <a:rPr lang="en-US" dirty="0"/>
              <a:t>4. Traversing</a:t>
            </a:r>
          </a:p>
          <a:p>
            <a:pPr lvl="1">
              <a:buNone/>
            </a:pPr>
            <a:r>
              <a:rPr lang="en-US" dirty="0"/>
              <a:t>5. Searching</a:t>
            </a:r>
          </a:p>
          <a:p>
            <a:pPr lvl="1">
              <a:buNone/>
            </a:pPr>
            <a:r>
              <a:rPr lang="en-US" dirty="0"/>
              <a:t>6. Concatenation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Cont…..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b="1" i="1" dirty="0"/>
              <a:t>Creation operation is used to create a linked list.</a:t>
            </a:r>
          </a:p>
          <a:p>
            <a:pPr lvl="1" algn="just"/>
            <a:r>
              <a:rPr lang="en-US" i="1" dirty="0"/>
              <a:t>Once a linked list is created with </a:t>
            </a:r>
            <a:r>
              <a:rPr lang="en-US" dirty="0"/>
              <a:t>one node, insertion operation can be used to add more elements in a node.</a:t>
            </a:r>
          </a:p>
          <a:p>
            <a:pPr algn="just"/>
            <a:r>
              <a:rPr lang="en-US" b="1" i="1" dirty="0"/>
              <a:t>Insertion operation is used to insert a new node at any specified location in the </a:t>
            </a:r>
            <a:r>
              <a:rPr lang="en-US" b="1" dirty="0"/>
              <a:t>linked list.</a:t>
            </a:r>
          </a:p>
          <a:p>
            <a:pPr lvl="1" algn="just"/>
            <a:r>
              <a:rPr lang="en-US" b="1" dirty="0"/>
              <a:t> </a:t>
            </a:r>
            <a:r>
              <a:rPr lang="en-US" dirty="0"/>
              <a:t>A new node may be inserted.</a:t>
            </a:r>
          </a:p>
          <a:p>
            <a:pPr lvl="2" algn="just">
              <a:buNone/>
            </a:pPr>
            <a:r>
              <a:rPr lang="en-US" dirty="0"/>
              <a:t>(</a:t>
            </a:r>
            <a:r>
              <a:rPr lang="en-US" i="1" dirty="0"/>
              <a:t>a) At the beginning of the linked list</a:t>
            </a:r>
          </a:p>
          <a:p>
            <a:pPr lvl="2" algn="just">
              <a:buNone/>
            </a:pPr>
            <a:r>
              <a:rPr lang="en-US" dirty="0"/>
              <a:t>(</a:t>
            </a:r>
            <a:r>
              <a:rPr lang="en-US" i="1" dirty="0"/>
              <a:t>b) At the end of the linked list</a:t>
            </a:r>
          </a:p>
          <a:p>
            <a:pPr lvl="2" algn="just">
              <a:buNone/>
            </a:pPr>
            <a:r>
              <a:rPr lang="en-US" dirty="0"/>
              <a:t>(</a:t>
            </a:r>
            <a:r>
              <a:rPr lang="en-US" i="1" dirty="0"/>
              <a:t>c) At any specified position in between in a linked list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Cont….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b="1" i="1" dirty="0"/>
              <a:t>Deletion operation is used to delete an item (or node) from the linked list. </a:t>
            </a:r>
          </a:p>
          <a:p>
            <a:pPr lvl="1" algn="just"/>
            <a:r>
              <a:rPr lang="en-US" i="1" dirty="0"/>
              <a:t>A node </a:t>
            </a:r>
            <a:r>
              <a:rPr lang="en-US" dirty="0"/>
              <a:t>may be deleted from the</a:t>
            </a:r>
          </a:p>
          <a:p>
            <a:pPr lvl="2" algn="just">
              <a:buNone/>
            </a:pPr>
            <a:r>
              <a:rPr lang="en-US" dirty="0"/>
              <a:t>(</a:t>
            </a:r>
            <a:r>
              <a:rPr lang="en-US" i="1" dirty="0"/>
              <a:t>a) Beginning of a linked list</a:t>
            </a:r>
          </a:p>
          <a:p>
            <a:pPr lvl="2" algn="just">
              <a:buNone/>
            </a:pPr>
            <a:r>
              <a:rPr lang="en-US" dirty="0"/>
              <a:t>(</a:t>
            </a:r>
            <a:r>
              <a:rPr lang="en-US" i="1" dirty="0"/>
              <a:t>b) End of a linked list</a:t>
            </a:r>
          </a:p>
          <a:p>
            <a:pPr lvl="2" algn="just">
              <a:buNone/>
            </a:pPr>
            <a:r>
              <a:rPr lang="en-US" dirty="0"/>
              <a:t>(</a:t>
            </a:r>
            <a:r>
              <a:rPr lang="en-US" i="1" dirty="0"/>
              <a:t>c) Specified location of the linked list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Cont….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i="1" dirty="0"/>
              <a:t>Traversing is the process of going through all the nodes from one end to another end of a linked list</a:t>
            </a:r>
            <a:r>
              <a:rPr lang="en-US" b="1" dirty="0"/>
              <a:t>.</a:t>
            </a:r>
          </a:p>
          <a:p>
            <a:pPr lvl="1" algn="just"/>
            <a:r>
              <a:rPr lang="en-US" dirty="0"/>
              <a:t>In a singly linked list we can visit from left to right, forward traversing, nodes only. </a:t>
            </a:r>
          </a:p>
          <a:p>
            <a:pPr lvl="1" algn="just"/>
            <a:r>
              <a:rPr lang="en-US" dirty="0"/>
              <a:t>But in doubly linked list forward and backward traversing is possible.</a:t>
            </a:r>
          </a:p>
          <a:p>
            <a:pPr algn="just"/>
            <a:r>
              <a:rPr lang="en-US" b="1" i="1" dirty="0"/>
              <a:t>Concatenation is the process of appending the second list to the end of the first list.</a:t>
            </a:r>
          </a:p>
          <a:p>
            <a:pPr lvl="1" algn="just"/>
            <a:r>
              <a:rPr lang="en-US" dirty="0"/>
              <a:t>Consider a list A having n nodes and B with m nodes.</a:t>
            </a:r>
          </a:p>
          <a:p>
            <a:pPr lvl="1" algn="just"/>
            <a:r>
              <a:rPr lang="en-US" dirty="0"/>
              <a:t> Then the operation concatenation will place the 1st node of B in the (n+1)</a:t>
            </a:r>
            <a:r>
              <a:rPr lang="en-US" dirty="0" err="1"/>
              <a:t>th</a:t>
            </a:r>
            <a:r>
              <a:rPr lang="en-US" dirty="0"/>
              <a:t> node in A. </a:t>
            </a:r>
          </a:p>
          <a:p>
            <a:pPr lvl="1" algn="just"/>
            <a:r>
              <a:rPr lang="en-US" dirty="0"/>
              <a:t>After concatenation A will contain (</a:t>
            </a:r>
            <a:r>
              <a:rPr lang="en-US" dirty="0" err="1"/>
              <a:t>n+m</a:t>
            </a:r>
            <a:r>
              <a:rPr lang="en-US" dirty="0"/>
              <a:t>) nodes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LINKED LIST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 and Data Structure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Basically we can divide the linked list into the following three types in the order in which they (or node) are arranged.</a:t>
            </a:r>
          </a:p>
          <a:p>
            <a:pPr lvl="1" algn="just">
              <a:buNone/>
            </a:pPr>
            <a:r>
              <a:rPr lang="en-US" dirty="0"/>
              <a:t>1. Singly linked list</a:t>
            </a:r>
          </a:p>
          <a:p>
            <a:pPr lvl="1" algn="just">
              <a:buNone/>
            </a:pPr>
            <a:r>
              <a:rPr lang="en-US" dirty="0"/>
              <a:t>2. Doubly linked list</a:t>
            </a:r>
          </a:p>
          <a:p>
            <a:pPr lvl="1" algn="just">
              <a:buNone/>
            </a:pPr>
            <a:r>
              <a:rPr lang="en-US" dirty="0"/>
              <a:t>3. Circular linked list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8F054C24C56045B24747200A570474" ma:contentTypeVersion="3" ma:contentTypeDescription="Create a new document." ma:contentTypeScope="" ma:versionID="a9d6b0c5e03429742bb9d7b052012d2a">
  <xsd:schema xmlns:xsd="http://www.w3.org/2001/XMLSchema" xmlns:xs="http://www.w3.org/2001/XMLSchema" xmlns:p="http://schemas.microsoft.com/office/2006/metadata/properties" xmlns:ns2="fbb113d8-a423-4c9e-8257-bae59865eaa2" targetNamespace="http://schemas.microsoft.com/office/2006/metadata/properties" ma:root="true" ma:fieldsID="a285371dd10d5c24912be7db6adeb8e8" ns2:_="">
    <xsd:import namespace="fbb113d8-a423-4c9e-8257-bae59865ea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b113d8-a423-4c9e-8257-bae59865ea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0226A3-B775-4EFD-8AA4-A983AB9391E7}"/>
</file>

<file path=customXml/itemProps2.xml><?xml version="1.0" encoding="utf-8"?>
<ds:datastoreItem xmlns:ds="http://schemas.openxmlformats.org/officeDocument/2006/customXml" ds:itemID="{AD826901-3ABA-4524-9865-E8D39B43957F}"/>
</file>

<file path=customXml/itemProps3.xml><?xml version="1.0" encoding="utf-8"?>
<ds:datastoreItem xmlns:ds="http://schemas.openxmlformats.org/officeDocument/2006/customXml" ds:itemID="{8BF12ECC-3DE9-4DDD-B562-C66B940B6E2C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1425</TotalTime>
  <Words>3151</Words>
  <Application>Microsoft Office PowerPoint</Application>
  <PresentationFormat>On-screen Show (4:3)</PresentationFormat>
  <Paragraphs>371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Bookman Old Style</vt:lpstr>
      <vt:lpstr>Calibri</vt:lpstr>
      <vt:lpstr>Gill Sans MT</vt:lpstr>
      <vt:lpstr>Söhne</vt:lpstr>
      <vt:lpstr>Wingdings</vt:lpstr>
      <vt:lpstr>Wingdings 3</vt:lpstr>
      <vt:lpstr>Origin</vt:lpstr>
      <vt:lpstr>2_Origin</vt:lpstr>
      <vt:lpstr>1_Origin</vt:lpstr>
      <vt:lpstr>Dynamic Data Structure</vt:lpstr>
      <vt:lpstr>Introduction to Pointers</vt:lpstr>
      <vt:lpstr>Declaring &amp; Using Pointers</vt:lpstr>
      <vt:lpstr>Address (&amp;) and Dereference (*) Operators </vt:lpstr>
      <vt:lpstr>Pointers and Arrays</vt:lpstr>
      <vt:lpstr>Why Pointers are Important?</vt:lpstr>
      <vt:lpstr>Example:</vt:lpstr>
      <vt:lpstr>MEMORY ALLOCATION</vt:lpstr>
      <vt:lpstr>MEMORY ALLOCATION (Example)</vt:lpstr>
      <vt:lpstr>DRAWBACKS WITH STATIC MEMORY ALLOCATION </vt:lpstr>
      <vt:lpstr>DYNAMIC OR RUN TIME MEMORY ALLOCATION</vt:lpstr>
      <vt:lpstr>DYNAMIC MEMORY ALLOCATION IN C++</vt:lpstr>
      <vt:lpstr>The new Operator</vt:lpstr>
      <vt:lpstr>Examples</vt:lpstr>
      <vt:lpstr>The delete Operator</vt:lpstr>
      <vt:lpstr>Examples</vt:lpstr>
      <vt:lpstr>Summery</vt:lpstr>
      <vt:lpstr>LINKED LISTS</vt:lpstr>
      <vt:lpstr>Linked List representation in memory.</vt:lpstr>
      <vt:lpstr>REPRESENTATION OF LINKED LIST</vt:lpstr>
      <vt:lpstr>ADVANTAGES AND DISADVANTAGES</vt:lpstr>
      <vt:lpstr>Some considerations for using linked lists over arrays</vt:lpstr>
      <vt:lpstr>Cont….</vt:lpstr>
      <vt:lpstr>OPERATION ON LINKED LIST</vt:lpstr>
      <vt:lpstr>Cont…..</vt:lpstr>
      <vt:lpstr>Cont….</vt:lpstr>
      <vt:lpstr>Cont….</vt:lpstr>
      <vt:lpstr>TYPES OF LINKED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Atique</dc:creator>
  <cp:lastModifiedBy>Atique Ahmad Zafar</cp:lastModifiedBy>
  <cp:revision>60</cp:revision>
  <dcterms:created xsi:type="dcterms:W3CDTF">2012-09-05T05:27:50Z</dcterms:created>
  <dcterms:modified xsi:type="dcterms:W3CDTF">2025-09-16T08:57:14Z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0x010100408F054C24C56045B24747200A570474</vt:lpwstr>
  </property>
</Properties>
</file>