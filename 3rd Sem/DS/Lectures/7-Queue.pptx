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 id="2147483672" r:id="rId3"/>
  </p:sldMasterIdLst>
  <p:notesMasterIdLst>
    <p:notesMasterId r:id="rId48"/>
  </p:notesMasterIdLst>
  <p:sldIdLst>
    <p:sldId id="256" r:id="rId4"/>
    <p:sldId id="257" r:id="rId5"/>
    <p:sldId id="268" r:id="rId6"/>
    <p:sldId id="258" r:id="rId7"/>
    <p:sldId id="259" r:id="rId8"/>
    <p:sldId id="260" r:id="rId9"/>
    <p:sldId id="266" r:id="rId10"/>
    <p:sldId id="261" r:id="rId11"/>
    <p:sldId id="267" r:id="rId12"/>
    <p:sldId id="272" r:id="rId13"/>
    <p:sldId id="264" r:id="rId14"/>
    <p:sldId id="265" r:id="rId15"/>
    <p:sldId id="269" r:id="rId16"/>
    <p:sldId id="270" r:id="rId17"/>
    <p:sldId id="271" r:id="rId18"/>
    <p:sldId id="287" r:id="rId19"/>
    <p:sldId id="273" r:id="rId20"/>
    <p:sldId id="274" r:id="rId21"/>
    <p:sldId id="275" r:id="rId22"/>
    <p:sldId id="276" r:id="rId23"/>
    <p:sldId id="277" r:id="rId24"/>
    <p:sldId id="278" r:id="rId25"/>
    <p:sldId id="298" r:id="rId26"/>
    <p:sldId id="288" r:id="rId27"/>
    <p:sldId id="289" r:id="rId28"/>
    <p:sldId id="290" r:id="rId29"/>
    <p:sldId id="291" r:id="rId30"/>
    <p:sldId id="292" r:id="rId31"/>
    <p:sldId id="293" r:id="rId32"/>
    <p:sldId id="294" r:id="rId33"/>
    <p:sldId id="295" r:id="rId34"/>
    <p:sldId id="279" r:id="rId35"/>
    <p:sldId id="280" r:id="rId36"/>
    <p:sldId id="281" r:id="rId37"/>
    <p:sldId id="282" r:id="rId38"/>
    <p:sldId id="283" r:id="rId39"/>
    <p:sldId id="284" r:id="rId40"/>
    <p:sldId id="285" r:id="rId41"/>
    <p:sldId id="286" r:id="rId42"/>
    <p:sldId id="297" r:id="rId43"/>
    <p:sldId id="299" r:id="rId44"/>
    <p:sldId id="300" r:id="rId45"/>
    <p:sldId id="301" r:id="rId46"/>
    <p:sldId id="296"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74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viewProps" Target="viewProps.xml"/><Relationship Id="rId55" Type="http://schemas.openxmlformats.org/officeDocument/2006/relationships/customXml" Target="../customXml/item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microsoft.com/office/2016/11/relationships/changesInfo" Target="changesInfos/changesInfo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56" Type="http://schemas.openxmlformats.org/officeDocument/2006/relationships/customXml" Target="../customXml/item3.xml"/><Relationship Id="rId8" Type="http://schemas.openxmlformats.org/officeDocument/2006/relationships/slide" Target="slides/slide5.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ique Ahmad Zafar" userId="3c3190ae-5c8d-4775-903c-57da784da929" providerId="ADAL" clId="{939B054C-F8A9-4478-8F2C-9BA32CC365B5}"/>
    <pc:docChg chg="modShowInfo">
      <pc:chgData name="Atique Ahmad Zafar" userId="3c3190ae-5c8d-4775-903c-57da784da929" providerId="ADAL" clId="{939B054C-F8A9-4478-8F2C-9BA32CC365B5}" dt="2025-10-10T08:13:04.234" v="0" actId="2744"/>
      <pc:docMkLst>
        <pc:docMk/>
      </pc:docMkLst>
    </pc:docChg>
  </pc:docChgLst>
  <pc:docChgLst>
    <pc:chgData name="Atique Ahmad Zafar" userId="3c3190ae-5c8d-4775-903c-57da784da929" providerId="ADAL" clId="{56480614-C536-4B30-918E-848194763F26}"/>
    <pc:docChg chg="undo custSel addSld modSld modMainMaster">
      <pc:chgData name="Atique Ahmad Zafar" userId="3c3190ae-5c8d-4775-903c-57da784da929" providerId="ADAL" clId="{56480614-C536-4B30-918E-848194763F26}" dt="2025-03-25T05:07:10.972" v="314" actId="729"/>
      <pc:docMkLst>
        <pc:docMk/>
      </pc:docMkLst>
      <pc:sldChg chg="delSp modSp mod">
        <pc:chgData name="Atique Ahmad Zafar" userId="3c3190ae-5c8d-4775-903c-57da784da929" providerId="ADAL" clId="{56480614-C536-4B30-918E-848194763F26}" dt="2025-03-24T16:25:52.944" v="263" actId="478"/>
        <pc:sldMkLst>
          <pc:docMk/>
          <pc:sldMk cId="0" sldId="256"/>
        </pc:sldMkLst>
      </pc:sldChg>
      <pc:sldChg chg="modSp mod">
        <pc:chgData name="Atique Ahmad Zafar" userId="3c3190ae-5c8d-4775-903c-57da784da929" providerId="ADAL" clId="{56480614-C536-4B30-918E-848194763F26}" dt="2025-03-24T16:25:37.994" v="262" actId="20577"/>
        <pc:sldMkLst>
          <pc:docMk/>
          <pc:sldMk cId="0" sldId="257"/>
        </pc:sldMkLst>
      </pc:sldChg>
      <pc:sldChg chg="modSp mod">
        <pc:chgData name="Atique Ahmad Zafar" userId="3c3190ae-5c8d-4775-903c-57da784da929" providerId="ADAL" clId="{56480614-C536-4B30-918E-848194763F26}" dt="2025-03-24T16:27:21.698" v="265" actId="122"/>
        <pc:sldMkLst>
          <pc:docMk/>
          <pc:sldMk cId="0" sldId="259"/>
        </pc:sldMkLst>
      </pc:sldChg>
      <pc:sldChg chg="modSp mod">
        <pc:chgData name="Atique Ahmad Zafar" userId="3c3190ae-5c8d-4775-903c-57da784da929" providerId="ADAL" clId="{56480614-C536-4B30-918E-848194763F26}" dt="2025-03-24T16:27:30.863" v="266" actId="122"/>
        <pc:sldMkLst>
          <pc:docMk/>
          <pc:sldMk cId="0" sldId="260"/>
        </pc:sldMkLst>
      </pc:sldChg>
      <pc:sldChg chg="modSp mod">
        <pc:chgData name="Atique Ahmad Zafar" userId="3c3190ae-5c8d-4775-903c-57da784da929" providerId="ADAL" clId="{56480614-C536-4B30-918E-848194763F26}" dt="2025-03-24T16:27:46.334" v="268" actId="122"/>
        <pc:sldMkLst>
          <pc:docMk/>
          <pc:sldMk cId="0" sldId="261"/>
        </pc:sldMkLst>
      </pc:sldChg>
      <pc:sldChg chg="modSp mod">
        <pc:chgData name="Atique Ahmad Zafar" userId="3c3190ae-5c8d-4775-903c-57da784da929" providerId="ADAL" clId="{56480614-C536-4B30-918E-848194763F26}" dt="2025-03-24T16:28:07.716" v="271" actId="122"/>
        <pc:sldMkLst>
          <pc:docMk/>
          <pc:sldMk cId="0" sldId="265"/>
        </pc:sldMkLst>
      </pc:sldChg>
      <pc:sldChg chg="modSp mod">
        <pc:chgData name="Atique Ahmad Zafar" userId="3c3190ae-5c8d-4775-903c-57da784da929" providerId="ADAL" clId="{56480614-C536-4B30-918E-848194763F26}" dt="2025-03-24T16:27:39.588" v="267" actId="122"/>
        <pc:sldMkLst>
          <pc:docMk/>
          <pc:sldMk cId="0" sldId="266"/>
        </pc:sldMkLst>
      </pc:sldChg>
      <pc:sldChg chg="modSp mod">
        <pc:chgData name="Atique Ahmad Zafar" userId="3c3190ae-5c8d-4775-903c-57da784da929" providerId="ADAL" clId="{56480614-C536-4B30-918E-848194763F26}" dt="2025-03-24T16:27:52.892" v="269" actId="122"/>
        <pc:sldMkLst>
          <pc:docMk/>
          <pc:sldMk cId="0" sldId="267"/>
        </pc:sldMkLst>
      </pc:sldChg>
      <pc:sldChg chg="modSp mod">
        <pc:chgData name="Atique Ahmad Zafar" userId="3c3190ae-5c8d-4775-903c-57da784da929" providerId="ADAL" clId="{56480614-C536-4B30-918E-848194763F26}" dt="2025-03-24T16:26:18.066" v="264" actId="122"/>
        <pc:sldMkLst>
          <pc:docMk/>
          <pc:sldMk cId="637545912" sldId="268"/>
        </pc:sldMkLst>
      </pc:sldChg>
      <pc:sldChg chg="modSp mod">
        <pc:chgData name="Atique Ahmad Zafar" userId="3c3190ae-5c8d-4775-903c-57da784da929" providerId="ADAL" clId="{56480614-C536-4B30-918E-848194763F26}" dt="2025-03-24T16:28:13.138" v="272" actId="122"/>
        <pc:sldMkLst>
          <pc:docMk/>
          <pc:sldMk cId="0" sldId="269"/>
        </pc:sldMkLst>
      </pc:sldChg>
      <pc:sldChg chg="modSp mod">
        <pc:chgData name="Atique Ahmad Zafar" userId="3c3190ae-5c8d-4775-903c-57da784da929" providerId="ADAL" clId="{56480614-C536-4B30-918E-848194763F26}" dt="2025-03-24T16:28:21.020" v="273" actId="122"/>
        <pc:sldMkLst>
          <pc:docMk/>
          <pc:sldMk cId="0" sldId="270"/>
        </pc:sldMkLst>
      </pc:sldChg>
      <pc:sldChg chg="modSp mod">
        <pc:chgData name="Atique Ahmad Zafar" userId="3c3190ae-5c8d-4775-903c-57da784da929" providerId="ADAL" clId="{56480614-C536-4B30-918E-848194763F26}" dt="2025-03-24T16:28:26.108" v="274" actId="122"/>
        <pc:sldMkLst>
          <pc:docMk/>
          <pc:sldMk cId="0" sldId="271"/>
        </pc:sldMkLst>
      </pc:sldChg>
      <pc:sldChg chg="modSp mod">
        <pc:chgData name="Atique Ahmad Zafar" userId="3c3190ae-5c8d-4775-903c-57da784da929" providerId="ADAL" clId="{56480614-C536-4B30-918E-848194763F26}" dt="2025-03-24T16:27:58.670" v="270" actId="122"/>
        <pc:sldMkLst>
          <pc:docMk/>
          <pc:sldMk cId="2092409941" sldId="272"/>
        </pc:sldMkLst>
      </pc:sldChg>
      <pc:sldChg chg="modSp mod">
        <pc:chgData name="Atique Ahmad Zafar" userId="3c3190ae-5c8d-4775-903c-57da784da929" providerId="ADAL" clId="{56480614-C536-4B30-918E-848194763F26}" dt="2025-03-24T16:28:37.437" v="276" actId="122"/>
        <pc:sldMkLst>
          <pc:docMk/>
          <pc:sldMk cId="0" sldId="273"/>
        </pc:sldMkLst>
      </pc:sldChg>
      <pc:sldChg chg="modSp mod">
        <pc:chgData name="Atique Ahmad Zafar" userId="3c3190ae-5c8d-4775-903c-57da784da929" providerId="ADAL" clId="{56480614-C536-4B30-918E-848194763F26}" dt="2025-03-24T16:28:42.757" v="277" actId="122"/>
        <pc:sldMkLst>
          <pc:docMk/>
          <pc:sldMk cId="0" sldId="274"/>
        </pc:sldMkLst>
      </pc:sldChg>
      <pc:sldChg chg="modSp mod">
        <pc:chgData name="Atique Ahmad Zafar" userId="3c3190ae-5c8d-4775-903c-57da784da929" providerId="ADAL" clId="{56480614-C536-4B30-918E-848194763F26}" dt="2025-03-24T16:28:50.203" v="278" actId="122"/>
        <pc:sldMkLst>
          <pc:docMk/>
          <pc:sldMk cId="0" sldId="275"/>
        </pc:sldMkLst>
      </pc:sldChg>
      <pc:sldChg chg="modSp mod">
        <pc:chgData name="Atique Ahmad Zafar" userId="3c3190ae-5c8d-4775-903c-57da784da929" providerId="ADAL" clId="{56480614-C536-4B30-918E-848194763F26}" dt="2025-03-24T16:28:55.926" v="279" actId="122"/>
        <pc:sldMkLst>
          <pc:docMk/>
          <pc:sldMk cId="0" sldId="276"/>
        </pc:sldMkLst>
      </pc:sldChg>
      <pc:sldChg chg="modSp mod">
        <pc:chgData name="Atique Ahmad Zafar" userId="3c3190ae-5c8d-4775-903c-57da784da929" providerId="ADAL" clId="{56480614-C536-4B30-918E-848194763F26}" dt="2025-03-24T16:29:04.119" v="281" actId="122"/>
        <pc:sldMkLst>
          <pc:docMk/>
          <pc:sldMk cId="0" sldId="277"/>
        </pc:sldMkLst>
      </pc:sldChg>
      <pc:sldChg chg="modSp mod">
        <pc:chgData name="Atique Ahmad Zafar" userId="3c3190ae-5c8d-4775-903c-57da784da929" providerId="ADAL" clId="{56480614-C536-4B30-918E-848194763F26}" dt="2025-03-24T16:29:13.427" v="282" actId="122"/>
        <pc:sldMkLst>
          <pc:docMk/>
          <pc:sldMk cId="0" sldId="278"/>
        </pc:sldMkLst>
      </pc:sldChg>
      <pc:sldChg chg="modSp mod">
        <pc:chgData name="Atique Ahmad Zafar" userId="3c3190ae-5c8d-4775-903c-57da784da929" providerId="ADAL" clId="{56480614-C536-4B30-918E-848194763F26}" dt="2025-03-24T16:30:17.659" v="292" actId="122"/>
        <pc:sldMkLst>
          <pc:docMk/>
          <pc:sldMk cId="0" sldId="279"/>
        </pc:sldMkLst>
      </pc:sldChg>
      <pc:sldChg chg="modSp mod">
        <pc:chgData name="Atique Ahmad Zafar" userId="3c3190ae-5c8d-4775-903c-57da784da929" providerId="ADAL" clId="{56480614-C536-4B30-918E-848194763F26}" dt="2025-03-24T16:30:30.164" v="294" actId="1036"/>
        <pc:sldMkLst>
          <pc:docMk/>
          <pc:sldMk cId="0" sldId="280"/>
        </pc:sldMkLst>
      </pc:sldChg>
      <pc:sldChg chg="modSp mod">
        <pc:chgData name="Atique Ahmad Zafar" userId="3c3190ae-5c8d-4775-903c-57da784da929" providerId="ADAL" clId="{56480614-C536-4B30-918E-848194763F26}" dt="2025-03-24T16:30:38.250" v="295" actId="122"/>
        <pc:sldMkLst>
          <pc:docMk/>
          <pc:sldMk cId="0" sldId="281"/>
        </pc:sldMkLst>
      </pc:sldChg>
      <pc:sldChg chg="modSp mod">
        <pc:chgData name="Atique Ahmad Zafar" userId="3c3190ae-5c8d-4775-903c-57da784da929" providerId="ADAL" clId="{56480614-C536-4B30-918E-848194763F26}" dt="2025-03-24T16:30:47.607" v="296" actId="122"/>
        <pc:sldMkLst>
          <pc:docMk/>
          <pc:sldMk cId="0" sldId="282"/>
        </pc:sldMkLst>
      </pc:sldChg>
      <pc:sldChg chg="modSp mod">
        <pc:chgData name="Atique Ahmad Zafar" userId="3c3190ae-5c8d-4775-903c-57da784da929" providerId="ADAL" clId="{56480614-C536-4B30-918E-848194763F26}" dt="2025-03-24T16:31:06.491" v="297" actId="122"/>
        <pc:sldMkLst>
          <pc:docMk/>
          <pc:sldMk cId="0" sldId="283"/>
        </pc:sldMkLst>
      </pc:sldChg>
      <pc:sldChg chg="modSp mod">
        <pc:chgData name="Atique Ahmad Zafar" userId="3c3190ae-5c8d-4775-903c-57da784da929" providerId="ADAL" clId="{56480614-C536-4B30-918E-848194763F26}" dt="2025-03-24T16:31:12.890" v="298" actId="122"/>
        <pc:sldMkLst>
          <pc:docMk/>
          <pc:sldMk cId="0" sldId="284"/>
        </pc:sldMkLst>
      </pc:sldChg>
      <pc:sldChg chg="modSp mod">
        <pc:chgData name="Atique Ahmad Zafar" userId="3c3190ae-5c8d-4775-903c-57da784da929" providerId="ADAL" clId="{56480614-C536-4B30-918E-848194763F26}" dt="2025-03-24T16:31:18.614" v="299" actId="122"/>
        <pc:sldMkLst>
          <pc:docMk/>
          <pc:sldMk cId="0" sldId="285"/>
        </pc:sldMkLst>
      </pc:sldChg>
      <pc:sldChg chg="modSp mod">
        <pc:chgData name="Atique Ahmad Zafar" userId="3c3190ae-5c8d-4775-903c-57da784da929" providerId="ADAL" clId="{56480614-C536-4B30-918E-848194763F26}" dt="2025-03-24T16:31:24.708" v="300" actId="122"/>
        <pc:sldMkLst>
          <pc:docMk/>
          <pc:sldMk cId="0" sldId="286"/>
        </pc:sldMkLst>
      </pc:sldChg>
      <pc:sldChg chg="modSp mod">
        <pc:chgData name="Atique Ahmad Zafar" userId="3c3190ae-5c8d-4775-903c-57da784da929" providerId="ADAL" clId="{56480614-C536-4B30-918E-848194763F26}" dt="2025-03-24T16:28:31.545" v="275" actId="122"/>
        <pc:sldMkLst>
          <pc:docMk/>
          <pc:sldMk cId="3032277484" sldId="287"/>
        </pc:sldMkLst>
      </pc:sldChg>
      <pc:sldChg chg="modSp mod">
        <pc:chgData name="Atique Ahmad Zafar" userId="3c3190ae-5c8d-4775-903c-57da784da929" providerId="ADAL" clId="{56480614-C536-4B30-918E-848194763F26}" dt="2025-03-24T16:29:25.413" v="284" actId="122"/>
        <pc:sldMkLst>
          <pc:docMk/>
          <pc:sldMk cId="1541239900" sldId="288"/>
        </pc:sldMkLst>
      </pc:sldChg>
      <pc:sldChg chg="modSp mod">
        <pc:chgData name="Atique Ahmad Zafar" userId="3c3190ae-5c8d-4775-903c-57da784da929" providerId="ADAL" clId="{56480614-C536-4B30-918E-848194763F26}" dt="2025-03-24T16:29:30.751" v="285" actId="122"/>
        <pc:sldMkLst>
          <pc:docMk/>
          <pc:sldMk cId="2895704142" sldId="289"/>
        </pc:sldMkLst>
      </pc:sldChg>
      <pc:sldChg chg="modSp mod">
        <pc:chgData name="Atique Ahmad Zafar" userId="3c3190ae-5c8d-4775-903c-57da784da929" providerId="ADAL" clId="{56480614-C536-4B30-918E-848194763F26}" dt="2025-03-24T16:29:37.999" v="286" actId="122"/>
        <pc:sldMkLst>
          <pc:docMk/>
          <pc:sldMk cId="2015598220" sldId="290"/>
        </pc:sldMkLst>
      </pc:sldChg>
      <pc:sldChg chg="modSp mod">
        <pc:chgData name="Atique Ahmad Zafar" userId="3c3190ae-5c8d-4775-903c-57da784da929" providerId="ADAL" clId="{56480614-C536-4B30-918E-848194763F26}" dt="2025-03-24T16:29:44.424" v="287" actId="122"/>
        <pc:sldMkLst>
          <pc:docMk/>
          <pc:sldMk cId="1067949745" sldId="291"/>
        </pc:sldMkLst>
      </pc:sldChg>
      <pc:sldChg chg="modSp mod">
        <pc:chgData name="Atique Ahmad Zafar" userId="3c3190ae-5c8d-4775-903c-57da784da929" providerId="ADAL" clId="{56480614-C536-4B30-918E-848194763F26}" dt="2025-03-24T16:29:53.611" v="288" actId="122"/>
        <pc:sldMkLst>
          <pc:docMk/>
          <pc:sldMk cId="3110665193" sldId="292"/>
        </pc:sldMkLst>
      </pc:sldChg>
      <pc:sldChg chg="modSp mod">
        <pc:chgData name="Atique Ahmad Zafar" userId="3c3190ae-5c8d-4775-903c-57da784da929" providerId="ADAL" clId="{56480614-C536-4B30-918E-848194763F26}" dt="2025-03-24T16:30:00.810" v="289" actId="122"/>
        <pc:sldMkLst>
          <pc:docMk/>
          <pc:sldMk cId="287422914" sldId="293"/>
        </pc:sldMkLst>
      </pc:sldChg>
      <pc:sldChg chg="modSp mod">
        <pc:chgData name="Atique Ahmad Zafar" userId="3c3190ae-5c8d-4775-903c-57da784da929" providerId="ADAL" clId="{56480614-C536-4B30-918E-848194763F26}" dt="2025-03-24T16:30:06.454" v="290" actId="122"/>
        <pc:sldMkLst>
          <pc:docMk/>
          <pc:sldMk cId="1794576327" sldId="294"/>
        </pc:sldMkLst>
      </pc:sldChg>
      <pc:sldChg chg="modSp mod">
        <pc:chgData name="Atique Ahmad Zafar" userId="3c3190ae-5c8d-4775-903c-57da784da929" providerId="ADAL" clId="{56480614-C536-4B30-918E-848194763F26}" dt="2025-03-24T16:30:12.711" v="291" actId="122"/>
        <pc:sldMkLst>
          <pc:docMk/>
          <pc:sldMk cId="4234895306" sldId="295"/>
        </pc:sldMkLst>
      </pc:sldChg>
      <pc:sldChg chg="modSp mod">
        <pc:chgData name="Atique Ahmad Zafar" userId="3c3190ae-5c8d-4775-903c-57da784da929" providerId="ADAL" clId="{56480614-C536-4B30-918E-848194763F26}" dt="2025-03-24T16:32:35.337" v="311" actId="122"/>
        <pc:sldMkLst>
          <pc:docMk/>
          <pc:sldMk cId="3065204597" sldId="296"/>
        </pc:sldMkLst>
      </pc:sldChg>
      <pc:sldChg chg="modSp new mod">
        <pc:chgData name="Atique Ahmad Zafar" userId="3c3190ae-5c8d-4775-903c-57da784da929" providerId="ADAL" clId="{56480614-C536-4B30-918E-848194763F26}" dt="2025-03-24T16:31:58.497" v="309" actId="15"/>
        <pc:sldMkLst>
          <pc:docMk/>
          <pc:sldMk cId="703358683" sldId="297"/>
        </pc:sldMkLst>
      </pc:sldChg>
      <pc:sldChg chg="addSp delSp modSp new mod">
        <pc:chgData name="Atique Ahmad Zafar" userId="3c3190ae-5c8d-4775-903c-57da784da929" providerId="ADAL" clId="{56480614-C536-4B30-918E-848194763F26}" dt="2025-03-24T16:29:20.614" v="283" actId="122"/>
        <pc:sldMkLst>
          <pc:docMk/>
          <pc:sldMk cId="1346208388" sldId="298"/>
        </pc:sldMkLst>
      </pc:sldChg>
      <pc:sldChg chg="modSp new mod">
        <pc:chgData name="Atique Ahmad Zafar" userId="3c3190ae-5c8d-4775-903c-57da784da929" providerId="ADAL" clId="{56480614-C536-4B30-918E-848194763F26}" dt="2025-03-24T16:32:24.399" v="310" actId="122"/>
        <pc:sldMkLst>
          <pc:docMk/>
          <pc:sldMk cId="883173343" sldId="299"/>
        </pc:sldMkLst>
      </pc:sldChg>
      <pc:sldChg chg="addSp delSp modSp new mod">
        <pc:chgData name="Atique Ahmad Zafar" userId="3c3190ae-5c8d-4775-903c-57da784da929" providerId="ADAL" clId="{56480614-C536-4B30-918E-848194763F26}" dt="2025-03-24T16:18:40.203" v="95" actId="122"/>
        <pc:sldMkLst>
          <pc:docMk/>
          <pc:sldMk cId="2815686008" sldId="300"/>
        </pc:sldMkLst>
      </pc:sldChg>
      <pc:sldChg chg="modSp new mod modShow">
        <pc:chgData name="Atique Ahmad Zafar" userId="3c3190ae-5c8d-4775-903c-57da784da929" providerId="ADAL" clId="{56480614-C536-4B30-918E-848194763F26}" dt="2025-03-25T05:07:10.972" v="314" actId="729"/>
        <pc:sldMkLst>
          <pc:docMk/>
          <pc:sldMk cId="3330844608" sldId="301"/>
        </pc:sldMkLst>
      </pc:sldChg>
      <pc:sldMasterChg chg="modSldLayout">
        <pc:chgData name="Atique Ahmad Zafar" userId="3c3190ae-5c8d-4775-903c-57da784da929" providerId="ADAL" clId="{56480614-C536-4B30-918E-848194763F26}" dt="2025-03-24T16:23:49.484" v="247" actId="14100"/>
        <pc:sldMasterMkLst>
          <pc:docMk/>
          <pc:sldMasterMk cId="0" sldId="2147483660"/>
        </pc:sldMasterMkLst>
        <pc:sldLayoutChg chg="addSp delSp modSp mod">
          <pc:chgData name="Atique Ahmad Zafar" userId="3c3190ae-5c8d-4775-903c-57da784da929" providerId="ADAL" clId="{56480614-C536-4B30-918E-848194763F26}" dt="2025-03-24T16:23:49.484" v="247" actId="14100"/>
          <pc:sldLayoutMkLst>
            <pc:docMk/>
            <pc:sldMasterMk cId="0" sldId="2147483660"/>
            <pc:sldLayoutMk cId="0"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14DCCB-EE02-4BA4-96F8-214A24D2B51B}" type="datetimeFigureOut">
              <a:rPr lang="en-US" smtClean="0"/>
              <a:pPr/>
              <a:t>10/10/2025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ED50B0-D53F-4459-8D78-0CE7DA098017}"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hasCustomPrompt="1"/>
          </p:nvPr>
        </p:nvSpPr>
        <p:spPr>
          <a:xfrm>
            <a:off x="1219200" y="3886200"/>
            <a:ext cx="6858000" cy="990600"/>
          </a:xfrm>
        </p:spPr>
        <p:txBody>
          <a:bodyPr anchor="t" anchorCtr="0"/>
          <a:lstStyle>
            <a:lvl1pPr algn="r">
              <a:defRPr sz="3200" baseline="0">
                <a:solidFill>
                  <a:schemeClr val="tx1"/>
                </a:solidFill>
              </a:defRPr>
            </a:lvl1pPr>
          </a:lstStyle>
          <a:p>
            <a:r>
              <a:rPr kumimoji="0" lang="en-US" dirty="0"/>
              <a:t>Atique Ahmad </a:t>
            </a:r>
            <a:r>
              <a:rPr kumimoji="0" lang="en-US" dirty="0" err="1"/>
              <a:t>Zafar</a:t>
            </a:r>
            <a:endParaRPr kumimoji="0" lang="en-US" dirty="0"/>
          </a:p>
        </p:txBody>
      </p:sp>
      <p:sp>
        <p:nvSpPr>
          <p:cNvPr id="9" name="Subtitle 8"/>
          <p:cNvSpPr>
            <a:spLocks noGrp="1"/>
          </p:cNvSpPr>
          <p:nvPr>
            <p:ph type="subTitle" idx="1" hasCustomPrompt="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Lecture-1</a:t>
            </a:r>
            <a:endParaRPr kumimoji="0" lang="en-US" dirty="0"/>
          </a:p>
        </p:txBody>
      </p:sp>
      <p:sp>
        <p:nvSpPr>
          <p:cNvPr id="17" name="Footer Placeholder 16"/>
          <p:cNvSpPr>
            <a:spLocks noGrp="1"/>
          </p:cNvSpPr>
          <p:nvPr>
            <p:ph type="ftr" sz="quarter" idx="11"/>
          </p:nvPr>
        </p:nvSpPr>
        <p:spPr>
          <a:xfrm>
            <a:off x="2898648" y="6355080"/>
            <a:ext cx="3474720" cy="365760"/>
          </a:xfrm>
        </p:spPr>
        <p:txBody>
          <a:bodyPr/>
          <a:lstStyle>
            <a:lvl1pPr algn="ctr">
              <a:defRPr/>
            </a:lvl1pPr>
          </a:lstStyle>
          <a:p>
            <a:r>
              <a:rPr lang="en-US"/>
              <a:t>Data Structures</a:t>
            </a:r>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4" name="Rectangle 13"/>
          <p:cNvSpPr/>
          <p:nvPr userDrawn="1"/>
        </p:nvSpPr>
        <p:spPr>
          <a:xfrm>
            <a:off x="1219200" y="228601"/>
            <a:ext cx="7010399" cy="630942"/>
          </a:xfrm>
          <a:prstGeom prst="rect">
            <a:avLst/>
          </a:prstGeom>
          <a:noFill/>
        </p:spPr>
        <p:txBody>
          <a:bodyPr wrap="square" lIns="91440" tIns="45720" rIns="91440" bIns="45720">
            <a:spAutoFit/>
          </a:bodyPr>
          <a:lstStyle/>
          <a:p>
            <a:pPr algn="ctr"/>
            <a:r>
              <a:rPr lang="en-US" sz="3500" b="1" dirty="0">
                <a:solidFill>
                  <a:srgbClr val="7030A0"/>
                </a:solidFill>
              </a:rPr>
              <a:t>COMSATS University Islamabad</a:t>
            </a:r>
          </a:p>
        </p:txBody>
      </p:sp>
      <p:sp>
        <p:nvSpPr>
          <p:cNvPr id="15" name="Rectangle 14"/>
          <p:cNvSpPr/>
          <p:nvPr userDrawn="1"/>
        </p:nvSpPr>
        <p:spPr>
          <a:xfrm>
            <a:off x="914400" y="1752600"/>
            <a:ext cx="7315200" cy="17373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userDrawn="1"/>
        </p:nvSpPr>
        <p:spPr>
          <a:xfrm>
            <a:off x="914400" y="1752600"/>
            <a:ext cx="228600" cy="1752600"/>
          </a:xfrm>
          <a:prstGeom prst="rect">
            <a:avLst/>
          </a:prstGeom>
          <a:solidFill>
            <a:schemeClr val="accent1">
              <a:lumMod val="50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solidFill>
                <a:schemeClr val="bg2">
                  <a:lumMod val="25000"/>
                </a:schemeClr>
              </a:solidFill>
            </a:endParaRPr>
          </a:p>
        </p:txBody>
      </p:sp>
      <p:sp>
        <p:nvSpPr>
          <p:cNvPr id="18" name="Title 7"/>
          <p:cNvSpPr txBox="1">
            <a:spLocks/>
          </p:cNvSpPr>
          <p:nvPr userDrawn="1"/>
        </p:nvSpPr>
        <p:spPr>
          <a:xfrm>
            <a:off x="1219200" y="1828800"/>
            <a:ext cx="6858000" cy="1676400"/>
          </a:xfrm>
          <a:prstGeom prst="rect">
            <a:avLst/>
          </a:prstGeom>
        </p:spPr>
        <p:txBody>
          <a:bodyPr vert="horz" anchor="t" anchorCtr="0">
            <a:normAutofit/>
          </a:bodyPr>
          <a:lstStyle>
            <a:lvl1pPr algn="r">
              <a:defRPr sz="3200">
                <a:solidFill>
                  <a:schemeClr val="tx1"/>
                </a:solidFill>
              </a:defRPr>
            </a:lvl1pPr>
          </a:lstStyle>
          <a:p>
            <a:r>
              <a:rPr kumimoji="0" lang="en-US" sz="4000" b="1" i="0" u="none" strike="noStrike" kern="1200" cap="none" spc="0" normalizeH="0" baseline="0" noProof="0" dirty="0">
                <a:ln>
                  <a:noFill/>
                </a:ln>
                <a:solidFill>
                  <a:schemeClr val="tx1"/>
                </a:solidFill>
                <a:effectLst/>
                <a:uLnTx/>
                <a:uFillTx/>
                <a:latin typeface="+mj-lt"/>
                <a:ea typeface="+mj-ea"/>
                <a:cs typeface="+mj-cs"/>
              </a:rPr>
              <a:t>Data Structure</a:t>
            </a:r>
          </a:p>
          <a:p>
            <a:r>
              <a:rPr kumimoji="0" lang="en-US" sz="3200" b="1" i="0" u="none" strike="noStrike" kern="1200" cap="none" spc="0" normalizeH="0" baseline="0" noProof="0" dirty="0">
                <a:ln>
                  <a:noFill/>
                </a:ln>
                <a:solidFill>
                  <a:schemeClr val="tx1"/>
                </a:solidFill>
                <a:effectLst/>
                <a:uLnTx/>
                <a:uFillTx/>
                <a:latin typeface="+mj-lt"/>
                <a:ea typeface="+mj-ea"/>
                <a:cs typeface="+mj-cs"/>
              </a:rPr>
              <a:t>(CSC-211)</a:t>
            </a:r>
          </a:p>
        </p:txBody>
      </p:sp>
      <p:pic>
        <p:nvPicPr>
          <p:cNvPr id="2" name="Picture 1">
            <a:extLst>
              <a:ext uri="{FF2B5EF4-FFF2-40B4-BE49-F238E27FC236}">
                <a16:creationId xmlns:a16="http://schemas.microsoft.com/office/drawing/2014/main" id="{3CF84EFB-50DB-D504-B5A3-1065D6398F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76200" y="0"/>
            <a:ext cx="885825" cy="885825"/>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Footer Placeholder 4"/>
          <p:cNvSpPr>
            <a:spLocks noGrp="1"/>
          </p:cNvSpPr>
          <p:nvPr>
            <p:ph type="ftr" sz="quarter" idx="11"/>
          </p:nvPr>
        </p:nvSpPr>
        <p:spPr/>
        <p:txBody>
          <a:bodyPr/>
          <a:lstStyle/>
          <a:p>
            <a:r>
              <a:rPr lang="en-US"/>
              <a:t>Data Structures</a:t>
            </a:r>
            <a:endParaRPr lang="en-US" dirty="0"/>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Data Structures</a:t>
            </a:r>
            <a:endParaRPr lang="en-US" dirty="0"/>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a:t>Data Structures</a:t>
            </a:r>
            <a:endParaRPr lang="en-US" dirty="0"/>
          </a:p>
        </p:txBody>
      </p:sp>
      <p:sp>
        <p:nvSpPr>
          <p:cNvPr id="9" name="Slide Number Placeholder 8"/>
          <p:cNvSpPr>
            <a:spLocks noGrp="1"/>
          </p:cNvSpPr>
          <p:nvPr>
            <p:ph type="sldNum" sz="quarter" idx="12"/>
          </p:nvPr>
        </p:nvSpPr>
        <p:spPr/>
        <p:txBody>
          <a:bodyPr/>
          <a:lstStyle/>
          <a:p>
            <a:fld id="{95E664E9-BB0A-4932-9D77-E0DDE5779A37}"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a:t>Data Structures</a:t>
            </a:r>
            <a:endParaRPr lang="en-US" dirty="0"/>
          </a:p>
        </p:txBody>
      </p:sp>
      <p:sp>
        <p:nvSpPr>
          <p:cNvPr id="5" name="Slide Number Placeholder 4"/>
          <p:cNvSpPr>
            <a:spLocks noGrp="1"/>
          </p:cNvSpPr>
          <p:nvPr>
            <p:ph type="sldNum" sz="quarter" idx="12"/>
          </p:nvPr>
        </p:nvSpPr>
        <p:spPr/>
        <p:txBody>
          <a:bodyPr/>
          <a:lstStyle/>
          <a:p>
            <a:fld id="{95E664E9-BB0A-4932-9D77-E0DDE5779A37}"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a:t>Data Structures</a:t>
            </a:r>
            <a:endParaRPr lang="en-US" dirty="0"/>
          </a:p>
        </p:txBody>
      </p:sp>
      <p:sp>
        <p:nvSpPr>
          <p:cNvPr id="4" name="Slide Number Placeholder 3"/>
          <p:cNvSpPr>
            <a:spLocks noGrp="1"/>
          </p:cNvSpPr>
          <p:nvPr>
            <p:ph type="sldNum" sz="quarter" idx="12"/>
          </p:nvPr>
        </p:nvSpPr>
        <p:spPr/>
        <p:txBody>
          <a:bodyPr/>
          <a:lstStyle/>
          <a:p>
            <a:fld id="{95E664E9-BB0A-4932-9D77-E0DDE5779A37}"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Data Structures</a:t>
            </a:r>
            <a:endParaRPr lang="en-US" dirty="0"/>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Data Structures</a:t>
            </a:r>
            <a:endParaRPr lang="en-US" dirty="0"/>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Data Structures</a:t>
            </a:r>
            <a:endParaRPr lang="en-US" dirty="0"/>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Data Structures</a:t>
            </a:r>
            <a:endParaRPr lang="en-US" dirty="0"/>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dirty="0"/>
          </a:p>
        </p:txBody>
      </p:sp>
      <p:sp>
        <p:nvSpPr>
          <p:cNvPr id="17" name="Footer Placeholder 16"/>
          <p:cNvSpPr>
            <a:spLocks noGrp="1"/>
          </p:cNvSpPr>
          <p:nvPr>
            <p:ph type="ftr" sz="quarter" idx="11"/>
          </p:nvPr>
        </p:nvSpPr>
        <p:spPr>
          <a:xfrm>
            <a:off x="2898648" y="6355080"/>
            <a:ext cx="3474720" cy="365760"/>
          </a:xfrm>
        </p:spPr>
        <p:txBody>
          <a:bodyPr/>
          <a:lstStyle/>
          <a:p>
            <a:r>
              <a:rPr lang="en-US"/>
              <a:t>Data Structures</a:t>
            </a:r>
            <a:endParaRPr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95335651-1A2C-4E2F-80CB-8C4D69804B63}"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Data Structures</a:t>
            </a:r>
            <a:endParaRPr lang="en-US" dirty="0"/>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dirty="0"/>
          </a:p>
        </p:txBody>
      </p:sp>
      <p:sp>
        <p:nvSpPr>
          <p:cNvPr id="5" name="Footer Placeholder 4"/>
          <p:cNvSpPr>
            <a:spLocks noGrp="1"/>
          </p:cNvSpPr>
          <p:nvPr>
            <p:ph type="ftr" sz="quarter" idx="11"/>
          </p:nvPr>
        </p:nvSpPr>
        <p:spPr>
          <a:xfrm>
            <a:off x="2898648" y="6355080"/>
            <a:ext cx="3474720" cy="365760"/>
          </a:xfrm>
        </p:spPr>
        <p:txBody>
          <a:bodyPr/>
          <a:lstStyle/>
          <a:p>
            <a:r>
              <a:rPr lang="en-US"/>
              <a:t>Data Structures</a:t>
            </a:r>
            <a:endParaRPr lang="en-US" dirty="0"/>
          </a:p>
        </p:txBody>
      </p:sp>
      <p:sp>
        <p:nvSpPr>
          <p:cNvPr id="6" name="Slide Number Placeholder 5"/>
          <p:cNvSpPr>
            <a:spLocks noGrp="1"/>
          </p:cNvSpPr>
          <p:nvPr>
            <p:ph type="sldNum" sz="quarter" idx="12"/>
          </p:nvPr>
        </p:nvSpPr>
        <p:spPr>
          <a:xfrm>
            <a:off x="1069848" y="6355080"/>
            <a:ext cx="1520952" cy="365760"/>
          </a:xfrm>
        </p:spPr>
        <p:txBody>
          <a:bodyPr/>
          <a:lstStyle/>
          <a:p>
            <a:fld id="{95335651-1A2C-4E2F-80CB-8C4D69804B63}"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Data Structures</a:t>
            </a:r>
            <a:endParaRPr lang="en-US" dirty="0"/>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a:t>Data Structures</a:t>
            </a:r>
            <a:endParaRPr lang="en-US" dirty="0"/>
          </a:p>
        </p:txBody>
      </p:sp>
      <p:sp>
        <p:nvSpPr>
          <p:cNvPr id="9" name="Slide Number Placeholder 8"/>
          <p:cNvSpPr>
            <a:spLocks noGrp="1"/>
          </p:cNvSpPr>
          <p:nvPr>
            <p:ph type="sldNum" sz="quarter" idx="12"/>
          </p:nvPr>
        </p:nvSpPr>
        <p:spPr/>
        <p:txBody>
          <a:bodyPr/>
          <a:lstStyle/>
          <a:p>
            <a:fld id="{95335651-1A2C-4E2F-80CB-8C4D69804B63}"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a:t>Data Structures</a:t>
            </a:r>
            <a:endParaRPr lang="en-US" dirty="0"/>
          </a:p>
        </p:txBody>
      </p:sp>
      <p:sp>
        <p:nvSpPr>
          <p:cNvPr id="5" name="Slide Number Placeholder 4"/>
          <p:cNvSpPr>
            <a:spLocks noGrp="1"/>
          </p:cNvSpPr>
          <p:nvPr>
            <p:ph type="sldNum" sz="quarter" idx="12"/>
          </p:nvPr>
        </p:nvSpPr>
        <p:spPr/>
        <p:txBody>
          <a:bodyPr/>
          <a:lstStyle/>
          <a:p>
            <a:fld id="{95335651-1A2C-4E2F-80CB-8C4D69804B63}"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a:t>Data Structures</a:t>
            </a:r>
            <a:endParaRPr lang="en-US" dirty="0"/>
          </a:p>
        </p:txBody>
      </p:sp>
      <p:sp>
        <p:nvSpPr>
          <p:cNvPr id="4" name="Slide Number Placeholder 3"/>
          <p:cNvSpPr>
            <a:spLocks noGrp="1"/>
          </p:cNvSpPr>
          <p:nvPr>
            <p:ph type="sldNum" sz="quarter" idx="12"/>
          </p:nvPr>
        </p:nvSpPr>
        <p:spPr/>
        <p:txBody>
          <a:bodyPr/>
          <a:lstStyle/>
          <a:p>
            <a:fld id="{95335651-1A2C-4E2F-80CB-8C4D69804B63}"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Data Structures</a:t>
            </a:r>
            <a:endParaRPr lang="en-US" dirty="0"/>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Data Structures</a:t>
            </a:r>
            <a:endParaRPr lang="en-US" dirty="0"/>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Data Structures</a:t>
            </a:r>
            <a:endParaRPr lang="en-US" dirty="0"/>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Data Structures</a:t>
            </a:r>
            <a:endParaRPr lang="en-US" dirty="0"/>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dirty="0"/>
          </a:p>
        </p:txBody>
      </p:sp>
      <p:sp>
        <p:nvSpPr>
          <p:cNvPr id="17" name="Footer Placeholder 16"/>
          <p:cNvSpPr>
            <a:spLocks noGrp="1"/>
          </p:cNvSpPr>
          <p:nvPr>
            <p:ph type="ftr" sz="quarter" idx="11"/>
          </p:nvPr>
        </p:nvSpPr>
        <p:spPr>
          <a:xfrm>
            <a:off x="2898648" y="6355080"/>
            <a:ext cx="3474720" cy="365760"/>
          </a:xfrm>
        </p:spPr>
        <p:txBody>
          <a:bodyPr/>
          <a:lstStyle/>
          <a:p>
            <a:r>
              <a:rPr lang="en-US"/>
              <a:t>Data Structures</a:t>
            </a:r>
            <a:endParaRPr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95335651-1A2C-4E2F-80CB-8C4D69804B63}"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Data Structures</a:t>
            </a:r>
            <a:endParaRPr lang="en-US" dirty="0"/>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dirty="0"/>
          </a:p>
        </p:txBody>
      </p:sp>
      <p:sp>
        <p:nvSpPr>
          <p:cNvPr id="5" name="Footer Placeholder 4"/>
          <p:cNvSpPr>
            <a:spLocks noGrp="1"/>
          </p:cNvSpPr>
          <p:nvPr>
            <p:ph type="ftr" sz="quarter" idx="11"/>
          </p:nvPr>
        </p:nvSpPr>
        <p:spPr>
          <a:xfrm>
            <a:off x="2898648" y="6355080"/>
            <a:ext cx="3474720" cy="365760"/>
          </a:xfrm>
        </p:spPr>
        <p:txBody>
          <a:bodyPr/>
          <a:lstStyle/>
          <a:p>
            <a:r>
              <a:rPr lang="en-US"/>
              <a:t>Data Structures</a:t>
            </a:r>
            <a:endParaRPr lang="en-US" dirty="0"/>
          </a:p>
        </p:txBody>
      </p:sp>
      <p:sp>
        <p:nvSpPr>
          <p:cNvPr id="6" name="Slide Number Placeholder 5"/>
          <p:cNvSpPr>
            <a:spLocks noGrp="1"/>
          </p:cNvSpPr>
          <p:nvPr>
            <p:ph type="sldNum" sz="quarter" idx="12"/>
          </p:nvPr>
        </p:nvSpPr>
        <p:spPr>
          <a:xfrm>
            <a:off x="1069848" y="6355080"/>
            <a:ext cx="1520952" cy="365760"/>
          </a:xfrm>
        </p:spPr>
        <p:txBody>
          <a:bodyPr/>
          <a:lstStyle/>
          <a:p>
            <a:fld id="{95335651-1A2C-4E2F-80CB-8C4D69804B63}"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Data Structures</a:t>
            </a:r>
            <a:endParaRPr lang="en-US" dirty="0"/>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a:t>Data Structures</a:t>
            </a:r>
            <a:endParaRPr lang="en-US" dirty="0"/>
          </a:p>
        </p:txBody>
      </p:sp>
      <p:sp>
        <p:nvSpPr>
          <p:cNvPr id="9" name="Slide Number Placeholder 8"/>
          <p:cNvSpPr>
            <a:spLocks noGrp="1"/>
          </p:cNvSpPr>
          <p:nvPr>
            <p:ph type="sldNum" sz="quarter" idx="12"/>
          </p:nvPr>
        </p:nvSpPr>
        <p:spPr/>
        <p:txBody>
          <a:bodyPr/>
          <a:lstStyle/>
          <a:p>
            <a:fld id="{95335651-1A2C-4E2F-80CB-8C4D69804B63}"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a:t>Data Structures</a:t>
            </a:r>
            <a:endParaRPr lang="en-US" dirty="0"/>
          </a:p>
        </p:txBody>
      </p:sp>
      <p:sp>
        <p:nvSpPr>
          <p:cNvPr id="5" name="Slide Number Placeholder 4"/>
          <p:cNvSpPr>
            <a:spLocks noGrp="1"/>
          </p:cNvSpPr>
          <p:nvPr>
            <p:ph type="sldNum" sz="quarter" idx="12"/>
          </p:nvPr>
        </p:nvSpPr>
        <p:spPr/>
        <p:txBody>
          <a:bodyPr/>
          <a:lstStyle/>
          <a:p>
            <a:fld id="{95335651-1A2C-4E2F-80CB-8C4D69804B63}"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a:t>Data Structures</a:t>
            </a:r>
            <a:endParaRPr lang="en-US" dirty="0"/>
          </a:p>
        </p:txBody>
      </p:sp>
      <p:sp>
        <p:nvSpPr>
          <p:cNvPr id="4" name="Slide Number Placeholder 3"/>
          <p:cNvSpPr>
            <a:spLocks noGrp="1"/>
          </p:cNvSpPr>
          <p:nvPr>
            <p:ph type="sldNum" sz="quarter" idx="12"/>
          </p:nvPr>
        </p:nvSpPr>
        <p:spPr/>
        <p:txBody>
          <a:bodyPr/>
          <a:lstStyle/>
          <a:p>
            <a:fld id="{95335651-1A2C-4E2F-80CB-8C4D69804B63}"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Data Structures</a:t>
            </a:r>
            <a:endParaRPr lang="en-US" dirty="0"/>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Data Structures</a:t>
            </a:r>
            <a:endParaRPr lang="en-US" dirty="0"/>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Data Structures</a:t>
            </a:r>
            <a:endParaRPr lang="en-US" dirty="0"/>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Data Structures</a:t>
            </a:r>
            <a:endParaRPr lang="en-US" dirty="0"/>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a:t>Data Structures</a:t>
            </a:r>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E664E9-BB0A-4932-9D77-E0DDE5779A37}"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a:t>Data Structures</a:t>
            </a:r>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335651-1A2C-4E2F-80CB-8C4D69804B63}"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a:t>Data Structures</a:t>
            </a:r>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335651-1A2C-4E2F-80CB-8C4D69804B63}"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 Queues</a:t>
            </a:r>
            <a:endParaRPr lang="en-US" dirty="0"/>
          </a:p>
        </p:txBody>
      </p:sp>
      <p:sp>
        <p:nvSpPr>
          <p:cNvPr id="3" name="Subtitle 2"/>
          <p:cNvSpPr>
            <a:spLocks noGrp="1"/>
          </p:cNvSpPr>
          <p:nvPr>
            <p:ph type="subTitle" idx="1"/>
          </p:nvPr>
        </p:nvSpPr>
        <p:spPr/>
        <p:txBody>
          <a:bodyPr/>
          <a:lstStyle/>
          <a:p>
            <a:r>
              <a:rPr lang="en-US" dirty="0"/>
              <a:t>Atique </a:t>
            </a:r>
            <a:r>
              <a:rPr lang="en-US" dirty="0" err="1"/>
              <a:t>Zafar</a:t>
            </a:r>
            <a:endParaRPr lang="en-US" dirty="0"/>
          </a:p>
        </p:txBody>
      </p:sp>
      <p:sp>
        <p:nvSpPr>
          <p:cNvPr id="5" name="Footer Placeholder 4">
            <a:extLst>
              <a:ext uri="{FF2B5EF4-FFF2-40B4-BE49-F238E27FC236}">
                <a16:creationId xmlns:a16="http://schemas.microsoft.com/office/drawing/2014/main" id="{F1C03A50-069A-A53F-DE1C-72D0B67177DE}"/>
              </a:ext>
            </a:extLst>
          </p:cNvPr>
          <p:cNvSpPr>
            <a:spLocks noGrp="1"/>
          </p:cNvSpPr>
          <p:nvPr>
            <p:ph type="ftr" sz="quarter" idx="11"/>
          </p:nvPr>
        </p:nvSpPr>
        <p:spPr/>
        <p:txBody>
          <a:bodyPr/>
          <a:lstStyle/>
          <a:p>
            <a:r>
              <a:rPr lang="en-US"/>
              <a:t>Data Structures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Footer Placeholder 2"/>
          <p:cNvSpPr>
            <a:spLocks noGrp="1"/>
          </p:cNvSpPr>
          <p:nvPr>
            <p:ph type="ftr" sz="quarter" idx="11"/>
          </p:nvPr>
        </p:nvSpPr>
        <p:spPr/>
        <p:txBody>
          <a:bodyPr/>
          <a:lstStyle/>
          <a:p>
            <a:pPr algn="ctr"/>
            <a:r>
              <a:rPr lang="en-US"/>
              <a:t>Data Structures</a:t>
            </a:r>
            <a:endParaRPr lang="en-US" dirty="0"/>
          </a:p>
        </p:txBody>
      </p:sp>
      <p:sp>
        <p:nvSpPr>
          <p:cNvPr id="4" name="Content Placeholder 3"/>
          <p:cNvSpPr>
            <a:spLocks noGrp="1"/>
          </p:cNvSpPr>
          <p:nvPr>
            <p:ph sz="quarter" idx="1"/>
          </p:nvPr>
        </p:nvSpPr>
        <p:spPr/>
        <p:txBody>
          <a:bodyPr>
            <a:normAutofit/>
          </a:bodyPr>
          <a:lstStyle/>
          <a:p>
            <a:r>
              <a:rPr lang="en-US" dirty="0"/>
              <a:t>A queue is logically a </a:t>
            </a:r>
            <a:r>
              <a:rPr lang="en-US" i="1" dirty="0"/>
              <a:t>first in first out (FIFO or first come first serve) linear data </a:t>
            </a:r>
            <a:r>
              <a:rPr lang="en-US" dirty="0"/>
              <a:t>structure.</a:t>
            </a:r>
          </a:p>
          <a:p>
            <a:r>
              <a:rPr lang="en-US" dirty="0"/>
              <a:t>It is a homogeneous collection of elements in which new elements are added at one end called </a:t>
            </a:r>
            <a:r>
              <a:rPr lang="en-US" i="1" dirty="0"/>
              <a:t>rear, and the existing elements are deleted from other end called front.</a:t>
            </a:r>
          </a:p>
          <a:p>
            <a:r>
              <a:rPr lang="en-US" dirty="0"/>
              <a:t>The basic operations that can be performed on queue are</a:t>
            </a:r>
          </a:p>
          <a:p>
            <a:pPr lvl="1">
              <a:buNone/>
            </a:pPr>
            <a:r>
              <a:rPr lang="en-US" dirty="0"/>
              <a:t>	1. Insert (or add) an element to the queue (push)</a:t>
            </a:r>
          </a:p>
          <a:p>
            <a:pPr lvl="1">
              <a:buNone/>
            </a:pPr>
            <a:r>
              <a:rPr lang="en-US" dirty="0"/>
              <a:t>	2. Delete (or remove) an element from a queue (pop)</a:t>
            </a:r>
          </a:p>
        </p:txBody>
      </p:sp>
      <p:sp>
        <p:nvSpPr>
          <p:cNvPr id="5" name="Slide Number Placeholder 4">
            <a:extLst>
              <a:ext uri="{FF2B5EF4-FFF2-40B4-BE49-F238E27FC236}">
                <a16:creationId xmlns:a16="http://schemas.microsoft.com/office/drawing/2014/main" id="{408A8340-C49C-1D24-BDCE-CC09D4114CEF}"/>
              </a:ext>
            </a:extLst>
          </p:cNvPr>
          <p:cNvSpPr>
            <a:spLocks noGrp="1"/>
          </p:cNvSpPr>
          <p:nvPr>
            <p:ph type="sldNum" sz="quarter" idx="12"/>
          </p:nvPr>
        </p:nvSpPr>
        <p:spPr/>
        <p:txBody>
          <a:bodyPr/>
          <a:lstStyle/>
          <a:p>
            <a:fld id="{95E664E9-BB0A-4932-9D77-E0DDE5779A37}"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AD0A9-207C-8189-1B4D-149811B1C688}"/>
              </a:ext>
            </a:extLst>
          </p:cNvPr>
          <p:cNvSpPr>
            <a:spLocks noGrp="1"/>
          </p:cNvSpPr>
          <p:nvPr>
            <p:ph type="title"/>
          </p:nvPr>
        </p:nvSpPr>
        <p:spPr/>
        <p:txBody>
          <a:bodyPr>
            <a:normAutofit/>
          </a:bodyPr>
          <a:lstStyle/>
          <a:p>
            <a:r>
              <a:rPr lang="en-US" sz="3600" dirty="0"/>
              <a:t>PUSH AND POP OPERATION</a:t>
            </a:r>
          </a:p>
        </p:txBody>
      </p:sp>
      <p:sp>
        <p:nvSpPr>
          <p:cNvPr id="3" name="Footer Placeholder 2">
            <a:extLst>
              <a:ext uri="{FF2B5EF4-FFF2-40B4-BE49-F238E27FC236}">
                <a16:creationId xmlns:a16="http://schemas.microsoft.com/office/drawing/2014/main" id="{09287C45-E2A2-B340-B791-161AEB627A75}"/>
              </a:ext>
            </a:extLst>
          </p:cNvPr>
          <p:cNvSpPr>
            <a:spLocks noGrp="1"/>
          </p:cNvSpPr>
          <p:nvPr>
            <p:ph type="ftr" sz="quarter" idx="11"/>
          </p:nvPr>
        </p:nvSpPr>
        <p:spPr/>
        <p:txBody>
          <a:bodyPr/>
          <a:lstStyle/>
          <a:p>
            <a:pPr algn="ctr"/>
            <a:r>
              <a:rPr lang="en-US"/>
              <a:t>Data Structures</a:t>
            </a:r>
            <a:endParaRPr lang="en-US" dirty="0"/>
          </a:p>
        </p:txBody>
      </p:sp>
      <p:sp>
        <p:nvSpPr>
          <p:cNvPr id="4" name="Content Placeholder 3">
            <a:extLst>
              <a:ext uri="{FF2B5EF4-FFF2-40B4-BE49-F238E27FC236}">
                <a16:creationId xmlns:a16="http://schemas.microsoft.com/office/drawing/2014/main" id="{4866CAF0-AB8F-25CE-D8A3-B2FDF2C6A308}"/>
              </a:ext>
            </a:extLst>
          </p:cNvPr>
          <p:cNvSpPr>
            <a:spLocks noGrp="1"/>
          </p:cNvSpPr>
          <p:nvPr>
            <p:ph sz="quarter" idx="1"/>
          </p:nvPr>
        </p:nvSpPr>
        <p:spPr/>
        <p:txBody>
          <a:bodyPr/>
          <a:lstStyle/>
          <a:p>
            <a:pPr algn="just"/>
            <a:r>
              <a:rPr lang="en-US" dirty="0"/>
              <a:t>Push operation will insert (or add) an element to queue, at the rear end, by incrementing the array index.</a:t>
            </a:r>
          </a:p>
          <a:p>
            <a:pPr algn="just"/>
            <a:r>
              <a:rPr lang="en-US" dirty="0"/>
              <a:t>Pop operation will delete (or remove) from the front end by decrementing the array index and will assign the deleted value to a variable.</a:t>
            </a:r>
          </a:p>
          <a:p>
            <a:pPr algn="just"/>
            <a:endParaRPr lang="en-US" dirty="0"/>
          </a:p>
        </p:txBody>
      </p:sp>
      <p:sp>
        <p:nvSpPr>
          <p:cNvPr id="5" name="Slide Number Placeholder 4">
            <a:extLst>
              <a:ext uri="{FF2B5EF4-FFF2-40B4-BE49-F238E27FC236}">
                <a16:creationId xmlns:a16="http://schemas.microsoft.com/office/drawing/2014/main" id="{9781AC8C-EED1-070F-F94E-AB370ADE5FE3}"/>
              </a:ext>
            </a:extLst>
          </p:cNvPr>
          <p:cNvSpPr>
            <a:spLocks noGrp="1"/>
          </p:cNvSpPr>
          <p:nvPr>
            <p:ph type="sldNum" sz="quarter" idx="12"/>
          </p:nvPr>
        </p:nvSpPr>
        <p:spPr/>
        <p:txBody>
          <a:bodyPr/>
          <a:lstStyle/>
          <a:p>
            <a:fld id="{95E664E9-BB0A-4932-9D77-E0DDE5779A37}" type="slidenum">
              <a:rPr lang="en-US" smtClean="0"/>
              <a:pPr/>
              <a:t>3</a:t>
            </a:fld>
            <a:endParaRPr lang="en-US" dirty="0"/>
          </a:p>
        </p:txBody>
      </p:sp>
    </p:spTree>
    <p:extLst>
      <p:ext uri="{BB962C8B-B14F-4D97-AF65-F5344CB8AC3E}">
        <p14:creationId xmlns:p14="http://schemas.microsoft.com/office/powerpoint/2010/main" val="637545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r>
              <a:rPr lang="en-US" dirty="0"/>
              <a:t>BASIC OPERATIONS ON QUEUE</a:t>
            </a:r>
          </a:p>
        </p:txBody>
      </p:sp>
      <p:sp>
        <p:nvSpPr>
          <p:cNvPr id="3" name="Footer Placeholder 2"/>
          <p:cNvSpPr>
            <a:spLocks noGrp="1"/>
          </p:cNvSpPr>
          <p:nvPr>
            <p:ph type="ftr" sz="quarter" idx="11"/>
          </p:nvPr>
        </p:nvSpPr>
        <p:spPr/>
        <p:txBody>
          <a:bodyPr/>
          <a:lstStyle/>
          <a:p>
            <a:r>
              <a:rPr lang="en-US"/>
              <a:t>Data Structures</a:t>
            </a:r>
            <a:endParaRPr lang="en-US" dirty="0"/>
          </a:p>
        </p:txBody>
      </p:sp>
      <p:pic>
        <p:nvPicPr>
          <p:cNvPr id="1027" name="Picture 3"/>
          <p:cNvPicPr>
            <a:picLocks noChangeAspect="1" noChangeArrowheads="1"/>
          </p:cNvPicPr>
          <p:nvPr/>
        </p:nvPicPr>
        <p:blipFill>
          <a:blip r:embed="rId2"/>
          <a:srcRect/>
          <a:stretch>
            <a:fillRect/>
          </a:stretch>
        </p:blipFill>
        <p:spPr bwMode="auto">
          <a:xfrm>
            <a:off x="133350" y="533401"/>
            <a:ext cx="4286250" cy="32766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0" y="3810000"/>
            <a:ext cx="4533900" cy="1295400"/>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a:srcRect/>
          <a:stretch>
            <a:fillRect/>
          </a:stretch>
        </p:blipFill>
        <p:spPr bwMode="auto">
          <a:xfrm>
            <a:off x="4419600" y="533400"/>
            <a:ext cx="4200525" cy="4810125"/>
          </a:xfrm>
          <a:prstGeom prst="rect">
            <a:avLst/>
          </a:prstGeom>
          <a:noFill/>
          <a:ln w="9525">
            <a:noFill/>
            <a:miter lim="800000"/>
            <a:headEnd/>
            <a:tailEnd/>
          </a:ln>
          <a:effectLst/>
        </p:spPr>
      </p:pic>
      <p:pic>
        <p:nvPicPr>
          <p:cNvPr id="1030" name="Picture 6"/>
          <p:cNvPicPr>
            <a:picLocks noChangeAspect="1" noChangeArrowheads="1"/>
          </p:cNvPicPr>
          <p:nvPr/>
        </p:nvPicPr>
        <p:blipFill>
          <a:blip r:embed="rId5"/>
          <a:srcRect/>
          <a:stretch>
            <a:fillRect/>
          </a:stretch>
        </p:blipFill>
        <p:spPr bwMode="auto">
          <a:xfrm>
            <a:off x="4419600" y="5257800"/>
            <a:ext cx="4191000" cy="1533525"/>
          </a:xfrm>
          <a:prstGeom prst="rect">
            <a:avLst/>
          </a:prstGeom>
          <a:noFill/>
          <a:ln w="9525">
            <a:noFill/>
            <a:miter lim="800000"/>
            <a:headEnd/>
            <a:tailEnd/>
          </a:ln>
          <a:effectLst/>
        </p:spPr>
      </p:pic>
      <p:cxnSp>
        <p:nvCxnSpPr>
          <p:cNvPr id="11" name="Straight Connector 10"/>
          <p:cNvCxnSpPr/>
          <p:nvPr/>
        </p:nvCxnSpPr>
        <p:spPr>
          <a:xfrm rot="5400000">
            <a:off x="1296194" y="3656806"/>
            <a:ext cx="6248400" cy="1588"/>
          </a:xfrm>
          <a:prstGeom prst="line">
            <a:avLst/>
          </a:prstGeom>
        </p:spPr>
        <p:style>
          <a:lnRef idx="1">
            <a:schemeClr val="accent1"/>
          </a:lnRef>
          <a:fillRef idx="0">
            <a:schemeClr val="accent1"/>
          </a:fillRef>
          <a:effectRef idx="0">
            <a:schemeClr val="accent1"/>
          </a:effectRef>
          <a:fontRef idx="minor">
            <a:schemeClr val="tx1"/>
          </a:fontRef>
        </p:style>
      </p:cxnSp>
      <p:pic>
        <p:nvPicPr>
          <p:cNvPr id="1031" name="Picture 7"/>
          <p:cNvPicPr>
            <a:picLocks noChangeAspect="1" noChangeArrowheads="1"/>
          </p:cNvPicPr>
          <p:nvPr/>
        </p:nvPicPr>
        <p:blipFill>
          <a:blip r:embed="rId6"/>
          <a:srcRect/>
          <a:stretch>
            <a:fillRect/>
          </a:stretch>
        </p:blipFill>
        <p:spPr bwMode="auto">
          <a:xfrm>
            <a:off x="152400" y="5334000"/>
            <a:ext cx="4248150" cy="1295400"/>
          </a:xfrm>
          <a:prstGeom prst="rect">
            <a:avLst/>
          </a:prstGeom>
          <a:noFill/>
          <a:ln w="9525">
            <a:noFill/>
            <a:miter lim="800000"/>
            <a:headEnd/>
            <a:tailEnd/>
          </a:ln>
          <a:effectLst/>
        </p:spPr>
      </p:pic>
      <p:sp>
        <p:nvSpPr>
          <p:cNvPr id="4" name="Slide Number Placeholder 3">
            <a:extLst>
              <a:ext uri="{FF2B5EF4-FFF2-40B4-BE49-F238E27FC236}">
                <a16:creationId xmlns:a16="http://schemas.microsoft.com/office/drawing/2014/main" id="{BD7A4A95-5CB4-6B8B-BF45-669DB5C36BF3}"/>
              </a:ext>
            </a:extLst>
          </p:cNvPr>
          <p:cNvSpPr>
            <a:spLocks noGrp="1"/>
          </p:cNvSpPr>
          <p:nvPr>
            <p:ph type="sldNum" sz="quarter" idx="12"/>
          </p:nvPr>
        </p:nvSpPr>
        <p:spPr/>
        <p:txBody>
          <a:bodyPr/>
          <a:lstStyle/>
          <a:p>
            <a:fld id="{95E664E9-BB0A-4932-9D77-E0DDE5779A37}"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 OF QUEUE</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normAutofit/>
          </a:bodyPr>
          <a:lstStyle/>
          <a:p>
            <a:r>
              <a:rPr lang="en-US" dirty="0"/>
              <a:t>Queue can be implemented in two ways:</a:t>
            </a:r>
          </a:p>
          <a:p>
            <a:pPr lvl="1">
              <a:buNone/>
            </a:pPr>
            <a:r>
              <a:rPr lang="en-US" dirty="0"/>
              <a:t>	1. Using arrays (static)</a:t>
            </a:r>
          </a:p>
          <a:p>
            <a:pPr lvl="1">
              <a:buNone/>
            </a:pPr>
            <a:r>
              <a:rPr lang="en-US" dirty="0"/>
              <a:t>	2. Using pointers (dynamic)</a:t>
            </a:r>
          </a:p>
          <a:p>
            <a:r>
              <a:rPr lang="en-US" dirty="0"/>
              <a:t>If we try to pop (or delete or remove) an element from queue when it is empty, underflow occurs.</a:t>
            </a:r>
          </a:p>
          <a:p>
            <a:r>
              <a:rPr lang="en-US" dirty="0"/>
              <a:t>If we try to push (or insert or add) an element to queue When queue is full, overflow occurs. </a:t>
            </a:r>
          </a:p>
          <a:p>
            <a:r>
              <a:rPr lang="en-US" dirty="0"/>
              <a:t>Total number of elements present in the queue is </a:t>
            </a:r>
          </a:p>
          <a:p>
            <a:pPr lvl="1"/>
            <a:r>
              <a:rPr lang="en-US" dirty="0"/>
              <a:t>Rear – front + 1, when implemented using arrays. </a:t>
            </a:r>
          </a:p>
        </p:txBody>
      </p:sp>
      <p:sp>
        <p:nvSpPr>
          <p:cNvPr id="5" name="Slide Number Placeholder 4">
            <a:extLst>
              <a:ext uri="{FF2B5EF4-FFF2-40B4-BE49-F238E27FC236}">
                <a16:creationId xmlns:a16="http://schemas.microsoft.com/office/drawing/2014/main" id="{4B08E647-7040-DB2F-8598-45D0B3BFF04C}"/>
              </a:ext>
            </a:extLst>
          </p:cNvPr>
          <p:cNvSpPr>
            <a:spLocks noGrp="1"/>
          </p:cNvSpPr>
          <p:nvPr>
            <p:ph type="sldNum" sz="quarter" idx="12"/>
          </p:nvPr>
        </p:nvSpPr>
        <p:spPr/>
        <p:txBody>
          <a:bodyPr/>
          <a:lstStyle/>
          <a:p>
            <a:fld id="{95E664E9-BB0A-4932-9D77-E0DDE5779A37}"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ALGORITHM FOR QUEUE OPERATIONS</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normAutofit/>
          </a:bodyPr>
          <a:lstStyle/>
          <a:p>
            <a:r>
              <a:rPr lang="en-US" dirty="0"/>
              <a:t>Let Q be the array of some specified size say SIZE</a:t>
            </a:r>
          </a:p>
          <a:p>
            <a:pPr>
              <a:buNone/>
            </a:pPr>
            <a:r>
              <a:rPr lang="en-US" b="1" dirty="0"/>
              <a:t>	Inserting an element into the queue</a:t>
            </a:r>
          </a:p>
          <a:p>
            <a:pPr lvl="1">
              <a:buNone/>
            </a:pPr>
            <a:r>
              <a:rPr lang="en-US" dirty="0"/>
              <a:t>1. Initialize front=0 rear = –1</a:t>
            </a:r>
          </a:p>
          <a:p>
            <a:pPr lvl="1">
              <a:buNone/>
            </a:pPr>
            <a:r>
              <a:rPr lang="en-US" dirty="0"/>
              <a:t>2. Input the value to be inserted and assign to variable “data”</a:t>
            </a:r>
          </a:p>
          <a:p>
            <a:pPr lvl="1">
              <a:buNone/>
            </a:pPr>
            <a:r>
              <a:rPr lang="en-US" dirty="0"/>
              <a:t>3. If (rear &gt;= SIZE)</a:t>
            </a:r>
          </a:p>
          <a:p>
            <a:pPr lvl="1">
              <a:buNone/>
            </a:pPr>
            <a:r>
              <a:rPr lang="en-US" dirty="0"/>
              <a:t>	(</a:t>
            </a:r>
            <a:r>
              <a:rPr lang="en-US" i="1" dirty="0"/>
              <a:t>a) Display “Queue overflow”</a:t>
            </a:r>
          </a:p>
          <a:p>
            <a:pPr lvl="1">
              <a:buNone/>
            </a:pPr>
            <a:r>
              <a:rPr lang="en-US" dirty="0"/>
              <a:t>	(</a:t>
            </a:r>
            <a:r>
              <a:rPr lang="en-US" i="1" dirty="0"/>
              <a:t>b) Exit</a:t>
            </a:r>
          </a:p>
          <a:p>
            <a:pPr lvl="1">
              <a:buNone/>
            </a:pPr>
            <a:r>
              <a:rPr lang="en-US" dirty="0"/>
              <a:t>4. Else</a:t>
            </a:r>
          </a:p>
          <a:p>
            <a:pPr lvl="1">
              <a:buNone/>
            </a:pPr>
            <a:r>
              <a:rPr lang="en-US" dirty="0"/>
              <a:t>	(</a:t>
            </a:r>
            <a:r>
              <a:rPr lang="en-US" i="1" dirty="0"/>
              <a:t>a) Rear = rear +1</a:t>
            </a:r>
          </a:p>
          <a:p>
            <a:pPr lvl="1">
              <a:buNone/>
            </a:pPr>
            <a:r>
              <a:rPr lang="en-US" dirty="0"/>
              <a:t>5. Q[rear] = data</a:t>
            </a:r>
          </a:p>
          <a:p>
            <a:pPr lvl="1">
              <a:buNone/>
            </a:pPr>
            <a:r>
              <a:rPr lang="en-US" dirty="0"/>
              <a:t>6. Exit</a:t>
            </a:r>
          </a:p>
        </p:txBody>
      </p:sp>
      <p:sp>
        <p:nvSpPr>
          <p:cNvPr id="5" name="Slide Number Placeholder 4">
            <a:extLst>
              <a:ext uri="{FF2B5EF4-FFF2-40B4-BE49-F238E27FC236}">
                <a16:creationId xmlns:a16="http://schemas.microsoft.com/office/drawing/2014/main" id="{45890863-F248-7D90-FEFC-4A2E2B1F8A36}"/>
              </a:ext>
            </a:extLst>
          </p:cNvPr>
          <p:cNvSpPr>
            <a:spLocks noGrp="1"/>
          </p:cNvSpPr>
          <p:nvPr>
            <p:ph type="sldNum" sz="quarter" idx="12"/>
          </p:nvPr>
        </p:nvSpPr>
        <p:spPr/>
        <p:txBody>
          <a:bodyPr/>
          <a:lstStyle/>
          <a:p>
            <a:fld id="{95E664E9-BB0A-4932-9D77-E0DDE5779A37}"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CODE TO INSERT ELEMENT IN THE QUEUE </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normAutofit fontScale="62500" lnSpcReduction="20000"/>
          </a:bodyPr>
          <a:lstStyle/>
          <a:p>
            <a:r>
              <a:rPr lang="en-US" dirty="0"/>
              <a:t>void insert ()                                    //Note: Initially </a:t>
            </a:r>
            <a:r>
              <a:rPr lang="en-US" sz="2800" dirty="0" err="1"/>
              <a:t>int</a:t>
            </a:r>
            <a:r>
              <a:rPr lang="en-US" sz="2800" dirty="0"/>
              <a:t> rear = –1; </a:t>
            </a:r>
            <a:r>
              <a:rPr lang="en-US" sz="2800" dirty="0" err="1"/>
              <a:t>int</a:t>
            </a:r>
            <a:r>
              <a:rPr lang="en-US" sz="2800" dirty="0"/>
              <a:t> front = –1;</a:t>
            </a:r>
          </a:p>
          <a:p>
            <a:pPr lvl="1">
              <a:buNone/>
            </a:pPr>
            <a:r>
              <a:rPr lang="en-US" dirty="0"/>
              <a:t>{</a:t>
            </a:r>
          </a:p>
          <a:p>
            <a:pPr lvl="1">
              <a:buNone/>
            </a:pPr>
            <a:r>
              <a:rPr lang="en-US" dirty="0" err="1"/>
              <a:t>int</a:t>
            </a:r>
            <a:r>
              <a:rPr lang="en-US" dirty="0"/>
              <a:t> </a:t>
            </a:r>
            <a:r>
              <a:rPr lang="en-US" dirty="0" err="1"/>
              <a:t>added_item</a:t>
            </a:r>
            <a:r>
              <a:rPr lang="en-US" dirty="0"/>
              <a:t>;</a:t>
            </a:r>
          </a:p>
          <a:p>
            <a:pPr lvl="1">
              <a:buNone/>
            </a:pPr>
            <a:r>
              <a:rPr lang="en-US" dirty="0"/>
              <a:t>if (rear</a:t>
            </a:r>
            <a:r>
              <a:rPr lang="en-US"/>
              <a:t>==MAX-1</a:t>
            </a:r>
            <a:r>
              <a:rPr lang="en-US" dirty="0"/>
              <a:t>)</a:t>
            </a:r>
          </a:p>
          <a:p>
            <a:pPr lvl="1">
              <a:buNone/>
            </a:pPr>
            <a:r>
              <a:rPr lang="en-US" dirty="0"/>
              <a:t>{</a:t>
            </a:r>
          </a:p>
          <a:p>
            <a:pPr lvl="1">
              <a:buNone/>
            </a:pPr>
            <a:r>
              <a:rPr lang="en-US" dirty="0" err="1"/>
              <a:t>cout</a:t>
            </a:r>
            <a:r>
              <a:rPr lang="en-US" dirty="0"/>
              <a:t>&lt;&lt;“Queue Overflow”;</a:t>
            </a:r>
          </a:p>
          <a:p>
            <a:pPr lvl="1">
              <a:buNone/>
            </a:pPr>
            <a:r>
              <a:rPr lang="en-US" dirty="0" err="1"/>
              <a:t>getch</a:t>
            </a:r>
            <a:r>
              <a:rPr lang="en-US" dirty="0"/>
              <a:t>();</a:t>
            </a:r>
          </a:p>
          <a:p>
            <a:pPr lvl="1">
              <a:buNone/>
            </a:pPr>
            <a:r>
              <a:rPr lang="en-US" dirty="0"/>
              <a:t>return;</a:t>
            </a:r>
          </a:p>
          <a:p>
            <a:pPr lvl="1">
              <a:buNone/>
            </a:pPr>
            <a:r>
              <a:rPr lang="en-US" dirty="0"/>
              <a:t>}</a:t>
            </a:r>
          </a:p>
          <a:p>
            <a:pPr lvl="1">
              <a:buNone/>
            </a:pPr>
            <a:r>
              <a:rPr lang="en-US" dirty="0"/>
              <a:t>else</a:t>
            </a:r>
          </a:p>
          <a:p>
            <a:pPr lvl="1">
              <a:buNone/>
            </a:pPr>
            <a:r>
              <a:rPr lang="en-US" dirty="0"/>
              <a:t>{</a:t>
            </a:r>
          </a:p>
          <a:p>
            <a:pPr lvl="1">
              <a:buNone/>
            </a:pPr>
            <a:r>
              <a:rPr lang="en-US" dirty="0"/>
              <a:t>if (front== –1) /*If queue is initially empty */</a:t>
            </a:r>
          </a:p>
          <a:p>
            <a:pPr lvl="1">
              <a:buNone/>
            </a:pPr>
            <a:r>
              <a:rPr lang="en-US" dirty="0"/>
              <a:t>front=0;</a:t>
            </a:r>
          </a:p>
          <a:p>
            <a:pPr lvl="1">
              <a:buNone/>
            </a:pPr>
            <a:r>
              <a:rPr lang="en-US" dirty="0" err="1"/>
              <a:t>cout</a:t>
            </a:r>
            <a:r>
              <a:rPr lang="en-US" dirty="0"/>
              <a:t>&lt;&lt;“Input the element for adding in queue: ”;</a:t>
            </a:r>
          </a:p>
          <a:p>
            <a:pPr lvl="1">
              <a:buNone/>
            </a:pPr>
            <a:r>
              <a:rPr lang="en-US" dirty="0" err="1"/>
              <a:t>cin</a:t>
            </a:r>
            <a:r>
              <a:rPr lang="en-US" dirty="0"/>
              <a:t>&gt;&gt;</a:t>
            </a:r>
            <a:r>
              <a:rPr lang="en-US" dirty="0" err="1"/>
              <a:t>added_item</a:t>
            </a:r>
            <a:r>
              <a:rPr lang="en-US" dirty="0"/>
              <a:t>;</a:t>
            </a:r>
          </a:p>
          <a:p>
            <a:pPr lvl="1">
              <a:buNone/>
            </a:pPr>
            <a:r>
              <a:rPr lang="en-US" dirty="0"/>
              <a:t>rear=rear+1;</a:t>
            </a:r>
          </a:p>
          <a:p>
            <a:pPr lvl="1">
              <a:buNone/>
            </a:pPr>
            <a:r>
              <a:rPr lang="en-US" dirty="0"/>
              <a:t>//Inserting the element</a:t>
            </a:r>
          </a:p>
          <a:p>
            <a:pPr lvl="1">
              <a:buNone/>
            </a:pPr>
            <a:r>
              <a:rPr lang="en-US" dirty="0" err="1"/>
              <a:t>queue_arr</a:t>
            </a:r>
            <a:r>
              <a:rPr lang="en-US" dirty="0"/>
              <a:t>[rear] = </a:t>
            </a:r>
            <a:r>
              <a:rPr lang="en-US" dirty="0" err="1"/>
              <a:t>added_item</a:t>
            </a:r>
            <a:r>
              <a:rPr lang="en-US" dirty="0"/>
              <a:t> ;</a:t>
            </a:r>
          </a:p>
          <a:p>
            <a:pPr lvl="1">
              <a:buNone/>
            </a:pPr>
            <a:r>
              <a:rPr lang="en-US" dirty="0"/>
              <a:t>}</a:t>
            </a:r>
          </a:p>
          <a:p>
            <a:pPr lvl="1">
              <a:buNone/>
            </a:pPr>
            <a:r>
              <a:rPr lang="en-US" dirty="0"/>
              <a:t>}/*End of insert()*/</a:t>
            </a:r>
          </a:p>
        </p:txBody>
      </p:sp>
      <p:sp>
        <p:nvSpPr>
          <p:cNvPr id="5" name="Slide Number Placeholder 4">
            <a:extLst>
              <a:ext uri="{FF2B5EF4-FFF2-40B4-BE49-F238E27FC236}">
                <a16:creationId xmlns:a16="http://schemas.microsoft.com/office/drawing/2014/main" id="{33C28D54-340B-D678-0601-1E8F10421076}"/>
              </a:ext>
            </a:extLst>
          </p:cNvPr>
          <p:cNvSpPr>
            <a:spLocks noGrp="1"/>
          </p:cNvSpPr>
          <p:nvPr>
            <p:ph type="sldNum" sz="quarter" idx="12"/>
          </p:nvPr>
        </p:nvSpPr>
        <p:spPr/>
        <p:txBody>
          <a:bodyPr/>
          <a:lstStyle/>
          <a:p>
            <a:fld id="{95E664E9-BB0A-4932-9D77-E0DDE5779A37}"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ALGORITHM FOR QUEUE OPERATIONS</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lstStyle/>
          <a:p>
            <a:pPr>
              <a:buNone/>
            </a:pPr>
            <a:r>
              <a:rPr lang="en-US" b="1" dirty="0"/>
              <a:t>Deleting an element from queue</a:t>
            </a:r>
          </a:p>
          <a:p>
            <a:pPr lvl="1">
              <a:buNone/>
            </a:pPr>
            <a:r>
              <a:rPr lang="en-US" dirty="0"/>
              <a:t>1. If (</a:t>
            </a:r>
            <a:r>
              <a:rPr lang="en-US"/>
              <a:t>front==-1 </a:t>
            </a:r>
            <a:r>
              <a:rPr lang="en-US" dirty="0"/>
              <a:t>II rear&lt; front)</a:t>
            </a:r>
          </a:p>
          <a:p>
            <a:pPr lvl="1">
              <a:buNone/>
            </a:pPr>
            <a:r>
              <a:rPr lang="en-US" dirty="0"/>
              <a:t>	(</a:t>
            </a:r>
            <a:r>
              <a:rPr lang="en-US" i="1" dirty="0"/>
              <a:t>a) Display “The queue is empty”</a:t>
            </a:r>
          </a:p>
          <a:p>
            <a:pPr lvl="1">
              <a:buNone/>
            </a:pPr>
            <a:r>
              <a:rPr lang="en-US" dirty="0"/>
              <a:t>	(</a:t>
            </a:r>
            <a:r>
              <a:rPr lang="en-US" i="1" dirty="0"/>
              <a:t>b) Exit</a:t>
            </a:r>
          </a:p>
          <a:p>
            <a:pPr lvl="1">
              <a:buNone/>
            </a:pPr>
            <a:r>
              <a:rPr lang="en-US" sz="2500" dirty="0"/>
              <a:t>2. Else</a:t>
            </a:r>
          </a:p>
          <a:p>
            <a:pPr lvl="1">
              <a:buNone/>
            </a:pPr>
            <a:r>
              <a:rPr lang="en-US" sz="2500" dirty="0"/>
              <a:t>	(</a:t>
            </a:r>
            <a:r>
              <a:rPr lang="en-US" sz="2500" i="1" dirty="0"/>
              <a:t>a) Data = Q[front]</a:t>
            </a:r>
          </a:p>
          <a:p>
            <a:pPr lvl="1">
              <a:buNone/>
            </a:pPr>
            <a:r>
              <a:rPr lang="en-US" sz="2500" dirty="0"/>
              <a:t>3. front = front +1</a:t>
            </a:r>
          </a:p>
          <a:p>
            <a:pPr lvl="1">
              <a:buNone/>
            </a:pPr>
            <a:r>
              <a:rPr lang="en-US" sz="2500" dirty="0"/>
              <a:t>4. Exit</a:t>
            </a:r>
            <a:endParaRPr lang="en-US" dirty="0"/>
          </a:p>
        </p:txBody>
      </p:sp>
      <p:sp>
        <p:nvSpPr>
          <p:cNvPr id="5" name="Slide Number Placeholder 4">
            <a:extLst>
              <a:ext uri="{FF2B5EF4-FFF2-40B4-BE49-F238E27FC236}">
                <a16:creationId xmlns:a16="http://schemas.microsoft.com/office/drawing/2014/main" id="{318B9AF2-9ABF-8EBB-5551-1D71F4B5DA09}"/>
              </a:ext>
            </a:extLst>
          </p:cNvPr>
          <p:cNvSpPr>
            <a:spLocks noGrp="1"/>
          </p:cNvSpPr>
          <p:nvPr>
            <p:ph type="sldNum" sz="quarter" idx="12"/>
          </p:nvPr>
        </p:nvSpPr>
        <p:spPr/>
        <p:txBody>
          <a:bodyPr/>
          <a:lstStyle/>
          <a:p>
            <a:fld id="{95E664E9-BB0A-4932-9D77-E0DDE5779A37}"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CODE TO DELETE AN ELEMENT FROM THE QUEUE </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normAutofit fontScale="92500" lnSpcReduction="20000"/>
          </a:bodyPr>
          <a:lstStyle/>
          <a:p>
            <a:pPr lvl="1">
              <a:buNone/>
            </a:pPr>
            <a:r>
              <a:rPr lang="en-US" dirty="0"/>
              <a:t>void del()</a:t>
            </a:r>
          </a:p>
          <a:p>
            <a:pPr lvl="1">
              <a:buNone/>
            </a:pPr>
            <a:r>
              <a:rPr lang="en-US" dirty="0"/>
              <a:t>{</a:t>
            </a:r>
          </a:p>
          <a:p>
            <a:pPr lvl="1">
              <a:buNone/>
            </a:pPr>
            <a:r>
              <a:rPr lang="en-US" dirty="0"/>
              <a:t>if (front == –1 || front &gt; rear)</a:t>
            </a:r>
          </a:p>
          <a:p>
            <a:pPr lvl="1">
              <a:buNone/>
            </a:pPr>
            <a:r>
              <a:rPr lang="en-US" dirty="0"/>
              <a:t>{</a:t>
            </a:r>
          </a:p>
          <a:p>
            <a:pPr lvl="1">
              <a:buNone/>
            </a:pPr>
            <a:r>
              <a:rPr lang="en-US" dirty="0" err="1"/>
              <a:t>cout</a:t>
            </a:r>
            <a:r>
              <a:rPr lang="en-US" dirty="0"/>
              <a:t>&lt;&lt;“Queue Underflow”;</a:t>
            </a:r>
          </a:p>
          <a:p>
            <a:pPr lvl="1">
              <a:buNone/>
            </a:pPr>
            <a:r>
              <a:rPr lang="en-US" dirty="0"/>
              <a:t>return;</a:t>
            </a:r>
          </a:p>
          <a:p>
            <a:pPr lvl="1">
              <a:buNone/>
            </a:pPr>
            <a:r>
              <a:rPr lang="en-US" dirty="0"/>
              <a:t>}</a:t>
            </a:r>
          </a:p>
          <a:p>
            <a:pPr lvl="1">
              <a:buNone/>
            </a:pPr>
            <a:r>
              <a:rPr lang="en-US" dirty="0"/>
              <a:t>else</a:t>
            </a:r>
          </a:p>
          <a:p>
            <a:pPr lvl="1">
              <a:buNone/>
            </a:pPr>
            <a:r>
              <a:rPr lang="en-US" dirty="0"/>
              <a:t>{</a:t>
            </a:r>
          </a:p>
          <a:p>
            <a:pPr lvl="1">
              <a:buNone/>
            </a:pPr>
            <a:r>
              <a:rPr lang="en-US" dirty="0"/>
              <a:t>//deleting the element</a:t>
            </a:r>
          </a:p>
          <a:p>
            <a:pPr lvl="1">
              <a:buNone/>
            </a:pPr>
            <a:r>
              <a:rPr lang="en-US" dirty="0" err="1"/>
              <a:t>Cout</a:t>
            </a:r>
            <a:r>
              <a:rPr lang="en-US" dirty="0"/>
              <a:t>&lt;&lt;“Element deleted from queue is :”&lt;&lt;</a:t>
            </a:r>
            <a:r>
              <a:rPr lang="en-US" dirty="0" err="1"/>
              <a:t>queue_arr</a:t>
            </a:r>
            <a:r>
              <a:rPr lang="en-US" dirty="0"/>
              <a:t>[front];</a:t>
            </a:r>
          </a:p>
          <a:p>
            <a:pPr lvl="1">
              <a:buNone/>
            </a:pPr>
            <a:r>
              <a:rPr lang="en-US" dirty="0"/>
              <a:t>front=front+1;</a:t>
            </a:r>
          </a:p>
          <a:p>
            <a:pPr lvl="1">
              <a:buNone/>
            </a:pPr>
            <a:r>
              <a:rPr lang="en-US" dirty="0"/>
              <a:t>}</a:t>
            </a:r>
          </a:p>
          <a:p>
            <a:pPr lvl="1">
              <a:buNone/>
            </a:pPr>
            <a:r>
              <a:rPr lang="en-US" dirty="0"/>
              <a:t>}/*End of del()*/</a:t>
            </a:r>
          </a:p>
        </p:txBody>
      </p:sp>
      <p:sp>
        <p:nvSpPr>
          <p:cNvPr id="5" name="Slide Number Placeholder 4">
            <a:extLst>
              <a:ext uri="{FF2B5EF4-FFF2-40B4-BE49-F238E27FC236}">
                <a16:creationId xmlns:a16="http://schemas.microsoft.com/office/drawing/2014/main" id="{70DED048-FE3E-472D-71FF-2C128594C974}"/>
              </a:ext>
            </a:extLst>
          </p:cNvPr>
          <p:cNvSpPr>
            <a:spLocks noGrp="1"/>
          </p:cNvSpPr>
          <p:nvPr>
            <p:ph type="sldNum" sz="quarter" idx="12"/>
          </p:nvPr>
        </p:nvSpPr>
        <p:spPr/>
        <p:txBody>
          <a:bodyPr/>
          <a:lstStyle/>
          <a:p>
            <a:fld id="{95E664E9-BB0A-4932-9D77-E0DDE5779A37}" type="slidenum">
              <a:rPr lang="en-US" smtClean="0"/>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1405C-7965-BBF5-1CED-AB45D9A08313}"/>
              </a:ext>
            </a:extLst>
          </p:cNvPr>
          <p:cNvSpPr>
            <a:spLocks noGrp="1"/>
          </p:cNvSpPr>
          <p:nvPr>
            <p:ph type="title"/>
          </p:nvPr>
        </p:nvSpPr>
        <p:spPr>
          <a:xfrm>
            <a:off x="457200" y="2743200"/>
            <a:ext cx="8229600" cy="914400"/>
          </a:xfrm>
        </p:spPr>
        <p:txBody>
          <a:bodyPr/>
          <a:lstStyle/>
          <a:p>
            <a:pPr algn="ctr"/>
            <a:r>
              <a:rPr lang="en-US" b="1" dirty="0"/>
              <a:t>QUEUE USING LINKED LIST</a:t>
            </a:r>
            <a:endParaRPr lang="en-US" dirty="0"/>
          </a:p>
        </p:txBody>
      </p:sp>
      <p:sp>
        <p:nvSpPr>
          <p:cNvPr id="3" name="Footer Placeholder 2">
            <a:extLst>
              <a:ext uri="{FF2B5EF4-FFF2-40B4-BE49-F238E27FC236}">
                <a16:creationId xmlns:a16="http://schemas.microsoft.com/office/drawing/2014/main" id="{48187EC9-D148-4EF6-39FB-34BEE7E3522A}"/>
              </a:ext>
            </a:extLst>
          </p:cNvPr>
          <p:cNvSpPr>
            <a:spLocks noGrp="1"/>
          </p:cNvSpPr>
          <p:nvPr>
            <p:ph type="ftr" sz="quarter" idx="11"/>
          </p:nvPr>
        </p:nvSpPr>
        <p:spPr/>
        <p:txBody>
          <a:bodyPr/>
          <a:lstStyle/>
          <a:p>
            <a:pPr algn="ctr"/>
            <a:r>
              <a:rPr lang="en-US" dirty="0"/>
              <a:t>Data Structures</a:t>
            </a:r>
          </a:p>
        </p:txBody>
      </p:sp>
      <p:sp>
        <p:nvSpPr>
          <p:cNvPr id="4" name="Slide Number Placeholder 3">
            <a:extLst>
              <a:ext uri="{FF2B5EF4-FFF2-40B4-BE49-F238E27FC236}">
                <a16:creationId xmlns:a16="http://schemas.microsoft.com/office/drawing/2014/main" id="{742FF09F-D3F6-F4DB-796A-0506C78D1F65}"/>
              </a:ext>
            </a:extLst>
          </p:cNvPr>
          <p:cNvSpPr>
            <a:spLocks noGrp="1"/>
          </p:cNvSpPr>
          <p:nvPr>
            <p:ph type="sldNum" sz="quarter" idx="12"/>
          </p:nvPr>
        </p:nvSpPr>
        <p:spPr/>
        <p:txBody>
          <a:bodyPr/>
          <a:lstStyle/>
          <a:p>
            <a:fld id="{95E664E9-BB0A-4932-9D77-E0DDE5779A37}" type="slidenum">
              <a:rPr lang="en-US" smtClean="0"/>
              <a:pPr/>
              <a:t>10</a:t>
            </a:fld>
            <a:endParaRPr lang="en-US" dirty="0"/>
          </a:p>
        </p:txBody>
      </p:sp>
    </p:spTree>
    <p:extLst>
      <p:ext uri="{BB962C8B-B14F-4D97-AF65-F5344CB8AC3E}">
        <p14:creationId xmlns:p14="http://schemas.microsoft.com/office/powerpoint/2010/main" val="2092409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lstStyle/>
          <a:p>
            <a:r>
              <a:rPr lang="en-US" b="1" dirty="0"/>
              <a:t>QUEUE USING LINKED LIST</a:t>
            </a:r>
            <a:endParaRPr lang="en-US" dirty="0"/>
          </a:p>
        </p:txBody>
      </p:sp>
      <p:sp>
        <p:nvSpPr>
          <p:cNvPr id="3" name="Footer Placeholder 2"/>
          <p:cNvSpPr>
            <a:spLocks noGrp="1"/>
          </p:cNvSpPr>
          <p:nvPr>
            <p:ph type="ftr" sz="quarter" idx="11"/>
          </p:nvPr>
        </p:nvSpPr>
        <p:spPr/>
        <p:txBody>
          <a:bodyPr/>
          <a:lstStyle/>
          <a:p>
            <a:r>
              <a:rPr lang="en-US"/>
              <a:t>Data Structures</a:t>
            </a:r>
            <a:endParaRPr lang="en-US" dirty="0"/>
          </a:p>
        </p:txBody>
      </p:sp>
      <p:pic>
        <p:nvPicPr>
          <p:cNvPr id="1026" name="Picture 2"/>
          <p:cNvPicPr>
            <a:picLocks noChangeAspect="1" noChangeArrowheads="1"/>
          </p:cNvPicPr>
          <p:nvPr/>
        </p:nvPicPr>
        <p:blipFill>
          <a:blip r:embed="rId2"/>
          <a:srcRect/>
          <a:stretch>
            <a:fillRect/>
          </a:stretch>
        </p:blipFill>
        <p:spPr bwMode="auto">
          <a:xfrm>
            <a:off x="2590799" y="609600"/>
            <a:ext cx="4070237" cy="6019800"/>
          </a:xfrm>
          <a:prstGeom prst="rect">
            <a:avLst/>
          </a:prstGeom>
          <a:noFill/>
          <a:ln w="9525">
            <a:noFill/>
            <a:miter lim="800000"/>
            <a:headEnd/>
            <a:tailEnd/>
          </a:ln>
          <a:effectLst/>
        </p:spPr>
      </p:pic>
      <p:sp>
        <p:nvSpPr>
          <p:cNvPr id="4" name="Slide Number Placeholder 3">
            <a:extLst>
              <a:ext uri="{FF2B5EF4-FFF2-40B4-BE49-F238E27FC236}">
                <a16:creationId xmlns:a16="http://schemas.microsoft.com/office/drawing/2014/main" id="{64351EA4-B013-3E62-E5BA-8FCEF69C3019}"/>
              </a:ext>
            </a:extLst>
          </p:cNvPr>
          <p:cNvSpPr>
            <a:spLocks noGrp="1"/>
          </p:cNvSpPr>
          <p:nvPr>
            <p:ph type="sldNum" sz="quarter" idx="12"/>
          </p:nvPr>
        </p:nvSpPr>
        <p:spPr/>
        <p:txBody>
          <a:bodyPr/>
          <a:lstStyle/>
          <a:p>
            <a:fld id="{95E664E9-BB0A-4932-9D77-E0DDE5779A37}"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990600"/>
          </a:xfrm>
        </p:spPr>
        <p:txBody>
          <a:bodyPr>
            <a:normAutofit fontScale="90000"/>
          </a:bodyPr>
          <a:lstStyle/>
          <a:p>
            <a:r>
              <a:rPr lang="en-US" b="1" dirty="0"/>
              <a:t>ALGORITHM FOR PUSHING AN ELEMENT TO A QUEUE</a:t>
            </a:r>
            <a:br>
              <a:rPr lang="en-US" b="1" dirty="0"/>
            </a:br>
            <a:endParaRPr lang="en-US" dirty="0"/>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normAutofit fontScale="92500" lnSpcReduction="20000"/>
          </a:bodyPr>
          <a:lstStyle/>
          <a:p>
            <a:r>
              <a:rPr lang="en-US" dirty="0"/>
              <a:t>REAR is a pointer in queue where the new elements are added. </a:t>
            </a:r>
          </a:p>
          <a:p>
            <a:r>
              <a:rPr lang="en-US" dirty="0"/>
              <a:t>FRONT is a pointer, which is pointing to the queue where the elements are popped. </a:t>
            </a:r>
          </a:p>
          <a:p>
            <a:r>
              <a:rPr lang="en-US" dirty="0"/>
              <a:t>DATA is an element to be pushed.</a:t>
            </a:r>
          </a:p>
          <a:p>
            <a:pPr>
              <a:buNone/>
            </a:pPr>
            <a:r>
              <a:rPr lang="en-US" dirty="0"/>
              <a:t>1. Input the DATA element to be pushed</a:t>
            </a:r>
          </a:p>
          <a:p>
            <a:pPr>
              <a:buNone/>
            </a:pPr>
            <a:r>
              <a:rPr lang="en-US" dirty="0"/>
              <a:t>2. Create a New Node</a:t>
            </a:r>
          </a:p>
          <a:p>
            <a:pPr>
              <a:buNone/>
            </a:pPr>
            <a:r>
              <a:rPr lang="en-US" dirty="0"/>
              <a:t>3. </a:t>
            </a:r>
            <a:r>
              <a:rPr lang="en-US" dirty="0" err="1"/>
              <a:t>NewNode</a:t>
            </a:r>
            <a:r>
              <a:rPr lang="en-US" dirty="0"/>
              <a:t> → DATA = DATA</a:t>
            </a:r>
          </a:p>
          <a:p>
            <a:pPr>
              <a:buNone/>
            </a:pPr>
            <a:r>
              <a:rPr lang="en-US" dirty="0"/>
              <a:t>4. </a:t>
            </a:r>
            <a:r>
              <a:rPr lang="en-US" dirty="0" err="1"/>
              <a:t>NewNode</a:t>
            </a:r>
            <a:r>
              <a:rPr lang="en-US" dirty="0"/>
              <a:t> → Next = NULL</a:t>
            </a:r>
          </a:p>
          <a:p>
            <a:pPr>
              <a:buNone/>
            </a:pPr>
            <a:r>
              <a:rPr lang="en-US" dirty="0"/>
              <a:t>5. If(REAR not equal to NULL)</a:t>
            </a:r>
          </a:p>
          <a:p>
            <a:pPr>
              <a:buNone/>
            </a:pPr>
            <a:r>
              <a:rPr lang="en-US" dirty="0"/>
              <a:t>	(</a:t>
            </a:r>
            <a:r>
              <a:rPr lang="en-US" i="1" dirty="0"/>
              <a:t>a) REAR → next = </a:t>
            </a:r>
            <a:r>
              <a:rPr lang="en-US" i="1" dirty="0" err="1"/>
              <a:t>NewNode</a:t>
            </a:r>
            <a:r>
              <a:rPr lang="en-US" i="1" dirty="0"/>
              <a:t>;</a:t>
            </a:r>
          </a:p>
          <a:p>
            <a:pPr>
              <a:buNone/>
            </a:pPr>
            <a:r>
              <a:rPr lang="en-US" dirty="0"/>
              <a:t>6. REAR =</a:t>
            </a:r>
            <a:r>
              <a:rPr lang="en-US" dirty="0" err="1"/>
              <a:t>NewNode</a:t>
            </a:r>
            <a:r>
              <a:rPr lang="en-US" dirty="0"/>
              <a:t>;</a:t>
            </a:r>
          </a:p>
          <a:p>
            <a:pPr>
              <a:buNone/>
            </a:pPr>
            <a:r>
              <a:rPr lang="en-US" dirty="0"/>
              <a:t>7. Exit</a:t>
            </a:r>
          </a:p>
        </p:txBody>
      </p:sp>
      <p:sp>
        <p:nvSpPr>
          <p:cNvPr id="5" name="Slide Number Placeholder 4">
            <a:extLst>
              <a:ext uri="{FF2B5EF4-FFF2-40B4-BE49-F238E27FC236}">
                <a16:creationId xmlns:a16="http://schemas.microsoft.com/office/drawing/2014/main" id="{4FAE38FD-D983-8022-7EA9-A07E6283030F}"/>
              </a:ext>
            </a:extLst>
          </p:cNvPr>
          <p:cNvSpPr>
            <a:spLocks noGrp="1"/>
          </p:cNvSpPr>
          <p:nvPr>
            <p:ph type="sldNum" sz="quarter" idx="12"/>
          </p:nvPr>
        </p:nvSpPr>
        <p:spPr/>
        <p:txBody>
          <a:bodyPr/>
          <a:lstStyle/>
          <a:p>
            <a:fld id="{95E664E9-BB0A-4932-9D77-E0DDE5779A37}"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fontScale="90000"/>
          </a:bodyPr>
          <a:lstStyle/>
          <a:p>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br>
              <a:rPr lang="en-US" b="1" dirty="0"/>
            </a:br>
            <a:r>
              <a:rPr lang="en-US" b="1" dirty="0"/>
              <a:t>ALGORITHM FOR POPPING AN ELEMENT FROM A QUEUE</a:t>
            </a:r>
            <a:br>
              <a:rPr lang="en-US" b="1" dirty="0"/>
            </a:br>
            <a:endParaRPr lang="en-US" dirty="0"/>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normAutofit/>
          </a:bodyPr>
          <a:lstStyle/>
          <a:p>
            <a:pPr>
              <a:buNone/>
            </a:pPr>
            <a:r>
              <a:rPr lang="en-US" dirty="0"/>
              <a:t>1. If (FRONT is equal to NULL)</a:t>
            </a:r>
          </a:p>
          <a:p>
            <a:pPr>
              <a:buNone/>
            </a:pPr>
            <a:r>
              <a:rPr lang="en-US" dirty="0"/>
              <a:t>	</a:t>
            </a:r>
            <a:r>
              <a:rPr lang="en-US" sz="2400" dirty="0"/>
              <a:t>(</a:t>
            </a:r>
            <a:r>
              <a:rPr lang="en-US" sz="2400" i="1" dirty="0"/>
              <a:t>a) Display “The Queue is empty”</a:t>
            </a:r>
          </a:p>
          <a:p>
            <a:pPr>
              <a:buNone/>
            </a:pPr>
            <a:r>
              <a:rPr lang="en-US" dirty="0"/>
              <a:t>2. Else</a:t>
            </a:r>
          </a:p>
          <a:p>
            <a:pPr>
              <a:buNone/>
            </a:pPr>
            <a:r>
              <a:rPr lang="en-US" dirty="0"/>
              <a:t>	</a:t>
            </a:r>
            <a:r>
              <a:rPr lang="en-US" sz="2400" dirty="0"/>
              <a:t>(</a:t>
            </a:r>
            <a:r>
              <a:rPr lang="en-US" sz="2400" i="1" dirty="0"/>
              <a:t>a) Display “The popped element is FRONT → DATA”</a:t>
            </a:r>
          </a:p>
          <a:p>
            <a:pPr>
              <a:buNone/>
            </a:pPr>
            <a:r>
              <a:rPr lang="en-US" dirty="0"/>
              <a:t>	(</a:t>
            </a:r>
            <a:r>
              <a:rPr lang="en-US" i="1" dirty="0"/>
              <a:t>b) If(FRONT is not equal to REAR)</a:t>
            </a:r>
          </a:p>
          <a:p>
            <a:pPr>
              <a:buNone/>
            </a:pPr>
            <a:r>
              <a:rPr lang="en-US" dirty="0"/>
              <a:t>		</a:t>
            </a:r>
            <a:r>
              <a:rPr lang="en-US" sz="2000" dirty="0"/>
              <a:t>(</a:t>
            </a:r>
            <a:r>
              <a:rPr lang="en-US" sz="2000" i="1" dirty="0" err="1"/>
              <a:t>i</a:t>
            </a:r>
            <a:r>
              <a:rPr lang="en-US" sz="2000" i="1" dirty="0"/>
              <a:t>) FRONT = FRONT → Next</a:t>
            </a:r>
          </a:p>
          <a:p>
            <a:pPr>
              <a:buNone/>
            </a:pPr>
            <a:r>
              <a:rPr lang="en-US" dirty="0"/>
              <a:t>	</a:t>
            </a:r>
            <a:r>
              <a:rPr lang="en-US" sz="2400" dirty="0"/>
              <a:t>(</a:t>
            </a:r>
            <a:r>
              <a:rPr lang="en-US" sz="2400" i="1" dirty="0"/>
              <a:t>c) Else</a:t>
            </a:r>
          </a:p>
          <a:p>
            <a:pPr>
              <a:buNone/>
            </a:pPr>
            <a:r>
              <a:rPr lang="en-US" sz="2400" dirty="0"/>
              <a:t>	(</a:t>
            </a:r>
            <a:r>
              <a:rPr lang="en-US" sz="2400" i="1" dirty="0"/>
              <a:t>d) FRONT = NULL;</a:t>
            </a:r>
          </a:p>
          <a:p>
            <a:pPr>
              <a:buNone/>
            </a:pPr>
            <a:r>
              <a:rPr lang="en-US" dirty="0"/>
              <a:t>3. Exit</a:t>
            </a:r>
          </a:p>
        </p:txBody>
      </p:sp>
      <p:sp>
        <p:nvSpPr>
          <p:cNvPr id="5" name="Slide Number Placeholder 4">
            <a:extLst>
              <a:ext uri="{FF2B5EF4-FFF2-40B4-BE49-F238E27FC236}">
                <a16:creationId xmlns:a16="http://schemas.microsoft.com/office/drawing/2014/main" id="{7E0E115A-157A-55CF-1084-85B2ADBC7C1B}"/>
              </a:ext>
            </a:extLst>
          </p:cNvPr>
          <p:cNvSpPr>
            <a:spLocks noGrp="1"/>
          </p:cNvSpPr>
          <p:nvPr>
            <p:ph type="sldNum" sz="quarter" idx="12"/>
          </p:nvPr>
        </p:nvSpPr>
        <p:spPr/>
        <p:txBody>
          <a:bodyPr/>
          <a:lstStyle/>
          <a:p>
            <a:fld id="{95E664E9-BB0A-4932-9D77-E0DDE5779A37}"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Function to push an element into the queue</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normAutofit fontScale="92500" lnSpcReduction="20000"/>
          </a:bodyPr>
          <a:lstStyle/>
          <a:p>
            <a:pPr>
              <a:buNone/>
            </a:pPr>
            <a:r>
              <a:rPr lang="en-US" dirty="0"/>
              <a:t>void </a:t>
            </a:r>
            <a:r>
              <a:rPr lang="en-US" dirty="0" err="1"/>
              <a:t>Queue_Linked</a:t>
            </a:r>
            <a:r>
              <a:rPr lang="en-US" dirty="0"/>
              <a:t>::push()</a:t>
            </a:r>
          </a:p>
          <a:p>
            <a:pPr>
              <a:buNone/>
            </a:pPr>
            <a:r>
              <a:rPr lang="en-US" dirty="0"/>
              <a:t>{</a:t>
            </a:r>
          </a:p>
          <a:p>
            <a:pPr lvl="1">
              <a:buNone/>
            </a:pPr>
            <a:r>
              <a:rPr lang="en-US" dirty="0"/>
              <a:t>NODE  *</a:t>
            </a:r>
            <a:r>
              <a:rPr lang="en-US" dirty="0" err="1"/>
              <a:t>NewNode</a:t>
            </a:r>
            <a:r>
              <a:rPr lang="en-US" dirty="0"/>
              <a:t>;</a:t>
            </a:r>
          </a:p>
          <a:p>
            <a:pPr lvl="1">
              <a:buNone/>
            </a:pPr>
            <a:r>
              <a:rPr lang="en-US" dirty="0" err="1"/>
              <a:t>NewNode</a:t>
            </a:r>
            <a:r>
              <a:rPr lang="en-US" dirty="0"/>
              <a:t>= new NODE;</a:t>
            </a:r>
            <a:r>
              <a:rPr lang="en-US" dirty="0">
                <a:solidFill>
                  <a:srgbClr val="00B050"/>
                </a:solidFill>
              </a:rPr>
              <a:t>//New node is created to push the data</a:t>
            </a:r>
          </a:p>
          <a:p>
            <a:pPr lvl="1">
              <a:buNone/>
            </a:pPr>
            <a:r>
              <a:rPr lang="en-US" dirty="0" err="1"/>
              <a:t>cout</a:t>
            </a:r>
            <a:r>
              <a:rPr lang="en-US" dirty="0"/>
              <a:t>&lt;&lt;“\</a:t>
            </a:r>
            <a:r>
              <a:rPr lang="en-US" dirty="0" err="1"/>
              <a:t>nEnter</a:t>
            </a:r>
            <a:r>
              <a:rPr lang="en-US" dirty="0"/>
              <a:t> the no to be pushed = ”;</a:t>
            </a:r>
          </a:p>
          <a:p>
            <a:pPr lvl="1">
              <a:buNone/>
            </a:pPr>
            <a:r>
              <a:rPr lang="en-US" dirty="0" err="1"/>
              <a:t>cin</a:t>
            </a:r>
            <a:r>
              <a:rPr lang="en-US"/>
              <a:t>&gt;&gt;NewNode-&gt;</a:t>
            </a:r>
            <a:r>
              <a:rPr lang="en-US" dirty="0"/>
              <a:t>info;</a:t>
            </a:r>
          </a:p>
          <a:p>
            <a:pPr lvl="1">
              <a:buNone/>
            </a:pPr>
            <a:r>
              <a:rPr lang="en-US"/>
              <a:t>NewNode-&gt;</a:t>
            </a:r>
            <a:r>
              <a:rPr lang="en-US" dirty="0"/>
              <a:t>next=NULL;</a:t>
            </a:r>
          </a:p>
          <a:p>
            <a:pPr lvl="1">
              <a:buNone/>
            </a:pPr>
            <a:r>
              <a:rPr lang="en-US" dirty="0"/>
              <a:t> </a:t>
            </a:r>
            <a:r>
              <a:rPr lang="en-US" dirty="0">
                <a:solidFill>
                  <a:srgbClr val="00B050"/>
                </a:solidFill>
              </a:rPr>
              <a:t>//setting the rear pointer</a:t>
            </a:r>
          </a:p>
          <a:p>
            <a:pPr lvl="1">
              <a:buNone/>
            </a:pPr>
            <a:r>
              <a:rPr lang="en-US" dirty="0"/>
              <a:t>if (rear != NULL)</a:t>
            </a:r>
          </a:p>
          <a:p>
            <a:pPr lvl="2">
              <a:buNone/>
            </a:pPr>
            <a:r>
              <a:rPr lang="en-US"/>
              <a:t>rear-&gt;</a:t>
            </a:r>
            <a:r>
              <a:rPr lang="en-US" dirty="0"/>
              <a:t>next = </a:t>
            </a:r>
            <a:r>
              <a:rPr lang="en-US" dirty="0" err="1"/>
              <a:t>NewNode</a:t>
            </a:r>
            <a:r>
              <a:rPr lang="en-US" dirty="0"/>
              <a:t>;</a:t>
            </a:r>
          </a:p>
          <a:p>
            <a:pPr lvl="2">
              <a:buNone/>
            </a:pPr>
            <a:r>
              <a:rPr lang="en-US" dirty="0"/>
              <a:t>rear=</a:t>
            </a:r>
            <a:r>
              <a:rPr lang="en-US" dirty="0" err="1"/>
              <a:t>NewNode</a:t>
            </a:r>
            <a:r>
              <a:rPr lang="en-US" dirty="0"/>
              <a:t>;</a:t>
            </a:r>
          </a:p>
          <a:p>
            <a:pPr lvl="1">
              <a:buNone/>
            </a:pPr>
            <a:r>
              <a:rPr lang="en-US" dirty="0"/>
              <a:t>else</a:t>
            </a:r>
          </a:p>
          <a:p>
            <a:pPr lvl="2">
              <a:buNone/>
            </a:pPr>
            <a:r>
              <a:rPr lang="en-US" dirty="0"/>
              <a:t>front = </a:t>
            </a:r>
            <a:r>
              <a:rPr lang="en-US" dirty="0" err="1"/>
              <a:t>NewNode</a:t>
            </a:r>
            <a:r>
              <a:rPr lang="en-US" dirty="0"/>
              <a:t>;</a:t>
            </a:r>
          </a:p>
          <a:p>
            <a:pPr lvl="2">
              <a:buNone/>
            </a:pPr>
            <a:r>
              <a:rPr lang="en-US" dirty="0"/>
              <a:t>Rear=</a:t>
            </a:r>
            <a:r>
              <a:rPr lang="en-US" dirty="0" err="1"/>
              <a:t>NewNode</a:t>
            </a:r>
            <a:endParaRPr lang="en-US" dirty="0"/>
          </a:p>
          <a:p>
            <a:pPr>
              <a:buNone/>
            </a:pPr>
            <a:r>
              <a:rPr lang="en-US" dirty="0"/>
              <a:t>}</a:t>
            </a:r>
          </a:p>
        </p:txBody>
      </p:sp>
      <p:sp>
        <p:nvSpPr>
          <p:cNvPr id="5" name="Slide Number Placeholder 4">
            <a:extLst>
              <a:ext uri="{FF2B5EF4-FFF2-40B4-BE49-F238E27FC236}">
                <a16:creationId xmlns:a16="http://schemas.microsoft.com/office/drawing/2014/main" id="{9CA13CAE-D475-CF0B-4335-AA8D4CE34086}"/>
              </a:ext>
            </a:extLst>
          </p:cNvPr>
          <p:cNvSpPr>
            <a:spLocks noGrp="1"/>
          </p:cNvSpPr>
          <p:nvPr>
            <p:ph type="sldNum" sz="quarter" idx="12"/>
          </p:nvPr>
        </p:nvSpPr>
        <p:spPr/>
        <p:txBody>
          <a:bodyPr/>
          <a:lstStyle/>
          <a:p>
            <a:fld id="{95E664E9-BB0A-4932-9D77-E0DDE5779A37}" type="slidenum">
              <a:rPr lang="en-US" smtClean="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Function to pop the element from the queue</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normAutofit fontScale="70000" lnSpcReduction="20000"/>
          </a:bodyPr>
          <a:lstStyle/>
          <a:p>
            <a:pPr>
              <a:buNone/>
            </a:pPr>
            <a:r>
              <a:rPr lang="en-US" dirty="0"/>
              <a:t>void </a:t>
            </a:r>
            <a:r>
              <a:rPr lang="en-US" dirty="0" err="1"/>
              <a:t>Queue_Linked</a:t>
            </a:r>
            <a:r>
              <a:rPr lang="en-US" dirty="0"/>
              <a:t>::pop()</a:t>
            </a:r>
          </a:p>
          <a:p>
            <a:pPr>
              <a:buNone/>
            </a:pPr>
            <a:r>
              <a:rPr lang="en-US" dirty="0"/>
              <a:t>{</a:t>
            </a:r>
          </a:p>
          <a:p>
            <a:pPr>
              <a:buNone/>
            </a:pPr>
            <a:r>
              <a:rPr lang="en-US" dirty="0"/>
              <a:t>if (front == NULL) </a:t>
            </a:r>
            <a:r>
              <a:rPr lang="en-US" dirty="0">
                <a:solidFill>
                  <a:srgbClr val="00B050"/>
                </a:solidFill>
              </a:rPr>
              <a:t>//The Queue is empty when the front pointer is NULL</a:t>
            </a:r>
          </a:p>
          <a:p>
            <a:pPr>
              <a:buNone/>
            </a:pPr>
            <a:r>
              <a:rPr lang="en-US" dirty="0"/>
              <a:t>   {</a:t>
            </a:r>
          </a:p>
          <a:p>
            <a:pPr lvl="1">
              <a:buNone/>
            </a:pPr>
            <a:r>
              <a:rPr lang="en-US" dirty="0" err="1"/>
              <a:t>cout</a:t>
            </a:r>
            <a:r>
              <a:rPr lang="en-US" dirty="0"/>
              <a:t>&lt;&lt;“\</a:t>
            </a:r>
            <a:r>
              <a:rPr lang="en-US" dirty="0" err="1"/>
              <a:t>nThe</a:t>
            </a:r>
            <a:r>
              <a:rPr lang="en-US" dirty="0"/>
              <a:t> Queue is empty”;</a:t>
            </a:r>
          </a:p>
          <a:p>
            <a:pPr lvl="1">
              <a:buNone/>
            </a:pPr>
            <a:r>
              <a:rPr lang="en-US" dirty="0"/>
              <a:t>rear = NULL;</a:t>
            </a:r>
          </a:p>
          <a:p>
            <a:pPr>
              <a:buNone/>
            </a:pPr>
            <a:r>
              <a:rPr lang="en-US" dirty="0"/>
              <a:t>   }</a:t>
            </a:r>
          </a:p>
          <a:p>
            <a:pPr>
              <a:buNone/>
            </a:pPr>
            <a:r>
              <a:rPr lang="en-US" dirty="0"/>
              <a:t>else</a:t>
            </a:r>
          </a:p>
          <a:p>
            <a:pPr>
              <a:buNone/>
            </a:pPr>
            <a:r>
              <a:rPr lang="en-US" dirty="0"/>
              <a:t>  {</a:t>
            </a:r>
          </a:p>
          <a:p>
            <a:pPr>
              <a:buNone/>
            </a:pPr>
            <a:r>
              <a:rPr lang="en-US" dirty="0">
                <a:solidFill>
                  <a:srgbClr val="00B050"/>
                </a:solidFill>
              </a:rPr>
              <a:t>	</a:t>
            </a:r>
            <a:r>
              <a:rPr lang="en-US" dirty="0" err="1"/>
              <a:t>cout</a:t>
            </a:r>
            <a:r>
              <a:rPr lang="en-US" dirty="0"/>
              <a:t>&lt;&lt;“\</a:t>
            </a:r>
            <a:r>
              <a:rPr lang="en-US" dirty="0" err="1"/>
              <a:t>nThe</a:t>
            </a:r>
            <a:r>
              <a:rPr lang="en-US" dirty="0"/>
              <a:t> popped element is = </a:t>
            </a:r>
            <a:r>
              <a:rPr lang="en-US"/>
              <a:t>”&lt;&lt;front-&gt;</a:t>
            </a:r>
            <a:r>
              <a:rPr lang="en-US" dirty="0"/>
              <a:t>info;</a:t>
            </a:r>
          </a:p>
          <a:p>
            <a:pPr>
              <a:buNone/>
            </a:pPr>
            <a:r>
              <a:rPr lang="en-US" dirty="0"/>
              <a:t>if (front != rear)</a:t>
            </a:r>
          </a:p>
          <a:p>
            <a:pPr>
              <a:buNone/>
            </a:pPr>
            <a:r>
              <a:rPr lang="en-US" dirty="0"/>
              <a:t>	front</a:t>
            </a:r>
            <a:r>
              <a:rPr lang="en-US"/>
              <a:t>=front-&gt;</a:t>
            </a:r>
            <a:r>
              <a:rPr lang="en-US" dirty="0"/>
              <a:t>next;</a:t>
            </a:r>
          </a:p>
          <a:p>
            <a:pPr>
              <a:buNone/>
            </a:pPr>
            <a:r>
              <a:rPr lang="en-US" dirty="0"/>
              <a:t>	else</a:t>
            </a:r>
          </a:p>
          <a:p>
            <a:pPr>
              <a:buNone/>
            </a:pPr>
            <a:r>
              <a:rPr lang="en-US" dirty="0"/>
              <a:t>	front = NULL; </a:t>
            </a:r>
            <a:r>
              <a:rPr lang="en-US" dirty="0">
                <a:solidFill>
                  <a:srgbClr val="00B050"/>
                </a:solidFill>
              </a:rPr>
              <a:t>// only one node exists </a:t>
            </a:r>
          </a:p>
          <a:p>
            <a:pPr>
              <a:buNone/>
            </a:pPr>
            <a:r>
              <a:rPr lang="en-US" dirty="0"/>
              <a:t>}</a:t>
            </a:r>
          </a:p>
          <a:p>
            <a:pPr>
              <a:buNone/>
            </a:pPr>
            <a:r>
              <a:rPr lang="en-US" dirty="0"/>
              <a:t>}</a:t>
            </a:r>
          </a:p>
        </p:txBody>
      </p:sp>
      <p:sp>
        <p:nvSpPr>
          <p:cNvPr id="5" name="Slide Number Placeholder 4">
            <a:extLst>
              <a:ext uri="{FF2B5EF4-FFF2-40B4-BE49-F238E27FC236}">
                <a16:creationId xmlns:a16="http://schemas.microsoft.com/office/drawing/2014/main" id="{75A8C131-58A9-063F-E18C-766CE9BC3367}"/>
              </a:ext>
            </a:extLst>
          </p:cNvPr>
          <p:cNvSpPr>
            <a:spLocks noGrp="1"/>
          </p:cNvSpPr>
          <p:nvPr>
            <p:ph type="sldNum" sz="quarter" idx="12"/>
          </p:nvPr>
        </p:nvSpPr>
        <p:spPr/>
        <p:txBody>
          <a:bodyPr/>
          <a:lstStyle/>
          <a:p>
            <a:fld id="{95E664E9-BB0A-4932-9D77-E0DDE5779A37}" type="slidenum">
              <a:rPr lang="en-US" smtClean="0"/>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88E91-6F85-811C-A9AB-1CC6230DFCB6}"/>
              </a:ext>
            </a:extLst>
          </p:cNvPr>
          <p:cNvSpPr>
            <a:spLocks noGrp="1"/>
          </p:cNvSpPr>
          <p:nvPr>
            <p:ph type="title"/>
          </p:nvPr>
        </p:nvSpPr>
        <p:spPr>
          <a:xfrm>
            <a:off x="457200" y="2819400"/>
            <a:ext cx="8229600" cy="914400"/>
          </a:xfrm>
        </p:spPr>
        <p:txBody>
          <a:bodyPr>
            <a:normAutofit/>
          </a:bodyPr>
          <a:lstStyle/>
          <a:p>
            <a:pPr algn="ctr"/>
            <a:r>
              <a:rPr lang="en-US" sz="4800" dirty="0"/>
              <a:t>TYPES OF QUEUES</a:t>
            </a:r>
          </a:p>
        </p:txBody>
      </p:sp>
      <p:sp>
        <p:nvSpPr>
          <p:cNvPr id="3" name="Footer Placeholder 2">
            <a:extLst>
              <a:ext uri="{FF2B5EF4-FFF2-40B4-BE49-F238E27FC236}">
                <a16:creationId xmlns:a16="http://schemas.microsoft.com/office/drawing/2014/main" id="{DCAEFE4C-7BF8-D621-AE28-081DF6004E6D}"/>
              </a:ext>
            </a:extLst>
          </p:cNvPr>
          <p:cNvSpPr>
            <a:spLocks noGrp="1"/>
          </p:cNvSpPr>
          <p:nvPr>
            <p:ph type="ftr" sz="quarter" idx="11"/>
          </p:nvPr>
        </p:nvSpPr>
        <p:spPr/>
        <p:txBody>
          <a:bodyPr/>
          <a:lstStyle/>
          <a:p>
            <a:pPr algn="ctr"/>
            <a:r>
              <a:rPr lang="en-US"/>
              <a:t>Data Structures</a:t>
            </a:r>
            <a:endParaRPr lang="en-US" dirty="0"/>
          </a:p>
        </p:txBody>
      </p:sp>
      <p:sp>
        <p:nvSpPr>
          <p:cNvPr id="4" name="Slide Number Placeholder 3">
            <a:extLst>
              <a:ext uri="{FF2B5EF4-FFF2-40B4-BE49-F238E27FC236}">
                <a16:creationId xmlns:a16="http://schemas.microsoft.com/office/drawing/2014/main" id="{B75BDCB4-3F01-060A-12E4-D4413888C985}"/>
              </a:ext>
            </a:extLst>
          </p:cNvPr>
          <p:cNvSpPr>
            <a:spLocks noGrp="1"/>
          </p:cNvSpPr>
          <p:nvPr>
            <p:ph type="sldNum" sz="quarter" idx="12"/>
          </p:nvPr>
        </p:nvSpPr>
        <p:spPr/>
        <p:txBody>
          <a:bodyPr/>
          <a:lstStyle/>
          <a:p>
            <a:fld id="{95E664E9-BB0A-4932-9D77-E0DDE5779A37}" type="slidenum">
              <a:rPr lang="en-US" smtClean="0"/>
              <a:pPr/>
              <a:t>16</a:t>
            </a:fld>
            <a:endParaRPr lang="en-US" dirty="0"/>
          </a:p>
        </p:txBody>
      </p:sp>
    </p:spTree>
    <p:extLst>
      <p:ext uri="{BB962C8B-B14F-4D97-AF65-F5344CB8AC3E}">
        <p14:creationId xmlns:p14="http://schemas.microsoft.com/office/powerpoint/2010/main" val="30322774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QUEUES</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normAutofit fontScale="92500" lnSpcReduction="20000"/>
          </a:bodyPr>
          <a:lstStyle/>
          <a:p>
            <a:r>
              <a:rPr lang="en-US" dirty="0"/>
              <a:t>Suppose a queue Q has maximum size 5, say 5 elements pushed and 2 elements popped.</a:t>
            </a:r>
          </a:p>
          <a:p>
            <a:pPr>
              <a:buNone/>
            </a:pPr>
            <a:endParaRPr lang="en-US" dirty="0"/>
          </a:p>
          <a:p>
            <a:pPr>
              <a:buNone/>
            </a:pPr>
            <a:endParaRPr lang="en-US" dirty="0"/>
          </a:p>
          <a:p>
            <a:pPr>
              <a:buNone/>
            </a:pPr>
            <a:endParaRPr lang="en-US" dirty="0"/>
          </a:p>
          <a:p>
            <a:pPr>
              <a:buNone/>
            </a:pPr>
            <a:endParaRPr lang="en-US" dirty="0"/>
          </a:p>
          <a:p>
            <a:endParaRPr lang="en-US" dirty="0"/>
          </a:p>
          <a:p>
            <a:r>
              <a:rPr lang="en-US" dirty="0"/>
              <a:t>There are three major variations in a simple queue.</a:t>
            </a:r>
          </a:p>
          <a:p>
            <a:pPr lvl="1">
              <a:buNone/>
            </a:pPr>
            <a:r>
              <a:rPr lang="en-US" dirty="0"/>
              <a:t>1. Circular queue</a:t>
            </a:r>
          </a:p>
          <a:p>
            <a:pPr lvl="1">
              <a:buNone/>
            </a:pPr>
            <a:r>
              <a:rPr lang="fr-FR" dirty="0"/>
              <a:t>2. Double </a:t>
            </a:r>
            <a:r>
              <a:rPr lang="fr-FR" dirty="0" err="1"/>
              <a:t>ended</a:t>
            </a:r>
            <a:r>
              <a:rPr lang="fr-FR" dirty="0"/>
              <a:t> queue </a:t>
            </a:r>
            <a:r>
              <a:rPr lang="fr-FR"/>
              <a:t>(de-queue</a:t>
            </a:r>
            <a:r>
              <a:rPr lang="fr-FR" dirty="0"/>
              <a:t>)</a:t>
            </a:r>
          </a:p>
          <a:p>
            <a:pPr lvl="1">
              <a:buNone/>
            </a:pPr>
            <a:r>
              <a:rPr lang="en-US" dirty="0"/>
              <a:t>3. Priority queue</a:t>
            </a:r>
          </a:p>
          <a:p>
            <a:r>
              <a:rPr lang="en-US" dirty="0"/>
              <a:t>Priority queue is generally implemented using linked list so we discussed it later.</a:t>
            </a:r>
          </a:p>
        </p:txBody>
      </p:sp>
      <p:pic>
        <p:nvPicPr>
          <p:cNvPr id="1027" name="Picture 3"/>
          <p:cNvPicPr>
            <a:picLocks noChangeAspect="1" noChangeArrowheads="1"/>
          </p:cNvPicPr>
          <p:nvPr/>
        </p:nvPicPr>
        <p:blipFill>
          <a:blip r:embed="rId2"/>
          <a:srcRect/>
          <a:stretch>
            <a:fillRect/>
          </a:stretch>
        </p:blipFill>
        <p:spPr bwMode="auto">
          <a:xfrm>
            <a:off x="2514600" y="1905000"/>
            <a:ext cx="3200400" cy="1692519"/>
          </a:xfrm>
          <a:prstGeom prst="rect">
            <a:avLst/>
          </a:prstGeom>
          <a:noFill/>
          <a:ln w="9525">
            <a:noFill/>
            <a:miter lim="800000"/>
            <a:headEnd/>
            <a:tailEnd/>
          </a:ln>
          <a:effectLst/>
        </p:spPr>
      </p:pic>
      <p:sp>
        <p:nvSpPr>
          <p:cNvPr id="5" name="Slide Number Placeholder 4">
            <a:extLst>
              <a:ext uri="{FF2B5EF4-FFF2-40B4-BE49-F238E27FC236}">
                <a16:creationId xmlns:a16="http://schemas.microsoft.com/office/drawing/2014/main" id="{DA211112-809B-0E87-9E6D-E3610C0E8EBF}"/>
              </a:ext>
            </a:extLst>
          </p:cNvPr>
          <p:cNvSpPr>
            <a:spLocks noGrp="1"/>
          </p:cNvSpPr>
          <p:nvPr>
            <p:ph type="sldNum" sz="quarter" idx="12"/>
          </p:nvPr>
        </p:nvSpPr>
        <p:spPr/>
        <p:txBody>
          <a:bodyPr/>
          <a:lstStyle/>
          <a:p>
            <a:fld id="{95E664E9-BB0A-4932-9D77-E0DDE5779A37}"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CIRCULAR QUEUE</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normAutofit/>
          </a:bodyPr>
          <a:lstStyle/>
          <a:p>
            <a:r>
              <a:rPr lang="en-US" sz="2000" dirty="0"/>
              <a:t>In circular queues the elements Q[0],Q[1],Q[2] .... Q[</a:t>
            </a:r>
            <a:r>
              <a:rPr lang="en-US" sz="2000" i="1" dirty="0"/>
              <a:t>n – 1] is represented in a circular </a:t>
            </a:r>
            <a:r>
              <a:rPr lang="en-US" sz="2000" dirty="0"/>
              <a:t>fashion with Q[1] following Q[n].</a:t>
            </a:r>
          </a:p>
          <a:p>
            <a:r>
              <a:rPr lang="en-US" sz="2000" dirty="0"/>
              <a:t>A circular queue is one in which the insertion of a new element is done at the very first location of the queue if the last location at the queue is full.</a:t>
            </a:r>
          </a:p>
        </p:txBody>
      </p:sp>
      <p:pic>
        <p:nvPicPr>
          <p:cNvPr id="5" name="Picture 2"/>
          <p:cNvPicPr>
            <a:picLocks noChangeAspect="1" noChangeArrowheads="1"/>
          </p:cNvPicPr>
          <p:nvPr/>
        </p:nvPicPr>
        <p:blipFill>
          <a:blip r:embed="rId2"/>
          <a:srcRect/>
          <a:stretch>
            <a:fillRect/>
          </a:stretch>
        </p:blipFill>
        <p:spPr bwMode="auto">
          <a:xfrm>
            <a:off x="5181600" y="2819400"/>
            <a:ext cx="3143250" cy="3295650"/>
          </a:xfrm>
          <a:prstGeom prst="rect">
            <a:avLst/>
          </a:prstGeom>
          <a:noFill/>
          <a:ln w="9525">
            <a:noFill/>
            <a:miter lim="800000"/>
            <a:headEnd/>
            <a:tailEnd/>
          </a:ln>
          <a:effectLst/>
        </p:spPr>
      </p:pic>
      <p:sp>
        <p:nvSpPr>
          <p:cNvPr id="6" name="Rectangle 5"/>
          <p:cNvSpPr/>
          <p:nvPr/>
        </p:nvSpPr>
        <p:spPr>
          <a:xfrm>
            <a:off x="762000" y="3476417"/>
            <a:ext cx="4572000" cy="1400383"/>
          </a:xfrm>
          <a:prstGeom prst="rect">
            <a:avLst/>
          </a:prstGeom>
        </p:spPr>
        <p:txBody>
          <a:bodyPr wrap="square">
            <a:spAutoFit/>
          </a:bodyPr>
          <a:lstStyle/>
          <a:p>
            <a:pPr marL="274320" indent="-274320">
              <a:spcBef>
                <a:spcPts val="600"/>
              </a:spcBef>
              <a:buClr>
                <a:schemeClr val="accent1"/>
              </a:buClr>
              <a:buSzPct val="76000"/>
              <a:buFont typeface="Wingdings 3"/>
              <a:buChar char=""/>
            </a:pPr>
            <a:r>
              <a:rPr lang="en-US" sz="2000" dirty="0"/>
              <a:t>Suppose Q is a queue array of 6 elements. </a:t>
            </a:r>
          </a:p>
          <a:p>
            <a:pPr marL="274320" indent="-274320">
              <a:spcBef>
                <a:spcPts val="600"/>
              </a:spcBef>
              <a:buClr>
                <a:schemeClr val="accent1"/>
              </a:buClr>
              <a:buSzPct val="76000"/>
              <a:buFont typeface="Wingdings 3"/>
              <a:buChar char=""/>
            </a:pPr>
            <a:r>
              <a:rPr lang="en-US" sz="2000" dirty="0"/>
              <a:t>Push and pop operation can be performed on circular. </a:t>
            </a:r>
          </a:p>
        </p:txBody>
      </p:sp>
      <p:sp>
        <p:nvSpPr>
          <p:cNvPr id="7" name="Slide Number Placeholder 6">
            <a:extLst>
              <a:ext uri="{FF2B5EF4-FFF2-40B4-BE49-F238E27FC236}">
                <a16:creationId xmlns:a16="http://schemas.microsoft.com/office/drawing/2014/main" id="{A71183C0-A3F2-FDF8-A70B-57705E8279D0}"/>
              </a:ext>
            </a:extLst>
          </p:cNvPr>
          <p:cNvSpPr>
            <a:spLocks noGrp="1"/>
          </p:cNvSpPr>
          <p:nvPr>
            <p:ph type="sldNum" sz="quarter" idx="12"/>
          </p:nvPr>
        </p:nvSpPr>
        <p:spPr/>
        <p:txBody>
          <a:bodyPr/>
          <a:lstStyle/>
          <a:p>
            <a:fld id="{95E664E9-BB0A-4932-9D77-E0DDE5779A37}"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Cont…..</a:t>
            </a:r>
          </a:p>
        </p:txBody>
      </p:sp>
      <p:sp>
        <p:nvSpPr>
          <p:cNvPr id="3" name="Footer Placeholder 2"/>
          <p:cNvSpPr>
            <a:spLocks noGrp="1"/>
          </p:cNvSpPr>
          <p:nvPr>
            <p:ph type="ftr" sz="quarter" idx="11"/>
          </p:nvPr>
        </p:nvSpPr>
        <p:spPr/>
        <p:txBody>
          <a:bodyPr/>
          <a:lstStyle/>
          <a:p>
            <a:pPr algn="ctr"/>
            <a:r>
              <a:rPr lang="en-US" dirty="0"/>
              <a:t>Data Structures</a:t>
            </a:r>
          </a:p>
        </p:txBody>
      </p:sp>
      <p:pic>
        <p:nvPicPr>
          <p:cNvPr id="2051" name="Picture 3"/>
          <p:cNvPicPr>
            <a:picLocks noGrp="1" noChangeAspect="1" noChangeArrowheads="1"/>
          </p:cNvPicPr>
          <p:nvPr>
            <p:ph sz="quarter" idx="1"/>
          </p:nvPr>
        </p:nvPicPr>
        <p:blipFill>
          <a:blip r:embed="rId2"/>
          <a:srcRect/>
          <a:stretch>
            <a:fillRect/>
          </a:stretch>
        </p:blipFill>
        <p:spPr bwMode="auto">
          <a:xfrm>
            <a:off x="685800" y="1261204"/>
            <a:ext cx="3124200" cy="3234596"/>
          </a:xfrm>
          <a:prstGeom prst="rect">
            <a:avLst/>
          </a:prstGeom>
          <a:noFill/>
          <a:ln w="9525">
            <a:noFill/>
            <a:miter lim="800000"/>
            <a:headEnd/>
            <a:tailEnd/>
          </a:ln>
          <a:effectLst/>
        </p:spPr>
      </p:pic>
      <p:sp>
        <p:nvSpPr>
          <p:cNvPr id="7" name="Rectangle 6"/>
          <p:cNvSpPr/>
          <p:nvPr/>
        </p:nvSpPr>
        <p:spPr>
          <a:xfrm>
            <a:off x="457200" y="4570274"/>
            <a:ext cx="8229600" cy="1492716"/>
          </a:xfrm>
          <a:prstGeom prst="rect">
            <a:avLst/>
          </a:prstGeom>
        </p:spPr>
        <p:txBody>
          <a:bodyPr wrap="square">
            <a:spAutoFit/>
          </a:bodyPr>
          <a:lstStyle/>
          <a:p>
            <a:pPr marL="274320" indent="-274320">
              <a:spcBef>
                <a:spcPts val="600"/>
              </a:spcBef>
              <a:buClr>
                <a:schemeClr val="accent1"/>
              </a:buClr>
              <a:buSzPct val="76000"/>
              <a:buFont typeface="Wingdings 3"/>
              <a:buChar char=""/>
            </a:pPr>
            <a:r>
              <a:rPr lang="en-US" sz="2000" dirty="0"/>
              <a:t>After inserting an element at last location Q[5], the next element will be inserted at the very first location (i.e., Q[0]).</a:t>
            </a:r>
          </a:p>
          <a:p>
            <a:pPr marL="274320" indent="-274320">
              <a:spcBef>
                <a:spcPts val="600"/>
              </a:spcBef>
              <a:buClr>
                <a:schemeClr val="accent1"/>
              </a:buClr>
              <a:buSzPct val="76000"/>
              <a:buFont typeface="Wingdings 3"/>
              <a:buChar char=""/>
            </a:pPr>
            <a:r>
              <a:rPr lang="en-US" sz="2000" dirty="0"/>
              <a:t>Circular queue is one in which the first element comes just after the last element</a:t>
            </a:r>
            <a:r>
              <a:rPr lang="en-US" sz="2600" dirty="0"/>
              <a:t>.</a:t>
            </a:r>
          </a:p>
        </p:txBody>
      </p:sp>
      <p:pic>
        <p:nvPicPr>
          <p:cNvPr id="2052" name="Picture 4"/>
          <p:cNvPicPr>
            <a:picLocks noChangeAspect="1" noChangeArrowheads="1"/>
          </p:cNvPicPr>
          <p:nvPr/>
        </p:nvPicPr>
        <p:blipFill>
          <a:blip r:embed="rId3"/>
          <a:srcRect/>
          <a:stretch>
            <a:fillRect/>
          </a:stretch>
        </p:blipFill>
        <p:spPr bwMode="auto">
          <a:xfrm>
            <a:off x="4419600" y="1162049"/>
            <a:ext cx="3200400" cy="3347787"/>
          </a:xfrm>
          <a:prstGeom prst="rect">
            <a:avLst/>
          </a:prstGeom>
          <a:noFill/>
          <a:ln w="9525">
            <a:noFill/>
            <a:miter lim="800000"/>
            <a:headEnd/>
            <a:tailEnd/>
          </a:ln>
          <a:effectLst/>
        </p:spPr>
      </p:pic>
      <p:sp>
        <p:nvSpPr>
          <p:cNvPr id="4" name="Slide Number Placeholder 3">
            <a:extLst>
              <a:ext uri="{FF2B5EF4-FFF2-40B4-BE49-F238E27FC236}">
                <a16:creationId xmlns:a16="http://schemas.microsoft.com/office/drawing/2014/main" id="{0949571E-E81D-C1BF-CA6C-AAAD60E9B23F}"/>
              </a:ext>
            </a:extLst>
          </p:cNvPr>
          <p:cNvSpPr>
            <a:spLocks noGrp="1"/>
          </p:cNvSpPr>
          <p:nvPr>
            <p:ph type="sldNum" sz="quarter" idx="12"/>
          </p:nvPr>
        </p:nvSpPr>
        <p:spPr/>
        <p:txBody>
          <a:bodyPr/>
          <a:lstStyle/>
          <a:p>
            <a:fld id="{95E664E9-BB0A-4932-9D77-E0DDE5779A37}" type="slidenum">
              <a:rPr lang="en-US" smtClean="0"/>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Cont……</a:t>
            </a:r>
          </a:p>
        </p:txBody>
      </p:sp>
      <p:sp>
        <p:nvSpPr>
          <p:cNvPr id="3" name="Footer Placeholder 2"/>
          <p:cNvSpPr>
            <a:spLocks noGrp="1"/>
          </p:cNvSpPr>
          <p:nvPr>
            <p:ph type="ftr" sz="quarter" idx="11"/>
          </p:nvPr>
        </p:nvSpPr>
        <p:spPr/>
        <p:txBody>
          <a:bodyPr/>
          <a:lstStyle/>
          <a:p>
            <a:pPr algn="ctr"/>
            <a:r>
              <a:rPr lang="en-US"/>
              <a:t>Data Structures</a:t>
            </a:r>
            <a:endParaRPr lang="en-US" dirty="0"/>
          </a:p>
        </p:txBody>
      </p:sp>
      <p:sp>
        <p:nvSpPr>
          <p:cNvPr id="4" name="Content Placeholder 3"/>
          <p:cNvSpPr>
            <a:spLocks noGrp="1"/>
          </p:cNvSpPr>
          <p:nvPr>
            <p:ph sz="quarter" idx="1"/>
          </p:nvPr>
        </p:nvSpPr>
        <p:spPr/>
        <p:txBody>
          <a:bodyPr/>
          <a:lstStyle/>
          <a:p>
            <a:r>
              <a:rPr lang="en-US" dirty="0"/>
              <a:t>At any time the position of the element to be inserted will be calculated by the relation </a:t>
            </a:r>
          </a:p>
          <a:p>
            <a:pPr algn="ctr">
              <a:buNone/>
            </a:pPr>
            <a:r>
              <a:rPr lang="en-US" dirty="0"/>
              <a:t>Rear = (Rear + 1) % SIZE</a:t>
            </a:r>
          </a:p>
          <a:p>
            <a:r>
              <a:rPr lang="en-US" dirty="0"/>
              <a:t>After deleting an element from circular queue the position of the front end is calculated by the relation   </a:t>
            </a:r>
          </a:p>
          <a:p>
            <a:pPr algn="ctr">
              <a:buNone/>
            </a:pPr>
            <a:r>
              <a:rPr lang="en-US" dirty="0"/>
              <a:t>Front= (Front + 1) % SIZE</a:t>
            </a:r>
          </a:p>
          <a:p>
            <a:r>
              <a:rPr lang="en-US" dirty="0"/>
              <a:t>After locating the position of the new element to be inserted, </a:t>
            </a:r>
            <a:r>
              <a:rPr lang="en-US" i="1" dirty="0"/>
              <a:t>rear, compare it with front. </a:t>
            </a:r>
          </a:p>
          <a:p>
            <a:pPr lvl="1"/>
            <a:r>
              <a:rPr lang="en-US" i="1" dirty="0"/>
              <a:t>If (rear = front), the queue is full and cannot be inserted anymore.</a:t>
            </a:r>
            <a:endParaRPr lang="en-US" dirty="0"/>
          </a:p>
        </p:txBody>
      </p:sp>
      <p:sp>
        <p:nvSpPr>
          <p:cNvPr id="5" name="Slide Number Placeholder 4">
            <a:extLst>
              <a:ext uri="{FF2B5EF4-FFF2-40B4-BE49-F238E27FC236}">
                <a16:creationId xmlns:a16="http://schemas.microsoft.com/office/drawing/2014/main" id="{36435F14-3128-0712-BC09-3C19EB0B93F8}"/>
              </a:ext>
            </a:extLst>
          </p:cNvPr>
          <p:cNvSpPr>
            <a:spLocks noGrp="1"/>
          </p:cNvSpPr>
          <p:nvPr>
            <p:ph type="sldNum" sz="quarter" idx="12"/>
          </p:nvPr>
        </p:nvSpPr>
        <p:spPr/>
        <p:txBody>
          <a:bodyPr/>
          <a:lstStyle/>
          <a:p>
            <a:fld id="{95E664E9-BB0A-4932-9D77-E0DDE5779A37}" type="slidenum">
              <a:rPr lang="en-US" smtClean="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ALGORITHMS</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normAutofit fontScale="92500" lnSpcReduction="10000"/>
          </a:bodyPr>
          <a:lstStyle/>
          <a:p>
            <a:r>
              <a:rPr lang="en-US" b="1" dirty="0"/>
              <a:t>Inserting an element to circular Queue</a:t>
            </a:r>
          </a:p>
          <a:p>
            <a:pPr lvl="1">
              <a:buNone/>
            </a:pPr>
            <a:r>
              <a:rPr lang="en-US" dirty="0"/>
              <a:t>1. Initialize FRONT = – 1; REAR </a:t>
            </a:r>
            <a:r>
              <a:rPr lang="en-US"/>
              <a:t>= -1</a:t>
            </a:r>
            <a:endParaRPr lang="en-US" dirty="0"/>
          </a:p>
          <a:p>
            <a:pPr lvl="1">
              <a:buNone/>
            </a:pPr>
            <a:r>
              <a:rPr lang="en-US" dirty="0"/>
              <a:t>2. REAR = (REAR + 1) % SIZE</a:t>
            </a:r>
          </a:p>
          <a:p>
            <a:pPr lvl="1">
              <a:buNone/>
            </a:pPr>
            <a:r>
              <a:rPr lang="en-US" dirty="0"/>
              <a:t>3. If (FRONT is equal to REAR)</a:t>
            </a:r>
          </a:p>
          <a:p>
            <a:pPr lvl="2">
              <a:buNone/>
            </a:pPr>
            <a:r>
              <a:rPr lang="en-US" dirty="0"/>
              <a:t>(</a:t>
            </a:r>
            <a:r>
              <a:rPr lang="en-US" i="1" dirty="0"/>
              <a:t>a) Display “Queue is full”</a:t>
            </a:r>
          </a:p>
          <a:p>
            <a:pPr lvl="2">
              <a:buNone/>
            </a:pPr>
            <a:r>
              <a:rPr lang="en-US" dirty="0"/>
              <a:t>(</a:t>
            </a:r>
            <a:r>
              <a:rPr lang="en-US" i="1" dirty="0"/>
              <a:t>b) Exit</a:t>
            </a:r>
          </a:p>
          <a:p>
            <a:pPr lvl="1">
              <a:buNone/>
            </a:pPr>
            <a:r>
              <a:rPr lang="en-US" dirty="0"/>
              <a:t>4. Else</a:t>
            </a:r>
          </a:p>
          <a:p>
            <a:pPr lvl="2">
              <a:buNone/>
            </a:pPr>
            <a:r>
              <a:rPr lang="en-US" dirty="0"/>
              <a:t>(</a:t>
            </a:r>
            <a:r>
              <a:rPr lang="en-US" i="1" dirty="0"/>
              <a:t>a) Input the value to be inserted and assign to variable “DATA”</a:t>
            </a:r>
          </a:p>
          <a:p>
            <a:pPr lvl="1">
              <a:buNone/>
            </a:pPr>
            <a:r>
              <a:rPr lang="en-US" dirty="0"/>
              <a:t>5. If (FRONT is equal to – 1)</a:t>
            </a:r>
          </a:p>
          <a:p>
            <a:pPr lvl="2">
              <a:buNone/>
            </a:pPr>
            <a:r>
              <a:rPr lang="en-US" dirty="0"/>
              <a:t>(</a:t>
            </a:r>
            <a:r>
              <a:rPr lang="en-US" i="1" dirty="0"/>
              <a:t>a) FRONT = 0</a:t>
            </a:r>
          </a:p>
          <a:p>
            <a:pPr lvl="2">
              <a:buNone/>
            </a:pPr>
            <a:r>
              <a:rPr lang="en-US" dirty="0"/>
              <a:t>(</a:t>
            </a:r>
            <a:r>
              <a:rPr lang="en-US" i="1" dirty="0"/>
              <a:t>b) REAR = 0</a:t>
            </a:r>
          </a:p>
          <a:p>
            <a:pPr lvl="1">
              <a:buNone/>
            </a:pPr>
            <a:r>
              <a:rPr lang="en-US" dirty="0"/>
              <a:t>6. Q[REAR] = DATA</a:t>
            </a:r>
          </a:p>
          <a:p>
            <a:pPr lvl="1">
              <a:buNone/>
            </a:pPr>
            <a:r>
              <a:rPr lang="en-US" dirty="0"/>
              <a:t>7. Repeat steps 2 to 5 if we want to insert more elements</a:t>
            </a:r>
          </a:p>
          <a:p>
            <a:pPr lvl="1">
              <a:buNone/>
            </a:pPr>
            <a:r>
              <a:rPr lang="en-US" dirty="0"/>
              <a:t>8. Exit</a:t>
            </a:r>
          </a:p>
        </p:txBody>
      </p:sp>
      <p:sp>
        <p:nvSpPr>
          <p:cNvPr id="5" name="Slide Number Placeholder 4">
            <a:extLst>
              <a:ext uri="{FF2B5EF4-FFF2-40B4-BE49-F238E27FC236}">
                <a16:creationId xmlns:a16="http://schemas.microsoft.com/office/drawing/2014/main" id="{42D202DC-501A-701F-2266-2E4AC0814710}"/>
              </a:ext>
            </a:extLst>
          </p:cNvPr>
          <p:cNvSpPr>
            <a:spLocks noGrp="1"/>
          </p:cNvSpPr>
          <p:nvPr>
            <p:ph type="sldNum" sz="quarter" idx="12"/>
          </p:nvPr>
        </p:nvSpPr>
        <p:spPr/>
        <p:txBody>
          <a:bodyPr/>
          <a:lstStyle/>
          <a:p>
            <a:fld id="{95E664E9-BB0A-4932-9D77-E0DDE5779A37}"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Cont…</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normAutofit/>
          </a:bodyPr>
          <a:lstStyle/>
          <a:p>
            <a:r>
              <a:rPr lang="en-US" b="1" dirty="0"/>
              <a:t>Deleting an element from a circular queue</a:t>
            </a:r>
          </a:p>
          <a:p>
            <a:pPr lvl="1">
              <a:buNone/>
            </a:pPr>
            <a:r>
              <a:rPr lang="en-US" dirty="0"/>
              <a:t>1. If (FRONT is equal to – 1)</a:t>
            </a:r>
          </a:p>
          <a:p>
            <a:pPr lvl="2">
              <a:buNone/>
            </a:pPr>
            <a:r>
              <a:rPr lang="en-US" dirty="0"/>
              <a:t>(</a:t>
            </a:r>
            <a:r>
              <a:rPr lang="en-US" i="1" dirty="0"/>
              <a:t>a) Display “Queue is empty”</a:t>
            </a:r>
          </a:p>
          <a:p>
            <a:pPr lvl="2">
              <a:buNone/>
            </a:pPr>
            <a:r>
              <a:rPr lang="en-US" dirty="0"/>
              <a:t>(</a:t>
            </a:r>
            <a:r>
              <a:rPr lang="en-US" i="1" dirty="0"/>
              <a:t>b) Exit</a:t>
            </a:r>
          </a:p>
          <a:p>
            <a:pPr lvl="1">
              <a:buNone/>
            </a:pPr>
            <a:r>
              <a:rPr lang="en-US" dirty="0"/>
              <a:t>2. Else</a:t>
            </a:r>
          </a:p>
          <a:p>
            <a:pPr lvl="2">
              <a:buNone/>
            </a:pPr>
            <a:r>
              <a:rPr lang="en-US" dirty="0"/>
              <a:t>(</a:t>
            </a:r>
            <a:r>
              <a:rPr lang="en-US" i="1" dirty="0"/>
              <a:t>a) DATA = Q[FRONT]</a:t>
            </a:r>
          </a:p>
          <a:p>
            <a:pPr lvl="1">
              <a:buNone/>
            </a:pPr>
            <a:r>
              <a:rPr lang="en-US" dirty="0"/>
              <a:t>3. If (REAR is equal to FRONT)</a:t>
            </a:r>
          </a:p>
          <a:p>
            <a:pPr lvl="2">
              <a:buNone/>
            </a:pPr>
            <a:r>
              <a:rPr lang="en-US" dirty="0"/>
              <a:t>(</a:t>
            </a:r>
            <a:r>
              <a:rPr lang="en-US" i="1" dirty="0"/>
              <a:t>a) FRONT = –1</a:t>
            </a:r>
          </a:p>
          <a:p>
            <a:pPr lvl="2">
              <a:buNone/>
            </a:pPr>
            <a:r>
              <a:rPr lang="en-US" dirty="0"/>
              <a:t>(</a:t>
            </a:r>
            <a:r>
              <a:rPr lang="en-US" i="1" dirty="0"/>
              <a:t>b) REAR = –1</a:t>
            </a:r>
          </a:p>
          <a:p>
            <a:pPr lvl="1">
              <a:buNone/>
            </a:pPr>
            <a:r>
              <a:rPr lang="en-US" dirty="0"/>
              <a:t>4. Else</a:t>
            </a:r>
          </a:p>
          <a:p>
            <a:pPr lvl="2">
              <a:buNone/>
            </a:pPr>
            <a:r>
              <a:rPr lang="en-US" dirty="0"/>
              <a:t>(</a:t>
            </a:r>
            <a:r>
              <a:rPr lang="en-US" i="1" dirty="0"/>
              <a:t>a) FRONT = (FRONT +1) % SIZE</a:t>
            </a:r>
          </a:p>
          <a:p>
            <a:pPr lvl="1">
              <a:buNone/>
            </a:pPr>
            <a:r>
              <a:rPr lang="en-US" dirty="0"/>
              <a:t>5. Exit</a:t>
            </a:r>
          </a:p>
        </p:txBody>
      </p:sp>
      <p:sp>
        <p:nvSpPr>
          <p:cNvPr id="5" name="Slide Number Placeholder 4">
            <a:extLst>
              <a:ext uri="{FF2B5EF4-FFF2-40B4-BE49-F238E27FC236}">
                <a16:creationId xmlns:a16="http://schemas.microsoft.com/office/drawing/2014/main" id="{F479381C-FBF2-6DEE-D0F0-AF830DCAE88A}"/>
              </a:ext>
            </a:extLst>
          </p:cNvPr>
          <p:cNvSpPr>
            <a:spLocks noGrp="1"/>
          </p:cNvSpPr>
          <p:nvPr>
            <p:ph type="sldNum" sz="quarter" idx="12"/>
          </p:nvPr>
        </p:nvSpPr>
        <p:spPr/>
        <p:txBody>
          <a:bodyPr/>
          <a:lstStyle/>
          <a:p>
            <a:fld id="{95E664E9-BB0A-4932-9D77-E0DDE5779A37}" type="slidenum">
              <a:rPr lang="en-US" smtClean="0"/>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0A1DB-E687-F375-6B71-29D4CA2062DF}"/>
              </a:ext>
            </a:extLst>
          </p:cNvPr>
          <p:cNvSpPr>
            <a:spLocks noGrp="1"/>
          </p:cNvSpPr>
          <p:nvPr>
            <p:ph type="title"/>
          </p:nvPr>
        </p:nvSpPr>
        <p:spPr/>
        <p:txBody>
          <a:bodyPr/>
          <a:lstStyle/>
          <a:p>
            <a:r>
              <a:rPr lang="en-US" dirty="0"/>
              <a:t>Circular Queue using Linked List</a:t>
            </a:r>
          </a:p>
        </p:txBody>
      </p:sp>
      <p:sp>
        <p:nvSpPr>
          <p:cNvPr id="3" name="Footer Placeholder 2">
            <a:extLst>
              <a:ext uri="{FF2B5EF4-FFF2-40B4-BE49-F238E27FC236}">
                <a16:creationId xmlns:a16="http://schemas.microsoft.com/office/drawing/2014/main" id="{AE14C212-CD25-4EEA-1DCC-B68412D64BF1}"/>
              </a:ext>
            </a:extLst>
          </p:cNvPr>
          <p:cNvSpPr>
            <a:spLocks noGrp="1"/>
          </p:cNvSpPr>
          <p:nvPr>
            <p:ph type="ftr" sz="quarter" idx="11"/>
          </p:nvPr>
        </p:nvSpPr>
        <p:spPr/>
        <p:txBody>
          <a:bodyPr/>
          <a:lstStyle/>
          <a:p>
            <a:pPr algn="ctr"/>
            <a:r>
              <a:rPr lang="en-US" dirty="0"/>
              <a:t>Data Structures</a:t>
            </a:r>
          </a:p>
        </p:txBody>
      </p:sp>
      <p:sp>
        <p:nvSpPr>
          <p:cNvPr id="4" name="Content Placeholder 3">
            <a:extLst>
              <a:ext uri="{FF2B5EF4-FFF2-40B4-BE49-F238E27FC236}">
                <a16:creationId xmlns:a16="http://schemas.microsoft.com/office/drawing/2014/main" id="{14830C53-C963-9633-E5D2-7E00F45CDDD7}"/>
              </a:ext>
            </a:extLst>
          </p:cNvPr>
          <p:cNvSpPr>
            <a:spLocks noGrp="1"/>
          </p:cNvSpPr>
          <p:nvPr>
            <p:ph sz="quarter" idx="1"/>
          </p:nvPr>
        </p:nvSpPr>
        <p:spPr/>
        <p:txBody>
          <a:bodyPr>
            <a:normAutofit fontScale="92500" lnSpcReduction="10000"/>
          </a:bodyPr>
          <a:lstStyle/>
          <a:p>
            <a:r>
              <a:rPr lang="en-US" dirty="0"/>
              <a:t>A Circular Queue is similar to a queue, but the last node's next pointer points back to the front instead of NULL. </a:t>
            </a:r>
          </a:p>
          <a:p>
            <a:r>
              <a:rPr lang="en-US" dirty="0"/>
              <a:t>This ensures efficient space utilization.</a:t>
            </a:r>
          </a:p>
          <a:p>
            <a:r>
              <a:rPr lang="en-US" dirty="0"/>
              <a:t>Operations</a:t>
            </a:r>
          </a:p>
          <a:p>
            <a:pPr lvl="1"/>
            <a:r>
              <a:rPr lang="en-US" dirty="0"/>
              <a:t>Enqueue (Insert at Rear)</a:t>
            </a:r>
          </a:p>
          <a:p>
            <a:pPr lvl="2"/>
            <a:r>
              <a:rPr lang="en-US" dirty="0"/>
              <a:t>Create a new node.</a:t>
            </a:r>
          </a:p>
          <a:p>
            <a:pPr lvl="2"/>
            <a:r>
              <a:rPr lang="en-US" dirty="0"/>
              <a:t>If the queue is empty, </a:t>
            </a:r>
          </a:p>
          <a:p>
            <a:pPr lvl="3"/>
            <a:r>
              <a:rPr lang="en-US" dirty="0"/>
              <a:t>set front and rear to the new node,  and make rear-&gt;next = front.</a:t>
            </a:r>
          </a:p>
          <a:p>
            <a:pPr lvl="2"/>
            <a:r>
              <a:rPr lang="en-US" dirty="0"/>
              <a:t>Otherwise, link the rear to the new node, update rear, and set rear-&gt;next = front.</a:t>
            </a:r>
          </a:p>
          <a:p>
            <a:pPr lvl="1"/>
            <a:r>
              <a:rPr lang="en-US" dirty="0"/>
              <a:t>Dequeue (Delete from Front)</a:t>
            </a:r>
          </a:p>
          <a:p>
            <a:pPr lvl="2"/>
            <a:r>
              <a:rPr lang="en-US" dirty="0"/>
              <a:t>If empty, return.</a:t>
            </a:r>
          </a:p>
          <a:p>
            <a:pPr lvl="2"/>
            <a:r>
              <a:rPr lang="en-US" dirty="0"/>
              <a:t>If only one node exists, delete it and set front = rear = NULL.</a:t>
            </a:r>
          </a:p>
          <a:p>
            <a:pPr lvl="2"/>
            <a:r>
              <a:rPr lang="en-US" dirty="0"/>
              <a:t>Otherwise, move front to the next node and update rear-&gt;next = front.</a:t>
            </a:r>
          </a:p>
        </p:txBody>
      </p:sp>
      <p:sp>
        <p:nvSpPr>
          <p:cNvPr id="6" name="Slide Number Placeholder 5">
            <a:extLst>
              <a:ext uri="{FF2B5EF4-FFF2-40B4-BE49-F238E27FC236}">
                <a16:creationId xmlns:a16="http://schemas.microsoft.com/office/drawing/2014/main" id="{664207B4-49FF-8702-8A18-7B1B22F49DE6}"/>
              </a:ext>
            </a:extLst>
          </p:cNvPr>
          <p:cNvSpPr>
            <a:spLocks noGrp="1"/>
          </p:cNvSpPr>
          <p:nvPr>
            <p:ph type="sldNum" sz="quarter" idx="12"/>
          </p:nvPr>
        </p:nvSpPr>
        <p:spPr/>
        <p:txBody>
          <a:bodyPr/>
          <a:lstStyle/>
          <a:p>
            <a:fld id="{95E664E9-BB0A-4932-9D77-E0DDE5779A37}" type="slidenum">
              <a:rPr lang="en-US" smtClean="0"/>
              <a:pPr/>
              <a:t>23</a:t>
            </a:fld>
            <a:endParaRPr lang="en-US" dirty="0"/>
          </a:p>
        </p:txBody>
      </p:sp>
    </p:spTree>
    <p:extLst>
      <p:ext uri="{BB962C8B-B14F-4D97-AF65-F5344CB8AC3E}">
        <p14:creationId xmlns:p14="http://schemas.microsoft.com/office/powerpoint/2010/main" val="1346208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E632-ECEB-C594-2D47-629F652D53F2}"/>
              </a:ext>
            </a:extLst>
          </p:cNvPr>
          <p:cNvSpPr>
            <a:spLocks noGrp="1"/>
          </p:cNvSpPr>
          <p:nvPr>
            <p:ph type="title"/>
          </p:nvPr>
        </p:nvSpPr>
        <p:spPr>
          <a:xfrm>
            <a:off x="457200" y="2819400"/>
            <a:ext cx="8229600" cy="914400"/>
          </a:xfrm>
        </p:spPr>
        <p:txBody>
          <a:bodyPr/>
          <a:lstStyle/>
          <a:p>
            <a:pPr algn="ctr"/>
            <a:r>
              <a:rPr lang="en-US" dirty="0"/>
              <a:t>APPLICATION OF CIRCULAR QUEUE</a:t>
            </a:r>
          </a:p>
        </p:txBody>
      </p:sp>
      <p:sp>
        <p:nvSpPr>
          <p:cNvPr id="3" name="Footer Placeholder 2">
            <a:extLst>
              <a:ext uri="{FF2B5EF4-FFF2-40B4-BE49-F238E27FC236}">
                <a16:creationId xmlns:a16="http://schemas.microsoft.com/office/drawing/2014/main" id="{CFBFE822-5CD8-7EE6-7E08-99A04A189C9F}"/>
              </a:ext>
            </a:extLst>
          </p:cNvPr>
          <p:cNvSpPr>
            <a:spLocks noGrp="1"/>
          </p:cNvSpPr>
          <p:nvPr>
            <p:ph type="ftr" sz="quarter" idx="11"/>
          </p:nvPr>
        </p:nvSpPr>
        <p:spPr/>
        <p:txBody>
          <a:bodyPr/>
          <a:lstStyle/>
          <a:p>
            <a:pPr algn="ctr"/>
            <a:r>
              <a:rPr lang="en-US" dirty="0"/>
              <a:t>Data Structures</a:t>
            </a:r>
          </a:p>
        </p:txBody>
      </p:sp>
      <p:sp>
        <p:nvSpPr>
          <p:cNvPr id="4" name="Slide Number Placeholder 3">
            <a:extLst>
              <a:ext uri="{FF2B5EF4-FFF2-40B4-BE49-F238E27FC236}">
                <a16:creationId xmlns:a16="http://schemas.microsoft.com/office/drawing/2014/main" id="{F941EC60-E676-DCE2-B2BE-ADBB06C4B756}"/>
              </a:ext>
            </a:extLst>
          </p:cNvPr>
          <p:cNvSpPr>
            <a:spLocks noGrp="1"/>
          </p:cNvSpPr>
          <p:nvPr>
            <p:ph type="sldNum" sz="quarter" idx="12"/>
          </p:nvPr>
        </p:nvSpPr>
        <p:spPr/>
        <p:txBody>
          <a:bodyPr/>
          <a:lstStyle/>
          <a:p>
            <a:fld id="{95E664E9-BB0A-4932-9D77-E0DDE5779A37}" type="slidenum">
              <a:rPr lang="en-US" smtClean="0"/>
              <a:pPr/>
              <a:t>24</a:t>
            </a:fld>
            <a:endParaRPr lang="en-US" dirty="0"/>
          </a:p>
        </p:txBody>
      </p:sp>
    </p:spTree>
    <p:extLst>
      <p:ext uri="{BB962C8B-B14F-4D97-AF65-F5344CB8AC3E}">
        <p14:creationId xmlns:p14="http://schemas.microsoft.com/office/powerpoint/2010/main" val="1541239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DFBF4-A559-A88F-B2FE-18791AF55E46}"/>
              </a:ext>
            </a:extLst>
          </p:cNvPr>
          <p:cNvSpPr>
            <a:spLocks noGrp="1"/>
          </p:cNvSpPr>
          <p:nvPr>
            <p:ph type="title"/>
          </p:nvPr>
        </p:nvSpPr>
        <p:spPr/>
        <p:txBody>
          <a:bodyPr>
            <a:normAutofit/>
          </a:bodyPr>
          <a:lstStyle/>
          <a:p>
            <a:r>
              <a:rPr lang="en-US"/>
              <a:t>ROUND-ROBIN </a:t>
            </a:r>
            <a:r>
              <a:rPr lang="en-US" dirty="0"/>
              <a:t>SCHEDULING</a:t>
            </a:r>
          </a:p>
        </p:txBody>
      </p:sp>
      <p:sp>
        <p:nvSpPr>
          <p:cNvPr id="3" name="Footer Placeholder 2">
            <a:extLst>
              <a:ext uri="{FF2B5EF4-FFF2-40B4-BE49-F238E27FC236}">
                <a16:creationId xmlns:a16="http://schemas.microsoft.com/office/drawing/2014/main" id="{997C09AE-685D-559D-511E-99A4A2BF09C0}"/>
              </a:ext>
            </a:extLst>
          </p:cNvPr>
          <p:cNvSpPr>
            <a:spLocks noGrp="1"/>
          </p:cNvSpPr>
          <p:nvPr>
            <p:ph type="ftr" sz="quarter" idx="11"/>
          </p:nvPr>
        </p:nvSpPr>
        <p:spPr/>
        <p:txBody>
          <a:bodyPr/>
          <a:lstStyle/>
          <a:p>
            <a:pPr algn="ctr"/>
            <a:r>
              <a:rPr lang="en-US" dirty="0"/>
              <a:t>Data Structures</a:t>
            </a:r>
          </a:p>
        </p:txBody>
      </p:sp>
      <p:sp>
        <p:nvSpPr>
          <p:cNvPr id="4" name="Content Placeholder 3">
            <a:extLst>
              <a:ext uri="{FF2B5EF4-FFF2-40B4-BE49-F238E27FC236}">
                <a16:creationId xmlns:a16="http://schemas.microsoft.com/office/drawing/2014/main" id="{1EDC4E06-528C-2834-F2F8-1B7BC9D9070D}"/>
              </a:ext>
            </a:extLst>
          </p:cNvPr>
          <p:cNvSpPr>
            <a:spLocks noGrp="1"/>
          </p:cNvSpPr>
          <p:nvPr>
            <p:ph sz="quarter" idx="1"/>
          </p:nvPr>
        </p:nvSpPr>
        <p:spPr/>
        <p:txBody>
          <a:bodyPr/>
          <a:lstStyle/>
          <a:p>
            <a:pPr algn="just"/>
            <a:r>
              <a:rPr lang="en-US" dirty="0"/>
              <a:t>Circular queues play a role in </a:t>
            </a:r>
            <a:r>
              <a:rPr lang="en-US"/>
              <a:t>implementing round-robin </a:t>
            </a:r>
            <a:r>
              <a:rPr lang="en-US" dirty="0"/>
              <a:t>scheduling algorithms for CPU or process management. </a:t>
            </a:r>
          </a:p>
          <a:p>
            <a:pPr algn="just"/>
            <a:r>
              <a:rPr lang="en-US" dirty="0"/>
              <a:t>Processes are added to the queue and serviced in a circular fashion based on a time slice.</a:t>
            </a:r>
          </a:p>
          <a:p>
            <a:pPr algn="just"/>
            <a:r>
              <a:rPr lang="en-US" b="1" dirty="0"/>
              <a:t>Example:</a:t>
            </a:r>
          </a:p>
          <a:p>
            <a:pPr lvl="1" algn="just"/>
            <a:r>
              <a:rPr lang="en-US" dirty="0"/>
              <a:t>Operating systems can use circular queues to allocate CPU time to multiple processes fairly, ensuring each process gets a chance to run.</a:t>
            </a:r>
          </a:p>
        </p:txBody>
      </p:sp>
      <p:sp>
        <p:nvSpPr>
          <p:cNvPr id="5" name="Slide Number Placeholder 4">
            <a:extLst>
              <a:ext uri="{FF2B5EF4-FFF2-40B4-BE49-F238E27FC236}">
                <a16:creationId xmlns:a16="http://schemas.microsoft.com/office/drawing/2014/main" id="{DA949CCF-8552-D8EA-0716-693DD2436D2C}"/>
              </a:ext>
            </a:extLst>
          </p:cNvPr>
          <p:cNvSpPr>
            <a:spLocks noGrp="1"/>
          </p:cNvSpPr>
          <p:nvPr>
            <p:ph type="sldNum" sz="quarter" idx="12"/>
          </p:nvPr>
        </p:nvSpPr>
        <p:spPr/>
        <p:txBody>
          <a:bodyPr/>
          <a:lstStyle/>
          <a:p>
            <a:fld id="{95E664E9-BB0A-4932-9D77-E0DDE5779A37}" type="slidenum">
              <a:rPr lang="en-US" smtClean="0"/>
              <a:pPr/>
              <a:t>25</a:t>
            </a:fld>
            <a:endParaRPr lang="en-US" dirty="0"/>
          </a:p>
        </p:txBody>
      </p:sp>
    </p:spTree>
    <p:extLst>
      <p:ext uri="{BB962C8B-B14F-4D97-AF65-F5344CB8AC3E}">
        <p14:creationId xmlns:p14="http://schemas.microsoft.com/office/powerpoint/2010/main" val="2895704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0E7B8-A47B-4C08-81D7-C115C877B3B2}"/>
              </a:ext>
            </a:extLst>
          </p:cNvPr>
          <p:cNvSpPr>
            <a:spLocks noGrp="1"/>
          </p:cNvSpPr>
          <p:nvPr>
            <p:ph type="title"/>
          </p:nvPr>
        </p:nvSpPr>
        <p:spPr/>
        <p:txBody>
          <a:bodyPr>
            <a:normAutofit/>
          </a:bodyPr>
          <a:lstStyle/>
          <a:p>
            <a:r>
              <a:rPr lang="en-US" dirty="0"/>
              <a:t>CONCEPT</a:t>
            </a:r>
          </a:p>
        </p:txBody>
      </p:sp>
      <p:sp>
        <p:nvSpPr>
          <p:cNvPr id="3" name="Footer Placeholder 2">
            <a:extLst>
              <a:ext uri="{FF2B5EF4-FFF2-40B4-BE49-F238E27FC236}">
                <a16:creationId xmlns:a16="http://schemas.microsoft.com/office/drawing/2014/main" id="{DDC26BD9-3368-768F-DE69-36FB0ACB10BA}"/>
              </a:ext>
            </a:extLst>
          </p:cNvPr>
          <p:cNvSpPr>
            <a:spLocks noGrp="1"/>
          </p:cNvSpPr>
          <p:nvPr>
            <p:ph type="ftr" sz="quarter" idx="11"/>
          </p:nvPr>
        </p:nvSpPr>
        <p:spPr/>
        <p:txBody>
          <a:bodyPr/>
          <a:lstStyle/>
          <a:p>
            <a:pPr algn="ctr"/>
            <a:r>
              <a:rPr lang="en-US" dirty="0"/>
              <a:t>Data Structures</a:t>
            </a:r>
          </a:p>
        </p:txBody>
      </p:sp>
      <p:sp>
        <p:nvSpPr>
          <p:cNvPr id="4" name="Content Placeholder 3">
            <a:extLst>
              <a:ext uri="{FF2B5EF4-FFF2-40B4-BE49-F238E27FC236}">
                <a16:creationId xmlns:a16="http://schemas.microsoft.com/office/drawing/2014/main" id="{EC1FA639-7B02-07A2-F176-059D21824F95}"/>
              </a:ext>
            </a:extLst>
          </p:cNvPr>
          <p:cNvSpPr>
            <a:spLocks noGrp="1"/>
          </p:cNvSpPr>
          <p:nvPr>
            <p:ph sz="quarter" idx="1"/>
          </p:nvPr>
        </p:nvSpPr>
        <p:spPr/>
        <p:txBody>
          <a:bodyPr>
            <a:normAutofit/>
          </a:bodyPr>
          <a:lstStyle/>
          <a:p>
            <a:r>
              <a:rPr lang="en-US" dirty="0"/>
              <a:t>Imagine </a:t>
            </a:r>
            <a:r>
              <a:rPr lang="en-US"/>
              <a:t>a round-robin</a:t>
            </a:r>
            <a:r>
              <a:rPr lang="en-US" dirty="0"/>
              <a:t>, where each person gets a turn to hold it for a short period before passing it on to the next person in a circular fashion. </a:t>
            </a:r>
          </a:p>
          <a:p>
            <a:r>
              <a:rPr lang="en-US" dirty="0"/>
              <a:t>CPU scheduling applies this concept to processes.</a:t>
            </a:r>
          </a:p>
          <a:p>
            <a:r>
              <a:rPr lang="en-US" dirty="0"/>
              <a:t>Example:</a:t>
            </a:r>
          </a:p>
          <a:p>
            <a:r>
              <a:rPr lang="en-US" dirty="0"/>
              <a:t>Consider three processes: P1, P2, and P3, with different burst times (amount of CPU time needed):</a:t>
            </a:r>
          </a:p>
          <a:p>
            <a:pPr marL="548640" lvl="2" indent="0">
              <a:buNone/>
            </a:pPr>
            <a:r>
              <a:rPr lang="en-US" dirty="0"/>
              <a:t>Process	Burst Time</a:t>
            </a:r>
          </a:p>
          <a:p>
            <a:pPr marL="548640" lvl="2" indent="0">
              <a:buNone/>
            </a:pPr>
            <a:r>
              <a:rPr lang="en-US" dirty="0"/>
              <a:t>P1  	4 units</a:t>
            </a:r>
          </a:p>
          <a:p>
            <a:pPr marL="548640" lvl="2" indent="0">
              <a:buNone/>
            </a:pPr>
            <a:r>
              <a:rPr lang="en-US" dirty="0"/>
              <a:t>P2  	2 units</a:t>
            </a:r>
          </a:p>
          <a:p>
            <a:pPr marL="548640" lvl="2" indent="0">
              <a:buNone/>
            </a:pPr>
            <a:r>
              <a:rPr lang="en-US" dirty="0"/>
              <a:t>P3  	3 units</a:t>
            </a:r>
          </a:p>
          <a:p>
            <a:endParaRPr lang="en-US" dirty="0"/>
          </a:p>
        </p:txBody>
      </p:sp>
      <p:sp>
        <p:nvSpPr>
          <p:cNvPr id="5" name="Slide Number Placeholder 4">
            <a:extLst>
              <a:ext uri="{FF2B5EF4-FFF2-40B4-BE49-F238E27FC236}">
                <a16:creationId xmlns:a16="http://schemas.microsoft.com/office/drawing/2014/main" id="{EBF93AFC-C582-FEC1-1610-F198F508F14F}"/>
              </a:ext>
            </a:extLst>
          </p:cNvPr>
          <p:cNvSpPr>
            <a:spLocks noGrp="1"/>
          </p:cNvSpPr>
          <p:nvPr>
            <p:ph type="sldNum" sz="quarter" idx="12"/>
          </p:nvPr>
        </p:nvSpPr>
        <p:spPr/>
        <p:txBody>
          <a:bodyPr/>
          <a:lstStyle/>
          <a:p>
            <a:fld id="{95E664E9-BB0A-4932-9D77-E0DDE5779A37}" type="slidenum">
              <a:rPr lang="en-US" smtClean="0"/>
              <a:pPr/>
              <a:t>26</a:t>
            </a:fld>
            <a:endParaRPr lang="en-US" dirty="0"/>
          </a:p>
        </p:txBody>
      </p:sp>
    </p:spTree>
    <p:extLst>
      <p:ext uri="{BB962C8B-B14F-4D97-AF65-F5344CB8AC3E}">
        <p14:creationId xmlns:p14="http://schemas.microsoft.com/office/powerpoint/2010/main" val="20155982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B2EC-4903-8727-F4BB-F40B83695D52}"/>
              </a:ext>
            </a:extLst>
          </p:cNvPr>
          <p:cNvSpPr>
            <a:spLocks noGrp="1"/>
          </p:cNvSpPr>
          <p:nvPr>
            <p:ph type="title"/>
          </p:nvPr>
        </p:nvSpPr>
        <p:spPr/>
        <p:txBody>
          <a:bodyPr>
            <a:normAutofit/>
          </a:bodyPr>
          <a:lstStyle/>
          <a:p>
            <a:r>
              <a:rPr lang="en-US" dirty="0"/>
              <a:t>Time Quantum</a:t>
            </a:r>
          </a:p>
        </p:txBody>
      </p:sp>
      <p:sp>
        <p:nvSpPr>
          <p:cNvPr id="3" name="Footer Placeholder 2">
            <a:extLst>
              <a:ext uri="{FF2B5EF4-FFF2-40B4-BE49-F238E27FC236}">
                <a16:creationId xmlns:a16="http://schemas.microsoft.com/office/drawing/2014/main" id="{865A11B6-9848-E2E3-AEAA-18F038B14CE2}"/>
              </a:ext>
            </a:extLst>
          </p:cNvPr>
          <p:cNvSpPr>
            <a:spLocks noGrp="1"/>
          </p:cNvSpPr>
          <p:nvPr>
            <p:ph type="ftr" sz="quarter" idx="11"/>
          </p:nvPr>
        </p:nvSpPr>
        <p:spPr/>
        <p:txBody>
          <a:bodyPr/>
          <a:lstStyle/>
          <a:p>
            <a:pPr algn="ctr"/>
            <a:r>
              <a:rPr lang="en-US" dirty="0"/>
              <a:t>Data Structures</a:t>
            </a:r>
          </a:p>
        </p:txBody>
      </p:sp>
      <p:sp>
        <p:nvSpPr>
          <p:cNvPr id="4" name="Content Placeholder 3">
            <a:extLst>
              <a:ext uri="{FF2B5EF4-FFF2-40B4-BE49-F238E27FC236}">
                <a16:creationId xmlns:a16="http://schemas.microsoft.com/office/drawing/2014/main" id="{7E40698F-28FE-7F2B-88B9-001AD24DBAB4}"/>
              </a:ext>
            </a:extLst>
          </p:cNvPr>
          <p:cNvSpPr>
            <a:spLocks noGrp="1"/>
          </p:cNvSpPr>
          <p:nvPr>
            <p:ph sz="quarter" idx="1"/>
          </p:nvPr>
        </p:nvSpPr>
        <p:spPr/>
        <p:txBody>
          <a:bodyPr/>
          <a:lstStyle/>
          <a:p>
            <a:pPr algn="just"/>
            <a:r>
              <a:rPr lang="en-US" dirty="0"/>
              <a:t>A fixed time slice, called a time quantum (TQ), is defined. </a:t>
            </a:r>
          </a:p>
          <a:p>
            <a:pPr algn="just"/>
            <a:r>
              <a:rPr lang="en-US" dirty="0"/>
              <a:t>This determines how long a process gets to run before being preempted (interrupted) and placed back in a waiting queue. </a:t>
            </a:r>
          </a:p>
          <a:p>
            <a:pPr algn="just"/>
            <a:r>
              <a:rPr lang="en-US" dirty="0"/>
              <a:t>Let's assume a time quantum of 2 units for this example.</a:t>
            </a:r>
          </a:p>
        </p:txBody>
      </p:sp>
      <p:sp>
        <p:nvSpPr>
          <p:cNvPr id="5" name="Slide Number Placeholder 4">
            <a:extLst>
              <a:ext uri="{FF2B5EF4-FFF2-40B4-BE49-F238E27FC236}">
                <a16:creationId xmlns:a16="http://schemas.microsoft.com/office/drawing/2014/main" id="{DCBE2378-C3CA-969F-FE45-902EDC1155F0}"/>
              </a:ext>
            </a:extLst>
          </p:cNvPr>
          <p:cNvSpPr>
            <a:spLocks noGrp="1"/>
          </p:cNvSpPr>
          <p:nvPr>
            <p:ph type="sldNum" sz="quarter" idx="12"/>
          </p:nvPr>
        </p:nvSpPr>
        <p:spPr/>
        <p:txBody>
          <a:bodyPr/>
          <a:lstStyle/>
          <a:p>
            <a:fld id="{95E664E9-BB0A-4932-9D77-E0DDE5779A37}" type="slidenum">
              <a:rPr lang="en-US" smtClean="0"/>
              <a:pPr/>
              <a:t>27</a:t>
            </a:fld>
            <a:endParaRPr lang="en-US" dirty="0"/>
          </a:p>
        </p:txBody>
      </p:sp>
    </p:spTree>
    <p:extLst>
      <p:ext uri="{BB962C8B-B14F-4D97-AF65-F5344CB8AC3E}">
        <p14:creationId xmlns:p14="http://schemas.microsoft.com/office/powerpoint/2010/main" val="10679497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AA66F-608C-137E-4149-F2B0CCA67657}"/>
              </a:ext>
            </a:extLst>
          </p:cNvPr>
          <p:cNvSpPr>
            <a:spLocks noGrp="1"/>
          </p:cNvSpPr>
          <p:nvPr>
            <p:ph type="title"/>
          </p:nvPr>
        </p:nvSpPr>
        <p:spPr/>
        <p:txBody>
          <a:bodyPr>
            <a:normAutofit/>
          </a:bodyPr>
          <a:lstStyle/>
          <a:p>
            <a:r>
              <a:rPr lang="en-US" dirty="0"/>
              <a:t>Scheduling Process</a:t>
            </a:r>
          </a:p>
        </p:txBody>
      </p:sp>
      <p:sp>
        <p:nvSpPr>
          <p:cNvPr id="3" name="Footer Placeholder 2">
            <a:extLst>
              <a:ext uri="{FF2B5EF4-FFF2-40B4-BE49-F238E27FC236}">
                <a16:creationId xmlns:a16="http://schemas.microsoft.com/office/drawing/2014/main" id="{6AAEFF9D-4971-52AE-E313-932FC18AC29E}"/>
              </a:ext>
            </a:extLst>
          </p:cNvPr>
          <p:cNvSpPr>
            <a:spLocks noGrp="1"/>
          </p:cNvSpPr>
          <p:nvPr>
            <p:ph type="ftr" sz="quarter" idx="11"/>
          </p:nvPr>
        </p:nvSpPr>
        <p:spPr/>
        <p:txBody>
          <a:bodyPr/>
          <a:lstStyle/>
          <a:p>
            <a:pPr algn="ctr"/>
            <a:r>
              <a:rPr lang="en-US" dirty="0"/>
              <a:t>Data Structures</a:t>
            </a:r>
          </a:p>
        </p:txBody>
      </p:sp>
      <p:sp>
        <p:nvSpPr>
          <p:cNvPr id="4" name="Content Placeholder 3">
            <a:extLst>
              <a:ext uri="{FF2B5EF4-FFF2-40B4-BE49-F238E27FC236}">
                <a16:creationId xmlns:a16="http://schemas.microsoft.com/office/drawing/2014/main" id="{73D7D9E6-911F-6916-D0BB-782832595A79}"/>
              </a:ext>
            </a:extLst>
          </p:cNvPr>
          <p:cNvSpPr>
            <a:spLocks noGrp="1"/>
          </p:cNvSpPr>
          <p:nvPr>
            <p:ph sz="quarter" idx="1"/>
          </p:nvPr>
        </p:nvSpPr>
        <p:spPr/>
        <p:txBody>
          <a:bodyPr>
            <a:normAutofit fontScale="70000" lnSpcReduction="20000"/>
          </a:bodyPr>
          <a:lstStyle/>
          <a:p>
            <a:r>
              <a:rPr lang="en-US" dirty="0"/>
              <a:t>Initial Queue: The processes are placed in a ready queue (waiting to be executed) in a first-come, first-served (FCFS) manner: </a:t>
            </a:r>
          </a:p>
          <a:p>
            <a:pPr marL="0" indent="0" algn="ctr">
              <a:buNone/>
            </a:pPr>
            <a:r>
              <a:rPr lang="en-US" dirty="0"/>
              <a:t>P1 -&gt; P2 -&gt; P3.</a:t>
            </a:r>
          </a:p>
          <a:p>
            <a:r>
              <a:rPr lang="en-US" dirty="0"/>
              <a:t>Process P1:</a:t>
            </a:r>
          </a:p>
          <a:p>
            <a:pPr lvl="1"/>
            <a:r>
              <a:rPr lang="en-US" dirty="0"/>
              <a:t>P1 starts execution and runs for its time quantum (2 units). Since its burst time is not yet complete (4 units), it's preempted and added back to the end of the ready queue.</a:t>
            </a:r>
          </a:p>
          <a:p>
            <a:pPr marL="274320" lvl="1" indent="0" algn="ctr">
              <a:buNone/>
            </a:pPr>
            <a:r>
              <a:rPr lang="en-US" dirty="0"/>
              <a:t>Ready Queue after P1: P2 -&gt; P3 -&gt; P1.</a:t>
            </a:r>
          </a:p>
          <a:p>
            <a:r>
              <a:rPr lang="en-US" dirty="0"/>
              <a:t>Process P2:</a:t>
            </a:r>
          </a:p>
          <a:p>
            <a:pPr lvl="1"/>
            <a:r>
              <a:rPr lang="en-US" dirty="0"/>
              <a:t>P2 starts execution. It finishes its entire burst time (2 units) within the time quantum. P2 is considered finished and removed from the queue.</a:t>
            </a:r>
          </a:p>
          <a:p>
            <a:pPr marL="0" indent="0" algn="ctr">
              <a:buNone/>
            </a:pPr>
            <a:r>
              <a:rPr lang="en-US" dirty="0"/>
              <a:t>Ready Queue after P2: P3 -&gt; P1.</a:t>
            </a:r>
          </a:p>
          <a:p>
            <a:r>
              <a:rPr lang="en-US" dirty="0"/>
              <a:t>Process P3:</a:t>
            </a:r>
          </a:p>
          <a:p>
            <a:pPr lvl="1"/>
            <a:r>
              <a:rPr lang="en-US" dirty="0"/>
              <a:t>P3 starts execution. It runs for its time quantum (2 units). However, its burst time (3 units) is not yet complete. It's preempted and added back to the end of the ready queue.</a:t>
            </a:r>
          </a:p>
          <a:p>
            <a:pPr marL="0" indent="0" algn="ctr">
              <a:buNone/>
            </a:pPr>
            <a:r>
              <a:rPr lang="en-US" dirty="0"/>
              <a:t>Ready Queue after P3: P1 -&gt; P3.</a:t>
            </a:r>
          </a:p>
          <a:p>
            <a:r>
              <a:rPr lang="en-US" dirty="0"/>
              <a:t>Process Scheduling Continues:</a:t>
            </a:r>
          </a:p>
          <a:p>
            <a:pPr lvl="1"/>
            <a:r>
              <a:rPr lang="en-US" dirty="0"/>
              <a:t>The process of preempting after the time quantum and placing processes back in the queue based on their remaining burst time continues until all processes finish execution.</a:t>
            </a:r>
          </a:p>
        </p:txBody>
      </p:sp>
      <p:sp>
        <p:nvSpPr>
          <p:cNvPr id="5" name="Slide Number Placeholder 4">
            <a:extLst>
              <a:ext uri="{FF2B5EF4-FFF2-40B4-BE49-F238E27FC236}">
                <a16:creationId xmlns:a16="http://schemas.microsoft.com/office/drawing/2014/main" id="{410C8949-8D04-E21F-2E1F-5B9CB5195AEC}"/>
              </a:ext>
            </a:extLst>
          </p:cNvPr>
          <p:cNvSpPr>
            <a:spLocks noGrp="1"/>
          </p:cNvSpPr>
          <p:nvPr>
            <p:ph type="sldNum" sz="quarter" idx="12"/>
          </p:nvPr>
        </p:nvSpPr>
        <p:spPr/>
        <p:txBody>
          <a:bodyPr/>
          <a:lstStyle/>
          <a:p>
            <a:fld id="{95E664E9-BB0A-4932-9D77-E0DDE5779A37}" type="slidenum">
              <a:rPr lang="en-US" smtClean="0"/>
              <a:pPr/>
              <a:t>28</a:t>
            </a:fld>
            <a:endParaRPr lang="en-US" dirty="0"/>
          </a:p>
        </p:txBody>
      </p:sp>
    </p:spTree>
    <p:extLst>
      <p:ext uri="{BB962C8B-B14F-4D97-AF65-F5344CB8AC3E}">
        <p14:creationId xmlns:p14="http://schemas.microsoft.com/office/powerpoint/2010/main" val="3110665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76DA7-86BE-E5C2-9CE2-82AAA7C72939}"/>
              </a:ext>
            </a:extLst>
          </p:cNvPr>
          <p:cNvSpPr>
            <a:spLocks noGrp="1"/>
          </p:cNvSpPr>
          <p:nvPr>
            <p:ph type="title"/>
          </p:nvPr>
        </p:nvSpPr>
        <p:spPr/>
        <p:txBody>
          <a:bodyPr>
            <a:normAutofit/>
          </a:bodyPr>
          <a:lstStyle/>
          <a:p>
            <a:r>
              <a:rPr lang="en-US" dirty="0"/>
              <a:t>Visualization (Gantt Chart):</a:t>
            </a:r>
          </a:p>
        </p:txBody>
      </p:sp>
      <p:sp>
        <p:nvSpPr>
          <p:cNvPr id="3" name="Footer Placeholder 2">
            <a:extLst>
              <a:ext uri="{FF2B5EF4-FFF2-40B4-BE49-F238E27FC236}">
                <a16:creationId xmlns:a16="http://schemas.microsoft.com/office/drawing/2014/main" id="{996336E1-462B-49B0-6AD0-79AB8E71CCEF}"/>
              </a:ext>
            </a:extLst>
          </p:cNvPr>
          <p:cNvSpPr>
            <a:spLocks noGrp="1"/>
          </p:cNvSpPr>
          <p:nvPr>
            <p:ph type="ftr" sz="quarter" idx="11"/>
          </p:nvPr>
        </p:nvSpPr>
        <p:spPr/>
        <p:txBody>
          <a:bodyPr/>
          <a:lstStyle/>
          <a:p>
            <a:pPr algn="ctr"/>
            <a:r>
              <a:rPr lang="en-US" dirty="0"/>
              <a:t>Data Structures</a:t>
            </a:r>
          </a:p>
        </p:txBody>
      </p:sp>
      <p:pic>
        <p:nvPicPr>
          <p:cNvPr id="6" name="Picture 5">
            <a:extLst>
              <a:ext uri="{FF2B5EF4-FFF2-40B4-BE49-F238E27FC236}">
                <a16:creationId xmlns:a16="http://schemas.microsoft.com/office/drawing/2014/main" id="{B98AB117-D44A-550A-0E3B-91FC4985573B}"/>
              </a:ext>
            </a:extLst>
          </p:cNvPr>
          <p:cNvPicPr>
            <a:picLocks noChangeAspect="1"/>
          </p:cNvPicPr>
          <p:nvPr/>
        </p:nvPicPr>
        <p:blipFill>
          <a:blip r:embed="rId2"/>
          <a:stretch>
            <a:fillRect/>
          </a:stretch>
        </p:blipFill>
        <p:spPr>
          <a:xfrm>
            <a:off x="957262" y="1857375"/>
            <a:ext cx="7229475" cy="1266825"/>
          </a:xfrm>
          <a:prstGeom prst="rect">
            <a:avLst/>
          </a:prstGeom>
        </p:spPr>
      </p:pic>
      <p:sp>
        <p:nvSpPr>
          <p:cNvPr id="4" name="Slide Number Placeholder 3">
            <a:extLst>
              <a:ext uri="{FF2B5EF4-FFF2-40B4-BE49-F238E27FC236}">
                <a16:creationId xmlns:a16="http://schemas.microsoft.com/office/drawing/2014/main" id="{D37C048A-E27F-521C-5E36-DB7D5FBB919B}"/>
              </a:ext>
            </a:extLst>
          </p:cNvPr>
          <p:cNvSpPr>
            <a:spLocks noGrp="1"/>
          </p:cNvSpPr>
          <p:nvPr>
            <p:ph type="sldNum" sz="quarter" idx="12"/>
          </p:nvPr>
        </p:nvSpPr>
        <p:spPr/>
        <p:txBody>
          <a:bodyPr/>
          <a:lstStyle/>
          <a:p>
            <a:fld id="{95E664E9-BB0A-4932-9D77-E0DDE5779A37}" type="slidenum">
              <a:rPr lang="en-US" smtClean="0"/>
              <a:pPr/>
              <a:t>29</a:t>
            </a:fld>
            <a:endParaRPr lang="en-US" dirty="0"/>
          </a:p>
        </p:txBody>
      </p:sp>
    </p:spTree>
    <p:extLst>
      <p:ext uri="{BB962C8B-B14F-4D97-AF65-F5344CB8AC3E}">
        <p14:creationId xmlns:p14="http://schemas.microsoft.com/office/powerpoint/2010/main" val="2874229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4FC21-AE7E-9384-D914-E9C2B9FEDB3D}"/>
              </a:ext>
            </a:extLst>
          </p:cNvPr>
          <p:cNvSpPr>
            <a:spLocks noGrp="1"/>
          </p:cNvSpPr>
          <p:nvPr>
            <p:ph type="title"/>
          </p:nvPr>
        </p:nvSpPr>
        <p:spPr/>
        <p:txBody>
          <a:bodyPr>
            <a:normAutofit/>
          </a:bodyPr>
          <a:lstStyle/>
          <a:p>
            <a:r>
              <a:rPr lang="en-US" dirty="0"/>
              <a:t>Key Points</a:t>
            </a:r>
          </a:p>
        </p:txBody>
      </p:sp>
      <p:sp>
        <p:nvSpPr>
          <p:cNvPr id="3" name="Footer Placeholder 2">
            <a:extLst>
              <a:ext uri="{FF2B5EF4-FFF2-40B4-BE49-F238E27FC236}">
                <a16:creationId xmlns:a16="http://schemas.microsoft.com/office/drawing/2014/main" id="{882A4A03-DE3E-A668-A4CE-4D29D49C21CF}"/>
              </a:ext>
            </a:extLst>
          </p:cNvPr>
          <p:cNvSpPr>
            <a:spLocks noGrp="1"/>
          </p:cNvSpPr>
          <p:nvPr>
            <p:ph type="ftr" sz="quarter" idx="11"/>
          </p:nvPr>
        </p:nvSpPr>
        <p:spPr/>
        <p:txBody>
          <a:bodyPr/>
          <a:lstStyle/>
          <a:p>
            <a:pPr algn="ctr"/>
            <a:r>
              <a:rPr lang="en-US"/>
              <a:t>Data Structures</a:t>
            </a:r>
            <a:endParaRPr lang="en-US" dirty="0"/>
          </a:p>
        </p:txBody>
      </p:sp>
      <p:sp>
        <p:nvSpPr>
          <p:cNvPr id="4" name="Content Placeholder 3">
            <a:extLst>
              <a:ext uri="{FF2B5EF4-FFF2-40B4-BE49-F238E27FC236}">
                <a16:creationId xmlns:a16="http://schemas.microsoft.com/office/drawing/2014/main" id="{BC9134F5-EB96-93C9-F72D-6C8FFD6FEA51}"/>
              </a:ext>
            </a:extLst>
          </p:cNvPr>
          <p:cNvSpPr>
            <a:spLocks noGrp="1"/>
          </p:cNvSpPr>
          <p:nvPr>
            <p:ph sz="quarter" idx="1"/>
          </p:nvPr>
        </p:nvSpPr>
        <p:spPr/>
        <p:txBody>
          <a:bodyPr/>
          <a:lstStyle/>
          <a:p>
            <a:pPr algn="just"/>
            <a:r>
              <a:rPr lang="en-US" dirty="0"/>
              <a:t>Processes take turns running for a limited time quantum.</a:t>
            </a:r>
          </a:p>
          <a:p>
            <a:pPr algn="just"/>
            <a:r>
              <a:rPr lang="en-US" dirty="0"/>
              <a:t>Processes are preempted even if their burst time isn't complete.</a:t>
            </a:r>
          </a:p>
          <a:p>
            <a:pPr algn="just"/>
            <a:r>
              <a:rPr lang="en-US" dirty="0"/>
              <a:t>This ensures all processes get a chance to run and prevents starvation (a process waiting indefinitely).</a:t>
            </a:r>
          </a:p>
          <a:p>
            <a:pPr algn="just"/>
            <a:r>
              <a:rPr lang="en-US" dirty="0"/>
              <a:t>The time quantum value impacts how responsive the system feels to users (lower TQ leads to faster context switching and potentially better user experience).</a:t>
            </a:r>
          </a:p>
        </p:txBody>
      </p:sp>
      <p:sp>
        <p:nvSpPr>
          <p:cNvPr id="5" name="Slide Number Placeholder 4">
            <a:extLst>
              <a:ext uri="{FF2B5EF4-FFF2-40B4-BE49-F238E27FC236}">
                <a16:creationId xmlns:a16="http://schemas.microsoft.com/office/drawing/2014/main" id="{FAC7D586-CD35-6EEF-883F-C9CE08716FD7}"/>
              </a:ext>
            </a:extLst>
          </p:cNvPr>
          <p:cNvSpPr>
            <a:spLocks noGrp="1"/>
          </p:cNvSpPr>
          <p:nvPr>
            <p:ph type="sldNum" sz="quarter" idx="12"/>
          </p:nvPr>
        </p:nvSpPr>
        <p:spPr/>
        <p:txBody>
          <a:bodyPr/>
          <a:lstStyle/>
          <a:p>
            <a:fld id="{95E664E9-BB0A-4932-9D77-E0DDE5779A37}" type="slidenum">
              <a:rPr lang="en-US" smtClean="0"/>
              <a:pPr/>
              <a:t>30</a:t>
            </a:fld>
            <a:endParaRPr lang="en-US" dirty="0"/>
          </a:p>
        </p:txBody>
      </p:sp>
    </p:spTree>
    <p:extLst>
      <p:ext uri="{BB962C8B-B14F-4D97-AF65-F5344CB8AC3E}">
        <p14:creationId xmlns:p14="http://schemas.microsoft.com/office/powerpoint/2010/main" val="17945763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E81D4-F1EB-D7AC-7084-6AF88D0B85FE}"/>
              </a:ext>
            </a:extLst>
          </p:cNvPr>
          <p:cNvSpPr>
            <a:spLocks noGrp="1"/>
          </p:cNvSpPr>
          <p:nvPr>
            <p:ph type="title"/>
          </p:nvPr>
        </p:nvSpPr>
        <p:spPr/>
        <p:txBody>
          <a:bodyPr>
            <a:normAutofit/>
          </a:bodyPr>
          <a:lstStyle/>
          <a:p>
            <a:r>
              <a:rPr lang="en-US" dirty="0"/>
              <a:t>Applications</a:t>
            </a:r>
          </a:p>
        </p:txBody>
      </p:sp>
      <p:sp>
        <p:nvSpPr>
          <p:cNvPr id="3" name="Footer Placeholder 2">
            <a:extLst>
              <a:ext uri="{FF2B5EF4-FFF2-40B4-BE49-F238E27FC236}">
                <a16:creationId xmlns:a16="http://schemas.microsoft.com/office/drawing/2014/main" id="{6CC5BED8-009C-5290-574E-43A9A169E3C1}"/>
              </a:ext>
            </a:extLst>
          </p:cNvPr>
          <p:cNvSpPr>
            <a:spLocks noGrp="1"/>
          </p:cNvSpPr>
          <p:nvPr>
            <p:ph type="ftr" sz="quarter" idx="11"/>
          </p:nvPr>
        </p:nvSpPr>
        <p:spPr/>
        <p:txBody>
          <a:bodyPr/>
          <a:lstStyle/>
          <a:p>
            <a:pPr algn="ctr"/>
            <a:r>
              <a:rPr lang="en-US"/>
              <a:t>Data Structures</a:t>
            </a:r>
            <a:endParaRPr lang="en-US" dirty="0"/>
          </a:p>
        </p:txBody>
      </p:sp>
      <p:sp>
        <p:nvSpPr>
          <p:cNvPr id="4" name="Content Placeholder 3">
            <a:extLst>
              <a:ext uri="{FF2B5EF4-FFF2-40B4-BE49-F238E27FC236}">
                <a16:creationId xmlns:a16="http://schemas.microsoft.com/office/drawing/2014/main" id="{9F2F7415-1EE5-953D-EB00-7A9D67376662}"/>
              </a:ext>
            </a:extLst>
          </p:cNvPr>
          <p:cNvSpPr>
            <a:spLocks noGrp="1"/>
          </p:cNvSpPr>
          <p:nvPr>
            <p:ph sz="quarter" idx="1"/>
          </p:nvPr>
        </p:nvSpPr>
        <p:spPr/>
        <p:txBody>
          <a:bodyPr/>
          <a:lstStyle/>
          <a:p>
            <a:r>
              <a:rPr lang="en-US" dirty="0"/>
              <a:t>Round-robin scheduling is commonly used in:</a:t>
            </a:r>
          </a:p>
          <a:p>
            <a:pPr lvl="1"/>
            <a:r>
              <a:rPr lang="en-US" dirty="0"/>
              <a:t>Operating systems for handling multiple user processes</a:t>
            </a:r>
          </a:p>
          <a:p>
            <a:pPr lvl="1"/>
            <a:r>
              <a:rPr lang="en-US" dirty="0"/>
              <a:t>Interactive systems where fast response times are crucial</a:t>
            </a:r>
          </a:p>
          <a:p>
            <a:pPr lvl="1"/>
            <a:r>
              <a:rPr lang="en-US" dirty="0"/>
              <a:t>Network routers for fair allocation of bandwidth to data packets</a:t>
            </a:r>
          </a:p>
        </p:txBody>
      </p:sp>
      <p:sp>
        <p:nvSpPr>
          <p:cNvPr id="5" name="Slide Number Placeholder 4">
            <a:extLst>
              <a:ext uri="{FF2B5EF4-FFF2-40B4-BE49-F238E27FC236}">
                <a16:creationId xmlns:a16="http://schemas.microsoft.com/office/drawing/2014/main" id="{CF6688F1-DB8F-2897-6A17-5AC50224A03C}"/>
              </a:ext>
            </a:extLst>
          </p:cNvPr>
          <p:cNvSpPr>
            <a:spLocks noGrp="1"/>
          </p:cNvSpPr>
          <p:nvPr>
            <p:ph type="sldNum" sz="quarter" idx="12"/>
          </p:nvPr>
        </p:nvSpPr>
        <p:spPr/>
        <p:txBody>
          <a:bodyPr/>
          <a:lstStyle/>
          <a:p>
            <a:fld id="{95E664E9-BB0A-4932-9D77-E0DDE5779A37}" type="slidenum">
              <a:rPr lang="en-US" smtClean="0"/>
              <a:pPr/>
              <a:t>31</a:t>
            </a:fld>
            <a:endParaRPr lang="en-US" dirty="0"/>
          </a:p>
        </p:txBody>
      </p:sp>
    </p:spTree>
    <p:extLst>
      <p:ext uri="{BB962C8B-B14F-4D97-AF65-F5344CB8AC3E}">
        <p14:creationId xmlns:p14="http://schemas.microsoft.com/office/powerpoint/2010/main" val="42348953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DEQUES</a:t>
            </a:r>
            <a:endParaRPr lang="en-US" dirty="0"/>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lstStyle/>
          <a:p>
            <a:r>
              <a:rPr lang="en-US" dirty="0"/>
              <a:t>A </a:t>
            </a:r>
            <a:r>
              <a:rPr lang="en-US" dirty="0" err="1"/>
              <a:t>deque</a:t>
            </a:r>
            <a:r>
              <a:rPr lang="en-US" dirty="0"/>
              <a:t> is a homogeneous list in which elements can be added or inserted and deleted or removed from both the ends.</a:t>
            </a:r>
          </a:p>
          <a:p>
            <a:pPr lvl="1"/>
            <a:r>
              <a:rPr lang="en-US" dirty="0"/>
              <a:t>We can add a new element at the rear or front end and also we can remove an element from both front and rear end.</a:t>
            </a:r>
          </a:p>
          <a:p>
            <a:r>
              <a:rPr lang="en-US" dirty="0"/>
              <a:t> Hence it is called Double Ended Queue.</a:t>
            </a:r>
          </a:p>
        </p:txBody>
      </p:sp>
      <p:pic>
        <p:nvPicPr>
          <p:cNvPr id="1026" name="Picture 2"/>
          <p:cNvPicPr>
            <a:picLocks noChangeAspect="1" noChangeArrowheads="1"/>
          </p:cNvPicPr>
          <p:nvPr/>
        </p:nvPicPr>
        <p:blipFill>
          <a:blip r:embed="rId2"/>
          <a:srcRect/>
          <a:stretch>
            <a:fillRect/>
          </a:stretch>
        </p:blipFill>
        <p:spPr bwMode="auto">
          <a:xfrm>
            <a:off x="1828800" y="4156283"/>
            <a:ext cx="5105400" cy="2015917"/>
          </a:xfrm>
          <a:prstGeom prst="rect">
            <a:avLst/>
          </a:prstGeom>
          <a:noFill/>
          <a:ln w="9525">
            <a:noFill/>
            <a:miter lim="800000"/>
            <a:headEnd/>
            <a:tailEnd/>
          </a:ln>
          <a:effectLst/>
        </p:spPr>
      </p:pic>
      <p:sp>
        <p:nvSpPr>
          <p:cNvPr id="5" name="Slide Number Placeholder 4">
            <a:extLst>
              <a:ext uri="{FF2B5EF4-FFF2-40B4-BE49-F238E27FC236}">
                <a16:creationId xmlns:a16="http://schemas.microsoft.com/office/drawing/2014/main" id="{EF85DE9C-8607-54F9-D4FA-9EC40544FD20}"/>
              </a:ext>
            </a:extLst>
          </p:cNvPr>
          <p:cNvSpPr>
            <a:spLocks noGrp="1"/>
          </p:cNvSpPr>
          <p:nvPr>
            <p:ph type="sldNum" sz="quarter" idx="12"/>
          </p:nvPr>
        </p:nvSpPr>
        <p:spPr/>
        <p:txBody>
          <a:bodyPr/>
          <a:lstStyle/>
          <a:p>
            <a:fld id="{95E664E9-BB0A-4932-9D77-E0DDE5779A37}" type="slidenum">
              <a:rPr lang="en-US" smtClean="0"/>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Cont….</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a:xfrm>
            <a:off x="457200" y="1234440"/>
            <a:ext cx="8229600" cy="4937760"/>
          </a:xfrm>
        </p:spPr>
        <p:txBody>
          <a:bodyPr>
            <a:normAutofit fontScale="92500"/>
          </a:bodyPr>
          <a:lstStyle/>
          <a:p>
            <a:r>
              <a:rPr lang="en-US" dirty="0"/>
              <a:t>There are two types of </a:t>
            </a:r>
            <a:r>
              <a:rPr lang="en-US" dirty="0" err="1"/>
              <a:t>deque</a:t>
            </a:r>
            <a:r>
              <a:rPr lang="en-US" dirty="0"/>
              <a:t> depending upon the restriction to perform insertion or deletion operations at the two ends. </a:t>
            </a:r>
          </a:p>
          <a:p>
            <a:pPr lvl="1">
              <a:buNone/>
            </a:pPr>
            <a:r>
              <a:rPr lang="en-US" dirty="0"/>
              <a:t>1. Input restricted </a:t>
            </a:r>
            <a:r>
              <a:rPr lang="en-US" dirty="0" err="1"/>
              <a:t>deque</a:t>
            </a:r>
            <a:endParaRPr lang="en-US" dirty="0"/>
          </a:p>
          <a:p>
            <a:pPr lvl="1">
              <a:buNone/>
            </a:pPr>
            <a:r>
              <a:rPr lang="en-US" dirty="0"/>
              <a:t>2. Output restricted </a:t>
            </a:r>
            <a:r>
              <a:rPr lang="en-US" dirty="0" err="1"/>
              <a:t>deque</a:t>
            </a:r>
            <a:endParaRPr lang="en-US" dirty="0"/>
          </a:p>
          <a:p>
            <a:r>
              <a:rPr lang="en-US" sz="2800" b="1" dirty="0"/>
              <a:t>An input restricted </a:t>
            </a:r>
            <a:r>
              <a:rPr lang="en-US" sz="2800" b="1" dirty="0" err="1"/>
              <a:t>deque</a:t>
            </a:r>
            <a:r>
              <a:rPr lang="en-US" sz="2800" dirty="0"/>
              <a:t> </a:t>
            </a:r>
          </a:p>
          <a:p>
            <a:pPr lvl="1"/>
            <a:r>
              <a:rPr lang="en-US" sz="2500" dirty="0"/>
              <a:t>is a </a:t>
            </a:r>
            <a:r>
              <a:rPr lang="en-US" sz="2500" dirty="0" err="1"/>
              <a:t>deque</a:t>
            </a:r>
            <a:r>
              <a:rPr lang="en-US" sz="2500" dirty="0"/>
              <a:t>, which allows insertion at only 1 end, rear end,</a:t>
            </a:r>
          </a:p>
          <a:p>
            <a:pPr lvl="1"/>
            <a:r>
              <a:rPr lang="en-US" sz="2500" dirty="0"/>
              <a:t>but allows deletion at both ends, rear and front end of the lists.</a:t>
            </a:r>
          </a:p>
          <a:p>
            <a:r>
              <a:rPr lang="en-US" sz="2800" b="1"/>
              <a:t>An output-restricted </a:t>
            </a:r>
            <a:r>
              <a:rPr lang="en-US" sz="2800" b="1" dirty="0"/>
              <a:t>deque </a:t>
            </a:r>
          </a:p>
          <a:p>
            <a:pPr lvl="1"/>
            <a:r>
              <a:rPr lang="en-US" sz="2500" dirty="0"/>
              <a:t>is a </a:t>
            </a:r>
            <a:r>
              <a:rPr lang="en-US" sz="2500" dirty="0" err="1"/>
              <a:t>deque</a:t>
            </a:r>
            <a:r>
              <a:rPr lang="en-US" sz="2500" dirty="0"/>
              <a:t>, which allows deletion at only one end, front </a:t>
            </a:r>
            <a:r>
              <a:rPr lang="en-US" sz="2800" dirty="0"/>
              <a:t>end, </a:t>
            </a:r>
          </a:p>
          <a:p>
            <a:pPr lvl="1"/>
            <a:r>
              <a:rPr lang="en-US" sz="2500" dirty="0"/>
              <a:t>but allows insertion at both ends, rear and front ends, of the lists.</a:t>
            </a:r>
          </a:p>
        </p:txBody>
      </p:sp>
      <p:sp>
        <p:nvSpPr>
          <p:cNvPr id="5" name="Slide Number Placeholder 4">
            <a:extLst>
              <a:ext uri="{FF2B5EF4-FFF2-40B4-BE49-F238E27FC236}">
                <a16:creationId xmlns:a16="http://schemas.microsoft.com/office/drawing/2014/main" id="{F75087AE-53AD-76A3-5686-303587775D64}"/>
              </a:ext>
            </a:extLst>
          </p:cNvPr>
          <p:cNvSpPr>
            <a:spLocks noGrp="1"/>
          </p:cNvSpPr>
          <p:nvPr>
            <p:ph type="sldNum" sz="quarter" idx="12"/>
          </p:nvPr>
        </p:nvSpPr>
        <p:spPr/>
        <p:txBody>
          <a:bodyPr/>
          <a:lstStyle/>
          <a:p>
            <a:fld id="{95E664E9-BB0A-4932-9D77-E0DDE5779A37}" type="slidenum">
              <a:rPr lang="en-US" smtClean="0"/>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possible operation performed on </a:t>
            </a:r>
            <a:r>
              <a:rPr lang="en-US" dirty="0" err="1"/>
              <a:t>deque</a:t>
            </a:r>
            <a:endParaRPr lang="en-US" dirty="0"/>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lstStyle/>
          <a:p>
            <a:pPr lvl="1">
              <a:buNone/>
            </a:pPr>
            <a:r>
              <a:rPr lang="en-US" dirty="0"/>
              <a:t>1. Add an element at the rear end</a:t>
            </a:r>
          </a:p>
          <a:p>
            <a:pPr lvl="1">
              <a:buNone/>
            </a:pPr>
            <a:r>
              <a:rPr lang="en-US" dirty="0"/>
              <a:t>2. Add an element at the front end</a:t>
            </a:r>
          </a:p>
          <a:p>
            <a:pPr lvl="1">
              <a:buNone/>
            </a:pPr>
            <a:r>
              <a:rPr lang="en-US" dirty="0"/>
              <a:t>3. Delete an element from the front end</a:t>
            </a:r>
          </a:p>
          <a:p>
            <a:pPr lvl="1">
              <a:buNone/>
            </a:pPr>
            <a:r>
              <a:rPr lang="en-US" dirty="0"/>
              <a:t>4. Delete an element from the rear end</a:t>
            </a:r>
          </a:p>
          <a:p>
            <a:r>
              <a:rPr lang="en-US" dirty="0"/>
              <a:t>Only 1</a:t>
            </a:r>
            <a:r>
              <a:rPr lang="en-US" baseline="30000" dirty="0"/>
              <a:t>st</a:t>
            </a:r>
            <a:r>
              <a:rPr lang="en-US" dirty="0"/>
              <a:t>, 3</a:t>
            </a:r>
            <a:r>
              <a:rPr lang="en-US" baseline="30000" dirty="0"/>
              <a:t>rd</a:t>
            </a:r>
            <a:r>
              <a:rPr lang="en-US" dirty="0"/>
              <a:t> and 4</a:t>
            </a:r>
            <a:r>
              <a:rPr lang="en-US" baseline="30000" dirty="0"/>
              <a:t>th</a:t>
            </a:r>
            <a:r>
              <a:rPr lang="en-US" dirty="0"/>
              <a:t> operations are performed </a:t>
            </a:r>
            <a:r>
              <a:rPr lang="en-US"/>
              <a:t>by input-restricted </a:t>
            </a:r>
            <a:r>
              <a:rPr lang="en-US" dirty="0"/>
              <a:t>deque</a:t>
            </a:r>
          </a:p>
          <a:p>
            <a:r>
              <a:rPr lang="en-US" dirty="0"/>
              <a:t>1st, 2</a:t>
            </a:r>
            <a:r>
              <a:rPr lang="en-US" baseline="30000" dirty="0"/>
              <a:t>nd</a:t>
            </a:r>
            <a:r>
              <a:rPr lang="en-US" dirty="0"/>
              <a:t> and 3</a:t>
            </a:r>
            <a:r>
              <a:rPr lang="en-US" baseline="30000" dirty="0"/>
              <a:t>rd</a:t>
            </a:r>
            <a:r>
              <a:rPr lang="en-US" dirty="0"/>
              <a:t> operations are performed </a:t>
            </a:r>
            <a:r>
              <a:rPr lang="en-US"/>
              <a:t>by output-restricted </a:t>
            </a:r>
            <a:r>
              <a:rPr lang="en-US" dirty="0"/>
              <a:t>deque.</a:t>
            </a:r>
          </a:p>
        </p:txBody>
      </p:sp>
      <p:sp>
        <p:nvSpPr>
          <p:cNvPr id="5" name="Slide Number Placeholder 4">
            <a:extLst>
              <a:ext uri="{FF2B5EF4-FFF2-40B4-BE49-F238E27FC236}">
                <a16:creationId xmlns:a16="http://schemas.microsoft.com/office/drawing/2014/main" id="{0DE8E61F-AF84-E93E-6ECD-1F3F603F533D}"/>
              </a:ext>
            </a:extLst>
          </p:cNvPr>
          <p:cNvSpPr>
            <a:spLocks noGrp="1"/>
          </p:cNvSpPr>
          <p:nvPr>
            <p:ph type="sldNum" sz="quarter" idx="12"/>
          </p:nvPr>
        </p:nvSpPr>
        <p:spPr/>
        <p:txBody>
          <a:bodyPr/>
          <a:lstStyle/>
          <a:p>
            <a:fld id="{95E664E9-BB0A-4932-9D77-E0DDE5779A37}" type="slidenum">
              <a:rPr lang="en-US" smtClean="0"/>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ALGORITHUM</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a:xfrm>
            <a:off x="457200" y="1219200"/>
            <a:ext cx="8229600" cy="5181600"/>
          </a:xfrm>
        </p:spPr>
        <p:txBody>
          <a:bodyPr>
            <a:normAutofit fontScale="70000" lnSpcReduction="20000"/>
          </a:bodyPr>
          <a:lstStyle/>
          <a:p>
            <a:r>
              <a:rPr lang="en-US" dirty="0"/>
              <a:t>Let Q be the array of MAX elements. </a:t>
            </a:r>
            <a:r>
              <a:rPr lang="en-US" i="1" dirty="0"/>
              <a:t>front (or left) and rear (or right) are two array </a:t>
            </a:r>
            <a:r>
              <a:rPr lang="en-US" dirty="0"/>
              <a:t>index (pointers), where the addition and deletion of elements occurred. Let DATA be the element to be inserted. Before inserting any element to the queue </a:t>
            </a:r>
            <a:r>
              <a:rPr lang="en-US" i="1" dirty="0"/>
              <a:t>left and right pointer will </a:t>
            </a:r>
            <a:r>
              <a:rPr lang="en-US" dirty="0"/>
              <a:t>point to the – 1.</a:t>
            </a:r>
          </a:p>
          <a:p>
            <a:r>
              <a:rPr lang="en-US" b="1" dirty="0"/>
              <a:t>INSERT AN ELEMENT AT THE RIGHT SIDE OF THE DE-QUEUE</a:t>
            </a:r>
          </a:p>
          <a:p>
            <a:pPr lvl="1">
              <a:buNone/>
            </a:pPr>
            <a:r>
              <a:rPr lang="en-US" dirty="0"/>
              <a:t>1. Input the DATA to be inserted</a:t>
            </a:r>
          </a:p>
          <a:p>
            <a:pPr lvl="1">
              <a:buNone/>
            </a:pPr>
            <a:r>
              <a:rPr lang="en-US" dirty="0"/>
              <a:t>2. If ((left == 0 &amp;&amp; right == MAX–1) || (left == right + 1))</a:t>
            </a:r>
          </a:p>
          <a:p>
            <a:pPr lvl="1">
              <a:buNone/>
            </a:pPr>
            <a:r>
              <a:rPr lang="en-US" dirty="0"/>
              <a:t>	(</a:t>
            </a:r>
            <a:r>
              <a:rPr lang="en-US" i="1" dirty="0"/>
              <a:t>a) Display “Queue Overflow”</a:t>
            </a:r>
          </a:p>
          <a:p>
            <a:pPr lvl="1">
              <a:buNone/>
            </a:pPr>
            <a:r>
              <a:rPr lang="en-US" dirty="0"/>
              <a:t>	(</a:t>
            </a:r>
            <a:r>
              <a:rPr lang="en-US" i="1" dirty="0"/>
              <a:t>b) Exit</a:t>
            </a:r>
          </a:p>
          <a:p>
            <a:pPr lvl="1">
              <a:buNone/>
            </a:pPr>
            <a:r>
              <a:rPr lang="en-US" dirty="0"/>
              <a:t>3. If (left == –1) </a:t>
            </a:r>
            <a:r>
              <a:rPr lang="en-US" dirty="0">
                <a:solidFill>
                  <a:srgbClr val="FF0000"/>
                </a:solidFill>
              </a:rPr>
              <a:t>// if queue is initially empty</a:t>
            </a:r>
          </a:p>
          <a:p>
            <a:pPr lvl="1">
              <a:buNone/>
            </a:pPr>
            <a:r>
              <a:rPr lang="en-US" dirty="0"/>
              <a:t>	(</a:t>
            </a:r>
            <a:r>
              <a:rPr lang="en-US" i="1" dirty="0"/>
              <a:t>a) left = 0</a:t>
            </a:r>
          </a:p>
          <a:p>
            <a:pPr lvl="1">
              <a:buNone/>
            </a:pPr>
            <a:r>
              <a:rPr lang="en-US" dirty="0"/>
              <a:t>	(</a:t>
            </a:r>
            <a:r>
              <a:rPr lang="en-US" i="1" dirty="0"/>
              <a:t>b) right = 0</a:t>
            </a:r>
          </a:p>
          <a:p>
            <a:pPr lvl="1">
              <a:buNone/>
            </a:pPr>
            <a:r>
              <a:rPr lang="en-US" dirty="0"/>
              <a:t>4. Else</a:t>
            </a:r>
          </a:p>
          <a:p>
            <a:pPr lvl="1">
              <a:buNone/>
            </a:pPr>
            <a:r>
              <a:rPr lang="en-US" dirty="0"/>
              <a:t>	(</a:t>
            </a:r>
            <a:r>
              <a:rPr lang="en-US" i="1" dirty="0"/>
              <a:t>a) if (right == MAX –1)</a:t>
            </a:r>
            <a:r>
              <a:rPr lang="en-US" i="1" dirty="0">
                <a:solidFill>
                  <a:srgbClr val="FF0000"/>
                </a:solidFill>
              </a:rPr>
              <a:t>//</a:t>
            </a:r>
            <a:r>
              <a:rPr lang="en-US" dirty="0">
                <a:solidFill>
                  <a:srgbClr val="FF0000"/>
                </a:solidFill>
              </a:rPr>
              <a:t> right is at last position of queue </a:t>
            </a:r>
            <a:endParaRPr lang="en-US" i="1" dirty="0">
              <a:solidFill>
                <a:srgbClr val="FF0000"/>
              </a:solidFill>
            </a:endParaRPr>
          </a:p>
          <a:p>
            <a:pPr lvl="1">
              <a:buNone/>
            </a:pPr>
            <a:r>
              <a:rPr lang="en-US" dirty="0"/>
              <a:t>		(</a:t>
            </a:r>
            <a:r>
              <a:rPr lang="en-US" i="1" dirty="0" err="1"/>
              <a:t>i</a:t>
            </a:r>
            <a:r>
              <a:rPr lang="en-US" i="1" dirty="0"/>
              <a:t>) right = 0</a:t>
            </a:r>
          </a:p>
          <a:p>
            <a:pPr lvl="1">
              <a:buNone/>
            </a:pPr>
            <a:r>
              <a:rPr lang="en-US" dirty="0"/>
              <a:t>	(</a:t>
            </a:r>
            <a:r>
              <a:rPr lang="en-US" i="1" dirty="0"/>
              <a:t>b) else</a:t>
            </a:r>
          </a:p>
          <a:p>
            <a:pPr lvl="1">
              <a:buNone/>
            </a:pPr>
            <a:r>
              <a:rPr lang="en-US" dirty="0"/>
              <a:t>		(</a:t>
            </a:r>
            <a:r>
              <a:rPr lang="en-US" i="1" dirty="0" err="1"/>
              <a:t>i</a:t>
            </a:r>
            <a:r>
              <a:rPr lang="en-US" i="1" dirty="0"/>
              <a:t>) right = right+1</a:t>
            </a:r>
          </a:p>
          <a:p>
            <a:pPr lvl="1">
              <a:buNone/>
            </a:pPr>
            <a:r>
              <a:rPr lang="en-US" dirty="0"/>
              <a:t>5. Q[right] = DATA</a:t>
            </a:r>
          </a:p>
          <a:p>
            <a:pPr lvl="1">
              <a:buNone/>
            </a:pPr>
            <a:r>
              <a:rPr lang="en-US" dirty="0"/>
              <a:t>6. Exit</a:t>
            </a:r>
          </a:p>
        </p:txBody>
      </p:sp>
      <p:sp>
        <p:nvSpPr>
          <p:cNvPr id="5" name="Slide Number Placeholder 4">
            <a:extLst>
              <a:ext uri="{FF2B5EF4-FFF2-40B4-BE49-F238E27FC236}">
                <a16:creationId xmlns:a16="http://schemas.microsoft.com/office/drawing/2014/main" id="{CB2F4B78-A7D0-E33B-7F77-7101CFE830E0}"/>
              </a:ext>
            </a:extLst>
          </p:cNvPr>
          <p:cNvSpPr>
            <a:spLocks noGrp="1"/>
          </p:cNvSpPr>
          <p:nvPr>
            <p:ph type="sldNum" sz="quarter" idx="12"/>
          </p:nvPr>
        </p:nvSpPr>
        <p:spPr/>
        <p:txBody>
          <a:bodyPr/>
          <a:lstStyle/>
          <a:p>
            <a:fld id="{95E664E9-BB0A-4932-9D77-E0DDE5779A37}" type="slidenum">
              <a:rPr lang="en-US" smtClean="0"/>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Cont….</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normAutofit fontScale="85000" lnSpcReduction="20000"/>
          </a:bodyPr>
          <a:lstStyle/>
          <a:p>
            <a:r>
              <a:rPr lang="en-US" b="1" dirty="0"/>
              <a:t>INSERT AN ELEMENT AT THE LEFT SIDE OF THE DE-QUEUE</a:t>
            </a:r>
          </a:p>
          <a:p>
            <a:pPr lvl="1">
              <a:buNone/>
            </a:pPr>
            <a:r>
              <a:rPr lang="en-US" dirty="0"/>
              <a:t>1. Input the DATA to be inserted</a:t>
            </a:r>
          </a:p>
          <a:p>
            <a:pPr lvl="1">
              <a:buNone/>
            </a:pPr>
            <a:r>
              <a:rPr lang="en-US" dirty="0"/>
              <a:t>2. If ((left == 0 &amp;&amp; right == MAX–1) || (left == right+1))</a:t>
            </a:r>
          </a:p>
          <a:p>
            <a:pPr lvl="1">
              <a:buNone/>
            </a:pPr>
            <a:r>
              <a:rPr lang="en-US" dirty="0"/>
              <a:t>	(</a:t>
            </a:r>
            <a:r>
              <a:rPr lang="en-US" i="1" dirty="0"/>
              <a:t>a) Display “Queue Overflow”</a:t>
            </a:r>
          </a:p>
          <a:p>
            <a:pPr lvl="1">
              <a:buNone/>
            </a:pPr>
            <a:r>
              <a:rPr lang="en-US" dirty="0"/>
              <a:t>	(</a:t>
            </a:r>
            <a:r>
              <a:rPr lang="en-US" i="1" dirty="0"/>
              <a:t>b) Exit</a:t>
            </a:r>
          </a:p>
          <a:p>
            <a:pPr lvl="1">
              <a:buNone/>
            </a:pPr>
            <a:r>
              <a:rPr lang="en-US" dirty="0"/>
              <a:t>3. If (left == – 1)</a:t>
            </a:r>
          </a:p>
          <a:p>
            <a:pPr lvl="1">
              <a:buNone/>
            </a:pPr>
            <a:r>
              <a:rPr lang="en-US" dirty="0"/>
              <a:t>	(</a:t>
            </a:r>
            <a:r>
              <a:rPr lang="en-US" i="1" dirty="0"/>
              <a:t>a) Left = 0</a:t>
            </a:r>
          </a:p>
          <a:p>
            <a:pPr lvl="1">
              <a:buNone/>
            </a:pPr>
            <a:r>
              <a:rPr lang="en-US" dirty="0"/>
              <a:t>	(</a:t>
            </a:r>
            <a:r>
              <a:rPr lang="en-US" i="1" dirty="0"/>
              <a:t>b) Right = 0</a:t>
            </a:r>
          </a:p>
          <a:p>
            <a:pPr lvl="1">
              <a:buNone/>
            </a:pPr>
            <a:r>
              <a:rPr lang="en-US" dirty="0"/>
              <a:t>4. Else</a:t>
            </a:r>
          </a:p>
          <a:p>
            <a:pPr lvl="1">
              <a:buNone/>
            </a:pPr>
            <a:r>
              <a:rPr lang="en-US" dirty="0"/>
              <a:t>	(</a:t>
            </a:r>
            <a:r>
              <a:rPr lang="en-US" i="1" dirty="0"/>
              <a:t>a) if (left == 0)</a:t>
            </a:r>
          </a:p>
          <a:p>
            <a:pPr lvl="1">
              <a:buNone/>
            </a:pPr>
            <a:r>
              <a:rPr lang="en-US" dirty="0"/>
              <a:t>		(</a:t>
            </a:r>
            <a:r>
              <a:rPr lang="en-US" i="1" dirty="0" err="1"/>
              <a:t>i</a:t>
            </a:r>
            <a:r>
              <a:rPr lang="en-US" i="1" dirty="0"/>
              <a:t>) left = MAX – 1</a:t>
            </a:r>
          </a:p>
          <a:p>
            <a:pPr lvl="1">
              <a:buNone/>
            </a:pPr>
            <a:r>
              <a:rPr lang="en-US" dirty="0"/>
              <a:t>	(</a:t>
            </a:r>
            <a:r>
              <a:rPr lang="en-US" i="1" dirty="0"/>
              <a:t>b) else</a:t>
            </a:r>
          </a:p>
          <a:p>
            <a:pPr lvl="1">
              <a:buNone/>
            </a:pPr>
            <a:r>
              <a:rPr lang="en-US" dirty="0"/>
              <a:t>		(</a:t>
            </a:r>
            <a:r>
              <a:rPr lang="en-US" i="1" dirty="0" err="1"/>
              <a:t>i</a:t>
            </a:r>
            <a:r>
              <a:rPr lang="en-US" i="1" dirty="0"/>
              <a:t>) left = left – 1</a:t>
            </a:r>
          </a:p>
          <a:p>
            <a:pPr lvl="1">
              <a:buNone/>
            </a:pPr>
            <a:r>
              <a:rPr lang="en-US" dirty="0"/>
              <a:t>5. Q[left] = DATA</a:t>
            </a:r>
          </a:p>
          <a:p>
            <a:pPr lvl="1">
              <a:buNone/>
            </a:pPr>
            <a:r>
              <a:rPr lang="en-US" dirty="0"/>
              <a:t>6. Exit</a:t>
            </a:r>
          </a:p>
        </p:txBody>
      </p:sp>
      <p:sp>
        <p:nvSpPr>
          <p:cNvPr id="5" name="Slide Number Placeholder 4">
            <a:extLst>
              <a:ext uri="{FF2B5EF4-FFF2-40B4-BE49-F238E27FC236}">
                <a16:creationId xmlns:a16="http://schemas.microsoft.com/office/drawing/2014/main" id="{D39E0442-940E-06D9-1BF5-6CD5E3EB0EBF}"/>
              </a:ext>
            </a:extLst>
          </p:cNvPr>
          <p:cNvSpPr>
            <a:spLocks noGrp="1"/>
          </p:cNvSpPr>
          <p:nvPr>
            <p:ph type="sldNum" sz="quarter" idx="12"/>
          </p:nvPr>
        </p:nvSpPr>
        <p:spPr/>
        <p:txBody>
          <a:bodyPr/>
          <a:lstStyle/>
          <a:p>
            <a:fld id="{95E664E9-BB0A-4932-9D77-E0DDE5779A37}" type="slidenum">
              <a:rPr lang="en-US" smtClean="0"/>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82000" cy="990600"/>
          </a:xfrm>
        </p:spPr>
        <p:txBody>
          <a:bodyPr>
            <a:normAutofit fontScale="90000"/>
          </a:bodyPr>
          <a:lstStyle/>
          <a:p>
            <a:br>
              <a:rPr lang="en-US" dirty="0"/>
            </a:br>
            <a:br>
              <a:rPr lang="en-US" dirty="0"/>
            </a:br>
            <a:br>
              <a:rPr lang="en-US" dirty="0"/>
            </a:br>
            <a:br>
              <a:rPr lang="en-US" dirty="0"/>
            </a:br>
            <a:r>
              <a:rPr lang="en-US" dirty="0"/>
              <a:t>ALGORITHMS FOR DELETING AN ELEMENT</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lstStyle/>
          <a:p>
            <a:r>
              <a:rPr lang="en-US" dirty="0"/>
              <a:t>Let Q be the array of MAX elements. </a:t>
            </a:r>
          </a:p>
          <a:p>
            <a:pPr lvl="1"/>
            <a:r>
              <a:rPr lang="en-US" i="1" dirty="0"/>
              <a:t>front (or left) and rear (or right) are two array </a:t>
            </a:r>
            <a:r>
              <a:rPr lang="en-US" dirty="0"/>
              <a:t>index (pointers), where the addition and deletion of elements occurred.</a:t>
            </a:r>
          </a:p>
          <a:p>
            <a:pPr lvl="1"/>
            <a:r>
              <a:rPr lang="en-US" dirty="0"/>
              <a:t>DATA will contain the element just deleted.</a:t>
            </a:r>
          </a:p>
        </p:txBody>
      </p:sp>
      <p:sp>
        <p:nvSpPr>
          <p:cNvPr id="5" name="Slide Number Placeholder 4">
            <a:extLst>
              <a:ext uri="{FF2B5EF4-FFF2-40B4-BE49-F238E27FC236}">
                <a16:creationId xmlns:a16="http://schemas.microsoft.com/office/drawing/2014/main" id="{0D7C7C53-D901-9F4E-3524-4BDF0BE49976}"/>
              </a:ext>
            </a:extLst>
          </p:cNvPr>
          <p:cNvSpPr>
            <a:spLocks noGrp="1"/>
          </p:cNvSpPr>
          <p:nvPr>
            <p:ph type="sldNum" sz="quarter" idx="12"/>
          </p:nvPr>
        </p:nvSpPr>
        <p:spPr/>
        <p:txBody>
          <a:bodyPr/>
          <a:lstStyle/>
          <a:p>
            <a:fld id="{95E664E9-BB0A-4932-9D77-E0DDE5779A37}" type="slidenum">
              <a:rPr lang="en-US" smtClean="0"/>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Cont….</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normAutofit fontScale="92500" lnSpcReduction="20000"/>
          </a:bodyPr>
          <a:lstStyle/>
          <a:p>
            <a:r>
              <a:rPr lang="en-US" b="1" dirty="0"/>
              <a:t>DELETE AN ELEMENT FROM THE RIGHT SIDE OF </a:t>
            </a:r>
            <a:r>
              <a:rPr lang="en-US" b="1"/>
              <a:t>THE DE-QUEUE</a:t>
            </a:r>
            <a:endParaRPr lang="en-US" b="1" dirty="0"/>
          </a:p>
          <a:p>
            <a:pPr lvl="1">
              <a:buNone/>
            </a:pPr>
            <a:r>
              <a:rPr lang="en-US" dirty="0"/>
              <a:t>1. If (left == – 1)</a:t>
            </a:r>
          </a:p>
          <a:p>
            <a:pPr lvl="2">
              <a:buNone/>
            </a:pPr>
            <a:r>
              <a:rPr lang="en-US" dirty="0"/>
              <a:t>(</a:t>
            </a:r>
            <a:r>
              <a:rPr lang="en-US" i="1" dirty="0"/>
              <a:t>a) Display “Queue Underflow”</a:t>
            </a:r>
          </a:p>
          <a:p>
            <a:pPr lvl="2">
              <a:buNone/>
            </a:pPr>
            <a:r>
              <a:rPr lang="en-US" dirty="0"/>
              <a:t>(</a:t>
            </a:r>
            <a:r>
              <a:rPr lang="en-US" i="1" dirty="0"/>
              <a:t>b) Exit</a:t>
            </a:r>
          </a:p>
          <a:p>
            <a:pPr lvl="1">
              <a:buNone/>
            </a:pPr>
            <a:r>
              <a:rPr lang="en-US" dirty="0"/>
              <a:t>2. DATA = Q [right]</a:t>
            </a:r>
            <a:endParaRPr lang="en-US" dirty="0">
              <a:solidFill>
                <a:srgbClr val="FF0000"/>
              </a:solidFill>
            </a:endParaRPr>
          </a:p>
          <a:p>
            <a:pPr lvl="1">
              <a:buNone/>
            </a:pPr>
            <a:r>
              <a:rPr lang="en-US" dirty="0"/>
              <a:t>3. If (left == right) </a:t>
            </a:r>
            <a:r>
              <a:rPr lang="en-US" dirty="0">
                <a:solidFill>
                  <a:srgbClr val="FF0000"/>
                </a:solidFill>
              </a:rPr>
              <a:t>//queue has only one element</a:t>
            </a:r>
            <a:endParaRPr lang="en-US" dirty="0"/>
          </a:p>
          <a:p>
            <a:pPr lvl="2">
              <a:buNone/>
            </a:pPr>
            <a:r>
              <a:rPr lang="en-US" dirty="0"/>
              <a:t>(</a:t>
            </a:r>
            <a:r>
              <a:rPr lang="en-US" i="1" dirty="0"/>
              <a:t>a) left = – 1</a:t>
            </a:r>
          </a:p>
          <a:p>
            <a:pPr lvl="2">
              <a:buNone/>
            </a:pPr>
            <a:r>
              <a:rPr lang="en-US" dirty="0"/>
              <a:t>(</a:t>
            </a:r>
            <a:r>
              <a:rPr lang="en-US" i="1" dirty="0"/>
              <a:t>b) right = – 1</a:t>
            </a:r>
          </a:p>
          <a:p>
            <a:pPr lvl="1">
              <a:buNone/>
            </a:pPr>
            <a:r>
              <a:rPr lang="en-US" dirty="0"/>
              <a:t>4. Else</a:t>
            </a:r>
          </a:p>
          <a:p>
            <a:pPr lvl="2">
              <a:buNone/>
            </a:pPr>
            <a:r>
              <a:rPr lang="en-US" dirty="0"/>
              <a:t>(</a:t>
            </a:r>
            <a:r>
              <a:rPr lang="en-US" i="1" dirty="0"/>
              <a:t>a) if(right == 0)</a:t>
            </a:r>
          </a:p>
          <a:p>
            <a:pPr lvl="3">
              <a:buNone/>
            </a:pPr>
            <a:r>
              <a:rPr lang="en-US" dirty="0"/>
              <a:t>(</a:t>
            </a:r>
            <a:r>
              <a:rPr lang="en-US" i="1" dirty="0" err="1"/>
              <a:t>i</a:t>
            </a:r>
            <a:r>
              <a:rPr lang="en-US" i="1" dirty="0"/>
              <a:t>) right </a:t>
            </a:r>
            <a:r>
              <a:rPr lang="en-US" i="1"/>
              <a:t>= MAX-1</a:t>
            </a:r>
            <a:endParaRPr lang="en-US" i="1" dirty="0"/>
          </a:p>
          <a:p>
            <a:pPr lvl="2">
              <a:buNone/>
            </a:pPr>
            <a:r>
              <a:rPr lang="en-US" dirty="0"/>
              <a:t>(</a:t>
            </a:r>
            <a:r>
              <a:rPr lang="en-US" i="1" dirty="0"/>
              <a:t>b) else</a:t>
            </a:r>
          </a:p>
          <a:p>
            <a:pPr lvl="3">
              <a:buNone/>
            </a:pPr>
            <a:r>
              <a:rPr lang="en-US" dirty="0"/>
              <a:t>(</a:t>
            </a:r>
            <a:r>
              <a:rPr lang="en-US" i="1" dirty="0" err="1"/>
              <a:t>i</a:t>
            </a:r>
            <a:r>
              <a:rPr lang="en-US" i="1" dirty="0"/>
              <a:t>) right </a:t>
            </a:r>
            <a:r>
              <a:rPr lang="en-US" i="1"/>
              <a:t>= right-1</a:t>
            </a:r>
            <a:endParaRPr lang="en-US" i="1" dirty="0"/>
          </a:p>
          <a:p>
            <a:pPr lvl="1">
              <a:buNone/>
            </a:pPr>
            <a:r>
              <a:rPr lang="en-US" dirty="0"/>
              <a:t>5. Exit</a:t>
            </a:r>
          </a:p>
        </p:txBody>
      </p:sp>
      <p:sp>
        <p:nvSpPr>
          <p:cNvPr id="5" name="Slide Number Placeholder 4">
            <a:extLst>
              <a:ext uri="{FF2B5EF4-FFF2-40B4-BE49-F238E27FC236}">
                <a16:creationId xmlns:a16="http://schemas.microsoft.com/office/drawing/2014/main" id="{E228F65F-159C-4E1B-B3B8-D2B5FABDAC38}"/>
              </a:ext>
            </a:extLst>
          </p:cNvPr>
          <p:cNvSpPr>
            <a:spLocks noGrp="1"/>
          </p:cNvSpPr>
          <p:nvPr>
            <p:ph type="sldNum" sz="quarter" idx="12"/>
          </p:nvPr>
        </p:nvSpPr>
        <p:spPr/>
        <p:txBody>
          <a:bodyPr/>
          <a:lstStyle/>
          <a:p>
            <a:fld id="{95E664E9-BB0A-4932-9D77-E0DDE5779A37}" type="slidenum">
              <a:rPr lang="en-US" smtClean="0"/>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a:t>Cont…..</a:t>
            </a:r>
          </a:p>
        </p:txBody>
      </p:sp>
      <p:sp>
        <p:nvSpPr>
          <p:cNvPr id="3" name="Footer Placeholder 2"/>
          <p:cNvSpPr>
            <a:spLocks noGrp="1"/>
          </p:cNvSpPr>
          <p:nvPr>
            <p:ph type="ftr" sz="quarter" idx="11"/>
          </p:nvPr>
        </p:nvSpPr>
        <p:spPr/>
        <p:txBody>
          <a:bodyPr/>
          <a:lstStyle/>
          <a:p>
            <a:pPr algn="ctr"/>
            <a:r>
              <a:rPr lang="en-US" dirty="0"/>
              <a:t>Data Structures</a:t>
            </a:r>
          </a:p>
        </p:txBody>
      </p:sp>
      <p:sp>
        <p:nvSpPr>
          <p:cNvPr id="4" name="Content Placeholder 3"/>
          <p:cNvSpPr>
            <a:spLocks noGrp="1"/>
          </p:cNvSpPr>
          <p:nvPr>
            <p:ph sz="quarter" idx="1"/>
          </p:nvPr>
        </p:nvSpPr>
        <p:spPr/>
        <p:txBody>
          <a:bodyPr>
            <a:normAutofit fontScale="85000" lnSpcReduction="20000"/>
          </a:bodyPr>
          <a:lstStyle/>
          <a:p>
            <a:r>
              <a:rPr lang="en-US" b="1" dirty="0"/>
              <a:t>DELETE AN ELEMENT FROM THE LEFT SIDE OF </a:t>
            </a:r>
            <a:r>
              <a:rPr lang="en-US" b="1"/>
              <a:t>THE DE-QUEUE</a:t>
            </a:r>
            <a:endParaRPr lang="en-US" b="1" dirty="0"/>
          </a:p>
          <a:p>
            <a:pPr>
              <a:buNone/>
            </a:pPr>
            <a:r>
              <a:rPr lang="en-US" dirty="0"/>
              <a:t>1. If (left == – 1)</a:t>
            </a:r>
          </a:p>
          <a:p>
            <a:pPr lvl="1">
              <a:buNone/>
            </a:pPr>
            <a:r>
              <a:rPr lang="en-US" dirty="0"/>
              <a:t>(</a:t>
            </a:r>
            <a:r>
              <a:rPr lang="en-US" i="1" dirty="0"/>
              <a:t>a) Display “Queue Underflow”</a:t>
            </a:r>
          </a:p>
          <a:p>
            <a:pPr lvl="1">
              <a:buNone/>
            </a:pPr>
            <a:r>
              <a:rPr lang="en-US" dirty="0"/>
              <a:t>(</a:t>
            </a:r>
            <a:r>
              <a:rPr lang="en-US" i="1" dirty="0"/>
              <a:t>b) Exit</a:t>
            </a:r>
          </a:p>
          <a:p>
            <a:pPr>
              <a:buNone/>
            </a:pPr>
            <a:r>
              <a:rPr lang="en-US" dirty="0"/>
              <a:t>2. DATA = Q [left]</a:t>
            </a:r>
          </a:p>
          <a:p>
            <a:pPr>
              <a:buNone/>
            </a:pPr>
            <a:r>
              <a:rPr lang="en-US" dirty="0"/>
              <a:t>3. If(left == right)</a:t>
            </a:r>
          </a:p>
          <a:p>
            <a:pPr lvl="1">
              <a:buNone/>
            </a:pPr>
            <a:r>
              <a:rPr lang="en-US" dirty="0"/>
              <a:t>(</a:t>
            </a:r>
            <a:r>
              <a:rPr lang="en-US" i="1" dirty="0"/>
              <a:t>a) left = – 1</a:t>
            </a:r>
          </a:p>
          <a:p>
            <a:pPr lvl="1">
              <a:buNone/>
            </a:pPr>
            <a:r>
              <a:rPr lang="en-US" dirty="0"/>
              <a:t>(</a:t>
            </a:r>
            <a:r>
              <a:rPr lang="en-US" i="1" dirty="0"/>
              <a:t>b) right = – 1</a:t>
            </a:r>
          </a:p>
          <a:p>
            <a:pPr>
              <a:buNone/>
            </a:pPr>
            <a:r>
              <a:rPr lang="en-US" dirty="0"/>
              <a:t>4. Else</a:t>
            </a:r>
          </a:p>
          <a:p>
            <a:pPr lvl="1">
              <a:buNone/>
            </a:pPr>
            <a:r>
              <a:rPr lang="en-US" dirty="0"/>
              <a:t>(</a:t>
            </a:r>
            <a:r>
              <a:rPr lang="en-US" i="1" dirty="0"/>
              <a:t>a) if (left </a:t>
            </a:r>
            <a:r>
              <a:rPr lang="en-US" i="1"/>
              <a:t>== MAX-1</a:t>
            </a:r>
            <a:r>
              <a:rPr lang="en-US" i="1" dirty="0"/>
              <a:t>)</a:t>
            </a:r>
          </a:p>
          <a:p>
            <a:pPr lvl="2">
              <a:buNone/>
            </a:pPr>
            <a:r>
              <a:rPr lang="en-US" dirty="0"/>
              <a:t>(</a:t>
            </a:r>
            <a:r>
              <a:rPr lang="en-US" i="1" dirty="0" err="1"/>
              <a:t>i</a:t>
            </a:r>
            <a:r>
              <a:rPr lang="en-US" i="1" dirty="0"/>
              <a:t>) left = 0</a:t>
            </a:r>
          </a:p>
          <a:p>
            <a:pPr lvl="1">
              <a:buNone/>
            </a:pPr>
            <a:r>
              <a:rPr lang="en-US" dirty="0"/>
              <a:t>(</a:t>
            </a:r>
            <a:r>
              <a:rPr lang="en-US" i="1" dirty="0"/>
              <a:t>b) Else</a:t>
            </a:r>
          </a:p>
          <a:p>
            <a:pPr lvl="2">
              <a:buNone/>
            </a:pPr>
            <a:r>
              <a:rPr lang="en-US" dirty="0"/>
              <a:t>(</a:t>
            </a:r>
            <a:r>
              <a:rPr lang="en-US" i="1" dirty="0" err="1"/>
              <a:t>i</a:t>
            </a:r>
            <a:r>
              <a:rPr lang="en-US" i="1" dirty="0"/>
              <a:t>) left = left +1</a:t>
            </a:r>
          </a:p>
          <a:p>
            <a:pPr>
              <a:buNone/>
            </a:pPr>
            <a:r>
              <a:rPr lang="en-US" dirty="0"/>
              <a:t>5. Exit</a:t>
            </a:r>
          </a:p>
        </p:txBody>
      </p:sp>
      <p:sp>
        <p:nvSpPr>
          <p:cNvPr id="5" name="Slide Number Placeholder 4">
            <a:extLst>
              <a:ext uri="{FF2B5EF4-FFF2-40B4-BE49-F238E27FC236}">
                <a16:creationId xmlns:a16="http://schemas.microsoft.com/office/drawing/2014/main" id="{90216486-1D64-5184-F039-0040046240BD}"/>
              </a:ext>
            </a:extLst>
          </p:cNvPr>
          <p:cNvSpPr>
            <a:spLocks noGrp="1"/>
          </p:cNvSpPr>
          <p:nvPr>
            <p:ph type="sldNum" sz="quarter" idx="12"/>
          </p:nvPr>
        </p:nvSpPr>
        <p:spPr/>
        <p:txBody>
          <a:bodyPr/>
          <a:lstStyle/>
          <a:p>
            <a:fld id="{95E664E9-BB0A-4932-9D77-E0DDE5779A37}" type="slidenum">
              <a:rPr lang="en-US" smtClean="0"/>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4E6A6-C571-4370-C1C7-86F91D50D4EE}"/>
              </a:ext>
            </a:extLst>
          </p:cNvPr>
          <p:cNvSpPr>
            <a:spLocks noGrp="1"/>
          </p:cNvSpPr>
          <p:nvPr>
            <p:ph type="title"/>
          </p:nvPr>
        </p:nvSpPr>
        <p:spPr/>
        <p:txBody>
          <a:bodyPr/>
          <a:lstStyle/>
          <a:p>
            <a:r>
              <a:rPr lang="en-US" dirty="0"/>
              <a:t>Does a Deque Follow FIFO?</a:t>
            </a:r>
          </a:p>
        </p:txBody>
      </p:sp>
      <p:sp>
        <p:nvSpPr>
          <p:cNvPr id="3" name="Footer Placeholder 2">
            <a:extLst>
              <a:ext uri="{FF2B5EF4-FFF2-40B4-BE49-F238E27FC236}">
                <a16:creationId xmlns:a16="http://schemas.microsoft.com/office/drawing/2014/main" id="{A44CA96D-1A29-8590-AE3F-BE7DEA67502F}"/>
              </a:ext>
            </a:extLst>
          </p:cNvPr>
          <p:cNvSpPr>
            <a:spLocks noGrp="1"/>
          </p:cNvSpPr>
          <p:nvPr>
            <p:ph type="ftr" sz="quarter" idx="11"/>
          </p:nvPr>
        </p:nvSpPr>
        <p:spPr/>
        <p:txBody>
          <a:bodyPr/>
          <a:lstStyle/>
          <a:p>
            <a:pPr algn="ctr"/>
            <a:r>
              <a:rPr lang="en-US" dirty="0"/>
              <a:t>Data Structures</a:t>
            </a:r>
          </a:p>
        </p:txBody>
      </p:sp>
      <p:sp>
        <p:nvSpPr>
          <p:cNvPr id="4" name="Content Placeholder 3">
            <a:extLst>
              <a:ext uri="{FF2B5EF4-FFF2-40B4-BE49-F238E27FC236}">
                <a16:creationId xmlns:a16="http://schemas.microsoft.com/office/drawing/2014/main" id="{3B85FA22-9E14-9686-73DF-D3AF11E4A482}"/>
              </a:ext>
            </a:extLst>
          </p:cNvPr>
          <p:cNvSpPr>
            <a:spLocks noGrp="1"/>
          </p:cNvSpPr>
          <p:nvPr>
            <p:ph sz="quarter" idx="1"/>
          </p:nvPr>
        </p:nvSpPr>
        <p:spPr/>
        <p:txBody>
          <a:bodyPr>
            <a:normAutofit/>
          </a:bodyPr>
          <a:lstStyle/>
          <a:p>
            <a:r>
              <a:rPr lang="en-US" sz="2800" b="1" dirty="0"/>
              <a:t>FIFO is retained if:</a:t>
            </a:r>
          </a:p>
          <a:p>
            <a:pPr lvl="1"/>
            <a:r>
              <a:rPr lang="en-US" sz="2500" dirty="0"/>
              <a:t>Insert at rear (</a:t>
            </a:r>
            <a:r>
              <a:rPr lang="en-US" sz="2500" dirty="0" err="1"/>
              <a:t>pushRear</a:t>
            </a:r>
            <a:r>
              <a:rPr lang="en-US" sz="2500" dirty="0"/>
              <a:t>()).</a:t>
            </a:r>
          </a:p>
          <a:p>
            <a:pPr lvl="1"/>
            <a:r>
              <a:rPr lang="en-US" sz="2500" dirty="0"/>
              <a:t>Remove from front (</a:t>
            </a:r>
            <a:r>
              <a:rPr lang="en-US" sz="2500" dirty="0" err="1"/>
              <a:t>popFront</a:t>
            </a:r>
            <a:r>
              <a:rPr lang="en-US" sz="2500" dirty="0"/>
              <a:t>()).</a:t>
            </a:r>
          </a:p>
          <a:p>
            <a:pPr lvl="1"/>
            <a:r>
              <a:rPr lang="en-US" sz="2500" dirty="0"/>
              <a:t>Behaves like a queue.</a:t>
            </a:r>
          </a:p>
          <a:p>
            <a:endParaRPr lang="en-US" sz="2800" dirty="0"/>
          </a:p>
          <a:p>
            <a:r>
              <a:rPr lang="en-US" sz="2800" b="1" dirty="0"/>
              <a:t>FIFO is NOT retained if:</a:t>
            </a:r>
          </a:p>
          <a:p>
            <a:pPr lvl="1"/>
            <a:r>
              <a:rPr lang="en-US" sz="2500" dirty="0"/>
              <a:t>Insert at front and remove from rear (LIFO behavior).</a:t>
            </a:r>
          </a:p>
          <a:p>
            <a:pPr lvl="1"/>
            <a:r>
              <a:rPr lang="en-US" sz="2500" dirty="0"/>
              <a:t>Random insertions and deletions from both ends.</a:t>
            </a:r>
          </a:p>
        </p:txBody>
      </p:sp>
      <p:sp>
        <p:nvSpPr>
          <p:cNvPr id="5" name="Slide Number Placeholder 4">
            <a:extLst>
              <a:ext uri="{FF2B5EF4-FFF2-40B4-BE49-F238E27FC236}">
                <a16:creationId xmlns:a16="http://schemas.microsoft.com/office/drawing/2014/main" id="{150C0527-4DB3-250A-F1CC-9C85A1211BB4}"/>
              </a:ext>
            </a:extLst>
          </p:cNvPr>
          <p:cNvSpPr>
            <a:spLocks noGrp="1"/>
          </p:cNvSpPr>
          <p:nvPr>
            <p:ph type="sldNum" sz="quarter" idx="12"/>
          </p:nvPr>
        </p:nvSpPr>
        <p:spPr/>
        <p:txBody>
          <a:bodyPr/>
          <a:lstStyle/>
          <a:p>
            <a:fld id="{95E664E9-BB0A-4932-9D77-E0DDE5779A37}" type="slidenum">
              <a:rPr lang="en-US" smtClean="0"/>
              <a:pPr/>
              <a:t>40</a:t>
            </a:fld>
            <a:endParaRPr lang="en-US" dirty="0"/>
          </a:p>
        </p:txBody>
      </p:sp>
    </p:spTree>
    <p:extLst>
      <p:ext uri="{BB962C8B-B14F-4D97-AF65-F5344CB8AC3E}">
        <p14:creationId xmlns:p14="http://schemas.microsoft.com/office/powerpoint/2010/main" val="7033586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6E4D2-C290-3A3F-6A90-5836C8744374}"/>
              </a:ext>
            </a:extLst>
          </p:cNvPr>
          <p:cNvSpPr>
            <a:spLocks noGrp="1"/>
          </p:cNvSpPr>
          <p:nvPr>
            <p:ph type="title"/>
          </p:nvPr>
        </p:nvSpPr>
        <p:spPr/>
        <p:txBody>
          <a:bodyPr>
            <a:normAutofit fontScale="90000"/>
          </a:bodyPr>
          <a:lstStyle/>
          <a:p>
            <a:r>
              <a:rPr lang="en-US" dirty="0"/>
              <a:t>Deque (Double-Ended Queue) using Linked List</a:t>
            </a:r>
          </a:p>
        </p:txBody>
      </p:sp>
      <p:sp>
        <p:nvSpPr>
          <p:cNvPr id="3" name="Footer Placeholder 2">
            <a:extLst>
              <a:ext uri="{FF2B5EF4-FFF2-40B4-BE49-F238E27FC236}">
                <a16:creationId xmlns:a16="http://schemas.microsoft.com/office/drawing/2014/main" id="{4DE7884B-12A1-3FD1-EDEE-6EED10A3AF95}"/>
              </a:ext>
            </a:extLst>
          </p:cNvPr>
          <p:cNvSpPr>
            <a:spLocks noGrp="1"/>
          </p:cNvSpPr>
          <p:nvPr>
            <p:ph type="ftr" sz="quarter" idx="11"/>
          </p:nvPr>
        </p:nvSpPr>
        <p:spPr/>
        <p:txBody>
          <a:bodyPr/>
          <a:lstStyle/>
          <a:p>
            <a:pPr algn="ctr"/>
            <a:r>
              <a:rPr lang="en-US" dirty="0"/>
              <a:t>Data Structures</a:t>
            </a:r>
          </a:p>
        </p:txBody>
      </p:sp>
      <p:sp>
        <p:nvSpPr>
          <p:cNvPr id="4" name="Content Placeholder 3">
            <a:extLst>
              <a:ext uri="{FF2B5EF4-FFF2-40B4-BE49-F238E27FC236}">
                <a16:creationId xmlns:a16="http://schemas.microsoft.com/office/drawing/2014/main" id="{23BD5C74-FD58-E73F-AD71-A06A537E7786}"/>
              </a:ext>
            </a:extLst>
          </p:cNvPr>
          <p:cNvSpPr>
            <a:spLocks noGrp="1"/>
          </p:cNvSpPr>
          <p:nvPr>
            <p:ph sz="quarter" idx="1"/>
          </p:nvPr>
        </p:nvSpPr>
        <p:spPr/>
        <p:txBody>
          <a:bodyPr/>
          <a:lstStyle/>
          <a:p>
            <a:pPr>
              <a:buNone/>
            </a:pPr>
            <a:r>
              <a:rPr lang="en-US" sz="2400" dirty="0"/>
              <a:t>A </a:t>
            </a:r>
            <a:r>
              <a:rPr lang="en-US" sz="2400" b="1" dirty="0"/>
              <a:t>Deque (Double-ended Queue)</a:t>
            </a:r>
            <a:r>
              <a:rPr lang="en-US" sz="2400" dirty="0"/>
              <a:t> allows insertion and deletion from both ends.</a:t>
            </a:r>
          </a:p>
          <a:p>
            <a:pPr>
              <a:buNone/>
            </a:pPr>
            <a:r>
              <a:rPr lang="en-US" sz="2400" b="1" dirty="0"/>
              <a:t>Operations</a:t>
            </a:r>
          </a:p>
          <a:p>
            <a:pPr lvl="1">
              <a:buFont typeface="+mj-lt"/>
              <a:buAutoNum type="arabicPeriod"/>
            </a:pPr>
            <a:r>
              <a:rPr lang="en-US" sz="2400" b="1" dirty="0"/>
              <a:t>Insert Front</a:t>
            </a:r>
            <a:r>
              <a:rPr lang="en-US" sz="2400" dirty="0"/>
              <a:t>:  Add a node at the front.</a:t>
            </a:r>
          </a:p>
          <a:p>
            <a:pPr lvl="1">
              <a:buFont typeface="+mj-lt"/>
              <a:buAutoNum type="arabicPeriod"/>
            </a:pPr>
            <a:r>
              <a:rPr lang="en-US" sz="2400" b="1" dirty="0"/>
              <a:t>Insert Rear</a:t>
            </a:r>
            <a:r>
              <a:rPr lang="en-US" sz="2400" dirty="0"/>
              <a:t>:  Add a node at the rear.</a:t>
            </a:r>
          </a:p>
          <a:p>
            <a:pPr lvl="1">
              <a:buFont typeface="+mj-lt"/>
              <a:buAutoNum type="arabicPeriod"/>
            </a:pPr>
            <a:r>
              <a:rPr lang="en-US" sz="2400" b="1" dirty="0"/>
              <a:t>Delete Front</a:t>
            </a:r>
            <a:r>
              <a:rPr lang="en-US" sz="2400" dirty="0"/>
              <a:t>: Remove a node from the front.</a:t>
            </a:r>
          </a:p>
          <a:p>
            <a:pPr lvl="1">
              <a:buFont typeface="+mj-lt"/>
              <a:buAutoNum type="arabicPeriod"/>
            </a:pPr>
            <a:r>
              <a:rPr lang="en-US" sz="2400" b="1" dirty="0"/>
              <a:t>Delete Rear</a:t>
            </a:r>
            <a:r>
              <a:rPr lang="en-US" sz="2400" dirty="0"/>
              <a:t>: Remove a node from the rear.</a:t>
            </a:r>
          </a:p>
          <a:p>
            <a:endParaRPr lang="en-US" dirty="0"/>
          </a:p>
        </p:txBody>
      </p:sp>
      <p:sp>
        <p:nvSpPr>
          <p:cNvPr id="5" name="Slide Number Placeholder 4">
            <a:extLst>
              <a:ext uri="{FF2B5EF4-FFF2-40B4-BE49-F238E27FC236}">
                <a16:creationId xmlns:a16="http://schemas.microsoft.com/office/drawing/2014/main" id="{BD3CDA2C-74DA-C3BA-4F93-A6A1AD073F35}"/>
              </a:ext>
            </a:extLst>
          </p:cNvPr>
          <p:cNvSpPr>
            <a:spLocks noGrp="1"/>
          </p:cNvSpPr>
          <p:nvPr>
            <p:ph type="sldNum" sz="quarter" idx="12"/>
          </p:nvPr>
        </p:nvSpPr>
        <p:spPr/>
        <p:txBody>
          <a:bodyPr/>
          <a:lstStyle/>
          <a:p>
            <a:fld id="{95E664E9-BB0A-4932-9D77-E0DDE5779A37}" type="slidenum">
              <a:rPr lang="en-US" smtClean="0"/>
              <a:pPr/>
              <a:t>41</a:t>
            </a:fld>
            <a:endParaRPr lang="en-US" dirty="0"/>
          </a:p>
        </p:txBody>
      </p:sp>
    </p:spTree>
    <p:extLst>
      <p:ext uri="{BB962C8B-B14F-4D97-AF65-F5344CB8AC3E}">
        <p14:creationId xmlns:p14="http://schemas.microsoft.com/office/powerpoint/2010/main" val="8831733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D9666-52E7-EEF9-7168-1194F63C363C}"/>
              </a:ext>
            </a:extLst>
          </p:cNvPr>
          <p:cNvSpPr>
            <a:spLocks noGrp="1"/>
          </p:cNvSpPr>
          <p:nvPr>
            <p:ph type="title"/>
          </p:nvPr>
        </p:nvSpPr>
        <p:spPr/>
        <p:txBody>
          <a:bodyPr/>
          <a:lstStyle/>
          <a:p>
            <a:r>
              <a:rPr lang="en-US" dirty="0"/>
              <a:t>Final Summary</a:t>
            </a:r>
          </a:p>
        </p:txBody>
      </p:sp>
      <p:sp>
        <p:nvSpPr>
          <p:cNvPr id="3" name="Footer Placeholder 2">
            <a:extLst>
              <a:ext uri="{FF2B5EF4-FFF2-40B4-BE49-F238E27FC236}">
                <a16:creationId xmlns:a16="http://schemas.microsoft.com/office/drawing/2014/main" id="{7E7F5C55-6F48-91CF-90AE-0AF1BDF7F185}"/>
              </a:ext>
            </a:extLst>
          </p:cNvPr>
          <p:cNvSpPr>
            <a:spLocks noGrp="1"/>
          </p:cNvSpPr>
          <p:nvPr>
            <p:ph type="ftr" sz="quarter" idx="11"/>
          </p:nvPr>
        </p:nvSpPr>
        <p:spPr/>
        <p:txBody>
          <a:bodyPr/>
          <a:lstStyle/>
          <a:p>
            <a:pPr algn="ctr"/>
            <a:r>
              <a:rPr lang="en-US" dirty="0"/>
              <a:t>Data Structures</a:t>
            </a:r>
          </a:p>
        </p:txBody>
      </p:sp>
      <p:graphicFrame>
        <p:nvGraphicFramePr>
          <p:cNvPr id="5" name="Content Placeholder 4">
            <a:extLst>
              <a:ext uri="{FF2B5EF4-FFF2-40B4-BE49-F238E27FC236}">
                <a16:creationId xmlns:a16="http://schemas.microsoft.com/office/drawing/2014/main" id="{3EB3E619-1004-DA91-C9AA-E7D6316D9FE6}"/>
              </a:ext>
            </a:extLst>
          </p:cNvPr>
          <p:cNvGraphicFramePr>
            <a:graphicFrameLocks noGrp="1"/>
          </p:cNvGraphicFramePr>
          <p:nvPr>
            <p:ph sz="quarter" idx="1"/>
            <p:extLst>
              <p:ext uri="{D42A27DB-BD31-4B8C-83A1-F6EECF244321}">
                <p14:modId xmlns:p14="http://schemas.microsoft.com/office/powerpoint/2010/main" val="1021241538"/>
              </p:ext>
            </p:extLst>
          </p:nvPr>
        </p:nvGraphicFramePr>
        <p:xfrm>
          <a:off x="457200" y="1219200"/>
          <a:ext cx="8229600" cy="2021840"/>
        </p:xfrm>
        <a:graphic>
          <a:graphicData uri="http://schemas.openxmlformats.org/drawingml/2006/table">
            <a:tbl>
              <a:tblPr firstRow="1" bandRow="1">
                <a:tableStyleId>{5940675A-B579-460E-94D1-54222C63F5DA}</a:tableStyleId>
              </a:tblPr>
              <a:tblGrid>
                <a:gridCol w="2057400">
                  <a:extLst>
                    <a:ext uri="{9D8B030D-6E8A-4147-A177-3AD203B41FA5}">
                      <a16:colId xmlns:a16="http://schemas.microsoft.com/office/drawing/2014/main" val="1751549299"/>
                    </a:ext>
                  </a:extLst>
                </a:gridCol>
                <a:gridCol w="2057400">
                  <a:extLst>
                    <a:ext uri="{9D8B030D-6E8A-4147-A177-3AD203B41FA5}">
                      <a16:colId xmlns:a16="http://schemas.microsoft.com/office/drawing/2014/main" val="4165298523"/>
                    </a:ext>
                  </a:extLst>
                </a:gridCol>
                <a:gridCol w="2057400">
                  <a:extLst>
                    <a:ext uri="{9D8B030D-6E8A-4147-A177-3AD203B41FA5}">
                      <a16:colId xmlns:a16="http://schemas.microsoft.com/office/drawing/2014/main" val="1225669353"/>
                    </a:ext>
                  </a:extLst>
                </a:gridCol>
                <a:gridCol w="2057400">
                  <a:extLst>
                    <a:ext uri="{9D8B030D-6E8A-4147-A177-3AD203B41FA5}">
                      <a16:colId xmlns:a16="http://schemas.microsoft.com/office/drawing/2014/main" val="3208122092"/>
                    </a:ext>
                  </a:extLst>
                </a:gridCol>
              </a:tblGrid>
              <a:tr h="370840">
                <a:tc>
                  <a:txBody>
                    <a:bodyPr/>
                    <a:lstStyle/>
                    <a:p>
                      <a:r>
                        <a:rPr lang="en-US" b="1"/>
                        <a:t>Data Structure</a:t>
                      </a:r>
                      <a:endParaRPr lang="en-US"/>
                    </a:p>
                  </a:txBody>
                  <a:tcPr anchor="ctr"/>
                </a:tc>
                <a:tc>
                  <a:txBody>
                    <a:bodyPr/>
                    <a:lstStyle/>
                    <a:p>
                      <a:r>
                        <a:rPr lang="en-US" b="1"/>
                        <a:t>Insertion</a:t>
                      </a:r>
                      <a:endParaRPr lang="en-US"/>
                    </a:p>
                  </a:txBody>
                  <a:tcPr anchor="ctr"/>
                </a:tc>
                <a:tc>
                  <a:txBody>
                    <a:bodyPr/>
                    <a:lstStyle/>
                    <a:p>
                      <a:r>
                        <a:rPr lang="en-US" b="1"/>
                        <a:t>Deletion</a:t>
                      </a:r>
                      <a:endParaRPr lang="en-US"/>
                    </a:p>
                  </a:txBody>
                  <a:tcPr anchor="ctr"/>
                </a:tc>
                <a:tc>
                  <a:txBody>
                    <a:bodyPr/>
                    <a:lstStyle/>
                    <a:p>
                      <a:r>
                        <a:rPr lang="en-US" b="1"/>
                        <a:t>Special Features</a:t>
                      </a:r>
                      <a:endParaRPr lang="en-US"/>
                    </a:p>
                  </a:txBody>
                  <a:tcPr anchor="ctr"/>
                </a:tc>
                <a:extLst>
                  <a:ext uri="{0D108BD9-81ED-4DB2-BD59-A6C34878D82A}">
                    <a16:rowId xmlns:a16="http://schemas.microsoft.com/office/drawing/2014/main" val="735972704"/>
                  </a:ext>
                </a:extLst>
              </a:tr>
              <a:tr h="370840">
                <a:tc>
                  <a:txBody>
                    <a:bodyPr/>
                    <a:lstStyle/>
                    <a:p>
                      <a:r>
                        <a:rPr lang="en-US"/>
                        <a:t>Queue (Linked List)</a:t>
                      </a:r>
                    </a:p>
                  </a:txBody>
                  <a:tcPr anchor="ctr"/>
                </a:tc>
                <a:tc>
                  <a:txBody>
                    <a:bodyPr/>
                    <a:lstStyle/>
                    <a:p>
                      <a:r>
                        <a:rPr lang="en-US" dirty="0"/>
                        <a:t>Rear (O(1))</a:t>
                      </a:r>
                    </a:p>
                  </a:txBody>
                  <a:tcPr anchor="ctr"/>
                </a:tc>
                <a:tc>
                  <a:txBody>
                    <a:bodyPr/>
                    <a:lstStyle/>
                    <a:p>
                      <a:r>
                        <a:rPr lang="en-US" dirty="0"/>
                        <a:t>Front (O(1))</a:t>
                      </a:r>
                    </a:p>
                  </a:txBody>
                  <a:tcPr anchor="ctr"/>
                </a:tc>
                <a:tc>
                  <a:txBody>
                    <a:bodyPr/>
                    <a:lstStyle/>
                    <a:p>
                      <a:r>
                        <a:rPr lang="en-US" dirty="0"/>
                        <a:t>FIFO maintained</a:t>
                      </a:r>
                    </a:p>
                  </a:txBody>
                  <a:tcPr anchor="ctr"/>
                </a:tc>
                <a:extLst>
                  <a:ext uri="{0D108BD9-81ED-4DB2-BD59-A6C34878D82A}">
                    <a16:rowId xmlns:a16="http://schemas.microsoft.com/office/drawing/2014/main" val="684566338"/>
                  </a:ext>
                </a:extLst>
              </a:tr>
              <a:tr h="370840">
                <a:tc>
                  <a:txBody>
                    <a:bodyPr/>
                    <a:lstStyle/>
                    <a:p>
                      <a:r>
                        <a:rPr lang="en-US"/>
                        <a:t>Circular Queue (LL)</a:t>
                      </a:r>
                    </a:p>
                  </a:txBody>
                  <a:tcPr anchor="ctr"/>
                </a:tc>
                <a:tc>
                  <a:txBody>
                    <a:bodyPr/>
                    <a:lstStyle/>
                    <a:p>
                      <a:r>
                        <a:rPr lang="en-US" dirty="0"/>
                        <a:t>Rear (O(1))</a:t>
                      </a:r>
                    </a:p>
                  </a:txBody>
                  <a:tcPr anchor="ctr"/>
                </a:tc>
                <a:tc>
                  <a:txBody>
                    <a:bodyPr/>
                    <a:lstStyle/>
                    <a:p>
                      <a:r>
                        <a:rPr lang="en-US" dirty="0"/>
                        <a:t>Front (O(1))</a:t>
                      </a:r>
                    </a:p>
                  </a:txBody>
                  <a:tcPr anchor="ctr"/>
                </a:tc>
                <a:tc>
                  <a:txBody>
                    <a:bodyPr/>
                    <a:lstStyle/>
                    <a:p>
                      <a:r>
                        <a:rPr lang="en-US" dirty="0"/>
                        <a:t>Rear connects to Front</a:t>
                      </a:r>
                    </a:p>
                  </a:txBody>
                  <a:tcPr anchor="ctr"/>
                </a:tc>
                <a:extLst>
                  <a:ext uri="{0D108BD9-81ED-4DB2-BD59-A6C34878D82A}">
                    <a16:rowId xmlns:a16="http://schemas.microsoft.com/office/drawing/2014/main" val="2925328160"/>
                  </a:ext>
                </a:extLst>
              </a:tr>
              <a:tr h="370840">
                <a:tc>
                  <a:txBody>
                    <a:bodyPr/>
                    <a:lstStyle/>
                    <a:p>
                      <a:r>
                        <a:rPr lang="en-US" dirty="0"/>
                        <a:t>Deque (LL)</a:t>
                      </a:r>
                    </a:p>
                  </a:txBody>
                  <a:tcPr anchor="ctr"/>
                </a:tc>
                <a:tc>
                  <a:txBody>
                    <a:bodyPr/>
                    <a:lstStyle/>
                    <a:p>
                      <a:r>
                        <a:rPr lang="en-US" dirty="0"/>
                        <a:t>Both Ends (O(1))</a:t>
                      </a:r>
                    </a:p>
                  </a:txBody>
                  <a:tcPr anchor="ctr"/>
                </a:tc>
                <a:tc>
                  <a:txBody>
                    <a:bodyPr/>
                    <a:lstStyle/>
                    <a:p>
                      <a:r>
                        <a:rPr lang="en-US" dirty="0"/>
                        <a:t>Both Ends (O(1))</a:t>
                      </a:r>
                    </a:p>
                  </a:txBody>
                  <a:tcPr anchor="ctr"/>
                </a:tc>
                <a:tc>
                  <a:txBody>
                    <a:bodyPr/>
                    <a:lstStyle/>
                    <a:p>
                      <a:r>
                        <a:rPr lang="en-US" dirty="0"/>
                        <a:t>Supports double-ended operations</a:t>
                      </a:r>
                    </a:p>
                  </a:txBody>
                  <a:tcPr anchor="ctr"/>
                </a:tc>
                <a:extLst>
                  <a:ext uri="{0D108BD9-81ED-4DB2-BD59-A6C34878D82A}">
                    <a16:rowId xmlns:a16="http://schemas.microsoft.com/office/drawing/2014/main" val="2936079236"/>
                  </a:ext>
                </a:extLst>
              </a:tr>
            </a:tbl>
          </a:graphicData>
        </a:graphic>
      </p:graphicFrame>
      <p:sp>
        <p:nvSpPr>
          <p:cNvPr id="6" name="Slide Number Placeholder 5">
            <a:extLst>
              <a:ext uri="{FF2B5EF4-FFF2-40B4-BE49-F238E27FC236}">
                <a16:creationId xmlns:a16="http://schemas.microsoft.com/office/drawing/2014/main" id="{123D304B-AF0D-B1C5-7D44-D1E3BF2AA427}"/>
              </a:ext>
            </a:extLst>
          </p:cNvPr>
          <p:cNvSpPr>
            <a:spLocks noGrp="1"/>
          </p:cNvSpPr>
          <p:nvPr>
            <p:ph type="sldNum" sz="quarter" idx="12"/>
          </p:nvPr>
        </p:nvSpPr>
        <p:spPr/>
        <p:txBody>
          <a:bodyPr/>
          <a:lstStyle/>
          <a:p>
            <a:fld id="{95E664E9-BB0A-4932-9D77-E0DDE5779A37}" type="slidenum">
              <a:rPr lang="en-US" smtClean="0"/>
              <a:pPr/>
              <a:t>42</a:t>
            </a:fld>
            <a:endParaRPr lang="en-US" dirty="0"/>
          </a:p>
        </p:txBody>
      </p:sp>
    </p:spTree>
    <p:extLst>
      <p:ext uri="{BB962C8B-B14F-4D97-AF65-F5344CB8AC3E}">
        <p14:creationId xmlns:p14="http://schemas.microsoft.com/office/powerpoint/2010/main" val="28156860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1AD9F-FCAA-108F-6608-ED69DF29851D}"/>
              </a:ext>
            </a:extLst>
          </p:cNvPr>
          <p:cNvSpPr>
            <a:spLocks noGrp="1"/>
          </p:cNvSpPr>
          <p:nvPr>
            <p:ph type="title"/>
          </p:nvPr>
        </p:nvSpPr>
        <p:spPr/>
        <p:txBody>
          <a:bodyPr/>
          <a:lstStyle/>
          <a:p>
            <a:r>
              <a:rPr lang="en-US" dirty="0"/>
              <a:t>DLL is Better than SLL for Deque!</a:t>
            </a:r>
          </a:p>
        </p:txBody>
      </p:sp>
      <p:sp>
        <p:nvSpPr>
          <p:cNvPr id="3" name="Footer Placeholder 2">
            <a:extLst>
              <a:ext uri="{FF2B5EF4-FFF2-40B4-BE49-F238E27FC236}">
                <a16:creationId xmlns:a16="http://schemas.microsoft.com/office/drawing/2014/main" id="{060E1A45-9388-F49D-2CD9-B2568FDA1D98}"/>
              </a:ext>
            </a:extLst>
          </p:cNvPr>
          <p:cNvSpPr>
            <a:spLocks noGrp="1"/>
          </p:cNvSpPr>
          <p:nvPr>
            <p:ph type="ftr" sz="quarter" idx="11"/>
          </p:nvPr>
        </p:nvSpPr>
        <p:spPr/>
        <p:txBody>
          <a:bodyPr/>
          <a:lstStyle/>
          <a:p>
            <a:r>
              <a:rPr lang="en-US"/>
              <a:t>Data Structures</a:t>
            </a:r>
            <a:endParaRPr lang="en-US" dirty="0"/>
          </a:p>
        </p:txBody>
      </p:sp>
      <p:sp>
        <p:nvSpPr>
          <p:cNvPr id="4" name="Slide Number Placeholder 3">
            <a:extLst>
              <a:ext uri="{FF2B5EF4-FFF2-40B4-BE49-F238E27FC236}">
                <a16:creationId xmlns:a16="http://schemas.microsoft.com/office/drawing/2014/main" id="{E8C60B4F-ADEE-FE2A-BADB-3548CF1EF0DD}"/>
              </a:ext>
            </a:extLst>
          </p:cNvPr>
          <p:cNvSpPr>
            <a:spLocks noGrp="1"/>
          </p:cNvSpPr>
          <p:nvPr>
            <p:ph type="sldNum" sz="quarter" idx="12"/>
          </p:nvPr>
        </p:nvSpPr>
        <p:spPr/>
        <p:txBody>
          <a:bodyPr/>
          <a:lstStyle/>
          <a:p>
            <a:fld id="{95E664E9-BB0A-4932-9D77-E0DDE5779A37}" type="slidenum">
              <a:rPr lang="en-US" smtClean="0"/>
              <a:pPr/>
              <a:t>43</a:t>
            </a:fld>
            <a:endParaRPr lang="en-US" dirty="0"/>
          </a:p>
        </p:txBody>
      </p:sp>
      <p:sp>
        <p:nvSpPr>
          <p:cNvPr id="5" name="Content Placeholder 4">
            <a:extLst>
              <a:ext uri="{FF2B5EF4-FFF2-40B4-BE49-F238E27FC236}">
                <a16:creationId xmlns:a16="http://schemas.microsoft.com/office/drawing/2014/main" id="{35BAD4BB-73A5-189C-0BA3-1DB1958615FB}"/>
              </a:ext>
            </a:extLst>
          </p:cNvPr>
          <p:cNvSpPr>
            <a:spLocks noGrp="1"/>
          </p:cNvSpPr>
          <p:nvPr>
            <p:ph sz="quarter" idx="1"/>
          </p:nvPr>
        </p:nvSpPr>
        <p:spPr/>
        <p:txBody>
          <a:bodyPr/>
          <a:lstStyle/>
          <a:p>
            <a:endParaRPr lang="en-US"/>
          </a:p>
        </p:txBody>
      </p:sp>
    </p:spTree>
    <p:extLst>
      <p:ext uri="{BB962C8B-B14F-4D97-AF65-F5344CB8AC3E}">
        <p14:creationId xmlns:p14="http://schemas.microsoft.com/office/powerpoint/2010/main" val="33308446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BB18A-FDCE-D512-901A-4EFC04A063BC}"/>
              </a:ext>
            </a:extLst>
          </p:cNvPr>
          <p:cNvSpPr>
            <a:spLocks noGrp="1"/>
          </p:cNvSpPr>
          <p:nvPr>
            <p:ph type="title"/>
          </p:nvPr>
        </p:nvSpPr>
        <p:spPr/>
        <p:txBody>
          <a:bodyPr>
            <a:normAutofit/>
          </a:bodyPr>
          <a:lstStyle/>
          <a:p>
            <a:r>
              <a:rPr lang="en-US" dirty="0"/>
              <a:t>Applications</a:t>
            </a:r>
          </a:p>
        </p:txBody>
      </p:sp>
      <p:sp>
        <p:nvSpPr>
          <p:cNvPr id="3" name="Footer Placeholder 2">
            <a:extLst>
              <a:ext uri="{FF2B5EF4-FFF2-40B4-BE49-F238E27FC236}">
                <a16:creationId xmlns:a16="http://schemas.microsoft.com/office/drawing/2014/main" id="{FD4C781C-F98B-4256-EF98-55F03C720D93}"/>
              </a:ext>
            </a:extLst>
          </p:cNvPr>
          <p:cNvSpPr>
            <a:spLocks noGrp="1"/>
          </p:cNvSpPr>
          <p:nvPr>
            <p:ph type="ftr" sz="quarter" idx="11"/>
          </p:nvPr>
        </p:nvSpPr>
        <p:spPr/>
        <p:txBody>
          <a:bodyPr/>
          <a:lstStyle/>
          <a:p>
            <a:pPr algn="ctr"/>
            <a:r>
              <a:rPr lang="en-US" dirty="0"/>
              <a:t>Data Structures</a:t>
            </a:r>
          </a:p>
        </p:txBody>
      </p:sp>
      <p:sp>
        <p:nvSpPr>
          <p:cNvPr id="4" name="Content Placeholder 3">
            <a:extLst>
              <a:ext uri="{FF2B5EF4-FFF2-40B4-BE49-F238E27FC236}">
                <a16:creationId xmlns:a16="http://schemas.microsoft.com/office/drawing/2014/main" id="{A6489C28-9029-4A84-1688-017870A83739}"/>
              </a:ext>
            </a:extLst>
          </p:cNvPr>
          <p:cNvSpPr>
            <a:spLocks noGrp="1"/>
          </p:cNvSpPr>
          <p:nvPr>
            <p:ph sz="quarter" idx="1"/>
          </p:nvPr>
        </p:nvSpPr>
        <p:spPr/>
        <p:txBody>
          <a:bodyPr>
            <a:normAutofit fontScale="92500" lnSpcReduction="20000"/>
          </a:bodyPr>
          <a:lstStyle/>
          <a:p>
            <a:pPr algn="just"/>
            <a:r>
              <a:rPr lang="en-US" dirty="0"/>
              <a:t>Dequeues are used in various scenarios where efficient insertion and removal from both ends are needed:</a:t>
            </a:r>
          </a:p>
          <a:p>
            <a:pPr lvl="1" algn="just"/>
            <a:r>
              <a:rPr lang="en-US" b="1" dirty="0"/>
              <a:t>Browser history: </a:t>
            </a:r>
            <a:r>
              <a:rPr lang="en-US" dirty="0"/>
              <a:t>Browsers often use dequeues to manage the back/forward history, allowing users to navigate efficiently between previously visited pages.</a:t>
            </a:r>
          </a:p>
          <a:p>
            <a:pPr lvl="1" algn="just"/>
            <a:r>
              <a:rPr lang="en-US" b="1" dirty="0"/>
              <a:t>Text editing: </a:t>
            </a:r>
            <a:r>
              <a:rPr lang="en-US" dirty="0"/>
              <a:t>Dequeues can be used to implement undo/redo functionality in text editors, where users can reverse or redo recent actions.</a:t>
            </a:r>
          </a:p>
          <a:p>
            <a:pPr lvl="1" algn="just"/>
            <a:r>
              <a:rPr lang="en-US" b="1" dirty="0"/>
              <a:t>Caching: </a:t>
            </a:r>
            <a:r>
              <a:rPr lang="en-US" dirty="0"/>
              <a:t>Caching systems might use dequeues to manage cached items, with newer items added at the back and least recently used items removed from the front to maintain a limited cache size.</a:t>
            </a:r>
          </a:p>
          <a:p>
            <a:pPr lvl="1" algn="just"/>
            <a:r>
              <a:rPr lang="en-US" b="1" dirty="0"/>
              <a:t>Multitasking: </a:t>
            </a:r>
            <a:r>
              <a:rPr lang="en-US" dirty="0"/>
              <a:t>Operating systems can employ dequeues for task scheduling, allowing processes to be added or removed from the running queue dynamically.</a:t>
            </a:r>
          </a:p>
          <a:p>
            <a:pPr lvl="1" algn="just"/>
            <a:r>
              <a:rPr lang="en-US" b="1" dirty="0"/>
              <a:t>Graph algorithms: </a:t>
            </a:r>
            <a:r>
              <a:rPr lang="en-US" dirty="0"/>
              <a:t>Some graph algorithms utilize dequeues to explore paths or perform topological sorting.</a:t>
            </a:r>
          </a:p>
        </p:txBody>
      </p:sp>
      <p:sp>
        <p:nvSpPr>
          <p:cNvPr id="5" name="Slide Number Placeholder 4">
            <a:extLst>
              <a:ext uri="{FF2B5EF4-FFF2-40B4-BE49-F238E27FC236}">
                <a16:creationId xmlns:a16="http://schemas.microsoft.com/office/drawing/2014/main" id="{BD5FE997-740D-3167-A410-0607B806101B}"/>
              </a:ext>
            </a:extLst>
          </p:cNvPr>
          <p:cNvSpPr>
            <a:spLocks noGrp="1"/>
          </p:cNvSpPr>
          <p:nvPr>
            <p:ph type="sldNum" sz="quarter" idx="12"/>
          </p:nvPr>
        </p:nvSpPr>
        <p:spPr/>
        <p:txBody>
          <a:bodyPr/>
          <a:lstStyle/>
          <a:p>
            <a:fld id="{95E664E9-BB0A-4932-9D77-E0DDE5779A37}" type="slidenum">
              <a:rPr lang="en-US" smtClean="0"/>
              <a:pPr/>
              <a:t>44</a:t>
            </a:fld>
            <a:endParaRPr lang="en-US" dirty="0"/>
          </a:p>
        </p:txBody>
      </p:sp>
    </p:spTree>
    <p:extLst>
      <p:ext uri="{BB962C8B-B14F-4D97-AF65-F5344CB8AC3E}">
        <p14:creationId xmlns:p14="http://schemas.microsoft.com/office/powerpoint/2010/main" val="30652045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2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1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8F054C24C56045B24747200A570474" ma:contentTypeVersion="3" ma:contentTypeDescription="Create a new document." ma:contentTypeScope="" ma:versionID="a9d6b0c5e03429742bb9d7b052012d2a">
  <xsd:schema xmlns:xsd="http://www.w3.org/2001/XMLSchema" xmlns:xs="http://www.w3.org/2001/XMLSchema" xmlns:p="http://schemas.microsoft.com/office/2006/metadata/properties" xmlns:ns2="fbb113d8-a423-4c9e-8257-bae59865eaa2" targetNamespace="http://schemas.microsoft.com/office/2006/metadata/properties" ma:root="true" ma:fieldsID="a285371dd10d5c24912be7db6adeb8e8" ns2:_="">
    <xsd:import namespace="fbb113d8-a423-4c9e-8257-bae59865eaa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b113d8-a423-4c9e-8257-bae59865ea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14A8F33-3F0A-4A1D-AE65-C50C7E034B24}"/>
</file>

<file path=customXml/itemProps2.xml><?xml version="1.0" encoding="utf-8"?>
<ds:datastoreItem xmlns:ds="http://schemas.openxmlformats.org/officeDocument/2006/customXml" ds:itemID="{A1ACB8CD-CE60-433F-AA87-02A16F881702}"/>
</file>

<file path=customXml/itemProps3.xml><?xml version="1.0" encoding="utf-8"?>
<ds:datastoreItem xmlns:ds="http://schemas.openxmlformats.org/officeDocument/2006/customXml" ds:itemID="{22358350-212E-4D72-B703-CB061FB366D9}"/>
</file>

<file path=docProps/app.xml><?xml version="1.0" encoding="utf-8"?>
<Properties xmlns="http://schemas.openxmlformats.org/officeDocument/2006/extended-properties" xmlns:vt="http://schemas.openxmlformats.org/officeDocument/2006/docPropsVTypes">
  <Template>Origin</Template>
  <TotalTime>1697</TotalTime>
  <Words>3403</Words>
  <Application>Microsoft Office PowerPoint</Application>
  <PresentationFormat>On-screen Show (4:3)</PresentationFormat>
  <Paragraphs>463</Paragraphs>
  <Slides>44</Slides>
  <Notes>0</Notes>
  <HiddenSlides>1</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44</vt:i4>
      </vt:variant>
    </vt:vector>
  </HeadingPairs>
  <TitlesOfParts>
    <vt:vector size="52" baseType="lpstr">
      <vt:lpstr>Bookman Old Style</vt:lpstr>
      <vt:lpstr>Calibri</vt:lpstr>
      <vt:lpstr>Gill Sans MT</vt:lpstr>
      <vt:lpstr>Wingdings</vt:lpstr>
      <vt:lpstr>Wingdings 3</vt:lpstr>
      <vt:lpstr>Origin</vt:lpstr>
      <vt:lpstr>2_Origin</vt:lpstr>
      <vt:lpstr>1_Origin</vt:lpstr>
      <vt:lpstr> Queues</vt:lpstr>
      <vt:lpstr>INTRODUCTION</vt:lpstr>
      <vt:lpstr>PUSH AND POP OPERATION</vt:lpstr>
      <vt:lpstr>BASIC OPERATIONS ON QUEUE</vt:lpstr>
      <vt:lpstr>IMPLEMENTATION OF QUEUE</vt:lpstr>
      <vt:lpstr>ALGORITHM FOR QUEUE OPERATIONS</vt:lpstr>
      <vt:lpstr>CODE TO INSERT ELEMENT IN THE QUEUE </vt:lpstr>
      <vt:lpstr>ALGORITHM FOR QUEUE OPERATIONS</vt:lpstr>
      <vt:lpstr>CODE TO DELETE AN ELEMENT FROM THE QUEUE </vt:lpstr>
      <vt:lpstr>QUEUE USING LINKED LIST</vt:lpstr>
      <vt:lpstr>QUEUE USING LINKED LIST</vt:lpstr>
      <vt:lpstr>ALGORITHM FOR PUSHING AN ELEMENT TO A QUEUE </vt:lpstr>
      <vt:lpstr>                    ALGORITHM FOR POPPING AN ELEMENT FROM A QUEUE </vt:lpstr>
      <vt:lpstr>Function to push an element into the queue</vt:lpstr>
      <vt:lpstr>Function to pop the element from the queue</vt:lpstr>
      <vt:lpstr>TYPES OF QUEUES</vt:lpstr>
      <vt:lpstr>OTHER QUEUES</vt:lpstr>
      <vt:lpstr>CIRCULAR QUEUE</vt:lpstr>
      <vt:lpstr>Cont…..</vt:lpstr>
      <vt:lpstr>Cont……</vt:lpstr>
      <vt:lpstr>ALGORITHMS</vt:lpstr>
      <vt:lpstr>Cont…</vt:lpstr>
      <vt:lpstr>Circular Queue using Linked List</vt:lpstr>
      <vt:lpstr>APPLICATION OF CIRCULAR QUEUE</vt:lpstr>
      <vt:lpstr>ROUND-ROBIN SCHEDULING</vt:lpstr>
      <vt:lpstr>CONCEPT</vt:lpstr>
      <vt:lpstr>Time Quantum</vt:lpstr>
      <vt:lpstr>Scheduling Process</vt:lpstr>
      <vt:lpstr>Visualization (Gantt Chart):</vt:lpstr>
      <vt:lpstr>Key Points</vt:lpstr>
      <vt:lpstr>Applications</vt:lpstr>
      <vt:lpstr>DEQUES</vt:lpstr>
      <vt:lpstr>Cont….</vt:lpstr>
      <vt:lpstr>The possible operation performed on deque</vt:lpstr>
      <vt:lpstr>ALGORITHUM</vt:lpstr>
      <vt:lpstr>Cont….</vt:lpstr>
      <vt:lpstr>    ALGORITHMS FOR DELETING AN ELEMENT</vt:lpstr>
      <vt:lpstr>Cont….</vt:lpstr>
      <vt:lpstr>Cont…..</vt:lpstr>
      <vt:lpstr>Does a Deque Follow FIFO?</vt:lpstr>
      <vt:lpstr>Deque (Double-Ended Queue) using Linked List</vt:lpstr>
      <vt:lpstr>Final Summary</vt:lpstr>
      <vt:lpstr>DLL is Better than SLL for Deque!</vt:lpstr>
      <vt:lpstr>Applications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Atique</dc:creator>
  <cp:lastModifiedBy>Atique Ahmad Zafar</cp:lastModifiedBy>
  <cp:revision>56</cp:revision>
  <dcterms:created xsi:type="dcterms:W3CDTF">2012-09-05T05:27:50Z</dcterms:created>
  <dcterms:modified xsi:type="dcterms:W3CDTF">2025-10-10T08:13:12Z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0x010100408F054C24C56045B24747200A570474</vt:lpwstr>
  </property>
</Properties>
</file>