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media/image31.jpg" ContentType="image/jpeg"/>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4" r:id="rId2"/>
    <p:sldMasterId id="2147483672" r:id="rId3"/>
  </p:sldMasterIdLst>
  <p:notesMasterIdLst>
    <p:notesMasterId r:id="rId226"/>
  </p:notesMasterIdLst>
  <p:sldIdLst>
    <p:sldId id="256" r:id="rId4"/>
    <p:sldId id="429" r:id="rId5"/>
    <p:sldId id="458" r:id="rId6"/>
    <p:sldId id="258" r:id="rId7"/>
    <p:sldId id="260" r:id="rId8"/>
    <p:sldId id="262" r:id="rId9"/>
    <p:sldId id="263" r:id="rId10"/>
    <p:sldId id="264" r:id="rId11"/>
    <p:sldId id="265" r:id="rId12"/>
    <p:sldId id="266" r:id="rId13"/>
    <p:sldId id="267" r:id="rId14"/>
    <p:sldId id="268" r:id="rId15"/>
    <p:sldId id="459" r:id="rId16"/>
    <p:sldId id="269" r:id="rId17"/>
    <p:sldId id="270" r:id="rId18"/>
    <p:sldId id="271" r:id="rId19"/>
    <p:sldId id="272" r:id="rId20"/>
    <p:sldId id="422" r:id="rId21"/>
    <p:sldId id="423" r:id="rId22"/>
    <p:sldId id="273" r:id="rId23"/>
    <p:sldId id="274" r:id="rId24"/>
    <p:sldId id="460"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 id="349" r:id="rId98"/>
    <p:sldId id="350" r:id="rId99"/>
    <p:sldId id="351" r:id="rId100"/>
    <p:sldId id="352" r:id="rId101"/>
    <p:sldId id="353" r:id="rId102"/>
    <p:sldId id="354" r:id="rId103"/>
    <p:sldId id="355" r:id="rId104"/>
    <p:sldId id="356" r:id="rId105"/>
    <p:sldId id="357" r:id="rId106"/>
    <p:sldId id="358" r:id="rId107"/>
    <p:sldId id="359" r:id="rId108"/>
    <p:sldId id="360" r:id="rId109"/>
    <p:sldId id="361" r:id="rId110"/>
    <p:sldId id="362" r:id="rId111"/>
    <p:sldId id="363" r:id="rId112"/>
    <p:sldId id="364" r:id="rId113"/>
    <p:sldId id="365" r:id="rId114"/>
    <p:sldId id="366" r:id="rId115"/>
    <p:sldId id="367" r:id="rId116"/>
    <p:sldId id="368" r:id="rId117"/>
    <p:sldId id="369" r:id="rId118"/>
    <p:sldId id="371" r:id="rId119"/>
    <p:sldId id="372" r:id="rId120"/>
    <p:sldId id="373" r:id="rId121"/>
    <p:sldId id="374" r:id="rId122"/>
    <p:sldId id="375" r:id="rId123"/>
    <p:sldId id="376" r:id="rId124"/>
    <p:sldId id="377" r:id="rId125"/>
    <p:sldId id="378" r:id="rId126"/>
    <p:sldId id="379" r:id="rId127"/>
    <p:sldId id="380" r:id="rId128"/>
    <p:sldId id="381" r:id="rId129"/>
    <p:sldId id="382" r:id="rId130"/>
    <p:sldId id="383" r:id="rId131"/>
    <p:sldId id="384" r:id="rId132"/>
    <p:sldId id="385" r:id="rId133"/>
    <p:sldId id="386" r:id="rId134"/>
    <p:sldId id="387" r:id="rId135"/>
    <p:sldId id="388" r:id="rId136"/>
    <p:sldId id="389" r:id="rId137"/>
    <p:sldId id="390" r:id="rId138"/>
    <p:sldId id="391" r:id="rId139"/>
    <p:sldId id="392" r:id="rId140"/>
    <p:sldId id="393" r:id="rId141"/>
    <p:sldId id="394" r:id="rId142"/>
    <p:sldId id="395" r:id="rId143"/>
    <p:sldId id="396" r:id="rId144"/>
    <p:sldId id="397" r:id="rId145"/>
    <p:sldId id="398" r:id="rId146"/>
    <p:sldId id="399" r:id="rId147"/>
    <p:sldId id="400" r:id="rId148"/>
    <p:sldId id="401" r:id="rId149"/>
    <p:sldId id="402" r:id="rId150"/>
    <p:sldId id="403" r:id="rId151"/>
    <p:sldId id="404" r:id="rId152"/>
    <p:sldId id="405" r:id="rId153"/>
    <p:sldId id="406" r:id="rId154"/>
    <p:sldId id="407" r:id="rId155"/>
    <p:sldId id="408" r:id="rId156"/>
    <p:sldId id="409" r:id="rId157"/>
    <p:sldId id="410" r:id="rId158"/>
    <p:sldId id="411" r:id="rId159"/>
    <p:sldId id="412" r:id="rId160"/>
    <p:sldId id="413" r:id="rId161"/>
    <p:sldId id="414" r:id="rId162"/>
    <p:sldId id="415" r:id="rId163"/>
    <p:sldId id="461" r:id="rId164"/>
    <p:sldId id="416" r:id="rId165"/>
    <p:sldId id="417" r:id="rId166"/>
    <p:sldId id="418" r:id="rId167"/>
    <p:sldId id="419" r:id="rId168"/>
    <p:sldId id="424" r:id="rId169"/>
    <p:sldId id="472" r:id="rId170"/>
    <p:sldId id="473" r:id="rId171"/>
    <p:sldId id="425" r:id="rId172"/>
    <p:sldId id="427" r:id="rId173"/>
    <p:sldId id="471" r:id="rId174"/>
    <p:sldId id="428" r:id="rId175"/>
    <p:sldId id="421"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62" r:id="rId200"/>
    <p:sldId id="464" r:id="rId201"/>
    <p:sldId id="465" r:id="rId202"/>
    <p:sldId id="466" r:id="rId203"/>
    <p:sldId id="467" r:id="rId204"/>
    <p:sldId id="468" r:id="rId205"/>
    <p:sldId id="454" r:id="rId206"/>
    <p:sldId id="456" r:id="rId207"/>
    <p:sldId id="483" r:id="rId208"/>
    <p:sldId id="257" r:id="rId209"/>
    <p:sldId id="475" r:id="rId210"/>
    <p:sldId id="259" r:id="rId211"/>
    <p:sldId id="476" r:id="rId212"/>
    <p:sldId id="261" r:id="rId213"/>
    <p:sldId id="477" r:id="rId214"/>
    <p:sldId id="484" r:id="rId215"/>
    <p:sldId id="485" r:id="rId216"/>
    <p:sldId id="486" r:id="rId217"/>
    <p:sldId id="487" r:id="rId218"/>
    <p:sldId id="488" r:id="rId219"/>
    <p:sldId id="489" r:id="rId220"/>
    <p:sldId id="490" r:id="rId221"/>
    <p:sldId id="491" r:id="rId222"/>
    <p:sldId id="492" r:id="rId223"/>
    <p:sldId id="493" r:id="rId224"/>
    <p:sldId id="494" r:id="rId2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4DA3F4-CBE4-407F-BCC2-AC2012E50725}" v="1" dt="2025-10-17T04:14:26.6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6" d="100"/>
          <a:sy n="106" d="100"/>
        </p:scale>
        <p:origin x="176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63" Type="http://schemas.openxmlformats.org/officeDocument/2006/relationships/slide" Target="slides/slide60.xml"/><Relationship Id="rId84" Type="http://schemas.openxmlformats.org/officeDocument/2006/relationships/slide" Target="slides/slide81.xml"/><Relationship Id="rId138" Type="http://schemas.openxmlformats.org/officeDocument/2006/relationships/slide" Target="slides/slide135.xml"/><Relationship Id="rId159" Type="http://schemas.openxmlformats.org/officeDocument/2006/relationships/slide" Target="slides/slide156.xml"/><Relationship Id="rId170" Type="http://schemas.openxmlformats.org/officeDocument/2006/relationships/slide" Target="slides/slide167.xml"/><Relationship Id="rId191" Type="http://schemas.openxmlformats.org/officeDocument/2006/relationships/slide" Target="slides/slide188.xml"/><Relationship Id="rId205" Type="http://schemas.openxmlformats.org/officeDocument/2006/relationships/slide" Target="slides/slide202.xml"/><Relationship Id="rId226" Type="http://schemas.openxmlformats.org/officeDocument/2006/relationships/notesMaster" Target="notesMasters/notesMaster1.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53" Type="http://schemas.openxmlformats.org/officeDocument/2006/relationships/slide" Target="slides/slide50.xml"/><Relationship Id="rId74" Type="http://schemas.openxmlformats.org/officeDocument/2006/relationships/slide" Target="slides/slide71.xml"/><Relationship Id="rId128" Type="http://schemas.openxmlformats.org/officeDocument/2006/relationships/slide" Target="slides/slide125.xml"/><Relationship Id="rId149" Type="http://schemas.openxmlformats.org/officeDocument/2006/relationships/slide" Target="slides/slide146.xml"/><Relationship Id="rId5" Type="http://schemas.openxmlformats.org/officeDocument/2006/relationships/slide" Target="slides/slide2.xml"/><Relationship Id="rId95" Type="http://schemas.openxmlformats.org/officeDocument/2006/relationships/slide" Target="slides/slide92.xml"/><Relationship Id="rId160" Type="http://schemas.openxmlformats.org/officeDocument/2006/relationships/slide" Target="slides/slide157.xml"/><Relationship Id="rId181" Type="http://schemas.openxmlformats.org/officeDocument/2006/relationships/slide" Target="slides/slide178.xml"/><Relationship Id="rId216" Type="http://schemas.openxmlformats.org/officeDocument/2006/relationships/slide" Target="slides/slide213.xml"/><Relationship Id="rId22" Type="http://schemas.openxmlformats.org/officeDocument/2006/relationships/slide" Target="slides/slide19.xml"/><Relationship Id="rId43" Type="http://schemas.openxmlformats.org/officeDocument/2006/relationships/slide" Target="slides/slide40.xml"/><Relationship Id="rId64" Type="http://schemas.openxmlformats.org/officeDocument/2006/relationships/slide" Target="slides/slide61.xml"/><Relationship Id="rId118" Type="http://schemas.openxmlformats.org/officeDocument/2006/relationships/slide" Target="slides/slide115.xml"/><Relationship Id="rId139" Type="http://schemas.openxmlformats.org/officeDocument/2006/relationships/slide" Target="slides/slide136.xml"/><Relationship Id="rId85" Type="http://schemas.openxmlformats.org/officeDocument/2006/relationships/slide" Target="slides/slide82.xml"/><Relationship Id="rId150" Type="http://schemas.openxmlformats.org/officeDocument/2006/relationships/slide" Target="slides/slide147.xml"/><Relationship Id="rId171" Type="http://schemas.openxmlformats.org/officeDocument/2006/relationships/slide" Target="slides/slide168.xml"/><Relationship Id="rId192" Type="http://schemas.openxmlformats.org/officeDocument/2006/relationships/slide" Target="slides/slide189.xml"/><Relationship Id="rId206" Type="http://schemas.openxmlformats.org/officeDocument/2006/relationships/slide" Target="slides/slide203.xml"/><Relationship Id="rId227" Type="http://schemas.openxmlformats.org/officeDocument/2006/relationships/presProps" Target="presProps.xml"/><Relationship Id="rId12" Type="http://schemas.openxmlformats.org/officeDocument/2006/relationships/slide" Target="slides/slide9.xml"/><Relationship Id="rId33" Type="http://schemas.openxmlformats.org/officeDocument/2006/relationships/slide" Target="slides/slide30.xml"/><Relationship Id="rId108" Type="http://schemas.openxmlformats.org/officeDocument/2006/relationships/slide" Target="slides/slide105.xml"/><Relationship Id="rId129" Type="http://schemas.openxmlformats.org/officeDocument/2006/relationships/slide" Target="slides/slide126.xml"/><Relationship Id="rId54" Type="http://schemas.openxmlformats.org/officeDocument/2006/relationships/slide" Target="slides/slide51.xml"/><Relationship Id="rId75" Type="http://schemas.openxmlformats.org/officeDocument/2006/relationships/slide" Target="slides/slide72.xml"/><Relationship Id="rId96" Type="http://schemas.openxmlformats.org/officeDocument/2006/relationships/slide" Target="slides/slide93.xml"/><Relationship Id="rId140" Type="http://schemas.openxmlformats.org/officeDocument/2006/relationships/slide" Target="slides/slide137.xml"/><Relationship Id="rId161" Type="http://schemas.openxmlformats.org/officeDocument/2006/relationships/slide" Target="slides/slide158.xml"/><Relationship Id="rId182" Type="http://schemas.openxmlformats.org/officeDocument/2006/relationships/slide" Target="slides/slide179.xml"/><Relationship Id="rId217" Type="http://schemas.openxmlformats.org/officeDocument/2006/relationships/slide" Target="slides/slide214.xml"/><Relationship Id="rId6" Type="http://schemas.openxmlformats.org/officeDocument/2006/relationships/slide" Target="slides/slide3.xml"/><Relationship Id="rId23" Type="http://schemas.openxmlformats.org/officeDocument/2006/relationships/slide" Target="slides/slide20.xml"/><Relationship Id="rId119" Type="http://schemas.openxmlformats.org/officeDocument/2006/relationships/slide" Target="slides/slide116.xml"/><Relationship Id="rId44" Type="http://schemas.openxmlformats.org/officeDocument/2006/relationships/slide" Target="slides/slide41.xml"/><Relationship Id="rId65" Type="http://schemas.openxmlformats.org/officeDocument/2006/relationships/slide" Target="slides/slide62.xml"/><Relationship Id="rId86" Type="http://schemas.openxmlformats.org/officeDocument/2006/relationships/slide" Target="slides/slide83.xml"/><Relationship Id="rId130" Type="http://schemas.openxmlformats.org/officeDocument/2006/relationships/slide" Target="slides/slide127.xml"/><Relationship Id="rId151" Type="http://schemas.openxmlformats.org/officeDocument/2006/relationships/slide" Target="slides/slide148.xml"/><Relationship Id="rId172" Type="http://schemas.openxmlformats.org/officeDocument/2006/relationships/slide" Target="slides/slide169.xml"/><Relationship Id="rId193" Type="http://schemas.openxmlformats.org/officeDocument/2006/relationships/slide" Target="slides/slide190.xml"/><Relationship Id="rId207" Type="http://schemas.openxmlformats.org/officeDocument/2006/relationships/slide" Target="slides/slide204.xml"/><Relationship Id="rId228" Type="http://schemas.openxmlformats.org/officeDocument/2006/relationships/viewProps" Target="viewProps.xml"/><Relationship Id="rId13" Type="http://schemas.openxmlformats.org/officeDocument/2006/relationships/slide" Target="slides/slide10.xml"/><Relationship Id="rId109" Type="http://schemas.openxmlformats.org/officeDocument/2006/relationships/slide" Target="slides/slide106.xml"/><Relationship Id="rId34" Type="http://schemas.openxmlformats.org/officeDocument/2006/relationships/slide" Target="slides/slide31.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20" Type="http://schemas.openxmlformats.org/officeDocument/2006/relationships/slide" Target="slides/slide117.xml"/><Relationship Id="rId141" Type="http://schemas.openxmlformats.org/officeDocument/2006/relationships/slide" Target="slides/slide138.xml"/><Relationship Id="rId7" Type="http://schemas.openxmlformats.org/officeDocument/2006/relationships/slide" Target="slides/slide4.xml"/><Relationship Id="rId162" Type="http://schemas.openxmlformats.org/officeDocument/2006/relationships/slide" Target="slides/slide159.xml"/><Relationship Id="rId183" Type="http://schemas.openxmlformats.org/officeDocument/2006/relationships/slide" Target="slides/slide180.xml"/><Relationship Id="rId218" Type="http://schemas.openxmlformats.org/officeDocument/2006/relationships/slide" Target="slides/slide215.xml"/><Relationship Id="rId24" Type="http://schemas.openxmlformats.org/officeDocument/2006/relationships/slide" Target="slides/slide21.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31" Type="http://schemas.openxmlformats.org/officeDocument/2006/relationships/slide" Target="slides/slide128.xml"/><Relationship Id="rId152" Type="http://schemas.openxmlformats.org/officeDocument/2006/relationships/slide" Target="slides/slide149.xml"/><Relationship Id="rId173" Type="http://schemas.openxmlformats.org/officeDocument/2006/relationships/slide" Target="slides/slide170.xml"/><Relationship Id="rId194" Type="http://schemas.openxmlformats.org/officeDocument/2006/relationships/slide" Target="slides/slide191.xml"/><Relationship Id="rId208" Type="http://schemas.openxmlformats.org/officeDocument/2006/relationships/slide" Target="slides/slide205.xml"/><Relationship Id="rId229" Type="http://schemas.openxmlformats.org/officeDocument/2006/relationships/theme" Target="theme/theme1.xml"/><Relationship Id="rId14" Type="http://schemas.openxmlformats.org/officeDocument/2006/relationships/slide" Target="slides/slide11.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8" Type="http://schemas.openxmlformats.org/officeDocument/2006/relationships/slide" Target="slides/slide5.xml"/><Relationship Id="rId98" Type="http://schemas.openxmlformats.org/officeDocument/2006/relationships/slide" Target="slides/slide95.xml"/><Relationship Id="rId121" Type="http://schemas.openxmlformats.org/officeDocument/2006/relationships/slide" Target="slides/slide118.xml"/><Relationship Id="rId142" Type="http://schemas.openxmlformats.org/officeDocument/2006/relationships/slide" Target="slides/slide139.xml"/><Relationship Id="rId163" Type="http://schemas.openxmlformats.org/officeDocument/2006/relationships/slide" Target="slides/slide160.xml"/><Relationship Id="rId184" Type="http://schemas.openxmlformats.org/officeDocument/2006/relationships/slide" Target="slides/slide181.xml"/><Relationship Id="rId219" Type="http://schemas.openxmlformats.org/officeDocument/2006/relationships/slide" Target="slides/slide216.xml"/><Relationship Id="rId230" Type="http://schemas.openxmlformats.org/officeDocument/2006/relationships/tableStyles" Target="tableStyles.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slide" Target="slides/slide129.xml"/><Relationship Id="rId153" Type="http://schemas.openxmlformats.org/officeDocument/2006/relationships/slide" Target="slides/slide150.xml"/><Relationship Id="rId174" Type="http://schemas.openxmlformats.org/officeDocument/2006/relationships/slide" Target="slides/slide171.xml"/><Relationship Id="rId179" Type="http://schemas.openxmlformats.org/officeDocument/2006/relationships/slide" Target="slides/slide176.xml"/><Relationship Id="rId195" Type="http://schemas.openxmlformats.org/officeDocument/2006/relationships/slide" Target="slides/slide192.xml"/><Relationship Id="rId209" Type="http://schemas.openxmlformats.org/officeDocument/2006/relationships/slide" Target="slides/slide206.xml"/><Relationship Id="rId190" Type="http://schemas.openxmlformats.org/officeDocument/2006/relationships/slide" Target="slides/slide187.xml"/><Relationship Id="rId204" Type="http://schemas.openxmlformats.org/officeDocument/2006/relationships/slide" Target="slides/slide201.xml"/><Relationship Id="rId220" Type="http://schemas.openxmlformats.org/officeDocument/2006/relationships/slide" Target="slides/slide217.xml"/><Relationship Id="rId225" Type="http://schemas.openxmlformats.org/officeDocument/2006/relationships/slide" Target="slides/slide222.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27" Type="http://schemas.openxmlformats.org/officeDocument/2006/relationships/slide" Target="slides/slide124.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143" Type="http://schemas.openxmlformats.org/officeDocument/2006/relationships/slide" Target="slides/slide140.xml"/><Relationship Id="rId148" Type="http://schemas.openxmlformats.org/officeDocument/2006/relationships/slide" Target="slides/slide145.xml"/><Relationship Id="rId164" Type="http://schemas.openxmlformats.org/officeDocument/2006/relationships/slide" Target="slides/slide161.xml"/><Relationship Id="rId169" Type="http://schemas.openxmlformats.org/officeDocument/2006/relationships/slide" Target="slides/slide166.xml"/><Relationship Id="rId185" Type="http://schemas.openxmlformats.org/officeDocument/2006/relationships/slide" Target="slides/slide182.xml"/><Relationship Id="rId4" Type="http://schemas.openxmlformats.org/officeDocument/2006/relationships/slide" Target="slides/slide1.xml"/><Relationship Id="rId9" Type="http://schemas.openxmlformats.org/officeDocument/2006/relationships/slide" Target="slides/slide6.xml"/><Relationship Id="rId180" Type="http://schemas.openxmlformats.org/officeDocument/2006/relationships/slide" Target="slides/slide177.xml"/><Relationship Id="rId210" Type="http://schemas.openxmlformats.org/officeDocument/2006/relationships/slide" Target="slides/slide207.xml"/><Relationship Id="rId215" Type="http://schemas.openxmlformats.org/officeDocument/2006/relationships/slide" Target="slides/slide212.xml"/><Relationship Id="rId26" Type="http://schemas.openxmlformats.org/officeDocument/2006/relationships/slide" Target="slides/slide23.xml"/><Relationship Id="rId231" Type="http://schemas.microsoft.com/office/2016/11/relationships/changesInfo" Target="changesInfos/changesInfo1.xml"/><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slide" Target="slides/slide130.xml"/><Relationship Id="rId154" Type="http://schemas.openxmlformats.org/officeDocument/2006/relationships/slide" Target="slides/slide151.xml"/><Relationship Id="rId175" Type="http://schemas.openxmlformats.org/officeDocument/2006/relationships/slide" Target="slides/slide172.xml"/><Relationship Id="rId196" Type="http://schemas.openxmlformats.org/officeDocument/2006/relationships/slide" Target="slides/slide193.xml"/><Relationship Id="rId200" Type="http://schemas.openxmlformats.org/officeDocument/2006/relationships/slide" Target="slides/slide197.xml"/><Relationship Id="rId16" Type="http://schemas.openxmlformats.org/officeDocument/2006/relationships/slide" Target="slides/slide13.xml"/><Relationship Id="rId221" Type="http://schemas.openxmlformats.org/officeDocument/2006/relationships/slide" Target="slides/slide218.xml"/><Relationship Id="rId37" Type="http://schemas.openxmlformats.org/officeDocument/2006/relationships/slide" Target="slides/slide34.xml"/><Relationship Id="rId58" Type="http://schemas.openxmlformats.org/officeDocument/2006/relationships/slide" Target="slides/slide55.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44" Type="http://schemas.openxmlformats.org/officeDocument/2006/relationships/slide" Target="slides/slide141.xml"/><Relationship Id="rId90" Type="http://schemas.openxmlformats.org/officeDocument/2006/relationships/slide" Target="slides/slide87.xml"/><Relationship Id="rId165" Type="http://schemas.openxmlformats.org/officeDocument/2006/relationships/slide" Target="slides/slide162.xml"/><Relationship Id="rId186" Type="http://schemas.openxmlformats.org/officeDocument/2006/relationships/slide" Target="slides/slide183.xml"/><Relationship Id="rId211" Type="http://schemas.openxmlformats.org/officeDocument/2006/relationships/slide" Target="slides/slide208.xml"/><Relationship Id="rId232" Type="http://schemas.microsoft.com/office/2015/10/relationships/revisionInfo" Target="revisionInfo.xml"/><Relationship Id="rId27" Type="http://schemas.openxmlformats.org/officeDocument/2006/relationships/slide" Target="slides/slide24.xml"/><Relationship Id="rId48" Type="http://schemas.openxmlformats.org/officeDocument/2006/relationships/slide" Target="slides/slide45.xml"/><Relationship Id="rId69" Type="http://schemas.openxmlformats.org/officeDocument/2006/relationships/slide" Target="slides/slide66.xml"/><Relationship Id="rId113" Type="http://schemas.openxmlformats.org/officeDocument/2006/relationships/slide" Target="slides/slide110.xml"/><Relationship Id="rId134" Type="http://schemas.openxmlformats.org/officeDocument/2006/relationships/slide" Target="slides/slide131.xml"/><Relationship Id="rId80" Type="http://schemas.openxmlformats.org/officeDocument/2006/relationships/slide" Target="slides/slide77.xml"/><Relationship Id="rId155" Type="http://schemas.openxmlformats.org/officeDocument/2006/relationships/slide" Target="slides/slide152.xml"/><Relationship Id="rId176" Type="http://schemas.openxmlformats.org/officeDocument/2006/relationships/slide" Target="slides/slide173.xml"/><Relationship Id="rId197" Type="http://schemas.openxmlformats.org/officeDocument/2006/relationships/slide" Target="slides/slide194.xml"/><Relationship Id="rId201" Type="http://schemas.openxmlformats.org/officeDocument/2006/relationships/slide" Target="slides/slide198.xml"/><Relationship Id="rId222" Type="http://schemas.openxmlformats.org/officeDocument/2006/relationships/slide" Target="slides/slide219.xml"/><Relationship Id="rId17" Type="http://schemas.openxmlformats.org/officeDocument/2006/relationships/slide" Target="slides/slide14.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24" Type="http://schemas.openxmlformats.org/officeDocument/2006/relationships/slide" Target="slides/slide121.xml"/><Relationship Id="rId70" Type="http://schemas.openxmlformats.org/officeDocument/2006/relationships/slide" Target="slides/slide67.xml"/><Relationship Id="rId91" Type="http://schemas.openxmlformats.org/officeDocument/2006/relationships/slide" Target="slides/slide88.xml"/><Relationship Id="rId145" Type="http://schemas.openxmlformats.org/officeDocument/2006/relationships/slide" Target="slides/slide142.xml"/><Relationship Id="rId166" Type="http://schemas.openxmlformats.org/officeDocument/2006/relationships/slide" Target="slides/slide163.xml"/><Relationship Id="rId187" Type="http://schemas.openxmlformats.org/officeDocument/2006/relationships/slide" Target="slides/slide184.xml"/><Relationship Id="rId1" Type="http://schemas.openxmlformats.org/officeDocument/2006/relationships/slideMaster" Target="slideMasters/slideMaster1.xml"/><Relationship Id="rId212" Type="http://schemas.openxmlformats.org/officeDocument/2006/relationships/slide" Target="slides/slide209.xml"/><Relationship Id="rId233" Type="http://schemas.openxmlformats.org/officeDocument/2006/relationships/customXml" Target="../customXml/item1.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60" Type="http://schemas.openxmlformats.org/officeDocument/2006/relationships/slide" Target="slides/slide57.xml"/><Relationship Id="rId81" Type="http://schemas.openxmlformats.org/officeDocument/2006/relationships/slide" Target="slides/slide78.xml"/><Relationship Id="rId135" Type="http://schemas.openxmlformats.org/officeDocument/2006/relationships/slide" Target="slides/slide132.xml"/><Relationship Id="rId156" Type="http://schemas.openxmlformats.org/officeDocument/2006/relationships/slide" Target="slides/slide153.xml"/><Relationship Id="rId177" Type="http://schemas.openxmlformats.org/officeDocument/2006/relationships/slide" Target="slides/slide174.xml"/><Relationship Id="rId198" Type="http://schemas.openxmlformats.org/officeDocument/2006/relationships/slide" Target="slides/slide195.xml"/><Relationship Id="rId202" Type="http://schemas.openxmlformats.org/officeDocument/2006/relationships/slide" Target="slides/slide199.xml"/><Relationship Id="rId223" Type="http://schemas.openxmlformats.org/officeDocument/2006/relationships/slide" Target="slides/slide220.xml"/><Relationship Id="rId18" Type="http://schemas.openxmlformats.org/officeDocument/2006/relationships/slide" Target="slides/slide15.xml"/><Relationship Id="rId39" Type="http://schemas.openxmlformats.org/officeDocument/2006/relationships/slide" Target="slides/slide36.xml"/><Relationship Id="rId50" Type="http://schemas.openxmlformats.org/officeDocument/2006/relationships/slide" Target="slides/slide47.xml"/><Relationship Id="rId104" Type="http://schemas.openxmlformats.org/officeDocument/2006/relationships/slide" Target="slides/slide101.xml"/><Relationship Id="rId125" Type="http://schemas.openxmlformats.org/officeDocument/2006/relationships/slide" Target="slides/slide122.xml"/><Relationship Id="rId146" Type="http://schemas.openxmlformats.org/officeDocument/2006/relationships/slide" Target="slides/slide143.xml"/><Relationship Id="rId167" Type="http://schemas.openxmlformats.org/officeDocument/2006/relationships/slide" Target="slides/slide164.xml"/><Relationship Id="rId188" Type="http://schemas.openxmlformats.org/officeDocument/2006/relationships/slide" Target="slides/slide185.xml"/><Relationship Id="rId71" Type="http://schemas.openxmlformats.org/officeDocument/2006/relationships/slide" Target="slides/slide68.xml"/><Relationship Id="rId92" Type="http://schemas.openxmlformats.org/officeDocument/2006/relationships/slide" Target="slides/slide89.xml"/><Relationship Id="rId213" Type="http://schemas.openxmlformats.org/officeDocument/2006/relationships/slide" Target="slides/slide210.xml"/><Relationship Id="rId234" Type="http://schemas.openxmlformats.org/officeDocument/2006/relationships/customXml" Target="../customXml/item2.xml"/><Relationship Id="rId2" Type="http://schemas.openxmlformats.org/officeDocument/2006/relationships/slideMaster" Target="slideMasters/slideMaster2.xml"/><Relationship Id="rId29" Type="http://schemas.openxmlformats.org/officeDocument/2006/relationships/slide" Target="slides/slide26.xml"/><Relationship Id="rId40" Type="http://schemas.openxmlformats.org/officeDocument/2006/relationships/slide" Target="slides/slide37.xml"/><Relationship Id="rId115" Type="http://schemas.openxmlformats.org/officeDocument/2006/relationships/slide" Target="slides/slide112.xml"/><Relationship Id="rId136" Type="http://schemas.openxmlformats.org/officeDocument/2006/relationships/slide" Target="slides/slide133.xml"/><Relationship Id="rId157" Type="http://schemas.openxmlformats.org/officeDocument/2006/relationships/slide" Target="slides/slide154.xml"/><Relationship Id="rId178" Type="http://schemas.openxmlformats.org/officeDocument/2006/relationships/slide" Target="slides/slide175.xml"/><Relationship Id="rId61" Type="http://schemas.openxmlformats.org/officeDocument/2006/relationships/slide" Target="slides/slide58.xml"/><Relationship Id="rId82" Type="http://schemas.openxmlformats.org/officeDocument/2006/relationships/slide" Target="slides/slide79.xml"/><Relationship Id="rId199" Type="http://schemas.openxmlformats.org/officeDocument/2006/relationships/slide" Target="slides/slide196.xml"/><Relationship Id="rId203" Type="http://schemas.openxmlformats.org/officeDocument/2006/relationships/slide" Target="slides/slide200.xml"/><Relationship Id="rId19" Type="http://schemas.openxmlformats.org/officeDocument/2006/relationships/slide" Target="slides/slide16.xml"/><Relationship Id="rId224" Type="http://schemas.openxmlformats.org/officeDocument/2006/relationships/slide" Target="slides/slide221.xml"/><Relationship Id="rId30" Type="http://schemas.openxmlformats.org/officeDocument/2006/relationships/slide" Target="slides/slide27.xml"/><Relationship Id="rId105" Type="http://schemas.openxmlformats.org/officeDocument/2006/relationships/slide" Target="slides/slide102.xml"/><Relationship Id="rId126" Type="http://schemas.openxmlformats.org/officeDocument/2006/relationships/slide" Target="slides/slide123.xml"/><Relationship Id="rId147" Type="http://schemas.openxmlformats.org/officeDocument/2006/relationships/slide" Target="slides/slide144.xml"/><Relationship Id="rId168" Type="http://schemas.openxmlformats.org/officeDocument/2006/relationships/slide" Target="slides/slide16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189" Type="http://schemas.openxmlformats.org/officeDocument/2006/relationships/slide" Target="slides/slide186.xml"/><Relationship Id="rId3" Type="http://schemas.openxmlformats.org/officeDocument/2006/relationships/slideMaster" Target="slideMasters/slideMaster3.xml"/><Relationship Id="rId214" Type="http://schemas.openxmlformats.org/officeDocument/2006/relationships/slide" Target="slides/slide211.xml"/><Relationship Id="rId235" Type="http://schemas.openxmlformats.org/officeDocument/2006/relationships/customXml" Target="../customXml/item3.xml"/><Relationship Id="rId116" Type="http://schemas.openxmlformats.org/officeDocument/2006/relationships/slide" Target="slides/slide113.xml"/><Relationship Id="rId137" Type="http://schemas.openxmlformats.org/officeDocument/2006/relationships/slide" Target="slides/slide134.xml"/><Relationship Id="rId158" Type="http://schemas.openxmlformats.org/officeDocument/2006/relationships/slide" Target="slides/slide15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tique Ahmad Zafar" userId="3c3190ae-5c8d-4775-903c-57da784da929" providerId="ADAL" clId="{7319F2F6-9AB1-42A7-A515-A4798B5A35E4}"/>
    <pc:docChg chg="custSel modSld">
      <pc:chgData name="Atique Ahmad Zafar" userId="3c3190ae-5c8d-4775-903c-57da784da929" providerId="ADAL" clId="{7319F2F6-9AB1-42A7-A515-A4798B5A35E4}" dt="2025-10-17T04:14:26.973" v="9" actId="27636"/>
      <pc:docMkLst>
        <pc:docMk/>
      </pc:docMkLst>
      <pc:sldChg chg="modSp mod">
        <pc:chgData name="Atique Ahmad Zafar" userId="3c3190ae-5c8d-4775-903c-57da784da929" providerId="ADAL" clId="{7319F2F6-9AB1-42A7-A515-A4798B5A35E4}" dt="2025-10-17T03:58:39.875" v="7" actId="20577"/>
        <pc:sldMkLst>
          <pc:docMk/>
          <pc:sldMk cId="0" sldId="272"/>
        </pc:sldMkLst>
        <pc:spChg chg="mod">
          <ac:chgData name="Atique Ahmad Zafar" userId="3c3190ae-5c8d-4775-903c-57da784da929" providerId="ADAL" clId="{7319F2F6-9AB1-42A7-A515-A4798B5A35E4}" dt="2025-10-17T03:58:39.875" v="7" actId="20577"/>
          <ac:spMkLst>
            <pc:docMk/>
            <pc:sldMk cId="0" sldId="272"/>
            <ac:spMk id="470021" creationId="{00000000-0000-0000-0000-000000000000}"/>
          </ac:spMkLst>
        </pc:spChg>
      </pc:sldChg>
      <pc:sldChg chg="modSp mod">
        <pc:chgData name="Atique Ahmad Zafar" userId="3c3190ae-5c8d-4775-903c-57da784da929" providerId="ADAL" clId="{7319F2F6-9AB1-42A7-A515-A4798B5A35E4}" dt="2025-10-17T04:14:26.973" v="9" actId="27636"/>
        <pc:sldMkLst>
          <pc:docMk/>
          <pc:sldMk cId="4016869842" sldId="422"/>
        </pc:sldMkLst>
        <pc:spChg chg="mod">
          <ac:chgData name="Atique Ahmad Zafar" userId="3c3190ae-5c8d-4775-903c-57da784da929" providerId="ADAL" clId="{7319F2F6-9AB1-42A7-A515-A4798B5A35E4}" dt="2025-10-17T04:14:26.973" v="9" actId="27636"/>
          <ac:spMkLst>
            <pc:docMk/>
            <pc:sldMk cId="4016869842" sldId="422"/>
            <ac:spMk id="470021" creationId="{00000000-0000-0000-0000-000000000000}"/>
          </ac:spMkLst>
        </pc:spChg>
      </pc:sldChg>
    </pc:docChg>
  </pc:docChgLst>
  <pc:docChgLst>
    <pc:chgData name="Atique Ahmad Zafar" userId="3c3190ae-5c8d-4775-903c-57da784da929" providerId="ADAL" clId="{9AED5D04-81B6-446D-9D6F-0979C2ABBCD7}"/>
    <pc:docChg chg="undo custSel addSld delSld modSld">
      <pc:chgData name="Atique Ahmad Zafar" userId="3c3190ae-5c8d-4775-903c-57da784da929" providerId="ADAL" clId="{9AED5D04-81B6-446D-9D6F-0979C2ABBCD7}" dt="2025-04-10T04:05:52.876" v="484" actId="2696"/>
      <pc:docMkLst>
        <pc:docMk/>
      </pc:docMkLst>
      <pc:sldChg chg="modSp add mod">
        <pc:chgData name="Atique Ahmad Zafar" userId="3c3190ae-5c8d-4775-903c-57da784da929" providerId="ADAL" clId="{9AED5D04-81B6-446D-9D6F-0979C2ABBCD7}" dt="2025-04-09T04:57:39.975" v="266" actId="6549"/>
        <pc:sldMkLst>
          <pc:docMk/>
          <pc:sldMk cId="0" sldId="257"/>
        </pc:sldMkLst>
      </pc:sldChg>
      <pc:sldChg chg="modSp add mod">
        <pc:chgData name="Atique Ahmad Zafar" userId="3c3190ae-5c8d-4775-903c-57da784da929" providerId="ADAL" clId="{9AED5D04-81B6-446D-9D6F-0979C2ABBCD7}" dt="2025-04-10T04:05:19.073" v="482" actId="6549"/>
        <pc:sldMkLst>
          <pc:docMk/>
          <pc:sldMk cId="0" sldId="259"/>
        </pc:sldMkLst>
      </pc:sldChg>
      <pc:sldChg chg="modSp add mod">
        <pc:chgData name="Atique Ahmad Zafar" userId="3c3190ae-5c8d-4775-903c-57da784da929" providerId="ADAL" clId="{9AED5D04-81B6-446D-9D6F-0979C2ABBCD7}" dt="2025-04-09T05:01:55.874" v="396" actId="20577"/>
        <pc:sldMkLst>
          <pc:docMk/>
          <pc:sldMk cId="0" sldId="261"/>
        </pc:sldMkLst>
      </pc:sldChg>
      <pc:sldChg chg="del">
        <pc:chgData name="Atique Ahmad Zafar" userId="3c3190ae-5c8d-4775-903c-57da784da929" providerId="ADAL" clId="{9AED5D04-81B6-446D-9D6F-0979C2ABBCD7}" dt="2025-04-09T03:54:41.653" v="180" actId="2696"/>
        <pc:sldMkLst>
          <pc:docMk/>
          <pc:sldMk cId="0" sldId="420"/>
        </pc:sldMkLst>
      </pc:sldChg>
      <pc:sldChg chg="modSp mod">
        <pc:chgData name="Atique Ahmad Zafar" userId="3c3190ae-5c8d-4775-903c-57da784da929" providerId="ADAL" clId="{9AED5D04-81B6-446D-9D6F-0979C2ABBCD7}" dt="2025-04-09T04:22:50.020" v="229" actId="20577"/>
        <pc:sldMkLst>
          <pc:docMk/>
          <pc:sldMk cId="2811711434" sldId="425"/>
        </pc:sldMkLst>
      </pc:sldChg>
      <pc:sldChg chg="modSp">
        <pc:chgData name="Atique Ahmad Zafar" userId="3c3190ae-5c8d-4775-903c-57da784da929" providerId="ADAL" clId="{9AED5D04-81B6-446D-9D6F-0979C2ABBCD7}" dt="2025-04-08T13:53:03.752" v="9" actId="20577"/>
        <pc:sldMkLst>
          <pc:docMk/>
          <pc:sldMk cId="2115394192" sldId="427"/>
        </pc:sldMkLst>
      </pc:sldChg>
      <pc:sldChg chg="mod modShow">
        <pc:chgData name="Atique Ahmad Zafar" userId="3c3190ae-5c8d-4775-903c-57da784da929" providerId="ADAL" clId="{9AED5D04-81B6-446D-9D6F-0979C2ABBCD7}" dt="2025-04-09T03:18:26.558" v="10" actId="729"/>
        <pc:sldMkLst>
          <pc:docMk/>
          <pc:sldMk cId="3437019354" sldId="428"/>
        </pc:sldMkLst>
      </pc:sldChg>
      <pc:sldChg chg="addSp modSp new del mod">
        <pc:chgData name="Atique Ahmad Zafar" userId="3c3190ae-5c8d-4775-903c-57da784da929" providerId="ADAL" clId="{9AED5D04-81B6-446D-9D6F-0979C2ABBCD7}" dt="2025-04-09T03:34:53.753" v="21" actId="47"/>
        <pc:sldMkLst>
          <pc:docMk/>
          <pc:sldMk cId="4233666482" sldId="469"/>
        </pc:sldMkLst>
      </pc:sldChg>
      <pc:sldChg chg="addSp modSp new del mod">
        <pc:chgData name="Atique Ahmad Zafar" userId="3c3190ae-5c8d-4775-903c-57da784da929" providerId="ADAL" clId="{9AED5D04-81B6-446D-9D6F-0979C2ABBCD7}" dt="2025-04-09T03:54:28.590" v="179" actId="2696"/>
        <pc:sldMkLst>
          <pc:docMk/>
          <pc:sldMk cId="1643105421" sldId="470"/>
        </pc:sldMkLst>
      </pc:sldChg>
      <pc:sldChg chg="modSp new mod">
        <pc:chgData name="Atique Ahmad Zafar" userId="3c3190ae-5c8d-4775-903c-57da784da929" providerId="ADAL" clId="{9AED5D04-81B6-446D-9D6F-0979C2ABBCD7}" dt="2025-04-09T03:53:55.495" v="178" actId="12"/>
        <pc:sldMkLst>
          <pc:docMk/>
          <pc:sldMk cId="2797986663" sldId="471"/>
        </pc:sldMkLst>
      </pc:sldChg>
      <pc:sldChg chg="add">
        <pc:chgData name="Atique Ahmad Zafar" userId="3c3190ae-5c8d-4775-903c-57da784da929" providerId="ADAL" clId="{9AED5D04-81B6-446D-9D6F-0979C2ABBCD7}" dt="2025-04-09T04:13:29.890" v="181"/>
        <pc:sldMkLst>
          <pc:docMk/>
          <pc:sldMk cId="414604867" sldId="472"/>
        </pc:sldMkLst>
      </pc:sldChg>
      <pc:sldChg chg="modSp add">
        <pc:chgData name="Atique Ahmad Zafar" userId="3c3190ae-5c8d-4775-903c-57da784da929" providerId="ADAL" clId="{9AED5D04-81B6-446D-9D6F-0979C2ABBCD7}" dt="2025-04-09T04:21:53.091" v="203" actId="20577"/>
        <pc:sldMkLst>
          <pc:docMk/>
          <pc:sldMk cId="3383858816" sldId="473"/>
        </pc:sldMkLst>
      </pc:sldChg>
      <pc:sldChg chg="modSp add del mod">
        <pc:chgData name="Atique Ahmad Zafar" userId="3c3190ae-5c8d-4775-903c-57da784da929" providerId="ADAL" clId="{9AED5D04-81B6-446D-9D6F-0979C2ABBCD7}" dt="2025-04-10T04:05:46.917" v="483" actId="2696"/>
        <pc:sldMkLst>
          <pc:docMk/>
          <pc:sldMk cId="0" sldId="474"/>
        </pc:sldMkLst>
      </pc:sldChg>
      <pc:sldChg chg="modSp add mod">
        <pc:chgData name="Atique Ahmad Zafar" userId="3c3190ae-5c8d-4775-903c-57da784da929" providerId="ADAL" clId="{9AED5D04-81B6-446D-9D6F-0979C2ABBCD7}" dt="2025-04-09T05:00:23.271" v="340" actId="27636"/>
        <pc:sldMkLst>
          <pc:docMk/>
          <pc:sldMk cId="0" sldId="475"/>
        </pc:sldMkLst>
      </pc:sldChg>
      <pc:sldChg chg="add">
        <pc:chgData name="Atique Ahmad Zafar" userId="3c3190ae-5c8d-4775-903c-57da784da929" providerId="ADAL" clId="{9AED5D04-81B6-446D-9D6F-0979C2ABBCD7}" dt="2025-04-09T04:55:01.335" v="230"/>
        <pc:sldMkLst>
          <pc:docMk/>
          <pc:sldMk cId="0" sldId="476"/>
        </pc:sldMkLst>
      </pc:sldChg>
      <pc:sldChg chg="add">
        <pc:chgData name="Atique Ahmad Zafar" userId="3c3190ae-5c8d-4775-903c-57da784da929" providerId="ADAL" clId="{9AED5D04-81B6-446D-9D6F-0979C2ABBCD7}" dt="2025-04-09T04:55:01.335" v="230"/>
        <pc:sldMkLst>
          <pc:docMk/>
          <pc:sldMk cId="0" sldId="477"/>
        </pc:sldMkLst>
      </pc:sldChg>
      <pc:sldChg chg="modSp add mod">
        <pc:chgData name="Atique Ahmad Zafar" userId="3c3190ae-5c8d-4775-903c-57da784da929" providerId="ADAL" clId="{9AED5D04-81B6-446D-9D6F-0979C2ABBCD7}" dt="2025-04-10T03:28:53.134" v="452" actId="20577"/>
        <pc:sldMkLst>
          <pc:docMk/>
          <pc:sldMk cId="0" sldId="478"/>
        </pc:sldMkLst>
      </pc:sldChg>
      <pc:sldChg chg="add">
        <pc:chgData name="Atique Ahmad Zafar" userId="3c3190ae-5c8d-4775-903c-57da784da929" providerId="ADAL" clId="{9AED5D04-81B6-446D-9D6F-0979C2ABBCD7}" dt="2025-04-09T04:55:01.335" v="230"/>
        <pc:sldMkLst>
          <pc:docMk/>
          <pc:sldMk cId="0" sldId="479"/>
        </pc:sldMkLst>
      </pc:sldChg>
      <pc:sldChg chg="add">
        <pc:chgData name="Atique Ahmad Zafar" userId="3c3190ae-5c8d-4775-903c-57da784da929" providerId="ADAL" clId="{9AED5D04-81B6-446D-9D6F-0979C2ABBCD7}" dt="2025-04-09T04:55:01.335" v="230"/>
        <pc:sldMkLst>
          <pc:docMk/>
          <pc:sldMk cId="0" sldId="480"/>
        </pc:sldMkLst>
      </pc:sldChg>
      <pc:sldChg chg="add">
        <pc:chgData name="Atique Ahmad Zafar" userId="3c3190ae-5c8d-4775-903c-57da784da929" providerId="ADAL" clId="{9AED5D04-81B6-446D-9D6F-0979C2ABBCD7}" dt="2025-04-09T04:55:01.335" v="230"/>
        <pc:sldMkLst>
          <pc:docMk/>
          <pc:sldMk cId="0" sldId="481"/>
        </pc:sldMkLst>
      </pc:sldChg>
      <pc:sldChg chg="modSp new del mod">
        <pc:chgData name="Atique Ahmad Zafar" userId="3c3190ae-5c8d-4775-903c-57da784da929" providerId="ADAL" clId="{9AED5D04-81B6-446D-9D6F-0979C2ABBCD7}" dt="2025-04-10T04:05:52.876" v="484" actId="2696"/>
        <pc:sldMkLst>
          <pc:docMk/>
          <pc:sldMk cId="773480686" sldId="482"/>
        </pc:sldMkLst>
      </pc:sldChg>
      <pc:sldChg chg="addSp modSp new mod">
        <pc:chgData name="Atique Ahmad Zafar" userId="3c3190ae-5c8d-4775-903c-57da784da929" providerId="ADAL" clId="{9AED5D04-81B6-446D-9D6F-0979C2ABBCD7}" dt="2025-04-09T04:57:15.548" v="257" actId="1037"/>
        <pc:sldMkLst>
          <pc:docMk/>
          <pc:sldMk cId="2510965567" sldId="483"/>
        </pc:sldMkLst>
      </pc:sldChg>
    </pc:docChg>
  </pc:docChgLst>
  <pc:docChgLst>
    <pc:chgData name="Atique Ahmad Zafar" userId="3c3190ae-5c8d-4775-903c-57da784da929" providerId="ADAL" clId="{94954094-E021-40E6-B095-77AD77B8F61B}"/>
    <pc:docChg chg="custSel addSld delSld modSld">
      <pc:chgData name="Atique Ahmad Zafar" userId="3c3190ae-5c8d-4775-903c-57da784da929" providerId="ADAL" clId="{94954094-E021-40E6-B095-77AD77B8F61B}" dt="2025-04-30T07:57:34.333" v="306" actId="20577"/>
      <pc:docMkLst>
        <pc:docMk/>
      </pc:docMkLst>
      <pc:sldChg chg="mod modShow">
        <pc:chgData name="Atique Ahmad Zafar" userId="3c3190ae-5c8d-4775-903c-57da784da929" providerId="ADAL" clId="{94954094-E021-40E6-B095-77AD77B8F61B}" dt="2025-04-29T03:28:40.785" v="2" actId="729"/>
        <pc:sldMkLst>
          <pc:docMk/>
          <pc:sldMk cId="0" sldId="437"/>
        </pc:sldMkLst>
      </pc:sldChg>
      <pc:sldChg chg="modSp mod">
        <pc:chgData name="Atique Ahmad Zafar" userId="3c3190ae-5c8d-4775-903c-57da784da929" providerId="ADAL" clId="{94954094-E021-40E6-B095-77AD77B8F61B}" dt="2025-04-28T10:30:36.756" v="0" actId="1076"/>
        <pc:sldMkLst>
          <pc:docMk/>
          <pc:sldMk cId="392974042" sldId="456"/>
        </pc:sldMkLst>
      </pc:sldChg>
      <pc:sldChg chg="modSp mod">
        <pc:chgData name="Atique Ahmad Zafar" userId="3c3190ae-5c8d-4775-903c-57da784da929" providerId="ADAL" clId="{94954094-E021-40E6-B095-77AD77B8F61B}" dt="2025-04-30T07:57:34.333" v="306" actId="20577"/>
        <pc:sldMkLst>
          <pc:docMk/>
          <pc:sldMk cId="0" sldId="477"/>
        </pc:sldMkLst>
      </pc:sldChg>
      <pc:sldChg chg="del">
        <pc:chgData name="Atique Ahmad Zafar" userId="3c3190ae-5c8d-4775-903c-57da784da929" providerId="ADAL" clId="{94954094-E021-40E6-B095-77AD77B8F61B}" dt="2025-04-29T10:33:27.683" v="4" actId="47"/>
        <pc:sldMkLst>
          <pc:docMk/>
          <pc:sldMk cId="0" sldId="478"/>
        </pc:sldMkLst>
      </pc:sldChg>
      <pc:sldChg chg="del">
        <pc:chgData name="Atique Ahmad Zafar" userId="3c3190ae-5c8d-4775-903c-57da784da929" providerId="ADAL" clId="{94954094-E021-40E6-B095-77AD77B8F61B}" dt="2025-04-29T10:33:30.953" v="5" actId="47"/>
        <pc:sldMkLst>
          <pc:docMk/>
          <pc:sldMk cId="0" sldId="479"/>
        </pc:sldMkLst>
      </pc:sldChg>
      <pc:sldChg chg="del">
        <pc:chgData name="Atique Ahmad Zafar" userId="3c3190ae-5c8d-4775-903c-57da784da929" providerId="ADAL" clId="{94954094-E021-40E6-B095-77AD77B8F61B}" dt="2025-04-29T10:33:33.589" v="6" actId="47"/>
        <pc:sldMkLst>
          <pc:docMk/>
          <pc:sldMk cId="0" sldId="480"/>
        </pc:sldMkLst>
      </pc:sldChg>
      <pc:sldChg chg="del">
        <pc:chgData name="Atique Ahmad Zafar" userId="3c3190ae-5c8d-4775-903c-57da784da929" providerId="ADAL" clId="{94954094-E021-40E6-B095-77AD77B8F61B}" dt="2025-04-29T10:33:35.946" v="7" actId="47"/>
        <pc:sldMkLst>
          <pc:docMk/>
          <pc:sldMk cId="0" sldId="481"/>
        </pc:sldMkLst>
      </pc:sldChg>
      <pc:sldChg chg="delSp modSp add mod setBg delDesignElem">
        <pc:chgData name="Atique Ahmad Zafar" userId="3c3190ae-5c8d-4775-903c-57da784da929" providerId="ADAL" clId="{94954094-E021-40E6-B095-77AD77B8F61B}" dt="2025-04-29T10:34:58.088" v="56" actId="1038"/>
        <pc:sldMkLst>
          <pc:docMk/>
          <pc:sldMk cId="3104110903" sldId="484"/>
        </pc:sldMkLst>
      </pc:sldChg>
      <pc:sldChg chg="modSp add mod">
        <pc:chgData name="Atique Ahmad Zafar" userId="3c3190ae-5c8d-4775-903c-57da784da929" providerId="ADAL" clId="{94954094-E021-40E6-B095-77AD77B8F61B}" dt="2025-04-29T10:35:12.925" v="76" actId="1036"/>
        <pc:sldMkLst>
          <pc:docMk/>
          <pc:sldMk cId="3886780378" sldId="485"/>
        </pc:sldMkLst>
      </pc:sldChg>
      <pc:sldChg chg="add">
        <pc:chgData name="Atique Ahmad Zafar" userId="3c3190ae-5c8d-4775-903c-57da784da929" providerId="ADAL" clId="{94954094-E021-40E6-B095-77AD77B8F61B}" dt="2025-04-29T10:34:14.981" v="12"/>
        <pc:sldMkLst>
          <pc:docMk/>
          <pc:sldMk cId="1645710343" sldId="486"/>
        </pc:sldMkLst>
      </pc:sldChg>
      <pc:sldChg chg="delSp modSp add mod setBg delDesignElem">
        <pc:chgData name="Atique Ahmad Zafar" userId="3c3190ae-5c8d-4775-903c-57da784da929" providerId="ADAL" clId="{94954094-E021-40E6-B095-77AD77B8F61B}" dt="2025-04-29T10:35:33.888" v="90" actId="1035"/>
        <pc:sldMkLst>
          <pc:docMk/>
          <pc:sldMk cId="3653695459" sldId="487"/>
        </pc:sldMkLst>
      </pc:sldChg>
      <pc:sldChg chg="delSp add setBg delDesignElem">
        <pc:chgData name="Atique Ahmad Zafar" userId="3c3190ae-5c8d-4775-903c-57da784da929" providerId="ADAL" clId="{94954094-E021-40E6-B095-77AD77B8F61B}" dt="2025-04-29T10:34:14.981" v="12"/>
        <pc:sldMkLst>
          <pc:docMk/>
          <pc:sldMk cId="1249826817" sldId="488"/>
        </pc:sldMkLst>
      </pc:sldChg>
      <pc:sldChg chg="modSp add mod">
        <pc:chgData name="Atique Ahmad Zafar" userId="3c3190ae-5c8d-4775-903c-57da784da929" providerId="ADAL" clId="{94954094-E021-40E6-B095-77AD77B8F61B}" dt="2025-04-29T10:36:08.676" v="109" actId="1035"/>
        <pc:sldMkLst>
          <pc:docMk/>
          <pc:sldMk cId="863142105" sldId="489"/>
        </pc:sldMkLst>
      </pc:sldChg>
      <pc:sldChg chg="modSp add mod">
        <pc:chgData name="Atique Ahmad Zafar" userId="3c3190ae-5c8d-4775-903c-57da784da929" providerId="ADAL" clId="{94954094-E021-40E6-B095-77AD77B8F61B}" dt="2025-04-29T10:36:26.022" v="129" actId="1035"/>
        <pc:sldMkLst>
          <pc:docMk/>
          <pc:sldMk cId="166758081" sldId="490"/>
        </pc:sldMkLst>
      </pc:sldChg>
      <pc:sldChg chg="add">
        <pc:chgData name="Atique Ahmad Zafar" userId="3c3190ae-5c8d-4775-903c-57da784da929" providerId="ADAL" clId="{94954094-E021-40E6-B095-77AD77B8F61B}" dt="2025-04-29T10:34:14.981" v="12"/>
        <pc:sldMkLst>
          <pc:docMk/>
          <pc:sldMk cId="180278562" sldId="491"/>
        </pc:sldMkLst>
      </pc:sldChg>
      <pc:sldChg chg="add">
        <pc:chgData name="Atique Ahmad Zafar" userId="3c3190ae-5c8d-4775-903c-57da784da929" providerId="ADAL" clId="{94954094-E021-40E6-B095-77AD77B8F61B}" dt="2025-04-29T10:34:14.981" v="12"/>
        <pc:sldMkLst>
          <pc:docMk/>
          <pc:sldMk cId="1002709835" sldId="492"/>
        </pc:sldMkLst>
      </pc:sldChg>
      <pc:sldChg chg="addSp delSp modSp new mod">
        <pc:chgData name="Atique Ahmad Zafar" userId="3c3190ae-5c8d-4775-903c-57da784da929" providerId="ADAL" clId="{94954094-E021-40E6-B095-77AD77B8F61B}" dt="2025-04-30T03:48:39.216" v="265" actId="1037"/>
        <pc:sldMkLst>
          <pc:docMk/>
          <pc:sldMk cId="1478707399" sldId="493"/>
        </pc:sldMkLst>
      </pc:sldChg>
      <pc:sldChg chg="delSp add del setBg delDesignElem">
        <pc:chgData name="Atique Ahmad Zafar" userId="3c3190ae-5c8d-4775-903c-57da784da929" providerId="ADAL" clId="{94954094-E021-40E6-B095-77AD77B8F61B}" dt="2025-04-29T10:36:45.238" v="130" actId="47"/>
        <pc:sldMkLst>
          <pc:docMk/>
          <pc:sldMk cId="1642124905" sldId="493"/>
        </pc:sldMkLst>
      </pc:sldChg>
      <pc:sldChg chg="delSp modSp new mod">
        <pc:chgData name="Atique Ahmad Zafar" userId="3c3190ae-5c8d-4775-903c-57da784da929" providerId="ADAL" clId="{94954094-E021-40E6-B095-77AD77B8F61B}" dt="2025-04-30T03:52:28.887" v="301" actId="478"/>
        <pc:sldMkLst>
          <pc:docMk/>
          <pc:sldMk cId="698509235" sldId="494"/>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77B9A76-2F6E-4BFE-BCF6-F1CF2B5F7961}" type="doc">
      <dgm:prSet loTypeId="urn:microsoft.com/office/officeart/2005/8/layout/default" loCatId="list" qsTypeId="urn:microsoft.com/office/officeart/2005/8/quickstyle/simple1" qsCatId="simple" csTypeId="urn:microsoft.com/office/officeart/2005/8/colors/colorful5" csCatId="colorful"/>
      <dgm:spPr/>
      <dgm:t>
        <a:bodyPr/>
        <a:lstStyle/>
        <a:p>
          <a:endParaRPr lang="en-US"/>
        </a:p>
      </dgm:t>
    </dgm:pt>
    <dgm:pt modelId="{839EE62F-A520-4D31-BC29-6E14F9DF345A}">
      <dgm:prSet/>
      <dgm:spPr/>
      <dgm:t>
        <a:bodyPr/>
        <a:lstStyle/>
        <a:p>
          <a:r>
            <a:rPr lang="en-US"/>
            <a:t>ensures logarithmic time complexity</a:t>
          </a:r>
        </a:p>
      </dgm:t>
    </dgm:pt>
    <dgm:pt modelId="{B1BBBDB2-D479-44EF-B163-377A6773180F}" type="parTrans" cxnId="{DEE0CBBE-E373-48BB-8ECF-7A3432542C1F}">
      <dgm:prSet/>
      <dgm:spPr/>
      <dgm:t>
        <a:bodyPr/>
        <a:lstStyle/>
        <a:p>
          <a:endParaRPr lang="en-US"/>
        </a:p>
      </dgm:t>
    </dgm:pt>
    <dgm:pt modelId="{5B4A0B9F-B529-45CF-85F5-26761147533F}" type="sibTrans" cxnId="{DEE0CBBE-E373-48BB-8ECF-7A3432542C1F}">
      <dgm:prSet/>
      <dgm:spPr/>
      <dgm:t>
        <a:bodyPr/>
        <a:lstStyle/>
        <a:p>
          <a:endParaRPr lang="en-US"/>
        </a:p>
      </dgm:t>
    </dgm:pt>
    <dgm:pt modelId="{D0093998-7378-4307-BDC4-3A31CFBF68FC}">
      <dgm:prSet/>
      <dgm:spPr/>
      <dgm:t>
        <a:bodyPr/>
        <a:lstStyle/>
        <a:p>
          <a:r>
            <a:rPr lang="en-US"/>
            <a:t>maintains sorted structure with balance</a:t>
          </a:r>
        </a:p>
      </dgm:t>
    </dgm:pt>
    <dgm:pt modelId="{AB47DC0A-50AC-467C-BF86-D579C9C1906D}" type="parTrans" cxnId="{D25AC1CE-90B0-412B-83C4-72DEC10B175D}">
      <dgm:prSet/>
      <dgm:spPr/>
      <dgm:t>
        <a:bodyPr/>
        <a:lstStyle/>
        <a:p>
          <a:endParaRPr lang="en-US"/>
        </a:p>
      </dgm:t>
    </dgm:pt>
    <dgm:pt modelId="{015AE93E-4717-4350-BA00-C9754C6E35EF}" type="sibTrans" cxnId="{D25AC1CE-90B0-412B-83C4-72DEC10B175D}">
      <dgm:prSet/>
      <dgm:spPr/>
      <dgm:t>
        <a:bodyPr/>
        <a:lstStyle/>
        <a:p>
          <a:endParaRPr lang="en-US"/>
        </a:p>
      </dgm:t>
    </dgm:pt>
    <dgm:pt modelId="{680A3860-A758-46E9-9214-89DBD21B0828}">
      <dgm:prSet/>
      <dgm:spPr/>
      <dgm:t>
        <a:bodyPr/>
        <a:lstStyle/>
        <a:p>
          <a:r>
            <a:rPr lang="en-US"/>
            <a:t>faster search, insert, and delete than unbalanced BST</a:t>
          </a:r>
        </a:p>
      </dgm:t>
    </dgm:pt>
    <dgm:pt modelId="{8AC4B642-C24F-42DB-8F41-FDCDC6468A59}" type="parTrans" cxnId="{12A04CF3-E39F-493C-9DF6-5517E50FCE31}">
      <dgm:prSet/>
      <dgm:spPr/>
      <dgm:t>
        <a:bodyPr/>
        <a:lstStyle/>
        <a:p>
          <a:endParaRPr lang="en-US"/>
        </a:p>
      </dgm:t>
    </dgm:pt>
    <dgm:pt modelId="{F517B919-8F42-458A-B596-3110FC00A0D5}" type="sibTrans" cxnId="{12A04CF3-E39F-493C-9DF6-5517E50FCE31}">
      <dgm:prSet/>
      <dgm:spPr/>
      <dgm:t>
        <a:bodyPr/>
        <a:lstStyle/>
        <a:p>
          <a:endParaRPr lang="en-US"/>
        </a:p>
      </dgm:t>
    </dgm:pt>
    <dgm:pt modelId="{DACBEB99-3E23-4E28-90A1-70896AEA0585}" type="pres">
      <dgm:prSet presAssocID="{477B9A76-2F6E-4BFE-BCF6-F1CF2B5F7961}" presName="diagram" presStyleCnt="0">
        <dgm:presLayoutVars>
          <dgm:dir/>
          <dgm:resizeHandles val="exact"/>
        </dgm:presLayoutVars>
      </dgm:prSet>
      <dgm:spPr/>
    </dgm:pt>
    <dgm:pt modelId="{F0CCECF5-E579-414B-A9F9-B2890D9B8312}" type="pres">
      <dgm:prSet presAssocID="{839EE62F-A520-4D31-BC29-6E14F9DF345A}" presName="node" presStyleLbl="node1" presStyleIdx="0" presStyleCnt="3">
        <dgm:presLayoutVars>
          <dgm:bulletEnabled val="1"/>
        </dgm:presLayoutVars>
      </dgm:prSet>
      <dgm:spPr/>
    </dgm:pt>
    <dgm:pt modelId="{E9F43B2B-E6D9-4FB3-82B5-C68098B500D7}" type="pres">
      <dgm:prSet presAssocID="{5B4A0B9F-B529-45CF-85F5-26761147533F}" presName="sibTrans" presStyleCnt="0"/>
      <dgm:spPr/>
    </dgm:pt>
    <dgm:pt modelId="{516B6D71-B79A-40F4-8C59-0453A4FE6B29}" type="pres">
      <dgm:prSet presAssocID="{D0093998-7378-4307-BDC4-3A31CFBF68FC}" presName="node" presStyleLbl="node1" presStyleIdx="1" presStyleCnt="3">
        <dgm:presLayoutVars>
          <dgm:bulletEnabled val="1"/>
        </dgm:presLayoutVars>
      </dgm:prSet>
      <dgm:spPr/>
    </dgm:pt>
    <dgm:pt modelId="{EDE631DC-CAC0-49D2-902F-7BE8BC10488B}" type="pres">
      <dgm:prSet presAssocID="{015AE93E-4717-4350-BA00-C9754C6E35EF}" presName="sibTrans" presStyleCnt="0"/>
      <dgm:spPr/>
    </dgm:pt>
    <dgm:pt modelId="{16785B7F-52FB-4F83-9F4E-84DC0334727F}" type="pres">
      <dgm:prSet presAssocID="{680A3860-A758-46E9-9214-89DBD21B0828}" presName="node" presStyleLbl="node1" presStyleIdx="2" presStyleCnt="3">
        <dgm:presLayoutVars>
          <dgm:bulletEnabled val="1"/>
        </dgm:presLayoutVars>
      </dgm:prSet>
      <dgm:spPr/>
    </dgm:pt>
  </dgm:ptLst>
  <dgm:cxnLst>
    <dgm:cxn modelId="{B170FA00-E05A-4E0F-ABCC-5E0E41837BA1}" type="presOf" srcId="{839EE62F-A520-4D31-BC29-6E14F9DF345A}" destId="{F0CCECF5-E579-414B-A9F9-B2890D9B8312}" srcOrd="0" destOrd="0" presId="urn:microsoft.com/office/officeart/2005/8/layout/default"/>
    <dgm:cxn modelId="{80A4803F-4EDD-4C7C-B163-7B14297E15FA}" type="presOf" srcId="{477B9A76-2F6E-4BFE-BCF6-F1CF2B5F7961}" destId="{DACBEB99-3E23-4E28-90A1-70896AEA0585}" srcOrd="0" destOrd="0" presId="urn:microsoft.com/office/officeart/2005/8/layout/default"/>
    <dgm:cxn modelId="{A694EC79-B728-4295-8352-ED89732FCC89}" type="presOf" srcId="{D0093998-7378-4307-BDC4-3A31CFBF68FC}" destId="{516B6D71-B79A-40F4-8C59-0453A4FE6B29}" srcOrd="0" destOrd="0" presId="urn:microsoft.com/office/officeart/2005/8/layout/default"/>
    <dgm:cxn modelId="{412D9F92-4D3E-430C-BABB-FEE8B3343EE6}" type="presOf" srcId="{680A3860-A758-46E9-9214-89DBD21B0828}" destId="{16785B7F-52FB-4F83-9F4E-84DC0334727F}" srcOrd="0" destOrd="0" presId="urn:microsoft.com/office/officeart/2005/8/layout/default"/>
    <dgm:cxn modelId="{DEE0CBBE-E373-48BB-8ECF-7A3432542C1F}" srcId="{477B9A76-2F6E-4BFE-BCF6-F1CF2B5F7961}" destId="{839EE62F-A520-4D31-BC29-6E14F9DF345A}" srcOrd="0" destOrd="0" parTransId="{B1BBBDB2-D479-44EF-B163-377A6773180F}" sibTransId="{5B4A0B9F-B529-45CF-85F5-26761147533F}"/>
    <dgm:cxn modelId="{D25AC1CE-90B0-412B-83C4-72DEC10B175D}" srcId="{477B9A76-2F6E-4BFE-BCF6-F1CF2B5F7961}" destId="{D0093998-7378-4307-BDC4-3A31CFBF68FC}" srcOrd="1" destOrd="0" parTransId="{AB47DC0A-50AC-467C-BF86-D579C9C1906D}" sibTransId="{015AE93E-4717-4350-BA00-C9754C6E35EF}"/>
    <dgm:cxn modelId="{12A04CF3-E39F-493C-9DF6-5517E50FCE31}" srcId="{477B9A76-2F6E-4BFE-BCF6-F1CF2B5F7961}" destId="{680A3860-A758-46E9-9214-89DBD21B0828}" srcOrd="2" destOrd="0" parTransId="{8AC4B642-C24F-42DB-8F41-FDCDC6468A59}" sibTransId="{F517B919-8F42-458A-B596-3110FC00A0D5}"/>
    <dgm:cxn modelId="{FEE0A2BB-88CB-4DDA-80C8-A47071B352D2}" type="presParOf" srcId="{DACBEB99-3E23-4E28-90A1-70896AEA0585}" destId="{F0CCECF5-E579-414B-A9F9-B2890D9B8312}" srcOrd="0" destOrd="0" presId="urn:microsoft.com/office/officeart/2005/8/layout/default"/>
    <dgm:cxn modelId="{7EE7E8AE-A99C-421E-B90E-B8E332E35075}" type="presParOf" srcId="{DACBEB99-3E23-4E28-90A1-70896AEA0585}" destId="{E9F43B2B-E6D9-4FB3-82B5-C68098B500D7}" srcOrd="1" destOrd="0" presId="urn:microsoft.com/office/officeart/2005/8/layout/default"/>
    <dgm:cxn modelId="{0ED6F42A-8C4A-47A1-8E9A-386A25450A45}" type="presParOf" srcId="{DACBEB99-3E23-4E28-90A1-70896AEA0585}" destId="{516B6D71-B79A-40F4-8C59-0453A4FE6B29}" srcOrd="2" destOrd="0" presId="urn:microsoft.com/office/officeart/2005/8/layout/default"/>
    <dgm:cxn modelId="{AD38B75B-7488-49A2-9FEB-72D45B813F28}" type="presParOf" srcId="{DACBEB99-3E23-4E28-90A1-70896AEA0585}" destId="{EDE631DC-CAC0-49D2-902F-7BE8BC10488B}" srcOrd="3" destOrd="0" presId="urn:microsoft.com/office/officeart/2005/8/layout/default"/>
    <dgm:cxn modelId="{8FF2CB38-9FAB-4C82-9DD5-E9707602857E}" type="presParOf" srcId="{DACBEB99-3E23-4E28-90A1-70896AEA0585}" destId="{16785B7F-52FB-4F83-9F4E-84DC0334727F}"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B3C7FE8-4CCB-42BE-8A0A-6648237F215B}"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8EEA087D-2ACA-4B2D-82B6-9D8645A858BB}">
      <dgm:prSet/>
      <dgm:spPr/>
      <dgm:t>
        <a:bodyPr/>
        <a:lstStyle/>
        <a:p>
          <a:r>
            <a:rPr lang="en-US" dirty="0"/>
            <a:t>single right rotation (LL case)</a:t>
          </a:r>
        </a:p>
      </dgm:t>
    </dgm:pt>
    <dgm:pt modelId="{C8054763-0189-4076-8DB5-7FBFF4D9E6E8}" type="parTrans" cxnId="{29A55F79-7A97-47E3-975B-045EA03C108A}">
      <dgm:prSet/>
      <dgm:spPr/>
      <dgm:t>
        <a:bodyPr/>
        <a:lstStyle/>
        <a:p>
          <a:endParaRPr lang="en-US"/>
        </a:p>
      </dgm:t>
    </dgm:pt>
    <dgm:pt modelId="{7EB6C469-61F4-4379-8DDA-8D4EA6AF1CE0}" type="sibTrans" cxnId="{29A55F79-7A97-47E3-975B-045EA03C108A}">
      <dgm:prSet/>
      <dgm:spPr/>
      <dgm:t>
        <a:bodyPr/>
        <a:lstStyle/>
        <a:p>
          <a:endParaRPr lang="en-US"/>
        </a:p>
      </dgm:t>
    </dgm:pt>
    <dgm:pt modelId="{8CAB263B-9DBD-42C5-BA69-0CAC9DA50F0D}">
      <dgm:prSet/>
      <dgm:spPr/>
      <dgm:t>
        <a:bodyPr/>
        <a:lstStyle/>
        <a:p>
          <a:r>
            <a:rPr lang="en-US"/>
            <a:t>single left rotation (RR case)</a:t>
          </a:r>
        </a:p>
      </dgm:t>
    </dgm:pt>
    <dgm:pt modelId="{61E42030-F0F0-446B-AAA6-95A6835A028D}" type="parTrans" cxnId="{23752AD0-C0BC-4C63-97E1-0A4EE818319E}">
      <dgm:prSet/>
      <dgm:spPr/>
      <dgm:t>
        <a:bodyPr/>
        <a:lstStyle/>
        <a:p>
          <a:endParaRPr lang="en-US"/>
        </a:p>
      </dgm:t>
    </dgm:pt>
    <dgm:pt modelId="{4D232808-0615-499E-9140-0E7623072EF9}" type="sibTrans" cxnId="{23752AD0-C0BC-4C63-97E1-0A4EE818319E}">
      <dgm:prSet/>
      <dgm:spPr/>
      <dgm:t>
        <a:bodyPr/>
        <a:lstStyle/>
        <a:p>
          <a:endParaRPr lang="en-US"/>
        </a:p>
      </dgm:t>
    </dgm:pt>
    <dgm:pt modelId="{0C691F7F-4D9D-4175-BF13-A55F23959DD0}">
      <dgm:prSet/>
      <dgm:spPr/>
      <dgm:t>
        <a:bodyPr/>
        <a:lstStyle/>
        <a:p>
          <a:r>
            <a:rPr lang="en-US"/>
            <a:t>left-right rotation (LR case)</a:t>
          </a:r>
        </a:p>
      </dgm:t>
    </dgm:pt>
    <dgm:pt modelId="{5F5863AD-C922-4EEB-9746-53DDC27E0356}" type="parTrans" cxnId="{603D2CE8-7FB7-4223-9761-BBA1CF8D9BF4}">
      <dgm:prSet/>
      <dgm:spPr/>
      <dgm:t>
        <a:bodyPr/>
        <a:lstStyle/>
        <a:p>
          <a:endParaRPr lang="en-US"/>
        </a:p>
      </dgm:t>
    </dgm:pt>
    <dgm:pt modelId="{0EAD511E-0FC8-4F87-B047-59D2C4C2DA5C}" type="sibTrans" cxnId="{603D2CE8-7FB7-4223-9761-BBA1CF8D9BF4}">
      <dgm:prSet/>
      <dgm:spPr/>
      <dgm:t>
        <a:bodyPr/>
        <a:lstStyle/>
        <a:p>
          <a:endParaRPr lang="en-US"/>
        </a:p>
      </dgm:t>
    </dgm:pt>
    <dgm:pt modelId="{B35C46B6-6BDD-4A28-84EA-BC22D5B53C43}">
      <dgm:prSet/>
      <dgm:spPr/>
      <dgm:t>
        <a:bodyPr/>
        <a:lstStyle/>
        <a:p>
          <a:r>
            <a:rPr lang="en-US"/>
            <a:t>right-left rotation (RL case)</a:t>
          </a:r>
        </a:p>
      </dgm:t>
    </dgm:pt>
    <dgm:pt modelId="{8A1D9E87-345F-43CA-82D9-E55702C0113E}" type="parTrans" cxnId="{C4B9544D-4ED1-4B10-B710-38C00C6C14D2}">
      <dgm:prSet/>
      <dgm:spPr/>
      <dgm:t>
        <a:bodyPr/>
        <a:lstStyle/>
        <a:p>
          <a:endParaRPr lang="en-US"/>
        </a:p>
      </dgm:t>
    </dgm:pt>
    <dgm:pt modelId="{69E0F102-6D2A-42CE-BC49-CE4B5E6245FE}" type="sibTrans" cxnId="{C4B9544D-4ED1-4B10-B710-38C00C6C14D2}">
      <dgm:prSet/>
      <dgm:spPr/>
      <dgm:t>
        <a:bodyPr/>
        <a:lstStyle/>
        <a:p>
          <a:endParaRPr lang="en-US"/>
        </a:p>
      </dgm:t>
    </dgm:pt>
    <dgm:pt modelId="{4324928D-F32C-4944-A2C8-4A7457D09428}" type="pres">
      <dgm:prSet presAssocID="{AB3C7FE8-4CCB-42BE-8A0A-6648237F215B}" presName="linear" presStyleCnt="0">
        <dgm:presLayoutVars>
          <dgm:animLvl val="lvl"/>
          <dgm:resizeHandles val="exact"/>
        </dgm:presLayoutVars>
      </dgm:prSet>
      <dgm:spPr/>
    </dgm:pt>
    <dgm:pt modelId="{DED1F8C2-4D88-4900-A409-26C5C4A75BE7}" type="pres">
      <dgm:prSet presAssocID="{8EEA087D-2ACA-4B2D-82B6-9D8645A858BB}" presName="parentText" presStyleLbl="node1" presStyleIdx="0" presStyleCnt="4">
        <dgm:presLayoutVars>
          <dgm:chMax val="0"/>
          <dgm:bulletEnabled val="1"/>
        </dgm:presLayoutVars>
      </dgm:prSet>
      <dgm:spPr/>
    </dgm:pt>
    <dgm:pt modelId="{372107D9-B868-475A-A3A3-B594277D73C2}" type="pres">
      <dgm:prSet presAssocID="{7EB6C469-61F4-4379-8DDA-8D4EA6AF1CE0}" presName="spacer" presStyleCnt="0"/>
      <dgm:spPr/>
    </dgm:pt>
    <dgm:pt modelId="{B886F408-FE96-4785-AA29-AF0A3DD6B962}" type="pres">
      <dgm:prSet presAssocID="{8CAB263B-9DBD-42C5-BA69-0CAC9DA50F0D}" presName="parentText" presStyleLbl="node1" presStyleIdx="1" presStyleCnt="4">
        <dgm:presLayoutVars>
          <dgm:chMax val="0"/>
          <dgm:bulletEnabled val="1"/>
        </dgm:presLayoutVars>
      </dgm:prSet>
      <dgm:spPr/>
    </dgm:pt>
    <dgm:pt modelId="{5FB5A114-0244-423C-8C65-741D7C8E4C02}" type="pres">
      <dgm:prSet presAssocID="{4D232808-0615-499E-9140-0E7623072EF9}" presName="spacer" presStyleCnt="0"/>
      <dgm:spPr/>
    </dgm:pt>
    <dgm:pt modelId="{7A40E48F-D01F-423F-9B0D-82943FBA6142}" type="pres">
      <dgm:prSet presAssocID="{0C691F7F-4D9D-4175-BF13-A55F23959DD0}" presName="parentText" presStyleLbl="node1" presStyleIdx="2" presStyleCnt="4">
        <dgm:presLayoutVars>
          <dgm:chMax val="0"/>
          <dgm:bulletEnabled val="1"/>
        </dgm:presLayoutVars>
      </dgm:prSet>
      <dgm:spPr/>
    </dgm:pt>
    <dgm:pt modelId="{34D6EFD2-6569-4D3F-B6CE-7EE7FDCE1B83}" type="pres">
      <dgm:prSet presAssocID="{0EAD511E-0FC8-4F87-B047-59D2C4C2DA5C}" presName="spacer" presStyleCnt="0"/>
      <dgm:spPr/>
    </dgm:pt>
    <dgm:pt modelId="{098EFF64-6DEA-4BF1-A0BC-1D27D101FCDE}" type="pres">
      <dgm:prSet presAssocID="{B35C46B6-6BDD-4A28-84EA-BC22D5B53C43}" presName="parentText" presStyleLbl="node1" presStyleIdx="3" presStyleCnt="4">
        <dgm:presLayoutVars>
          <dgm:chMax val="0"/>
          <dgm:bulletEnabled val="1"/>
        </dgm:presLayoutVars>
      </dgm:prSet>
      <dgm:spPr/>
    </dgm:pt>
  </dgm:ptLst>
  <dgm:cxnLst>
    <dgm:cxn modelId="{9D419214-364A-488D-AB4E-E316A0A65B2D}" type="presOf" srcId="{0C691F7F-4D9D-4175-BF13-A55F23959DD0}" destId="{7A40E48F-D01F-423F-9B0D-82943FBA6142}" srcOrd="0" destOrd="0" presId="urn:microsoft.com/office/officeart/2005/8/layout/vList2"/>
    <dgm:cxn modelId="{FD043431-B081-49EF-B6C9-474814EE123D}" type="presOf" srcId="{AB3C7FE8-4CCB-42BE-8A0A-6648237F215B}" destId="{4324928D-F32C-4944-A2C8-4A7457D09428}" srcOrd="0" destOrd="0" presId="urn:microsoft.com/office/officeart/2005/8/layout/vList2"/>
    <dgm:cxn modelId="{9B4D4A31-9BC7-47A1-AB50-8418E03FF0D5}" type="presOf" srcId="{8EEA087D-2ACA-4B2D-82B6-9D8645A858BB}" destId="{DED1F8C2-4D88-4900-A409-26C5C4A75BE7}" srcOrd="0" destOrd="0" presId="urn:microsoft.com/office/officeart/2005/8/layout/vList2"/>
    <dgm:cxn modelId="{C4B9544D-4ED1-4B10-B710-38C00C6C14D2}" srcId="{AB3C7FE8-4CCB-42BE-8A0A-6648237F215B}" destId="{B35C46B6-6BDD-4A28-84EA-BC22D5B53C43}" srcOrd="3" destOrd="0" parTransId="{8A1D9E87-345F-43CA-82D9-E55702C0113E}" sibTransId="{69E0F102-6D2A-42CE-BC49-CE4B5E6245FE}"/>
    <dgm:cxn modelId="{12253E52-E8AD-419B-BAB9-5C578D74BF71}" type="presOf" srcId="{8CAB263B-9DBD-42C5-BA69-0CAC9DA50F0D}" destId="{B886F408-FE96-4785-AA29-AF0A3DD6B962}" srcOrd="0" destOrd="0" presId="urn:microsoft.com/office/officeart/2005/8/layout/vList2"/>
    <dgm:cxn modelId="{29A55F79-7A97-47E3-975B-045EA03C108A}" srcId="{AB3C7FE8-4CCB-42BE-8A0A-6648237F215B}" destId="{8EEA087D-2ACA-4B2D-82B6-9D8645A858BB}" srcOrd="0" destOrd="0" parTransId="{C8054763-0189-4076-8DB5-7FBFF4D9E6E8}" sibTransId="{7EB6C469-61F4-4379-8DDA-8D4EA6AF1CE0}"/>
    <dgm:cxn modelId="{9D8BFC88-8E8F-4D2E-920F-EB50BB544F27}" type="presOf" srcId="{B35C46B6-6BDD-4A28-84EA-BC22D5B53C43}" destId="{098EFF64-6DEA-4BF1-A0BC-1D27D101FCDE}" srcOrd="0" destOrd="0" presId="urn:microsoft.com/office/officeart/2005/8/layout/vList2"/>
    <dgm:cxn modelId="{23752AD0-C0BC-4C63-97E1-0A4EE818319E}" srcId="{AB3C7FE8-4CCB-42BE-8A0A-6648237F215B}" destId="{8CAB263B-9DBD-42C5-BA69-0CAC9DA50F0D}" srcOrd="1" destOrd="0" parTransId="{61E42030-F0F0-446B-AAA6-95A6835A028D}" sibTransId="{4D232808-0615-499E-9140-0E7623072EF9}"/>
    <dgm:cxn modelId="{603D2CE8-7FB7-4223-9761-BBA1CF8D9BF4}" srcId="{AB3C7FE8-4CCB-42BE-8A0A-6648237F215B}" destId="{0C691F7F-4D9D-4175-BF13-A55F23959DD0}" srcOrd="2" destOrd="0" parTransId="{5F5863AD-C922-4EEB-9746-53DDC27E0356}" sibTransId="{0EAD511E-0FC8-4F87-B047-59D2C4C2DA5C}"/>
    <dgm:cxn modelId="{EA7A8FDF-DE98-4F27-A50D-C34C5F6F6CA0}" type="presParOf" srcId="{4324928D-F32C-4944-A2C8-4A7457D09428}" destId="{DED1F8C2-4D88-4900-A409-26C5C4A75BE7}" srcOrd="0" destOrd="0" presId="urn:microsoft.com/office/officeart/2005/8/layout/vList2"/>
    <dgm:cxn modelId="{8F051E0A-93F4-4C4B-B88C-3D01835C121D}" type="presParOf" srcId="{4324928D-F32C-4944-A2C8-4A7457D09428}" destId="{372107D9-B868-475A-A3A3-B594277D73C2}" srcOrd="1" destOrd="0" presId="urn:microsoft.com/office/officeart/2005/8/layout/vList2"/>
    <dgm:cxn modelId="{97BBF4E8-1F9E-4C09-8AA5-37C45FECB7B4}" type="presParOf" srcId="{4324928D-F32C-4944-A2C8-4A7457D09428}" destId="{B886F408-FE96-4785-AA29-AF0A3DD6B962}" srcOrd="2" destOrd="0" presId="urn:microsoft.com/office/officeart/2005/8/layout/vList2"/>
    <dgm:cxn modelId="{3540E245-9518-4492-AADF-1D90E74A5D18}" type="presParOf" srcId="{4324928D-F32C-4944-A2C8-4A7457D09428}" destId="{5FB5A114-0244-423C-8C65-741D7C8E4C02}" srcOrd="3" destOrd="0" presId="urn:microsoft.com/office/officeart/2005/8/layout/vList2"/>
    <dgm:cxn modelId="{6F95794E-9A79-4D00-82C6-127215AADDD7}" type="presParOf" srcId="{4324928D-F32C-4944-A2C8-4A7457D09428}" destId="{7A40E48F-D01F-423F-9B0D-82943FBA6142}" srcOrd="4" destOrd="0" presId="urn:microsoft.com/office/officeart/2005/8/layout/vList2"/>
    <dgm:cxn modelId="{7F854225-B823-4CD8-8BBB-227B88B59F83}" type="presParOf" srcId="{4324928D-F32C-4944-A2C8-4A7457D09428}" destId="{34D6EFD2-6569-4D3F-B6CE-7EE7FDCE1B83}" srcOrd="5" destOrd="0" presId="urn:microsoft.com/office/officeart/2005/8/layout/vList2"/>
    <dgm:cxn modelId="{EC4BA6BA-C5AE-49D4-BCBF-F7A126702365}" type="presParOf" srcId="{4324928D-F32C-4944-A2C8-4A7457D09428}" destId="{098EFF64-6DEA-4BF1-A0BC-1D27D101FCDE}"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CCECF5-E579-414B-A9F9-B2890D9B8312}">
      <dsp:nvSpPr>
        <dsp:cNvPr id="0" name=""/>
        <dsp:cNvSpPr/>
      </dsp:nvSpPr>
      <dsp:spPr>
        <a:xfrm>
          <a:off x="0" y="741450"/>
          <a:ext cx="2464593" cy="1478756"/>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ensures logarithmic time complexity</a:t>
          </a:r>
        </a:p>
      </dsp:txBody>
      <dsp:txXfrm>
        <a:off x="0" y="741450"/>
        <a:ext cx="2464593" cy="1478756"/>
      </dsp:txXfrm>
    </dsp:sp>
    <dsp:sp modelId="{516B6D71-B79A-40F4-8C59-0453A4FE6B29}">
      <dsp:nvSpPr>
        <dsp:cNvPr id="0" name=""/>
        <dsp:cNvSpPr/>
      </dsp:nvSpPr>
      <dsp:spPr>
        <a:xfrm>
          <a:off x="2711053" y="741450"/>
          <a:ext cx="2464593" cy="1478756"/>
        </a:xfrm>
        <a:prstGeom prst="rect">
          <a:avLst/>
        </a:prstGeom>
        <a:solidFill>
          <a:schemeClr val="accent5">
            <a:hueOff val="-12897"/>
            <a:satOff val="-9251"/>
            <a:lumOff val="-4902"/>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maintains sorted structure with balance</a:t>
          </a:r>
        </a:p>
      </dsp:txBody>
      <dsp:txXfrm>
        <a:off x="2711053" y="741450"/>
        <a:ext cx="2464593" cy="1478756"/>
      </dsp:txXfrm>
    </dsp:sp>
    <dsp:sp modelId="{16785B7F-52FB-4F83-9F4E-84DC0334727F}">
      <dsp:nvSpPr>
        <dsp:cNvPr id="0" name=""/>
        <dsp:cNvSpPr/>
      </dsp:nvSpPr>
      <dsp:spPr>
        <a:xfrm>
          <a:off x="5422106" y="741450"/>
          <a:ext cx="2464593" cy="1478756"/>
        </a:xfrm>
        <a:prstGeom prst="rect">
          <a:avLst/>
        </a:prstGeom>
        <a:solidFill>
          <a:schemeClr val="accent5">
            <a:hueOff val="-25795"/>
            <a:satOff val="-18503"/>
            <a:lumOff val="-9803"/>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faster search, insert, and delete than unbalanced BST</a:t>
          </a:r>
        </a:p>
      </dsp:txBody>
      <dsp:txXfrm>
        <a:off x="5422106" y="741450"/>
        <a:ext cx="2464593" cy="14787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D1F8C2-4D88-4900-A409-26C5C4A75BE7}">
      <dsp:nvSpPr>
        <dsp:cNvPr id="0" name=""/>
        <dsp:cNvSpPr/>
      </dsp:nvSpPr>
      <dsp:spPr>
        <a:xfrm>
          <a:off x="0" y="455535"/>
          <a:ext cx="5122926" cy="725399"/>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single right rotation (LL case)</a:t>
          </a:r>
        </a:p>
      </dsp:txBody>
      <dsp:txXfrm>
        <a:off x="35411" y="490946"/>
        <a:ext cx="5052104" cy="654577"/>
      </dsp:txXfrm>
    </dsp:sp>
    <dsp:sp modelId="{B886F408-FE96-4785-AA29-AF0A3DD6B962}">
      <dsp:nvSpPr>
        <dsp:cNvPr id="0" name=""/>
        <dsp:cNvSpPr/>
      </dsp:nvSpPr>
      <dsp:spPr>
        <a:xfrm>
          <a:off x="0" y="1270215"/>
          <a:ext cx="5122926" cy="725399"/>
        </a:xfrm>
        <a:prstGeom prst="roundRect">
          <a:avLst/>
        </a:prstGeom>
        <a:solidFill>
          <a:schemeClr val="accent5">
            <a:hueOff val="-8598"/>
            <a:satOff val="-6168"/>
            <a:lumOff val="-3268"/>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single left rotation (RR case)</a:t>
          </a:r>
        </a:p>
      </dsp:txBody>
      <dsp:txXfrm>
        <a:off x="35411" y="1305626"/>
        <a:ext cx="5052104" cy="654577"/>
      </dsp:txXfrm>
    </dsp:sp>
    <dsp:sp modelId="{7A40E48F-D01F-423F-9B0D-82943FBA6142}">
      <dsp:nvSpPr>
        <dsp:cNvPr id="0" name=""/>
        <dsp:cNvSpPr/>
      </dsp:nvSpPr>
      <dsp:spPr>
        <a:xfrm>
          <a:off x="0" y="2084895"/>
          <a:ext cx="5122926" cy="725399"/>
        </a:xfrm>
        <a:prstGeom prst="roundRect">
          <a:avLst/>
        </a:prstGeom>
        <a:solidFill>
          <a:schemeClr val="accent5">
            <a:hueOff val="-17197"/>
            <a:satOff val="-12335"/>
            <a:lumOff val="-6535"/>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left-right rotation (LR case)</a:t>
          </a:r>
        </a:p>
      </dsp:txBody>
      <dsp:txXfrm>
        <a:off x="35411" y="2120306"/>
        <a:ext cx="5052104" cy="654577"/>
      </dsp:txXfrm>
    </dsp:sp>
    <dsp:sp modelId="{098EFF64-6DEA-4BF1-A0BC-1D27D101FCDE}">
      <dsp:nvSpPr>
        <dsp:cNvPr id="0" name=""/>
        <dsp:cNvSpPr/>
      </dsp:nvSpPr>
      <dsp:spPr>
        <a:xfrm>
          <a:off x="0" y="2899575"/>
          <a:ext cx="5122926" cy="725399"/>
        </a:xfrm>
        <a:prstGeom prst="roundRect">
          <a:avLst/>
        </a:prstGeom>
        <a:solidFill>
          <a:schemeClr val="accent5">
            <a:hueOff val="-25795"/>
            <a:satOff val="-18503"/>
            <a:lumOff val="-9803"/>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right-left rotation (RL case)</a:t>
          </a:r>
        </a:p>
      </dsp:txBody>
      <dsp:txXfrm>
        <a:off x="35411" y="2934986"/>
        <a:ext cx="5052104" cy="654577"/>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14DCCB-EE02-4BA4-96F8-214A24D2B51B}" type="datetimeFigureOut">
              <a:rPr lang="en-US" smtClean="0"/>
              <a:pPr/>
              <a:t>10/17/2025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9ED50B0-D53F-4459-8D78-0CE7DA098017}"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http://www.comsats.org.pk/images/images_r01_c01.jpg" TargetMode="External"/><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hasCustomPrompt="1"/>
          </p:nvPr>
        </p:nvSpPr>
        <p:spPr>
          <a:xfrm>
            <a:off x="1219200" y="3886200"/>
            <a:ext cx="6858000" cy="990600"/>
          </a:xfrm>
        </p:spPr>
        <p:txBody>
          <a:bodyPr anchor="t" anchorCtr="0"/>
          <a:lstStyle>
            <a:lvl1pPr algn="r">
              <a:defRPr sz="3200" baseline="0">
                <a:solidFill>
                  <a:schemeClr val="tx1"/>
                </a:solidFill>
              </a:defRPr>
            </a:lvl1pPr>
          </a:lstStyle>
          <a:p>
            <a:r>
              <a:rPr kumimoji="0" lang="en-US" dirty="0"/>
              <a:t>Atique Ahmad </a:t>
            </a:r>
            <a:r>
              <a:rPr kumimoji="0" lang="en-US" dirty="0" err="1"/>
              <a:t>Zafar</a:t>
            </a:r>
            <a:endParaRPr kumimoji="0" lang="en-US" dirty="0"/>
          </a:p>
        </p:txBody>
      </p:sp>
      <p:sp>
        <p:nvSpPr>
          <p:cNvPr id="9" name="Subtitle 8"/>
          <p:cNvSpPr>
            <a:spLocks noGrp="1"/>
          </p:cNvSpPr>
          <p:nvPr>
            <p:ph type="subTitle" idx="1" hasCustomPrompt="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Lecture-1</a:t>
            </a:r>
            <a:endParaRPr kumimoji="0" lang="en-US" dirty="0"/>
          </a:p>
        </p:txBody>
      </p:sp>
      <p:sp>
        <p:nvSpPr>
          <p:cNvPr id="17" name="Footer Placeholder 16"/>
          <p:cNvSpPr>
            <a:spLocks noGrp="1"/>
          </p:cNvSpPr>
          <p:nvPr>
            <p:ph type="ftr" sz="quarter" idx="11"/>
          </p:nvPr>
        </p:nvSpPr>
        <p:spPr>
          <a:xfrm>
            <a:off x="2898648" y="6355080"/>
            <a:ext cx="3474720" cy="365760"/>
          </a:xfrm>
        </p:spPr>
        <p:txBody>
          <a:bodyPr/>
          <a:lstStyle>
            <a:lvl1pPr>
              <a:defRPr/>
            </a:lvl1pPr>
          </a:lstStyle>
          <a:p>
            <a:r>
              <a:rPr lang="en-US" dirty="0"/>
              <a:t>Algorithm and Data Structure </a:t>
            </a: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pic>
        <p:nvPicPr>
          <p:cNvPr id="11265" name="Picture 1" descr="http://www.comsats.org.pk/images/images_r01_c01.jpg"/>
          <p:cNvPicPr>
            <a:picLocks noChangeAspect="1" noChangeArrowheads="1"/>
          </p:cNvPicPr>
          <p:nvPr userDrawn="1"/>
        </p:nvPicPr>
        <p:blipFill>
          <a:blip r:embed="rId2" r:link="rId3"/>
          <a:srcRect/>
          <a:stretch>
            <a:fillRect/>
          </a:stretch>
        </p:blipFill>
        <p:spPr bwMode="auto">
          <a:xfrm>
            <a:off x="0" y="0"/>
            <a:ext cx="914400" cy="952500"/>
          </a:xfrm>
          <a:prstGeom prst="rect">
            <a:avLst/>
          </a:prstGeom>
          <a:noFill/>
        </p:spPr>
      </p:pic>
      <p:sp>
        <p:nvSpPr>
          <p:cNvPr id="14" name="Rectangle 13"/>
          <p:cNvSpPr/>
          <p:nvPr userDrawn="1"/>
        </p:nvSpPr>
        <p:spPr>
          <a:xfrm>
            <a:off x="990600" y="228600"/>
            <a:ext cx="7689926" cy="461665"/>
          </a:xfrm>
          <a:prstGeom prst="rect">
            <a:avLst/>
          </a:prstGeom>
          <a:noFill/>
        </p:spPr>
        <p:txBody>
          <a:bodyPr wrap="none" lIns="91440" tIns="45720" rIns="91440" bIns="45720">
            <a:spAutoFit/>
          </a:bodyPr>
          <a:lstStyle/>
          <a:p>
            <a:pPr algn="ctr"/>
            <a:r>
              <a:rPr kumimoji="0" lang="en-US" sz="2400" b="1" u="sng" kern="1200" cap="none" spc="0" dirty="0">
                <a:ln w="18000">
                  <a:solidFill>
                    <a:schemeClr val="accent2">
                      <a:satMod val="140000"/>
                    </a:schemeClr>
                  </a:solidFill>
                  <a:prstDash val="solid"/>
                  <a:miter lim="800000"/>
                </a:ln>
                <a:solidFill>
                  <a:schemeClr val="accent2">
                    <a:lumMod val="50000"/>
                  </a:schemeClr>
                </a:solidFill>
                <a:effectLst/>
                <a:latin typeface="+mj-lt"/>
                <a:ea typeface="+mj-ea"/>
                <a:cs typeface="+mj-cs"/>
              </a:rPr>
              <a:t>COMSATS Institute of Information Technology</a:t>
            </a:r>
            <a:endParaRPr lang="en-US" sz="2400" b="1" u="sng" cap="none" spc="0" dirty="0">
              <a:ln w="18000">
                <a:solidFill>
                  <a:schemeClr val="accent2">
                    <a:satMod val="140000"/>
                  </a:schemeClr>
                </a:solidFill>
                <a:prstDash val="solid"/>
                <a:miter lim="800000"/>
              </a:ln>
              <a:solidFill>
                <a:schemeClr val="accent2">
                  <a:lumMod val="50000"/>
                </a:schemeClr>
              </a:solidFill>
              <a:effectLst/>
            </a:endParaRPr>
          </a:p>
        </p:txBody>
      </p:sp>
      <p:sp>
        <p:nvSpPr>
          <p:cNvPr id="15" name="Rectangle 14"/>
          <p:cNvSpPr/>
          <p:nvPr userDrawn="1"/>
        </p:nvSpPr>
        <p:spPr>
          <a:xfrm>
            <a:off x="914400" y="1752600"/>
            <a:ext cx="7315200" cy="17373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6" name="Rectangle 15"/>
          <p:cNvSpPr/>
          <p:nvPr userDrawn="1"/>
        </p:nvSpPr>
        <p:spPr>
          <a:xfrm>
            <a:off x="914400" y="1752600"/>
            <a:ext cx="228600" cy="1752600"/>
          </a:xfrm>
          <a:prstGeom prst="rect">
            <a:avLst/>
          </a:prstGeom>
          <a:solidFill>
            <a:schemeClr val="accent1">
              <a:lumMod val="50000"/>
            </a:schemeClr>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solidFill>
                <a:schemeClr val="bg2">
                  <a:lumMod val="25000"/>
                </a:schemeClr>
              </a:solidFill>
            </a:endParaRPr>
          </a:p>
        </p:txBody>
      </p:sp>
      <p:sp>
        <p:nvSpPr>
          <p:cNvPr id="18" name="Title 7"/>
          <p:cNvSpPr txBox="1">
            <a:spLocks/>
          </p:cNvSpPr>
          <p:nvPr userDrawn="1"/>
        </p:nvSpPr>
        <p:spPr>
          <a:xfrm>
            <a:off x="1219200" y="2133600"/>
            <a:ext cx="6858000" cy="1371600"/>
          </a:xfrm>
          <a:prstGeom prst="rect">
            <a:avLst/>
          </a:prstGeom>
        </p:spPr>
        <p:txBody>
          <a:bodyPr vert="horz" anchor="t" anchorCtr="0">
            <a:normAutofit/>
          </a:bodyPr>
          <a:lstStyle>
            <a:lvl1pPr algn="r">
              <a:defRPr sz="3200">
                <a:solidFill>
                  <a:schemeClr val="tx1"/>
                </a:solidFill>
              </a:defRPr>
            </a:lvl1pPr>
          </a:lstStyle>
          <a:p>
            <a:r>
              <a:rPr kumimoji="0" lang="en-US" sz="3200" b="0" i="0" u="none" strike="noStrike" kern="1200" cap="none" spc="0" normalizeH="0" baseline="0" noProof="0" dirty="0">
                <a:ln>
                  <a:noFill/>
                </a:ln>
                <a:solidFill>
                  <a:schemeClr val="tx1"/>
                </a:solidFill>
                <a:effectLst/>
                <a:uLnTx/>
                <a:uFillTx/>
                <a:latin typeface="+mj-lt"/>
                <a:ea typeface="+mj-ea"/>
                <a:cs typeface="+mj-cs"/>
              </a:rPr>
              <a:t>Algorithm and Data Structure</a:t>
            </a:r>
          </a:p>
          <a:p>
            <a:r>
              <a:rPr kumimoji="0" lang="en-US" sz="3200" b="0" i="0" u="none" strike="noStrike" kern="1200" cap="none" spc="0" normalizeH="0" baseline="0" noProof="0" dirty="0">
                <a:ln>
                  <a:noFill/>
                </a:ln>
                <a:solidFill>
                  <a:schemeClr val="tx1"/>
                </a:solidFill>
                <a:effectLst/>
                <a:uLnTx/>
                <a:uFillTx/>
                <a:latin typeface="+mj-lt"/>
                <a:ea typeface="+mj-ea"/>
                <a:cs typeface="+mj-cs"/>
              </a:rPr>
              <a:t>(CSC-211)</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E664E9-BB0A-4932-9D77-E0DDE5779A37}" type="slidenum">
              <a:rPr lang="en-US" smtClean="0"/>
              <a:pPr/>
              <a:t>‹#›</a:t>
            </a:fld>
            <a:endParaRPr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E664E9-BB0A-4932-9D77-E0DDE5779A37}" type="slidenum">
              <a:rPr lang="en-US" smtClean="0"/>
              <a:pPr/>
              <a:t>‹#›</a:t>
            </a:fld>
            <a:endParaRPr lang="en-US" dirty="0"/>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dirty="0"/>
              <a:t>Algorithm and Data Structure </a:t>
            </a:r>
          </a:p>
        </p:txBody>
      </p:sp>
      <p:sp>
        <p:nvSpPr>
          <p:cNvPr id="9" name="Slide Number Placeholder 8"/>
          <p:cNvSpPr>
            <a:spLocks noGrp="1"/>
          </p:cNvSpPr>
          <p:nvPr>
            <p:ph type="sldNum" sz="quarter" idx="12"/>
          </p:nvPr>
        </p:nvSpPr>
        <p:spPr/>
        <p:txBody>
          <a:bodyPr/>
          <a:lstStyle/>
          <a:p>
            <a:fld id="{95E664E9-BB0A-4932-9D77-E0DDE5779A37}" type="slidenum">
              <a:rPr lang="en-US" smtClean="0"/>
              <a:pPr/>
              <a:t>‹#›</a:t>
            </a:fld>
            <a:endParaRPr lang="en-US" dirty="0"/>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en-US" dirty="0"/>
              <a:t>Algorithm and Data Structure </a:t>
            </a:r>
          </a:p>
        </p:txBody>
      </p:sp>
      <p:sp>
        <p:nvSpPr>
          <p:cNvPr id="5" name="Slide Number Placeholder 4"/>
          <p:cNvSpPr>
            <a:spLocks noGrp="1"/>
          </p:cNvSpPr>
          <p:nvPr>
            <p:ph type="sldNum" sz="quarter" idx="12"/>
          </p:nvPr>
        </p:nvSpPr>
        <p:spPr/>
        <p:txBody>
          <a:bodyPr/>
          <a:lstStyle/>
          <a:p>
            <a:fld id="{95E664E9-BB0A-4932-9D77-E0DDE5779A37}" type="slidenum">
              <a:rPr lang="en-US" smtClean="0"/>
              <a:pPr/>
              <a:t>‹#›</a:t>
            </a:fld>
            <a:endParaRPr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r>
              <a:rPr lang="en-US" dirty="0"/>
              <a:t>Algorithm and Data Structure </a:t>
            </a:r>
          </a:p>
        </p:txBody>
      </p:sp>
      <p:sp>
        <p:nvSpPr>
          <p:cNvPr id="4" name="Slide Number Placeholder 3"/>
          <p:cNvSpPr>
            <a:spLocks noGrp="1"/>
          </p:cNvSpPr>
          <p:nvPr>
            <p:ph type="sldNum" sz="quarter" idx="12"/>
          </p:nvPr>
        </p:nvSpPr>
        <p:spPr/>
        <p:txBody>
          <a:bodyPr/>
          <a:lstStyle/>
          <a:p>
            <a:fld id="{95E664E9-BB0A-4932-9D77-E0DDE5779A37}" type="slidenum">
              <a:rPr lang="en-US" smtClean="0"/>
              <a:pPr/>
              <a:t>‹#›</a:t>
            </a:fld>
            <a:endParaRPr lang="en-US" dirty="0"/>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E664E9-BB0A-4932-9D77-E0DDE5779A37}"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dirty="0"/>
              <a:t>Click icon to add picture</a:t>
            </a:r>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E664E9-BB0A-4932-9D77-E0DDE5779A37}"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E664E9-BB0A-4932-9D77-E0DDE5779A37}"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E664E9-BB0A-4932-9D77-E0DDE5779A37}" type="slidenum">
              <a:rPr lang="en-US" smtClean="0"/>
              <a:pPr/>
              <a:t>‹#›</a:t>
            </a:fld>
            <a:endParaRPr lang="en-US" dirty="0"/>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533400" y="473075"/>
            <a:ext cx="8153400" cy="1143000"/>
          </a:xfrm>
        </p:spPr>
        <p:txBody>
          <a:bodyPr/>
          <a:lstStyle/>
          <a:p>
            <a:r>
              <a:rPr lang="en-US"/>
              <a:t>Click to edit Master title style</a:t>
            </a:r>
          </a:p>
        </p:txBody>
      </p:sp>
      <p:sp>
        <p:nvSpPr>
          <p:cNvPr id="3" name="Table Placeholder 2"/>
          <p:cNvSpPr>
            <a:spLocks noGrp="1"/>
          </p:cNvSpPr>
          <p:nvPr>
            <p:ph type="tbl" idx="1"/>
          </p:nvPr>
        </p:nvSpPr>
        <p:spPr>
          <a:xfrm>
            <a:off x="533400" y="1828800"/>
            <a:ext cx="8153400" cy="4038600"/>
          </a:xfrm>
        </p:spPr>
        <p:txBody>
          <a:bodyPr/>
          <a:lstStyle/>
          <a:p>
            <a:endParaRPr lang="en-US"/>
          </a:p>
        </p:txBody>
      </p:sp>
      <p:sp>
        <p:nvSpPr>
          <p:cNvPr id="4" name="Date Placeholder 3"/>
          <p:cNvSpPr>
            <a:spLocks noGrp="1"/>
          </p:cNvSpPr>
          <p:nvPr>
            <p:ph type="dt" sz="half" idx="10"/>
          </p:nvPr>
        </p:nvSpPr>
        <p:spPr>
          <a:xfrm>
            <a:off x="533400" y="6248400"/>
            <a:ext cx="2057400" cy="457200"/>
          </a:xfrm>
        </p:spPr>
        <p:txBody>
          <a:bodyPr/>
          <a:lstStyle>
            <a:lvl1pPr>
              <a:defRPr/>
            </a:lvl1pPr>
          </a:lstStyle>
          <a:p>
            <a:endParaRPr lang="en-US"/>
          </a:p>
        </p:txBody>
      </p:sp>
      <p:sp>
        <p:nvSpPr>
          <p:cNvPr id="5" name="Footer Placeholder 4"/>
          <p:cNvSpPr>
            <a:spLocks noGrp="1"/>
          </p:cNvSpPr>
          <p:nvPr>
            <p:ph type="ftr" sz="quarter" idx="11"/>
          </p:nvPr>
        </p:nvSpPr>
        <p:spPr>
          <a:xfrm>
            <a:off x="3238500" y="6248400"/>
            <a:ext cx="2895600" cy="457200"/>
          </a:xfrm>
        </p:spPr>
        <p:txBody>
          <a:bodyPr/>
          <a:lstStyle>
            <a:lvl1pPr>
              <a:defRPr/>
            </a:lvl1pPr>
          </a:lstStyle>
          <a:p>
            <a:r>
              <a:rPr lang="en-US"/>
              <a:t>Algorithm and Data Structure </a:t>
            </a:r>
          </a:p>
        </p:txBody>
      </p:sp>
      <p:sp>
        <p:nvSpPr>
          <p:cNvPr id="6" name="Slide Number Placeholder 5"/>
          <p:cNvSpPr>
            <a:spLocks noGrp="1"/>
          </p:cNvSpPr>
          <p:nvPr>
            <p:ph type="sldNum" sz="quarter" idx="12"/>
          </p:nvPr>
        </p:nvSpPr>
        <p:spPr>
          <a:xfrm>
            <a:off x="6781800" y="6248400"/>
            <a:ext cx="1905000" cy="457200"/>
          </a:xfrm>
        </p:spPr>
        <p:txBody>
          <a:bodyPr/>
          <a:lstStyle>
            <a:lvl1pPr>
              <a:defRPr/>
            </a:lvl1pPr>
          </a:lstStyle>
          <a:p>
            <a:fld id="{296FBF3B-F9E8-42C0-8DB9-4123D32300B2}"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473075"/>
            <a:ext cx="8153400" cy="1143000"/>
          </a:xfrm>
        </p:spPr>
        <p:txBody>
          <a:bodyPr/>
          <a:lstStyle/>
          <a:p>
            <a:r>
              <a:rPr lang="en-US"/>
              <a:t>Click to edit Master title style</a:t>
            </a:r>
          </a:p>
        </p:txBody>
      </p:sp>
      <p:sp>
        <p:nvSpPr>
          <p:cNvPr id="3" name="Text Placeholder 2"/>
          <p:cNvSpPr>
            <a:spLocks noGrp="1"/>
          </p:cNvSpPr>
          <p:nvPr>
            <p:ph type="body" sz="half" idx="1"/>
          </p:nvPr>
        </p:nvSpPr>
        <p:spPr>
          <a:xfrm>
            <a:off x="533400" y="1828800"/>
            <a:ext cx="40005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86300" y="1828800"/>
            <a:ext cx="40005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533400" y="6248400"/>
            <a:ext cx="2057400" cy="457200"/>
          </a:xfrm>
        </p:spPr>
        <p:txBody>
          <a:bodyPr/>
          <a:lstStyle>
            <a:lvl1pPr>
              <a:defRPr/>
            </a:lvl1pPr>
          </a:lstStyle>
          <a:p>
            <a:endParaRPr lang="en-US"/>
          </a:p>
        </p:txBody>
      </p:sp>
      <p:sp>
        <p:nvSpPr>
          <p:cNvPr id="6" name="Footer Placeholder 5"/>
          <p:cNvSpPr>
            <a:spLocks noGrp="1"/>
          </p:cNvSpPr>
          <p:nvPr>
            <p:ph type="ftr" sz="quarter" idx="11"/>
          </p:nvPr>
        </p:nvSpPr>
        <p:spPr>
          <a:xfrm>
            <a:off x="3238500" y="6248400"/>
            <a:ext cx="2895600" cy="457200"/>
          </a:xfrm>
        </p:spPr>
        <p:txBody>
          <a:bodyPr/>
          <a:lstStyle>
            <a:lvl1pPr>
              <a:defRPr/>
            </a:lvl1pPr>
          </a:lstStyle>
          <a:p>
            <a:r>
              <a:rPr lang="en-US"/>
              <a:t>Algorithm and Data Structure </a:t>
            </a:r>
          </a:p>
        </p:txBody>
      </p:sp>
      <p:sp>
        <p:nvSpPr>
          <p:cNvPr id="7" name="Slide Number Placeholder 6"/>
          <p:cNvSpPr>
            <a:spLocks noGrp="1"/>
          </p:cNvSpPr>
          <p:nvPr>
            <p:ph type="sldNum" sz="quarter" idx="12"/>
          </p:nvPr>
        </p:nvSpPr>
        <p:spPr>
          <a:xfrm>
            <a:off x="6781800" y="6248400"/>
            <a:ext cx="1905000" cy="457200"/>
          </a:xfrm>
        </p:spPr>
        <p:txBody>
          <a:bodyPr/>
          <a:lstStyle>
            <a:lvl1pPr>
              <a:defRPr/>
            </a:lvl1pPr>
          </a:lstStyle>
          <a:p>
            <a:fld id="{CCD61F03-0428-4E53-BFB9-BE71093D9B17}"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endParaRPr lang="en-US" dirty="0"/>
          </a:p>
        </p:txBody>
      </p:sp>
      <p:sp>
        <p:nvSpPr>
          <p:cNvPr id="17" name="Footer Placeholder 16"/>
          <p:cNvSpPr>
            <a:spLocks noGrp="1"/>
          </p:cNvSpPr>
          <p:nvPr>
            <p:ph type="ftr" sz="quarter" idx="11"/>
          </p:nvPr>
        </p:nvSpPr>
        <p:spPr>
          <a:xfrm>
            <a:off x="2898648" y="6355080"/>
            <a:ext cx="3474720" cy="365760"/>
          </a:xfrm>
        </p:spPr>
        <p:txBody>
          <a:bodyPr/>
          <a:lstStyle/>
          <a:p>
            <a:r>
              <a:rPr lang="en-US" dirty="0"/>
              <a:t>Algorithm and Data Structure </a:t>
            </a:r>
          </a:p>
        </p:txBody>
      </p:sp>
      <p:sp>
        <p:nvSpPr>
          <p:cNvPr id="29" name="Slide Number Placeholder 28"/>
          <p:cNvSpPr>
            <a:spLocks noGrp="1"/>
          </p:cNvSpPr>
          <p:nvPr>
            <p:ph type="sldNum" sz="quarter" idx="12"/>
          </p:nvPr>
        </p:nvSpPr>
        <p:spPr>
          <a:xfrm>
            <a:off x="1216152" y="6355080"/>
            <a:ext cx="1219200" cy="365760"/>
          </a:xfrm>
        </p:spPr>
        <p:txBody>
          <a:bodyPr/>
          <a:lstStyle/>
          <a:p>
            <a:fld id="{95335651-1A2C-4E2F-80CB-8C4D69804B63}" type="slidenum">
              <a:rPr lang="en-US" smtClean="0"/>
              <a:pPr/>
              <a:t>‹#›</a:t>
            </a:fld>
            <a:endParaRPr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endParaRPr lang="en-US" dirty="0"/>
          </a:p>
        </p:txBody>
      </p:sp>
      <p:sp>
        <p:nvSpPr>
          <p:cNvPr id="5" name="Footer Placeholder 4"/>
          <p:cNvSpPr>
            <a:spLocks noGrp="1"/>
          </p:cNvSpPr>
          <p:nvPr>
            <p:ph type="ftr" sz="quarter" idx="11"/>
          </p:nvPr>
        </p:nvSpPr>
        <p:spPr>
          <a:xfrm>
            <a:off x="2898648" y="6355080"/>
            <a:ext cx="3474720" cy="365760"/>
          </a:xfrm>
        </p:spPr>
        <p:txBody>
          <a:bodyPr/>
          <a:lstStyle/>
          <a:p>
            <a:r>
              <a:rPr lang="en-US" dirty="0"/>
              <a:t>Algorithm and Data Structure </a:t>
            </a:r>
          </a:p>
        </p:txBody>
      </p:sp>
      <p:sp>
        <p:nvSpPr>
          <p:cNvPr id="6" name="Slide Number Placeholder 5"/>
          <p:cNvSpPr>
            <a:spLocks noGrp="1"/>
          </p:cNvSpPr>
          <p:nvPr>
            <p:ph type="sldNum" sz="quarter" idx="12"/>
          </p:nvPr>
        </p:nvSpPr>
        <p:spPr>
          <a:xfrm>
            <a:off x="1069848" y="6355080"/>
            <a:ext cx="1520952" cy="365760"/>
          </a:xfrm>
        </p:spPr>
        <p:txBody>
          <a:bodyPr/>
          <a:lstStyle/>
          <a:p>
            <a:fld id="{95335651-1A2C-4E2F-80CB-8C4D69804B63}" type="slidenum">
              <a:rPr lang="en-US" smtClean="0"/>
              <a:pPr/>
              <a:t>‹#›</a:t>
            </a:fld>
            <a:endParaRPr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dirty="0"/>
              <a:t>Algorithm and Data Structure </a:t>
            </a:r>
          </a:p>
        </p:txBody>
      </p:sp>
      <p:sp>
        <p:nvSpPr>
          <p:cNvPr id="9" name="Slide Number Placeholder 8"/>
          <p:cNvSpPr>
            <a:spLocks noGrp="1"/>
          </p:cNvSpPr>
          <p:nvPr>
            <p:ph type="sldNum" sz="quarter" idx="12"/>
          </p:nvPr>
        </p:nvSpPr>
        <p:spPr/>
        <p:txBody>
          <a:bodyPr/>
          <a:lstStyle/>
          <a:p>
            <a:fld id="{95335651-1A2C-4E2F-80CB-8C4D69804B63}" type="slidenum">
              <a:rPr lang="en-US" smtClean="0"/>
              <a:pPr/>
              <a:t>‹#›</a:t>
            </a:fld>
            <a:endParaRPr lang="en-US" dirty="0"/>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en-US" dirty="0"/>
              <a:t>Algorithm and Data Structure </a:t>
            </a:r>
          </a:p>
        </p:txBody>
      </p:sp>
      <p:sp>
        <p:nvSpPr>
          <p:cNvPr id="5" name="Slide Number Placeholder 4"/>
          <p:cNvSpPr>
            <a:spLocks noGrp="1"/>
          </p:cNvSpPr>
          <p:nvPr>
            <p:ph type="sldNum" sz="quarter" idx="12"/>
          </p:nvPr>
        </p:nvSpPr>
        <p:spPr/>
        <p:txBody>
          <a:bodyPr/>
          <a:lstStyle/>
          <a:p>
            <a:fld id="{95335651-1A2C-4E2F-80CB-8C4D69804B63}" type="slidenum">
              <a:rPr lang="en-US" smtClean="0"/>
              <a:pPr/>
              <a:t>‹#›</a:t>
            </a:fld>
            <a:endParaRPr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r>
              <a:rPr lang="en-US" dirty="0"/>
              <a:t>Algorithm and Data Structure </a:t>
            </a:r>
          </a:p>
        </p:txBody>
      </p:sp>
      <p:sp>
        <p:nvSpPr>
          <p:cNvPr id="4" name="Slide Number Placeholder 3"/>
          <p:cNvSpPr>
            <a:spLocks noGrp="1"/>
          </p:cNvSpPr>
          <p:nvPr>
            <p:ph type="sldNum" sz="quarter" idx="12"/>
          </p:nvPr>
        </p:nvSpPr>
        <p:spPr/>
        <p:txBody>
          <a:bodyPr/>
          <a:lstStyle/>
          <a:p>
            <a:fld id="{95335651-1A2C-4E2F-80CB-8C4D69804B63}" type="slidenum">
              <a:rPr lang="en-US" smtClean="0"/>
              <a:pPr/>
              <a:t>‹#›</a:t>
            </a:fld>
            <a:endParaRPr lang="en-US" dirty="0"/>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dirty="0"/>
              <a:t>Click icon to add picture</a:t>
            </a:r>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3F3BE-B368-A9DF-C9B1-D10D0FCD7969}"/>
              </a:ext>
            </a:extLst>
          </p:cNvPr>
          <p:cNvSpPr>
            <a:spLocks noGrp="1"/>
          </p:cNvSpPr>
          <p:nvPr>
            <p:ph type="title"/>
          </p:nvPr>
        </p:nvSpPr>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C5129C04-636D-95C5-36C9-513C348DF7E9}"/>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7F64FCDC-B61F-234F-BBB9-3B0C55E2252A}"/>
              </a:ext>
            </a:extLst>
          </p:cNvPr>
          <p:cNvSpPr>
            <a:spLocks noGrp="1"/>
          </p:cNvSpPr>
          <p:nvPr>
            <p:ph type="dt" sz="half" idx="10"/>
          </p:nvPr>
        </p:nvSpPr>
        <p:spPr/>
        <p:txBody>
          <a:bodyPr/>
          <a:lstStyle/>
          <a:p>
            <a:fld id="{9FC926EB-CF22-46B4-95B8-20CEB6065C91}" type="datetimeFigureOut">
              <a:rPr lang="en-PK" smtClean="0"/>
              <a:t>17/10/2025</a:t>
            </a:fld>
            <a:endParaRPr lang="en-PK"/>
          </a:p>
        </p:txBody>
      </p:sp>
      <p:sp>
        <p:nvSpPr>
          <p:cNvPr id="5" name="Footer Placeholder 4">
            <a:extLst>
              <a:ext uri="{FF2B5EF4-FFF2-40B4-BE49-F238E27FC236}">
                <a16:creationId xmlns:a16="http://schemas.microsoft.com/office/drawing/2014/main" id="{E4469CB4-3CB2-9A0B-5A38-5D0449909DBB}"/>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71AF8B4D-E56F-80A0-445C-CB5986BF59AE}"/>
              </a:ext>
            </a:extLst>
          </p:cNvPr>
          <p:cNvSpPr>
            <a:spLocks noGrp="1"/>
          </p:cNvSpPr>
          <p:nvPr>
            <p:ph type="sldNum" sz="quarter" idx="12"/>
          </p:nvPr>
        </p:nvSpPr>
        <p:spPr/>
        <p:txBody>
          <a:bodyPr/>
          <a:lstStyle/>
          <a:p>
            <a:fld id="{1554CD07-12CA-4437-BDBF-7C3AFDBB391B}" type="slidenum">
              <a:rPr lang="en-PK" smtClean="0"/>
              <a:t>‹#›</a:t>
            </a:fld>
            <a:endParaRPr lang="en-PK"/>
          </a:p>
        </p:txBody>
      </p:sp>
    </p:spTree>
    <p:extLst>
      <p:ext uri="{BB962C8B-B14F-4D97-AF65-F5344CB8AC3E}">
        <p14:creationId xmlns:p14="http://schemas.microsoft.com/office/powerpoint/2010/main" val="34546308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endParaRPr lang="en-US" dirty="0"/>
          </a:p>
        </p:txBody>
      </p:sp>
      <p:sp>
        <p:nvSpPr>
          <p:cNvPr id="17" name="Footer Placeholder 16"/>
          <p:cNvSpPr>
            <a:spLocks noGrp="1"/>
          </p:cNvSpPr>
          <p:nvPr>
            <p:ph type="ftr" sz="quarter" idx="11"/>
          </p:nvPr>
        </p:nvSpPr>
        <p:spPr>
          <a:xfrm>
            <a:off x="2898648" y="6355080"/>
            <a:ext cx="3474720" cy="365760"/>
          </a:xfrm>
        </p:spPr>
        <p:txBody>
          <a:bodyPr/>
          <a:lstStyle/>
          <a:p>
            <a:r>
              <a:rPr lang="en-US" dirty="0"/>
              <a:t>Algorithm and Data Structure </a:t>
            </a:r>
          </a:p>
        </p:txBody>
      </p:sp>
      <p:sp>
        <p:nvSpPr>
          <p:cNvPr id="29" name="Slide Number Placeholder 28"/>
          <p:cNvSpPr>
            <a:spLocks noGrp="1"/>
          </p:cNvSpPr>
          <p:nvPr>
            <p:ph type="sldNum" sz="quarter" idx="12"/>
          </p:nvPr>
        </p:nvSpPr>
        <p:spPr>
          <a:xfrm>
            <a:off x="1216152" y="6355080"/>
            <a:ext cx="1219200" cy="365760"/>
          </a:xfrm>
        </p:spPr>
        <p:txBody>
          <a:bodyPr/>
          <a:lstStyle/>
          <a:p>
            <a:fld id="{95335651-1A2C-4E2F-80CB-8C4D69804B63}" type="slidenum">
              <a:rPr lang="en-US" smtClean="0"/>
              <a:pPr/>
              <a:t>‹#›</a:t>
            </a:fld>
            <a:endParaRPr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endParaRPr lang="en-US" dirty="0"/>
          </a:p>
        </p:txBody>
      </p:sp>
      <p:sp>
        <p:nvSpPr>
          <p:cNvPr id="5" name="Footer Placeholder 4"/>
          <p:cNvSpPr>
            <a:spLocks noGrp="1"/>
          </p:cNvSpPr>
          <p:nvPr>
            <p:ph type="ftr" sz="quarter" idx="11"/>
          </p:nvPr>
        </p:nvSpPr>
        <p:spPr>
          <a:xfrm>
            <a:off x="2898648" y="6355080"/>
            <a:ext cx="3474720" cy="365760"/>
          </a:xfrm>
        </p:spPr>
        <p:txBody>
          <a:bodyPr/>
          <a:lstStyle/>
          <a:p>
            <a:r>
              <a:rPr lang="en-US" dirty="0"/>
              <a:t>Algorithm and Data Structure </a:t>
            </a:r>
          </a:p>
        </p:txBody>
      </p:sp>
      <p:sp>
        <p:nvSpPr>
          <p:cNvPr id="6" name="Slide Number Placeholder 5"/>
          <p:cNvSpPr>
            <a:spLocks noGrp="1"/>
          </p:cNvSpPr>
          <p:nvPr>
            <p:ph type="sldNum" sz="quarter" idx="12"/>
          </p:nvPr>
        </p:nvSpPr>
        <p:spPr>
          <a:xfrm>
            <a:off x="1069848" y="6355080"/>
            <a:ext cx="1520952" cy="365760"/>
          </a:xfrm>
        </p:spPr>
        <p:txBody>
          <a:bodyPr/>
          <a:lstStyle/>
          <a:p>
            <a:fld id="{95335651-1A2C-4E2F-80CB-8C4D69804B63}" type="slidenum">
              <a:rPr lang="en-US" smtClean="0"/>
              <a:pPr/>
              <a:t>‹#›</a:t>
            </a:fld>
            <a:endParaRPr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dirty="0"/>
              <a:t>Algorithm and Data Structure </a:t>
            </a:r>
          </a:p>
        </p:txBody>
      </p:sp>
      <p:sp>
        <p:nvSpPr>
          <p:cNvPr id="9" name="Slide Number Placeholder 8"/>
          <p:cNvSpPr>
            <a:spLocks noGrp="1"/>
          </p:cNvSpPr>
          <p:nvPr>
            <p:ph type="sldNum" sz="quarter" idx="12"/>
          </p:nvPr>
        </p:nvSpPr>
        <p:spPr/>
        <p:txBody>
          <a:bodyPr/>
          <a:lstStyle/>
          <a:p>
            <a:fld id="{95335651-1A2C-4E2F-80CB-8C4D69804B63}" type="slidenum">
              <a:rPr lang="en-US" smtClean="0"/>
              <a:pPr/>
              <a:t>‹#›</a:t>
            </a:fld>
            <a:endParaRPr lang="en-US" dirty="0"/>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en-US" dirty="0"/>
              <a:t>Algorithm and Data Structure </a:t>
            </a:r>
          </a:p>
        </p:txBody>
      </p:sp>
      <p:sp>
        <p:nvSpPr>
          <p:cNvPr id="5" name="Slide Number Placeholder 4"/>
          <p:cNvSpPr>
            <a:spLocks noGrp="1"/>
          </p:cNvSpPr>
          <p:nvPr>
            <p:ph type="sldNum" sz="quarter" idx="12"/>
          </p:nvPr>
        </p:nvSpPr>
        <p:spPr/>
        <p:txBody>
          <a:bodyPr/>
          <a:lstStyle/>
          <a:p>
            <a:fld id="{95335651-1A2C-4E2F-80CB-8C4D69804B63}" type="slidenum">
              <a:rPr lang="en-US" smtClean="0"/>
              <a:pPr/>
              <a:t>‹#›</a:t>
            </a:fld>
            <a:endParaRPr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r>
              <a:rPr lang="en-US" dirty="0"/>
              <a:t>Algorithm and Data Structure </a:t>
            </a:r>
          </a:p>
        </p:txBody>
      </p:sp>
      <p:sp>
        <p:nvSpPr>
          <p:cNvPr id="4" name="Slide Number Placeholder 3"/>
          <p:cNvSpPr>
            <a:spLocks noGrp="1"/>
          </p:cNvSpPr>
          <p:nvPr>
            <p:ph type="sldNum" sz="quarter" idx="12"/>
          </p:nvPr>
        </p:nvSpPr>
        <p:spPr/>
        <p:txBody>
          <a:bodyPr/>
          <a:lstStyle/>
          <a:p>
            <a:fld id="{95335651-1A2C-4E2F-80CB-8C4D69804B63}" type="slidenum">
              <a:rPr lang="en-US" smtClean="0"/>
              <a:pPr/>
              <a:t>‹#›</a:t>
            </a:fld>
            <a:endParaRPr lang="en-US" dirty="0"/>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dirty="0"/>
              <a:t>Click icon to add picture</a:t>
            </a:r>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endParaRPr lang="en-US" dirty="0"/>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r>
              <a:rPr lang="en-US" dirty="0"/>
              <a:t>Algorithm and Data Structure </a:t>
            </a: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5E664E9-BB0A-4932-9D77-E0DDE5779A37}" type="slidenum">
              <a:rPr lang="en-US" smtClean="0"/>
              <a:pPr/>
              <a:t>‹#›</a:t>
            </a:fld>
            <a:endParaRPr lang="en-US" dirty="0"/>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96" r:id="rId11"/>
    <p:sldLayoutId id="2147483697" r:id="rId12"/>
  </p:sldLayoutIdLst>
  <p:hf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endParaRPr lang="en-US" dirty="0"/>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r>
              <a:rPr lang="en-US" dirty="0"/>
              <a:t>Algorithm and Data Structure </a:t>
            </a: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5335651-1A2C-4E2F-80CB-8C4D69804B63}" type="slidenum">
              <a:rPr lang="en-US" smtClean="0"/>
              <a:pPr/>
              <a:t>‹#›</a:t>
            </a:fld>
            <a:endParaRPr lang="en-US" dirty="0"/>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8" r:id="rId12"/>
  </p:sldLayoutIdLst>
  <p:hf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endParaRPr lang="en-US" dirty="0"/>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r>
              <a:rPr lang="en-US" dirty="0"/>
              <a:t>Algorithm and Data Structure </a:t>
            </a: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5335651-1A2C-4E2F-80CB-8C4D69804B63}" type="slidenum">
              <a:rPr lang="en-US" smtClean="0"/>
              <a:pPr/>
              <a:t>‹#›</a:t>
            </a:fld>
            <a:endParaRPr lang="en-US" dirty="0"/>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4.xml"/></Relationships>
</file>

<file path=ppt/slides/_rels/slide21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4.xml"/></Relationships>
</file>

<file path=ppt/slides/_rels/slide21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4.xml"/></Relationships>
</file>

<file path=ppt/slides/_rels/slide2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17.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4.xml"/></Relationships>
</file>

<file path=ppt/slides/_rels/slide21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4.xml"/></Relationships>
</file>

<file path=ppt/slides/_rels/slide21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4.xml"/></Relationships>
</file>

<file path=ppt/slides/_rels/slide2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4.xml"/></Relationships>
</file>

<file path=ppt/slides/_rels/slide221.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5.emf"/><Relationship Id="rId1" Type="http://schemas.openxmlformats.org/officeDocument/2006/relationships/slideLayout" Target="../slideLayouts/slideLayout24.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9200" y="3581400"/>
            <a:ext cx="6858000" cy="990600"/>
          </a:xfrm>
        </p:spPr>
        <p:txBody>
          <a:bodyPr>
            <a:normAutofit fontScale="90000"/>
          </a:bodyPr>
          <a:lstStyle/>
          <a:p>
            <a:r>
              <a:rPr lang="en-US" b="1" dirty="0"/>
              <a:t>Introduction to the Tree, Application of Tree and Binary Search Tree</a:t>
            </a:r>
          </a:p>
        </p:txBody>
      </p:sp>
      <p:sp>
        <p:nvSpPr>
          <p:cNvPr id="3" name="Subtitle 2"/>
          <p:cNvSpPr>
            <a:spLocks noGrp="1"/>
          </p:cNvSpPr>
          <p:nvPr>
            <p:ph type="subTitle" idx="1"/>
          </p:nvPr>
        </p:nvSpPr>
        <p:spPr/>
        <p:txBody>
          <a:bodyPr/>
          <a:lstStyle/>
          <a:p>
            <a:r>
              <a:rPr lang="en-US" dirty="0"/>
              <a:t>Atique </a:t>
            </a:r>
            <a:r>
              <a:rPr lang="en-US" dirty="0" err="1"/>
              <a:t>Zafar</a:t>
            </a:r>
            <a:endParaRPr lang="en-US" dirty="0"/>
          </a:p>
        </p:txBody>
      </p:sp>
      <p:sp>
        <p:nvSpPr>
          <p:cNvPr id="5" name="Footer Placeholder 4">
            <a:extLst>
              <a:ext uri="{FF2B5EF4-FFF2-40B4-BE49-F238E27FC236}">
                <a16:creationId xmlns:a16="http://schemas.microsoft.com/office/drawing/2014/main" id="{AF621F4F-63BA-137A-BDBA-82E29458F410}"/>
              </a:ext>
            </a:extLst>
          </p:cNvPr>
          <p:cNvSpPr>
            <a:spLocks noGrp="1"/>
          </p:cNvSpPr>
          <p:nvPr>
            <p:ph type="ftr" sz="quarter" idx="11"/>
          </p:nvPr>
        </p:nvSpPr>
        <p:spPr/>
        <p:txBody>
          <a:bodyPr/>
          <a:lstStyle/>
          <a:p>
            <a:r>
              <a:rPr lang="en-US"/>
              <a:t>Algorithm and Data Structure </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9DC6D-B188-FBB1-EDB4-9FFF784CF931}"/>
              </a:ext>
            </a:extLst>
          </p:cNvPr>
          <p:cNvSpPr>
            <a:spLocks noGrp="1"/>
          </p:cNvSpPr>
          <p:nvPr>
            <p:ph type="title"/>
          </p:nvPr>
        </p:nvSpPr>
        <p:spPr/>
        <p:txBody>
          <a:bodyPr>
            <a:normAutofit/>
          </a:bodyPr>
          <a:lstStyle/>
          <a:p>
            <a:r>
              <a:rPr lang="en-US" dirty="0"/>
              <a:t>Quiz2#            CLO-2               Marks=5</a:t>
            </a:r>
          </a:p>
        </p:txBody>
      </p:sp>
      <p:sp>
        <p:nvSpPr>
          <p:cNvPr id="4" name="Content Placeholder 3">
            <a:extLst>
              <a:ext uri="{FF2B5EF4-FFF2-40B4-BE49-F238E27FC236}">
                <a16:creationId xmlns:a16="http://schemas.microsoft.com/office/drawing/2014/main" id="{5305C44C-F0C0-4D7E-D398-C60E0363EC88}"/>
              </a:ext>
            </a:extLst>
          </p:cNvPr>
          <p:cNvSpPr>
            <a:spLocks noGrp="1"/>
          </p:cNvSpPr>
          <p:nvPr>
            <p:ph sz="quarter" idx="1"/>
          </p:nvPr>
        </p:nvSpPr>
        <p:spPr/>
        <p:txBody>
          <a:bodyPr/>
          <a:lstStyle/>
          <a:p>
            <a:pPr algn="just"/>
            <a:r>
              <a:rPr lang="en-US" b="0" i="0" dirty="0">
                <a:solidFill>
                  <a:srgbClr val="1F1F1F"/>
                </a:solidFill>
                <a:effectLst/>
                <a:latin typeface="Google Sans"/>
              </a:rPr>
              <a:t>Write an algorithm in C++ to evaluate a postfix expression using a stack. The algorithm should handle basic arithmetic operations (+, -, *, /) and should be able to evaluate any valid postfix expression. </a:t>
            </a:r>
          </a:p>
          <a:p>
            <a:pPr lvl="1" algn="just"/>
            <a:r>
              <a:rPr lang="en-US" b="0" i="0" dirty="0">
                <a:solidFill>
                  <a:srgbClr val="1F1F1F"/>
                </a:solidFill>
                <a:effectLst/>
                <a:latin typeface="Google Sans"/>
              </a:rPr>
              <a:t>(Assume that PUSH and POP </a:t>
            </a:r>
            <a:r>
              <a:rPr lang="en-US" b="0" i="0">
                <a:solidFill>
                  <a:srgbClr val="1F1F1F"/>
                </a:solidFill>
                <a:effectLst/>
                <a:latin typeface="Google Sans"/>
              </a:rPr>
              <a:t>function are already </a:t>
            </a:r>
            <a:r>
              <a:rPr lang="en-US" b="0" i="0" dirty="0">
                <a:solidFill>
                  <a:srgbClr val="1F1F1F"/>
                </a:solidFill>
                <a:effectLst/>
                <a:latin typeface="Google Sans"/>
              </a:rPr>
              <a:t>built).</a:t>
            </a:r>
          </a:p>
          <a:p>
            <a:pPr algn="just"/>
            <a:endParaRPr lang="en-US" dirty="0"/>
          </a:p>
        </p:txBody>
      </p:sp>
      <p:sp>
        <p:nvSpPr>
          <p:cNvPr id="6" name="Footer Placeholder 5">
            <a:extLst>
              <a:ext uri="{FF2B5EF4-FFF2-40B4-BE49-F238E27FC236}">
                <a16:creationId xmlns:a16="http://schemas.microsoft.com/office/drawing/2014/main" id="{ACF884CF-E900-193C-535F-996D3EA83148}"/>
              </a:ext>
            </a:extLst>
          </p:cNvPr>
          <p:cNvSpPr>
            <a:spLocks noGrp="1"/>
          </p:cNvSpPr>
          <p:nvPr>
            <p:ph type="ftr" sz="quarter" idx="11"/>
          </p:nvPr>
        </p:nvSpPr>
        <p:spPr/>
        <p:txBody>
          <a:bodyPr/>
          <a:lstStyle/>
          <a:p>
            <a:r>
              <a:rPr lang="en-US"/>
              <a:t>Algorithm and Data Structure </a:t>
            </a:r>
            <a:endParaRPr lang="en-US" dirty="0"/>
          </a:p>
        </p:txBody>
      </p:sp>
      <p:sp>
        <p:nvSpPr>
          <p:cNvPr id="7" name="Slide Number Placeholder 6">
            <a:extLst>
              <a:ext uri="{FF2B5EF4-FFF2-40B4-BE49-F238E27FC236}">
                <a16:creationId xmlns:a16="http://schemas.microsoft.com/office/drawing/2014/main" id="{C96A2524-180C-5A2A-4A39-8CBC2BF7BB00}"/>
              </a:ext>
            </a:extLst>
          </p:cNvPr>
          <p:cNvSpPr>
            <a:spLocks noGrp="1"/>
          </p:cNvSpPr>
          <p:nvPr>
            <p:ph type="sldNum" sz="quarter" idx="12"/>
          </p:nvPr>
        </p:nvSpPr>
        <p:spPr/>
        <p:txBody>
          <a:bodyPr/>
          <a:lstStyle/>
          <a:p>
            <a:fld id="{95E664E9-BB0A-4932-9D77-E0DDE5779A37}" type="slidenum">
              <a:rPr lang="en-US" smtClean="0"/>
              <a:pPr/>
              <a:t>2</a:t>
            </a:fld>
            <a:endParaRPr lang="en-US" dirty="0"/>
          </a:p>
        </p:txBody>
      </p:sp>
    </p:spTree>
    <p:extLst>
      <p:ext uri="{BB962C8B-B14F-4D97-AF65-F5344CB8AC3E}">
        <p14:creationId xmlns:p14="http://schemas.microsoft.com/office/powerpoint/2010/main" val="1539027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E932485-A53D-FBAD-6CDB-E1C9B430F8A2}"/>
              </a:ext>
            </a:extLst>
          </p:cNvPr>
          <p:cNvSpPr txBox="1">
            <a:spLocks/>
          </p:cNvSpPr>
          <p:nvPr/>
        </p:nvSpPr>
        <p:spPr>
          <a:xfrm>
            <a:off x="457200" y="2743200"/>
            <a:ext cx="8229600" cy="914400"/>
          </a:xfrm>
          <a:prstGeom prst="rect">
            <a:avLst/>
          </a:prstGeom>
        </p:spPr>
        <p:txBody>
          <a:bodyPr/>
          <a:lstStyle>
            <a:lvl1pPr algn="l" rtl="0" eaLnBrk="1" latinLnBrk="0" hangingPunct="1">
              <a:spcBef>
                <a:spcPct val="0"/>
              </a:spcBef>
              <a:buNone/>
              <a:defRPr kumimoji="0" sz="3200" kern="1200">
                <a:solidFill>
                  <a:schemeClr val="tx2"/>
                </a:solidFill>
                <a:latin typeface="+mj-lt"/>
                <a:ea typeface="+mj-ea"/>
                <a:cs typeface="+mj-cs"/>
              </a:defRPr>
            </a:lvl1pPr>
          </a:lstStyle>
          <a:p>
            <a:pPr algn="ctr"/>
            <a:r>
              <a:rPr lang="en-US" b="1" dirty="0"/>
              <a:t>Introduction to the Trees</a:t>
            </a:r>
          </a:p>
        </p:txBody>
      </p:sp>
      <p:sp>
        <p:nvSpPr>
          <p:cNvPr id="5" name="Footer Placeholder 4">
            <a:extLst>
              <a:ext uri="{FF2B5EF4-FFF2-40B4-BE49-F238E27FC236}">
                <a16:creationId xmlns:a16="http://schemas.microsoft.com/office/drawing/2014/main" id="{4859C515-29C6-A12F-2565-DB5F978426E4}"/>
              </a:ext>
            </a:extLst>
          </p:cNvPr>
          <p:cNvSpPr>
            <a:spLocks noGrp="1"/>
          </p:cNvSpPr>
          <p:nvPr>
            <p:ph type="ftr" sz="quarter" idx="11"/>
          </p:nvPr>
        </p:nvSpPr>
        <p:spPr/>
        <p:txBody>
          <a:bodyPr/>
          <a:lstStyle/>
          <a:p>
            <a:r>
              <a:rPr lang="en-US"/>
              <a:t>Algorithm and Data Structure </a:t>
            </a:r>
            <a:endParaRPr lang="en-US" dirty="0"/>
          </a:p>
        </p:txBody>
      </p:sp>
      <p:sp>
        <p:nvSpPr>
          <p:cNvPr id="6" name="Slide Number Placeholder 5">
            <a:extLst>
              <a:ext uri="{FF2B5EF4-FFF2-40B4-BE49-F238E27FC236}">
                <a16:creationId xmlns:a16="http://schemas.microsoft.com/office/drawing/2014/main" id="{2029A7FC-3F49-058E-4DDE-2DAB0EE31CEF}"/>
              </a:ext>
            </a:extLst>
          </p:cNvPr>
          <p:cNvSpPr>
            <a:spLocks noGrp="1"/>
          </p:cNvSpPr>
          <p:nvPr>
            <p:ph type="sldNum" sz="quarter" idx="12"/>
          </p:nvPr>
        </p:nvSpPr>
        <p:spPr/>
        <p:txBody>
          <a:bodyPr/>
          <a:lstStyle/>
          <a:p>
            <a:fld id="{95E664E9-BB0A-4932-9D77-E0DDE5779A37}" type="slidenum">
              <a:rPr lang="en-US" smtClean="0"/>
              <a:pPr/>
              <a:t>3</a:t>
            </a:fld>
            <a:endParaRPr lang="en-US" dirty="0"/>
          </a:p>
        </p:txBody>
      </p:sp>
    </p:spTree>
    <p:extLst>
      <p:ext uri="{BB962C8B-B14F-4D97-AF65-F5344CB8AC3E}">
        <p14:creationId xmlns:p14="http://schemas.microsoft.com/office/powerpoint/2010/main" val="849505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3090" name="Rectangle 2"/>
          <p:cNvSpPr>
            <a:spLocks noGrp="1" noChangeArrowheads="1"/>
          </p:cNvSpPr>
          <p:nvPr>
            <p:ph type="title"/>
          </p:nvPr>
        </p:nvSpPr>
        <p:spPr>
          <a:xfrm>
            <a:off x="533400" y="0"/>
            <a:ext cx="8153400" cy="1143000"/>
          </a:xfrm>
        </p:spPr>
        <p:txBody>
          <a:bodyPr>
            <a:normAutofit/>
          </a:bodyPr>
          <a:lstStyle/>
          <a:p>
            <a:r>
              <a:rPr lang="en-US" dirty="0"/>
              <a:t>Linear Vs. Non-Linear Data Structure</a:t>
            </a:r>
          </a:p>
        </p:txBody>
      </p:sp>
      <p:graphicFrame>
        <p:nvGraphicFramePr>
          <p:cNvPr id="473107" name="Group 19"/>
          <p:cNvGraphicFramePr>
            <a:graphicFrameLocks noGrp="1"/>
          </p:cNvGraphicFramePr>
          <p:nvPr>
            <p:ph idx="1"/>
          </p:nvPr>
        </p:nvGraphicFramePr>
        <p:xfrm>
          <a:off x="682625" y="1828800"/>
          <a:ext cx="7405688" cy="3244851"/>
        </p:xfrm>
        <a:graphic>
          <a:graphicData uri="http://schemas.openxmlformats.org/drawingml/2006/table">
            <a:tbl>
              <a:tblPr/>
              <a:tblGrid>
                <a:gridCol w="3703638">
                  <a:extLst>
                    <a:ext uri="{9D8B030D-6E8A-4147-A177-3AD203B41FA5}">
                      <a16:colId xmlns:a16="http://schemas.microsoft.com/office/drawing/2014/main" val="20000"/>
                    </a:ext>
                  </a:extLst>
                </a:gridCol>
                <a:gridCol w="3702050">
                  <a:extLst>
                    <a:ext uri="{9D8B030D-6E8A-4147-A177-3AD203B41FA5}">
                      <a16:colId xmlns:a16="http://schemas.microsoft.com/office/drawing/2014/main" val="20001"/>
                    </a:ext>
                  </a:extLst>
                </a:gridCol>
              </a:tblGrid>
              <a:tr h="865188">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sz="2700" b="0" i="0" u="none" strike="noStrike" cap="none" normalizeH="0" baseline="0" dirty="0">
                          <a:ln>
                            <a:noFill/>
                          </a:ln>
                          <a:solidFill>
                            <a:schemeClr val="tx1"/>
                          </a:solidFill>
                          <a:effectLst/>
                          <a:latin typeface="Arial" charset="0"/>
                        </a:rPr>
                        <a:t>Linear D.S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99FF"/>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sz="2700" b="0" i="0" u="none" strike="noStrike" cap="none" normalizeH="0" baseline="0" dirty="0">
                          <a:ln>
                            <a:noFill/>
                          </a:ln>
                          <a:solidFill>
                            <a:schemeClr val="tx1"/>
                          </a:solidFill>
                          <a:effectLst/>
                          <a:latin typeface="Arial" charset="0"/>
                        </a:rPr>
                        <a:t>Non-Linear D.S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99FF"/>
                    </a:solidFill>
                  </a:tcPr>
                </a:tc>
                <a:extLst>
                  <a:ext uri="{0D108BD9-81ED-4DB2-BD59-A6C34878D82A}">
                    <a16:rowId xmlns:a16="http://schemas.microsoft.com/office/drawing/2014/main" val="10000"/>
                  </a:ext>
                </a:extLst>
              </a:tr>
              <a:tr h="2379663">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pitchFamily="2" charset="2"/>
                        <a:buChar char="n"/>
                        <a:tabLst/>
                      </a:pPr>
                      <a:r>
                        <a:rPr kumimoji="0" lang="en-US" sz="2700" b="0" i="0" u="none" strike="noStrike" cap="none" normalizeH="0" baseline="0">
                          <a:ln>
                            <a:noFill/>
                          </a:ln>
                          <a:solidFill>
                            <a:schemeClr val="tx1"/>
                          </a:solidFill>
                          <a:effectLst/>
                          <a:latin typeface="Arial" charset="0"/>
                        </a:rPr>
                        <a:t> One Path/Street</a:t>
                      </a:r>
                    </a:p>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pitchFamily="2" charset="2"/>
                        <a:buChar char="n"/>
                        <a:tabLst/>
                      </a:pPr>
                      <a:r>
                        <a:rPr kumimoji="0" lang="en-US" sz="2700" b="0" i="0" u="none" strike="noStrike" cap="none" normalizeH="0" baseline="0">
                          <a:ln>
                            <a:noFill/>
                          </a:ln>
                          <a:solidFill>
                            <a:schemeClr val="tx1"/>
                          </a:solidFill>
                          <a:effectLst/>
                          <a:latin typeface="Arial" charset="0"/>
                        </a:rPr>
                        <a:t> E.g., Stacks, Queues, Linked Lists, etc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pitchFamily="2" charset="2"/>
                        <a:buChar char="n"/>
                        <a:tabLst/>
                      </a:pPr>
                      <a:r>
                        <a:rPr kumimoji="0" lang="en-US" sz="2700" b="0" i="0" u="none" strike="noStrike" cap="none" normalizeH="0" baseline="0">
                          <a:ln>
                            <a:noFill/>
                          </a:ln>
                          <a:solidFill>
                            <a:schemeClr val="tx1"/>
                          </a:solidFill>
                          <a:effectLst/>
                          <a:latin typeface="Arial" charset="0"/>
                        </a:rPr>
                        <a:t> divergence in the Road</a:t>
                      </a:r>
                    </a:p>
                    <a:p>
                      <a:pPr marL="0" marR="0" lvl="0" indent="0" algn="l" defTabSz="914400" rtl="0" eaLnBrk="1" fontAlgn="base" latinLnBrk="0" hangingPunct="1">
                        <a:lnSpc>
                          <a:spcPct val="100000"/>
                        </a:lnSpc>
                        <a:spcBef>
                          <a:spcPct val="20000"/>
                        </a:spcBef>
                        <a:spcAft>
                          <a:spcPct val="0"/>
                        </a:spcAft>
                        <a:buClr>
                          <a:schemeClr val="accent2"/>
                        </a:buClr>
                        <a:buSzPct val="75000"/>
                        <a:buFont typeface="Wingdings" pitchFamily="2" charset="2"/>
                        <a:buChar char="n"/>
                        <a:tabLst/>
                      </a:pPr>
                      <a:r>
                        <a:rPr kumimoji="0" lang="en-US" sz="2700" b="0" i="0" u="none" strike="noStrike" cap="none" normalizeH="0" baseline="0">
                          <a:ln>
                            <a:noFill/>
                          </a:ln>
                          <a:solidFill>
                            <a:schemeClr val="tx1"/>
                          </a:solidFill>
                          <a:effectLst/>
                          <a:latin typeface="Arial" charset="0"/>
                        </a:rPr>
                        <a:t> E.g., Trees, graphs, etc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4" name="Footer Placeholder 3">
            <a:extLst>
              <a:ext uri="{FF2B5EF4-FFF2-40B4-BE49-F238E27FC236}">
                <a16:creationId xmlns:a16="http://schemas.microsoft.com/office/drawing/2014/main" id="{82FCB825-B939-55FB-CAC5-B60E716BAA11}"/>
              </a:ext>
            </a:extLst>
          </p:cNvPr>
          <p:cNvSpPr>
            <a:spLocks noGrp="1"/>
          </p:cNvSpPr>
          <p:nvPr>
            <p:ph type="ftr" sz="quarter" idx="11"/>
          </p:nvPr>
        </p:nvSpPr>
        <p:spPr/>
        <p:txBody>
          <a:bodyPr/>
          <a:lstStyle/>
          <a:p>
            <a:r>
              <a:rPr lang="en-US"/>
              <a:t>Algorithm and Data Structure </a:t>
            </a:r>
          </a:p>
        </p:txBody>
      </p:sp>
      <p:sp>
        <p:nvSpPr>
          <p:cNvPr id="5" name="Slide Number Placeholder 4">
            <a:extLst>
              <a:ext uri="{FF2B5EF4-FFF2-40B4-BE49-F238E27FC236}">
                <a16:creationId xmlns:a16="http://schemas.microsoft.com/office/drawing/2014/main" id="{8DBE6BCB-19FF-A721-DA3C-E72E98711D0F}"/>
              </a:ext>
            </a:extLst>
          </p:cNvPr>
          <p:cNvSpPr>
            <a:spLocks noGrp="1"/>
          </p:cNvSpPr>
          <p:nvPr>
            <p:ph type="sldNum" sz="quarter" idx="12"/>
          </p:nvPr>
        </p:nvSpPr>
        <p:spPr/>
        <p:txBody>
          <a:bodyPr/>
          <a:lstStyle/>
          <a:p>
            <a:fld id="{296FBF3B-F9E8-42C0-8DB9-4123D32300B2}" type="slidenum">
              <a:rPr lang="en-US" smtClean="0"/>
              <a:pPr/>
              <a:t>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73107"/>
                                        </p:tgtEl>
                                        <p:attrNameLst>
                                          <p:attrName>style.visibility</p:attrName>
                                        </p:attrNameLst>
                                      </p:cBhvr>
                                      <p:to>
                                        <p:strVal val="visible"/>
                                      </p:to>
                                    </p:set>
                                    <p:animEffect transition="in" filter="box(in)">
                                      <p:cBhvr>
                                        <p:cTn id="7" dur="500"/>
                                        <p:tgtEl>
                                          <p:spTgt spid="473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9234" name="Rectangle 2"/>
          <p:cNvSpPr>
            <a:spLocks noGrp="1" noChangeArrowheads="1"/>
          </p:cNvSpPr>
          <p:nvPr>
            <p:ph type="title"/>
          </p:nvPr>
        </p:nvSpPr>
        <p:spPr/>
        <p:txBody>
          <a:bodyPr>
            <a:normAutofit/>
          </a:bodyPr>
          <a:lstStyle/>
          <a:p>
            <a:r>
              <a:rPr lang="en-US" sz="4400" dirty="0"/>
              <a:t>Trees</a:t>
            </a:r>
          </a:p>
        </p:txBody>
      </p:sp>
      <p:sp>
        <p:nvSpPr>
          <p:cNvPr id="479235" name="Rectangle 3"/>
          <p:cNvSpPr>
            <a:spLocks noGrp="1" noChangeArrowheads="1"/>
          </p:cNvSpPr>
          <p:nvPr>
            <p:ph type="body" idx="1"/>
          </p:nvPr>
        </p:nvSpPr>
        <p:spPr>
          <a:xfrm>
            <a:off x="457200" y="1143000"/>
            <a:ext cx="8458200" cy="5105400"/>
          </a:xfrm>
        </p:spPr>
        <p:txBody>
          <a:bodyPr/>
          <a:lstStyle/>
          <a:p>
            <a:r>
              <a:rPr lang="en-US" dirty="0"/>
              <a:t>A tree is often used to represent a </a:t>
            </a:r>
            <a:r>
              <a:rPr lang="en-US" i="1" dirty="0">
                <a:solidFill>
                  <a:srgbClr val="9966FF"/>
                </a:solidFill>
              </a:rPr>
              <a:t>hierarchy</a:t>
            </a:r>
            <a:r>
              <a:rPr lang="en-US" dirty="0"/>
              <a:t> </a:t>
            </a:r>
          </a:p>
          <a:p>
            <a:r>
              <a:rPr lang="en-US" dirty="0"/>
              <a:t>Because the relationships between the items in the hierarchy suggest the branches of a botanical tree</a:t>
            </a:r>
          </a:p>
          <a:p>
            <a:r>
              <a:rPr lang="en-US" dirty="0"/>
              <a:t>For example, a tree-like </a:t>
            </a:r>
            <a:r>
              <a:rPr lang="en-US" i="1" dirty="0">
                <a:solidFill>
                  <a:srgbClr val="9966FF"/>
                </a:solidFill>
              </a:rPr>
              <a:t>organization chart</a:t>
            </a:r>
            <a:r>
              <a:rPr lang="en-US" dirty="0"/>
              <a:t> is often used to represent the lines of responsibility in a business as shown in Figure </a:t>
            </a:r>
          </a:p>
        </p:txBody>
      </p:sp>
      <p:pic>
        <p:nvPicPr>
          <p:cNvPr id="2" name="Picture 3" descr="figure13980">
            <a:extLst>
              <a:ext uri="{FF2B5EF4-FFF2-40B4-BE49-F238E27FC236}">
                <a16:creationId xmlns:a16="http://schemas.microsoft.com/office/drawing/2014/main" id="{271B7006-667F-E299-A495-EE1487FE49E0}"/>
              </a:ext>
            </a:extLst>
          </p:cNvPr>
          <p:cNvPicPr>
            <a:picLocks noChangeAspect="1" noChangeArrowheads="1"/>
          </p:cNvPicPr>
          <p:nvPr/>
        </p:nvPicPr>
        <p:blipFill>
          <a:blip r:embed="rId2"/>
          <a:srcRect/>
          <a:stretch>
            <a:fillRect/>
          </a:stretch>
        </p:blipFill>
        <p:spPr bwMode="auto">
          <a:xfrm>
            <a:off x="2209800" y="3572041"/>
            <a:ext cx="5181600" cy="2681705"/>
          </a:xfrm>
          <a:prstGeom prst="rect">
            <a:avLst/>
          </a:prstGeom>
          <a:solidFill>
            <a:schemeClr val="accent1"/>
          </a:solidFill>
        </p:spPr>
      </p:pic>
      <p:sp>
        <p:nvSpPr>
          <p:cNvPr id="4" name="Footer Placeholder 3">
            <a:extLst>
              <a:ext uri="{FF2B5EF4-FFF2-40B4-BE49-F238E27FC236}">
                <a16:creationId xmlns:a16="http://schemas.microsoft.com/office/drawing/2014/main" id="{9DFDBE99-CCDE-22D7-AAD2-1AC8D631C837}"/>
              </a:ext>
            </a:extLst>
          </p:cNvPr>
          <p:cNvSpPr>
            <a:spLocks noGrp="1"/>
          </p:cNvSpPr>
          <p:nvPr>
            <p:ph type="ftr" sz="quarter" idx="11"/>
          </p:nvPr>
        </p:nvSpPr>
        <p:spPr/>
        <p:txBody>
          <a:bodyPr/>
          <a:lstStyle/>
          <a:p>
            <a:r>
              <a:rPr lang="en-US"/>
              <a:t>Algorithm and Data Structure </a:t>
            </a:r>
            <a:endParaRPr lang="en-US" dirty="0"/>
          </a:p>
        </p:txBody>
      </p:sp>
      <p:sp>
        <p:nvSpPr>
          <p:cNvPr id="5" name="Slide Number Placeholder 4">
            <a:extLst>
              <a:ext uri="{FF2B5EF4-FFF2-40B4-BE49-F238E27FC236}">
                <a16:creationId xmlns:a16="http://schemas.microsoft.com/office/drawing/2014/main" id="{8A1F3278-950B-82E7-510B-9B271D2ABF44}"/>
              </a:ext>
            </a:extLst>
          </p:cNvPr>
          <p:cNvSpPr>
            <a:spLocks noGrp="1"/>
          </p:cNvSpPr>
          <p:nvPr>
            <p:ph type="sldNum" sz="quarter" idx="12"/>
          </p:nvPr>
        </p:nvSpPr>
        <p:spPr/>
        <p:txBody>
          <a:bodyPr/>
          <a:lstStyle/>
          <a:p>
            <a:fld id="{95E664E9-BB0A-4932-9D77-E0DDE5779A37}" type="slidenum">
              <a:rPr lang="en-US" smtClean="0"/>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282" name="Rectangle 2"/>
          <p:cNvSpPr>
            <a:spLocks noGrp="1" noChangeArrowheads="1"/>
          </p:cNvSpPr>
          <p:nvPr>
            <p:ph type="title"/>
          </p:nvPr>
        </p:nvSpPr>
        <p:spPr>
          <a:xfrm>
            <a:off x="304800" y="223837"/>
            <a:ext cx="8458200" cy="919163"/>
          </a:xfrm>
        </p:spPr>
        <p:txBody>
          <a:bodyPr>
            <a:normAutofit/>
          </a:bodyPr>
          <a:lstStyle/>
          <a:p>
            <a:r>
              <a:rPr lang="en-US" sz="3600" dirty="0"/>
              <a:t>Trees</a:t>
            </a:r>
          </a:p>
        </p:txBody>
      </p:sp>
      <p:sp>
        <p:nvSpPr>
          <p:cNvPr id="481283" name="Rectangle 3"/>
          <p:cNvSpPr>
            <a:spLocks noGrp="1" noChangeArrowheads="1"/>
          </p:cNvSpPr>
          <p:nvPr>
            <p:ph type="body" idx="1"/>
          </p:nvPr>
        </p:nvSpPr>
        <p:spPr>
          <a:xfrm>
            <a:off x="381000" y="1143000"/>
            <a:ext cx="8382000" cy="4419600"/>
          </a:xfrm>
        </p:spPr>
        <p:txBody>
          <a:bodyPr/>
          <a:lstStyle/>
          <a:p>
            <a:pPr algn="just">
              <a:lnSpc>
                <a:spcPct val="90000"/>
              </a:lnSpc>
            </a:pPr>
            <a:r>
              <a:rPr lang="en-US" sz="2700" dirty="0"/>
              <a:t>As we see in the figure, the tree is upside-down</a:t>
            </a:r>
          </a:p>
          <a:p>
            <a:pPr algn="just">
              <a:lnSpc>
                <a:spcPct val="90000"/>
              </a:lnSpc>
            </a:pPr>
            <a:r>
              <a:rPr lang="en-US" sz="2700" dirty="0"/>
              <a:t>The president is called the </a:t>
            </a:r>
            <a:r>
              <a:rPr lang="en-US" sz="2700" i="1" dirty="0">
                <a:solidFill>
                  <a:srgbClr val="9966FF"/>
                </a:solidFill>
              </a:rPr>
              <a:t>root</a:t>
            </a:r>
            <a:r>
              <a:rPr lang="en-US" sz="2700" dirty="0">
                <a:solidFill>
                  <a:srgbClr val="9966FF"/>
                </a:solidFill>
              </a:rPr>
              <a:t> </a:t>
            </a:r>
            <a:r>
              <a:rPr lang="en-US" sz="2700" dirty="0"/>
              <a:t>of the tree and the clerks are the </a:t>
            </a:r>
            <a:r>
              <a:rPr lang="en-US" sz="2700" i="1" dirty="0">
                <a:solidFill>
                  <a:srgbClr val="9966FF"/>
                </a:solidFill>
              </a:rPr>
              <a:t>leaves</a:t>
            </a:r>
            <a:endParaRPr lang="en-US" sz="2700" dirty="0">
              <a:solidFill>
                <a:srgbClr val="9966FF"/>
              </a:solidFill>
            </a:endParaRPr>
          </a:p>
          <a:p>
            <a:pPr algn="just">
              <a:lnSpc>
                <a:spcPct val="90000"/>
              </a:lnSpc>
            </a:pPr>
            <a:r>
              <a:rPr lang="en-US" sz="2700" dirty="0"/>
              <a:t>A tree is extremely useful for certain kinds of computations</a:t>
            </a:r>
          </a:p>
          <a:p>
            <a:pPr lvl="1" algn="just">
              <a:lnSpc>
                <a:spcPct val="90000"/>
              </a:lnSpc>
            </a:pPr>
            <a:r>
              <a:rPr lang="en-US" sz="2200" dirty="0"/>
              <a:t> For example, suppose we wish to determine the total salaries paid to employees by division or by department</a:t>
            </a:r>
          </a:p>
          <a:p>
            <a:pPr algn="just">
              <a:lnSpc>
                <a:spcPct val="90000"/>
              </a:lnSpc>
            </a:pPr>
            <a:r>
              <a:rPr lang="en-US" sz="2700" dirty="0"/>
              <a:t>The total of the salaries in division A can be found by computing the sum of the salaries paid in departments A1 and A2 plus the salary of the vice-president of division A</a:t>
            </a:r>
          </a:p>
        </p:txBody>
      </p:sp>
      <p:sp>
        <p:nvSpPr>
          <p:cNvPr id="3" name="Footer Placeholder 2">
            <a:extLst>
              <a:ext uri="{FF2B5EF4-FFF2-40B4-BE49-F238E27FC236}">
                <a16:creationId xmlns:a16="http://schemas.microsoft.com/office/drawing/2014/main" id="{35FFE24B-2FD0-37C5-397F-F8222E70FE11}"/>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0B1BDC6F-D066-4B38-37CB-EBBA23DBC209}"/>
              </a:ext>
            </a:extLst>
          </p:cNvPr>
          <p:cNvSpPr>
            <a:spLocks noGrp="1"/>
          </p:cNvSpPr>
          <p:nvPr>
            <p:ph type="sldNum" sz="quarter" idx="12"/>
          </p:nvPr>
        </p:nvSpPr>
        <p:spPr/>
        <p:txBody>
          <a:bodyPr/>
          <a:lstStyle/>
          <a:p>
            <a:fld id="{95E664E9-BB0A-4932-9D77-E0DDE5779A37}" type="slidenum">
              <a:rPr lang="en-US" smtClean="0"/>
              <a:pPr/>
              <a:t>6</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81283">
                                            <p:txEl>
                                              <p:pRg st="0" end="0"/>
                                            </p:txEl>
                                          </p:spTgt>
                                        </p:tgtEl>
                                        <p:attrNameLst>
                                          <p:attrName>style.visibility</p:attrName>
                                        </p:attrNameLst>
                                      </p:cBhvr>
                                      <p:to>
                                        <p:strVal val="visible"/>
                                      </p:to>
                                    </p:set>
                                    <p:animEffect transition="in" filter="box(in)">
                                      <p:cBhvr>
                                        <p:cTn id="7" dur="500"/>
                                        <p:tgtEl>
                                          <p:spTgt spid="4812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81283">
                                            <p:txEl>
                                              <p:pRg st="1" end="1"/>
                                            </p:txEl>
                                          </p:spTgt>
                                        </p:tgtEl>
                                        <p:attrNameLst>
                                          <p:attrName>style.visibility</p:attrName>
                                        </p:attrNameLst>
                                      </p:cBhvr>
                                      <p:to>
                                        <p:strVal val="visible"/>
                                      </p:to>
                                    </p:set>
                                    <p:animEffect transition="in" filter="box(in)">
                                      <p:cBhvr>
                                        <p:cTn id="12" dur="500"/>
                                        <p:tgtEl>
                                          <p:spTgt spid="4812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81283">
                                            <p:txEl>
                                              <p:pRg st="2" end="2"/>
                                            </p:txEl>
                                          </p:spTgt>
                                        </p:tgtEl>
                                        <p:attrNameLst>
                                          <p:attrName>style.visibility</p:attrName>
                                        </p:attrNameLst>
                                      </p:cBhvr>
                                      <p:to>
                                        <p:strVal val="visible"/>
                                      </p:to>
                                    </p:set>
                                    <p:animEffect transition="in" filter="box(in)">
                                      <p:cBhvr>
                                        <p:cTn id="17" dur="500"/>
                                        <p:tgtEl>
                                          <p:spTgt spid="481283">
                                            <p:txEl>
                                              <p:pRg st="2" end="2"/>
                                            </p:txEl>
                                          </p:spTgt>
                                        </p:tgtEl>
                                      </p:cBhvr>
                                    </p:animEffect>
                                  </p:childTnLst>
                                </p:cTn>
                              </p:par>
                              <p:par>
                                <p:cTn id="18" presetID="4" presetClass="entr" presetSubtype="16" fill="hold" grpId="0" nodeType="withEffect">
                                  <p:stCondLst>
                                    <p:cond delay="0"/>
                                  </p:stCondLst>
                                  <p:childTnLst>
                                    <p:set>
                                      <p:cBhvr>
                                        <p:cTn id="19" dur="1" fill="hold">
                                          <p:stCondLst>
                                            <p:cond delay="0"/>
                                          </p:stCondLst>
                                        </p:cTn>
                                        <p:tgtEl>
                                          <p:spTgt spid="481283">
                                            <p:txEl>
                                              <p:pRg st="3" end="3"/>
                                            </p:txEl>
                                          </p:spTgt>
                                        </p:tgtEl>
                                        <p:attrNameLst>
                                          <p:attrName>style.visibility</p:attrName>
                                        </p:attrNameLst>
                                      </p:cBhvr>
                                      <p:to>
                                        <p:strVal val="visible"/>
                                      </p:to>
                                    </p:set>
                                    <p:animEffect transition="in" filter="box(in)">
                                      <p:cBhvr>
                                        <p:cTn id="20" dur="500"/>
                                        <p:tgtEl>
                                          <p:spTgt spid="48128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481283">
                                            <p:txEl>
                                              <p:pRg st="4" end="4"/>
                                            </p:txEl>
                                          </p:spTgt>
                                        </p:tgtEl>
                                        <p:attrNameLst>
                                          <p:attrName>style.visibility</p:attrName>
                                        </p:attrNameLst>
                                      </p:cBhvr>
                                      <p:to>
                                        <p:strVal val="visible"/>
                                      </p:to>
                                    </p:set>
                                    <p:animEffect transition="in" filter="box(in)">
                                      <p:cBhvr>
                                        <p:cTn id="25" dur="500"/>
                                        <p:tgtEl>
                                          <p:spTgt spid="48128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283" grpId="0" build="p"/>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2306" name="Rectangle 2"/>
          <p:cNvSpPr>
            <a:spLocks noGrp="1" noChangeArrowheads="1"/>
          </p:cNvSpPr>
          <p:nvPr>
            <p:ph type="title"/>
          </p:nvPr>
        </p:nvSpPr>
        <p:spPr/>
        <p:txBody>
          <a:bodyPr/>
          <a:lstStyle/>
          <a:p>
            <a:r>
              <a:rPr lang="en-US"/>
              <a:t>Trees</a:t>
            </a:r>
          </a:p>
        </p:txBody>
      </p:sp>
      <p:sp>
        <p:nvSpPr>
          <p:cNvPr id="482307" name="Rectangle 3"/>
          <p:cNvSpPr>
            <a:spLocks noGrp="1" noChangeArrowheads="1"/>
          </p:cNvSpPr>
          <p:nvPr>
            <p:ph type="body" idx="1"/>
          </p:nvPr>
        </p:nvSpPr>
        <p:spPr>
          <a:xfrm>
            <a:off x="457200" y="1219200"/>
            <a:ext cx="8305800" cy="4419600"/>
          </a:xfrm>
        </p:spPr>
        <p:txBody>
          <a:bodyPr/>
          <a:lstStyle/>
          <a:p>
            <a:pPr>
              <a:lnSpc>
                <a:spcPct val="90000"/>
              </a:lnSpc>
            </a:pPr>
            <a:r>
              <a:rPr lang="en-US" sz="2700" dirty="0"/>
              <a:t>Similarly, the total of the salaries paid in department A1 is the sum of the salaries of the manager of department A1 and of the two clerks below her.</a:t>
            </a:r>
          </a:p>
          <a:p>
            <a:pPr>
              <a:lnSpc>
                <a:spcPct val="90000"/>
              </a:lnSpc>
            </a:pPr>
            <a:r>
              <a:rPr lang="en-US" sz="2700" dirty="0"/>
              <a:t>Clearly, in order to compute all the totals, it is necessary to consider the salary of every employee.</a:t>
            </a:r>
          </a:p>
          <a:p>
            <a:pPr>
              <a:lnSpc>
                <a:spcPct val="90000"/>
              </a:lnSpc>
            </a:pPr>
            <a:r>
              <a:rPr lang="en-US" sz="2700" dirty="0"/>
              <a:t>Therefore, an implementation of this computation must </a:t>
            </a:r>
            <a:r>
              <a:rPr lang="en-US" sz="2700" i="1" dirty="0"/>
              <a:t>visit</a:t>
            </a:r>
            <a:r>
              <a:rPr lang="en-US" sz="2700" dirty="0"/>
              <a:t> all the employees in the tree.</a:t>
            </a:r>
          </a:p>
          <a:p>
            <a:pPr>
              <a:lnSpc>
                <a:spcPct val="90000"/>
              </a:lnSpc>
            </a:pPr>
            <a:r>
              <a:rPr lang="en-US" sz="2700" dirty="0"/>
              <a:t>An algorithm that systematically </a:t>
            </a:r>
            <a:r>
              <a:rPr lang="en-US" sz="2700" i="1" dirty="0"/>
              <a:t>visits</a:t>
            </a:r>
            <a:r>
              <a:rPr lang="en-US" sz="2700" dirty="0"/>
              <a:t> all the items in a tree is called a </a:t>
            </a:r>
            <a:r>
              <a:rPr lang="en-US" sz="2700" i="1" dirty="0"/>
              <a:t>tree traversal.</a:t>
            </a:r>
            <a:endParaRPr lang="en-US" sz="2700" dirty="0"/>
          </a:p>
        </p:txBody>
      </p:sp>
      <p:sp>
        <p:nvSpPr>
          <p:cNvPr id="3" name="Footer Placeholder 2">
            <a:extLst>
              <a:ext uri="{FF2B5EF4-FFF2-40B4-BE49-F238E27FC236}">
                <a16:creationId xmlns:a16="http://schemas.microsoft.com/office/drawing/2014/main" id="{33B01196-735D-69C6-1B40-FEFA06B3777C}"/>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8C510E8A-2FFC-3BC6-187A-FF9F77805EA3}"/>
              </a:ext>
            </a:extLst>
          </p:cNvPr>
          <p:cNvSpPr>
            <a:spLocks noGrp="1"/>
          </p:cNvSpPr>
          <p:nvPr>
            <p:ph type="sldNum" sz="quarter" idx="12"/>
          </p:nvPr>
        </p:nvSpPr>
        <p:spPr/>
        <p:txBody>
          <a:bodyPr/>
          <a:lstStyle/>
          <a:p>
            <a:fld id="{95E664E9-BB0A-4932-9D77-E0DDE5779A37}" type="slidenum">
              <a:rPr lang="en-US" smtClean="0"/>
              <a:pPr/>
              <a:t>7</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82307">
                                            <p:txEl>
                                              <p:pRg st="0" end="0"/>
                                            </p:txEl>
                                          </p:spTgt>
                                        </p:tgtEl>
                                        <p:attrNameLst>
                                          <p:attrName>style.visibility</p:attrName>
                                        </p:attrNameLst>
                                      </p:cBhvr>
                                      <p:to>
                                        <p:strVal val="visible"/>
                                      </p:to>
                                    </p:set>
                                    <p:animEffect transition="in" filter="box(in)">
                                      <p:cBhvr>
                                        <p:cTn id="7" dur="500"/>
                                        <p:tgtEl>
                                          <p:spTgt spid="4823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82307">
                                            <p:txEl>
                                              <p:pRg st="1" end="1"/>
                                            </p:txEl>
                                          </p:spTgt>
                                        </p:tgtEl>
                                        <p:attrNameLst>
                                          <p:attrName>style.visibility</p:attrName>
                                        </p:attrNameLst>
                                      </p:cBhvr>
                                      <p:to>
                                        <p:strVal val="visible"/>
                                      </p:to>
                                    </p:set>
                                    <p:animEffect transition="in" filter="box(in)">
                                      <p:cBhvr>
                                        <p:cTn id="12" dur="500"/>
                                        <p:tgtEl>
                                          <p:spTgt spid="4823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82307">
                                            <p:txEl>
                                              <p:pRg st="2" end="2"/>
                                            </p:txEl>
                                          </p:spTgt>
                                        </p:tgtEl>
                                        <p:attrNameLst>
                                          <p:attrName>style.visibility</p:attrName>
                                        </p:attrNameLst>
                                      </p:cBhvr>
                                      <p:to>
                                        <p:strVal val="visible"/>
                                      </p:to>
                                    </p:set>
                                    <p:animEffect transition="in" filter="box(in)">
                                      <p:cBhvr>
                                        <p:cTn id="17" dur="500"/>
                                        <p:tgtEl>
                                          <p:spTgt spid="4823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82307">
                                            <p:txEl>
                                              <p:pRg st="3" end="3"/>
                                            </p:txEl>
                                          </p:spTgt>
                                        </p:tgtEl>
                                        <p:attrNameLst>
                                          <p:attrName>style.visibility</p:attrName>
                                        </p:attrNameLst>
                                      </p:cBhvr>
                                      <p:to>
                                        <p:strVal val="visible"/>
                                      </p:to>
                                    </p:set>
                                    <p:animEffect transition="in" filter="box(in)">
                                      <p:cBhvr>
                                        <p:cTn id="22" dur="500"/>
                                        <p:tgtEl>
                                          <p:spTgt spid="4823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2307" grpId="0" build="p"/>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3331" name="Rectangle 3"/>
          <p:cNvSpPr>
            <a:spLocks noGrp="1" noChangeArrowheads="1"/>
          </p:cNvSpPr>
          <p:nvPr>
            <p:ph type="body" idx="1"/>
          </p:nvPr>
        </p:nvSpPr>
        <p:spPr>
          <a:xfrm>
            <a:off x="457200" y="1143000"/>
            <a:ext cx="8229600" cy="4572000"/>
          </a:xfrm>
        </p:spPr>
        <p:txBody>
          <a:bodyPr/>
          <a:lstStyle/>
          <a:p>
            <a:pPr algn="just"/>
            <a:r>
              <a:rPr lang="en-US" sz="2700" dirty="0">
                <a:latin typeface="Times New Roman" pitchFamily="18" charset="0"/>
              </a:rPr>
              <a:t>A</a:t>
            </a:r>
            <a:r>
              <a:rPr lang="tr-TR" sz="2700" dirty="0">
                <a:latin typeface="Times New Roman" pitchFamily="18" charset="0"/>
              </a:rPr>
              <a:t> tree consists of a distinguished node</a:t>
            </a:r>
            <a:r>
              <a:rPr lang="tr-TR" sz="2700" b="1" dirty="0">
                <a:latin typeface="Times New Roman" pitchFamily="18" charset="0"/>
              </a:rPr>
              <a:t> r</a:t>
            </a:r>
            <a:r>
              <a:rPr lang="en-US" sz="2700" dirty="0">
                <a:latin typeface="Times New Roman" pitchFamily="18" charset="0"/>
              </a:rPr>
              <a:t>,</a:t>
            </a:r>
            <a:r>
              <a:rPr lang="tr-TR" sz="2700" dirty="0">
                <a:latin typeface="Times New Roman" pitchFamily="18" charset="0"/>
              </a:rPr>
              <a:t> called the </a:t>
            </a:r>
            <a:r>
              <a:rPr lang="tr-TR" sz="2700" b="1" dirty="0">
                <a:latin typeface="Times New Roman" pitchFamily="18" charset="0"/>
              </a:rPr>
              <a:t>root</a:t>
            </a:r>
            <a:r>
              <a:rPr lang="tr-TR" sz="2700" dirty="0">
                <a:latin typeface="Times New Roman" pitchFamily="18" charset="0"/>
              </a:rPr>
              <a:t>, and zero or more (sub) trees T</a:t>
            </a:r>
            <a:r>
              <a:rPr lang="tr-TR" sz="2700" baseline="-25000" dirty="0">
                <a:latin typeface="Times New Roman" pitchFamily="18" charset="0"/>
              </a:rPr>
              <a:t>1</a:t>
            </a:r>
            <a:r>
              <a:rPr lang="tr-TR" sz="2700" dirty="0">
                <a:latin typeface="Times New Roman" pitchFamily="18" charset="0"/>
              </a:rPr>
              <a:t>,</a:t>
            </a:r>
            <a:r>
              <a:rPr lang="en-US" sz="2700" dirty="0">
                <a:latin typeface="Times New Roman" pitchFamily="18" charset="0"/>
              </a:rPr>
              <a:t> </a:t>
            </a:r>
            <a:r>
              <a:rPr lang="tr-TR" sz="2700" dirty="0">
                <a:latin typeface="Times New Roman" pitchFamily="18" charset="0"/>
              </a:rPr>
              <a:t>T</a:t>
            </a:r>
            <a:r>
              <a:rPr lang="tr-TR" sz="2700" baseline="-25000" dirty="0">
                <a:latin typeface="Times New Roman" pitchFamily="18" charset="0"/>
              </a:rPr>
              <a:t>2</a:t>
            </a:r>
            <a:r>
              <a:rPr lang="tr-TR" sz="2700" dirty="0">
                <a:latin typeface="Times New Roman" pitchFamily="18" charset="0"/>
              </a:rPr>
              <a:t>,.……, T</a:t>
            </a:r>
            <a:r>
              <a:rPr lang="tr-TR" sz="2700" baseline="-25000" dirty="0">
                <a:latin typeface="Times New Roman" pitchFamily="18" charset="0"/>
              </a:rPr>
              <a:t>k</a:t>
            </a:r>
            <a:r>
              <a:rPr lang="tr-TR" sz="2700" dirty="0">
                <a:latin typeface="Times New Roman" pitchFamily="18" charset="0"/>
              </a:rPr>
              <a:t>, each of whose roots are connected by a directed edge to </a:t>
            </a:r>
            <a:r>
              <a:rPr lang="tr-TR" sz="2700" b="1" dirty="0">
                <a:latin typeface="Times New Roman" pitchFamily="18" charset="0"/>
              </a:rPr>
              <a:t>r</a:t>
            </a:r>
            <a:r>
              <a:rPr lang="en-US" sz="2700" b="1" dirty="0">
                <a:latin typeface="Times New Roman" pitchFamily="18" charset="0"/>
              </a:rPr>
              <a:t>.</a:t>
            </a:r>
            <a:endParaRPr lang="en-US" sz="2700" dirty="0">
              <a:latin typeface="Times New Roman" pitchFamily="18" charset="0"/>
            </a:endParaRPr>
          </a:p>
          <a:p>
            <a:pPr algn="just"/>
            <a:r>
              <a:rPr lang="tr-TR" sz="2700" dirty="0">
                <a:latin typeface="Times New Roman" pitchFamily="18" charset="0"/>
              </a:rPr>
              <a:t>The root of each subtree is said to be a child of </a:t>
            </a:r>
            <a:r>
              <a:rPr lang="tr-TR" sz="2700" b="1" dirty="0">
                <a:latin typeface="Times New Roman" pitchFamily="18" charset="0"/>
              </a:rPr>
              <a:t>r</a:t>
            </a:r>
            <a:r>
              <a:rPr lang="tr-TR" sz="2700" dirty="0">
                <a:latin typeface="Times New Roman" pitchFamily="18" charset="0"/>
              </a:rPr>
              <a:t> and </a:t>
            </a:r>
            <a:r>
              <a:rPr lang="tr-TR" sz="2700" b="1" dirty="0">
                <a:latin typeface="Times New Roman" pitchFamily="18" charset="0"/>
              </a:rPr>
              <a:t>r</a:t>
            </a:r>
            <a:r>
              <a:rPr lang="tr-TR" sz="2700" dirty="0">
                <a:latin typeface="Times New Roman" pitchFamily="18" charset="0"/>
              </a:rPr>
              <a:t> is the parent of each subtree roo</a:t>
            </a:r>
            <a:r>
              <a:rPr lang="en-US" sz="2700" dirty="0">
                <a:latin typeface="Times New Roman" pitchFamily="18" charset="0"/>
              </a:rPr>
              <a:t>t.</a:t>
            </a:r>
          </a:p>
        </p:txBody>
      </p:sp>
      <p:sp>
        <p:nvSpPr>
          <p:cNvPr id="483332" name="Rectangle 4"/>
          <p:cNvSpPr>
            <a:spLocks noGrp="1" noChangeArrowheads="1"/>
          </p:cNvSpPr>
          <p:nvPr>
            <p:ph type="title"/>
          </p:nvPr>
        </p:nvSpPr>
        <p:spPr/>
        <p:txBody>
          <a:bodyPr/>
          <a:lstStyle/>
          <a:p>
            <a:r>
              <a:rPr lang="en-US" sz="4000"/>
              <a:t>Formal Definitions: Tree</a:t>
            </a:r>
          </a:p>
        </p:txBody>
      </p:sp>
      <p:sp>
        <p:nvSpPr>
          <p:cNvPr id="3" name="Footer Placeholder 2">
            <a:extLst>
              <a:ext uri="{FF2B5EF4-FFF2-40B4-BE49-F238E27FC236}">
                <a16:creationId xmlns:a16="http://schemas.microsoft.com/office/drawing/2014/main" id="{0D7F56F6-126B-475C-86DD-09B466BDE540}"/>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A0C58369-9568-C243-2AC5-D89D770C3830}"/>
              </a:ext>
            </a:extLst>
          </p:cNvPr>
          <p:cNvSpPr>
            <a:spLocks noGrp="1"/>
          </p:cNvSpPr>
          <p:nvPr>
            <p:ph type="sldNum" sz="quarter" idx="12"/>
          </p:nvPr>
        </p:nvSpPr>
        <p:spPr/>
        <p:txBody>
          <a:bodyPr/>
          <a:lstStyle/>
          <a:p>
            <a:fld id="{95E664E9-BB0A-4932-9D77-E0DDE5779A37}" type="slidenum">
              <a:rPr lang="en-US" smtClean="0"/>
              <a:pPr/>
              <a:t>8</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83331">
                                            <p:txEl>
                                              <p:pRg st="0" end="0"/>
                                            </p:txEl>
                                          </p:spTgt>
                                        </p:tgtEl>
                                        <p:attrNameLst>
                                          <p:attrName>style.visibility</p:attrName>
                                        </p:attrNameLst>
                                      </p:cBhvr>
                                      <p:to>
                                        <p:strVal val="visible"/>
                                      </p:to>
                                    </p:set>
                                    <p:animEffect transition="in" filter="box(in)">
                                      <p:cBhvr>
                                        <p:cTn id="7" dur="500"/>
                                        <p:tgtEl>
                                          <p:spTgt spid="4833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83331">
                                            <p:txEl>
                                              <p:pRg st="1" end="1"/>
                                            </p:txEl>
                                          </p:spTgt>
                                        </p:tgtEl>
                                        <p:attrNameLst>
                                          <p:attrName>style.visibility</p:attrName>
                                        </p:attrNameLst>
                                      </p:cBhvr>
                                      <p:to>
                                        <p:strVal val="visible"/>
                                      </p:to>
                                    </p:set>
                                    <p:animEffect transition="in" filter="box(in)">
                                      <p:cBhvr>
                                        <p:cTn id="12" dur="500"/>
                                        <p:tgtEl>
                                          <p:spTgt spid="48333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3331" grpId="0" build="p"/>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4178" name="Rectangle 2"/>
          <p:cNvSpPr>
            <a:spLocks noGrp="1" noChangeArrowheads="1"/>
          </p:cNvSpPr>
          <p:nvPr>
            <p:ph type="title"/>
          </p:nvPr>
        </p:nvSpPr>
        <p:spPr>
          <a:xfrm>
            <a:off x="381000" y="76200"/>
            <a:ext cx="8153400" cy="1143000"/>
          </a:xfrm>
        </p:spPr>
        <p:txBody>
          <a:bodyPr/>
          <a:lstStyle/>
          <a:p>
            <a:r>
              <a:rPr lang="en-US" sz="4000" dirty="0"/>
              <a:t>Formal Definitions: Tree</a:t>
            </a:r>
          </a:p>
        </p:txBody>
      </p:sp>
      <p:sp>
        <p:nvSpPr>
          <p:cNvPr id="434179" name="Rectangle 3"/>
          <p:cNvSpPr>
            <a:spLocks noGrp="1" noChangeArrowheads="1"/>
          </p:cNvSpPr>
          <p:nvPr>
            <p:ph type="body" idx="1"/>
          </p:nvPr>
        </p:nvSpPr>
        <p:spPr>
          <a:xfrm>
            <a:off x="381000" y="1219200"/>
            <a:ext cx="8610600" cy="4495800"/>
          </a:xfrm>
        </p:spPr>
        <p:txBody>
          <a:bodyPr>
            <a:normAutofit/>
          </a:bodyPr>
          <a:lstStyle/>
          <a:p>
            <a:pPr algn="just">
              <a:lnSpc>
                <a:spcPct val="90000"/>
              </a:lnSpc>
            </a:pPr>
            <a:r>
              <a:rPr lang="en-US" sz="2500" dirty="0">
                <a:sym typeface="Marlett" pitchFamily="2" charset="2"/>
              </a:rPr>
              <a:t>A tree is a collection of n nodes, one of which is the </a:t>
            </a:r>
            <a:r>
              <a:rPr lang="en-US" sz="2500" b="1" dirty="0">
                <a:solidFill>
                  <a:srgbClr val="9966FF"/>
                </a:solidFill>
                <a:sym typeface="Marlett" pitchFamily="2" charset="2"/>
              </a:rPr>
              <a:t>root</a:t>
            </a:r>
            <a:r>
              <a:rPr lang="en-US" sz="2500" dirty="0">
                <a:sym typeface="Marlett" pitchFamily="2" charset="2"/>
              </a:rPr>
              <a:t>, and n -1 edges.</a:t>
            </a:r>
          </a:p>
          <a:p>
            <a:pPr algn="just">
              <a:lnSpc>
                <a:spcPct val="90000"/>
              </a:lnSpc>
            </a:pPr>
            <a:r>
              <a:rPr lang="en-US" sz="2500" b="1" dirty="0">
                <a:solidFill>
                  <a:schemeClr val="accent2"/>
                </a:solidFill>
                <a:sym typeface="Marlett" pitchFamily="2" charset="2"/>
              </a:rPr>
              <a:t>n -1 edges</a:t>
            </a:r>
            <a:r>
              <a:rPr lang="en-US" sz="2500" dirty="0">
                <a:sym typeface="Marlett" pitchFamily="2" charset="2"/>
              </a:rPr>
              <a:t>, because each edge connects some node to its parent, and every node except the root has one parent.</a:t>
            </a:r>
          </a:p>
          <a:p>
            <a:pPr algn="just">
              <a:lnSpc>
                <a:spcPct val="90000"/>
              </a:lnSpc>
            </a:pPr>
            <a:r>
              <a:rPr lang="en-US" sz="2500" dirty="0">
                <a:sym typeface="Marlett" pitchFamily="2" charset="2"/>
              </a:rPr>
              <a:t>Each node may have an arbitrary number of children, possibly zero. Nodes with no children are known as </a:t>
            </a:r>
            <a:r>
              <a:rPr lang="en-US" sz="2500" b="1" dirty="0">
                <a:solidFill>
                  <a:srgbClr val="9966FF"/>
                </a:solidFill>
                <a:sym typeface="Marlett" pitchFamily="2" charset="2"/>
              </a:rPr>
              <a:t>leaves</a:t>
            </a:r>
            <a:r>
              <a:rPr lang="en-US" sz="2500" dirty="0">
                <a:sym typeface="Marlett" pitchFamily="2" charset="2"/>
              </a:rPr>
              <a:t>. Nodes with the same parent are </a:t>
            </a:r>
            <a:r>
              <a:rPr lang="en-US" sz="2500" b="1" dirty="0">
                <a:solidFill>
                  <a:srgbClr val="9966FF"/>
                </a:solidFill>
                <a:sym typeface="Marlett" pitchFamily="2" charset="2"/>
              </a:rPr>
              <a:t>siblings.</a:t>
            </a:r>
          </a:p>
          <a:p>
            <a:pPr algn="just">
              <a:lnSpc>
                <a:spcPct val="90000"/>
              </a:lnSpc>
            </a:pPr>
            <a:r>
              <a:rPr lang="en-US" sz="2500" dirty="0">
                <a:sym typeface="Marlett" pitchFamily="2" charset="2"/>
              </a:rPr>
              <a:t>A </a:t>
            </a:r>
            <a:r>
              <a:rPr lang="en-US" sz="2500" b="1" dirty="0">
                <a:solidFill>
                  <a:schemeClr val="accent2"/>
                </a:solidFill>
                <a:sym typeface="Marlett" pitchFamily="2" charset="2"/>
              </a:rPr>
              <a:t>Path</a:t>
            </a:r>
            <a:r>
              <a:rPr lang="en-US" sz="2500" dirty="0">
                <a:sym typeface="Marlett" pitchFamily="2" charset="2"/>
              </a:rPr>
              <a:t> from node n1 to </a:t>
            </a:r>
            <a:r>
              <a:rPr lang="en-US" sz="2500" dirty="0" err="1">
                <a:sym typeface="Marlett" pitchFamily="2" charset="2"/>
              </a:rPr>
              <a:t>nk</a:t>
            </a:r>
            <a:r>
              <a:rPr lang="en-US" sz="2500" dirty="0">
                <a:sym typeface="Marlett" pitchFamily="2" charset="2"/>
              </a:rPr>
              <a:t> is defined as a sequence of nodes n1, n2, …,</a:t>
            </a:r>
            <a:r>
              <a:rPr lang="en-US" sz="2500" dirty="0" err="1">
                <a:sym typeface="Marlett" pitchFamily="2" charset="2"/>
              </a:rPr>
              <a:t>nk</a:t>
            </a:r>
            <a:r>
              <a:rPr lang="en-US" sz="2500" dirty="0">
                <a:sym typeface="Marlett" pitchFamily="2" charset="2"/>
              </a:rPr>
              <a:t> such that </a:t>
            </a:r>
            <a:r>
              <a:rPr lang="en-US" sz="2500" dirty="0" err="1">
                <a:sym typeface="Marlett" pitchFamily="2" charset="2"/>
              </a:rPr>
              <a:t>ni</a:t>
            </a:r>
            <a:r>
              <a:rPr lang="en-US" sz="2500" dirty="0">
                <a:sym typeface="Marlett" pitchFamily="2" charset="2"/>
              </a:rPr>
              <a:t> is the parent of </a:t>
            </a:r>
            <a:r>
              <a:rPr lang="en-US" sz="2500" dirty="0" err="1">
                <a:sym typeface="Marlett" pitchFamily="2" charset="2"/>
              </a:rPr>
              <a:t>ni</a:t>
            </a:r>
            <a:r>
              <a:rPr lang="en-US" sz="2500" dirty="0">
                <a:sym typeface="Marlett" pitchFamily="2" charset="2"/>
              </a:rPr>
              <a:t> + 1.</a:t>
            </a:r>
            <a:endParaRPr lang="en-US" sz="2500" dirty="0">
              <a:sym typeface="Symbol" pitchFamily="18" charset="2"/>
            </a:endParaRPr>
          </a:p>
          <a:p>
            <a:pPr algn="just">
              <a:lnSpc>
                <a:spcPct val="90000"/>
              </a:lnSpc>
            </a:pPr>
            <a:r>
              <a:rPr lang="en-US" sz="2500" dirty="0">
                <a:sym typeface="Marlett" pitchFamily="2" charset="2"/>
              </a:rPr>
              <a:t>The </a:t>
            </a:r>
            <a:r>
              <a:rPr lang="en-US" sz="2500" b="1" dirty="0">
                <a:solidFill>
                  <a:schemeClr val="accent2"/>
                </a:solidFill>
                <a:sym typeface="Marlett" pitchFamily="2" charset="2"/>
              </a:rPr>
              <a:t>length of this path</a:t>
            </a:r>
            <a:r>
              <a:rPr lang="en-US" sz="2500" dirty="0">
                <a:sym typeface="Marlett" pitchFamily="2" charset="2"/>
              </a:rPr>
              <a:t> is the number of edges on the path, namely k – 1.</a:t>
            </a:r>
          </a:p>
        </p:txBody>
      </p:sp>
      <p:sp>
        <p:nvSpPr>
          <p:cNvPr id="3" name="Footer Placeholder 2">
            <a:extLst>
              <a:ext uri="{FF2B5EF4-FFF2-40B4-BE49-F238E27FC236}">
                <a16:creationId xmlns:a16="http://schemas.microsoft.com/office/drawing/2014/main" id="{4156A5B9-B26C-2A16-C408-24E82DB50D6D}"/>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AB05A927-BE7C-1F28-E44E-994EB651984D}"/>
              </a:ext>
            </a:extLst>
          </p:cNvPr>
          <p:cNvSpPr>
            <a:spLocks noGrp="1"/>
          </p:cNvSpPr>
          <p:nvPr>
            <p:ph type="sldNum" sz="quarter" idx="12"/>
          </p:nvPr>
        </p:nvSpPr>
        <p:spPr/>
        <p:txBody>
          <a:bodyPr/>
          <a:lstStyle/>
          <a:p>
            <a:fld id="{95E664E9-BB0A-4932-9D77-E0DDE5779A37}" type="slidenum">
              <a:rPr lang="en-US" smtClean="0"/>
              <a:pPr/>
              <a:t>9</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34179">
                                            <p:txEl>
                                              <p:pRg st="0" end="0"/>
                                            </p:txEl>
                                          </p:spTgt>
                                        </p:tgtEl>
                                        <p:attrNameLst>
                                          <p:attrName>style.visibility</p:attrName>
                                        </p:attrNameLst>
                                      </p:cBhvr>
                                      <p:to>
                                        <p:strVal val="visible"/>
                                      </p:to>
                                    </p:set>
                                    <p:animEffect transition="in" filter="box(in)">
                                      <p:cBhvr>
                                        <p:cTn id="7" dur="500"/>
                                        <p:tgtEl>
                                          <p:spTgt spid="4341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34179">
                                            <p:txEl>
                                              <p:pRg st="1" end="1"/>
                                            </p:txEl>
                                          </p:spTgt>
                                        </p:tgtEl>
                                        <p:attrNameLst>
                                          <p:attrName>style.visibility</p:attrName>
                                        </p:attrNameLst>
                                      </p:cBhvr>
                                      <p:to>
                                        <p:strVal val="visible"/>
                                      </p:to>
                                    </p:set>
                                    <p:animEffect transition="in" filter="box(in)">
                                      <p:cBhvr>
                                        <p:cTn id="12" dur="500"/>
                                        <p:tgtEl>
                                          <p:spTgt spid="4341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34179">
                                            <p:txEl>
                                              <p:pRg st="2" end="2"/>
                                            </p:txEl>
                                          </p:spTgt>
                                        </p:tgtEl>
                                        <p:attrNameLst>
                                          <p:attrName>style.visibility</p:attrName>
                                        </p:attrNameLst>
                                      </p:cBhvr>
                                      <p:to>
                                        <p:strVal val="visible"/>
                                      </p:to>
                                    </p:set>
                                    <p:animEffect transition="in" filter="box(in)">
                                      <p:cBhvr>
                                        <p:cTn id="17" dur="500"/>
                                        <p:tgtEl>
                                          <p:spTgt spid="4341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34179">
                                            <p:txEl>
                                              <p:pRg st="3" end="3"/>
                                            </p:txEl>
                                          </p:spTgt>
                                        </p:tgtEl>
                                        <p:attrNameLst>
                                          <p:attrName>style.visibility</p:attrName>
                                        </p:attrNameLst>
                                      </p:cBhvr>
                                      <p:to>
                                        <p:strVal val="visible"/>
                                      </p:to>
                                    </p:set>
                                    <p:animEffect transition="in" filter="box(in)">
                                      <p:cBhvr>
                                        <p:cTn id="22" dur="500"/>
                                        <p:tgtEl>
                                          <p:spTgt spid="43417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434179">
                                            <p:txEl>
                                              <p:pRg st="4" end="4"/>
                                            </p:txEl>
                                          </p:spTgt>
                                        </p:tgtEl>
                                        <p:attrNameLst>
                                          <p:attrName>style.visibility</p:attrName>
                                        </p:attrNameLst>
                                      </p:cBhvr>
                                      <p:to>
                                        <p:strVal val="visible"/>
                                      </p:to>
                                    </p:set>
                                    <p:animEffect transition="in" filter="box(in)">
                                      <p:cBhvr>
                                        <p:cTn id="27" dur="500"/>
                                        <p:tgtEl>
                                          <p:spTgt spid="43417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4179" grpId="0" build="p"/>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5202" name="Rectangle 2"/>
          <p:cNvSpPr>
            <a:spLocks noGrp="1" noChangeArrowheads="1"/>
          </p:cNvSpPr>
          <p:nvPr>
            <p:ph type="title"/>
          </p:nvPr>
        </p:nvSpPr>
        <p:spPr/>
        <p:txBody>
          <a:bodyPr/>
          <a:lstStyle/>
          <a:p>
            <a:r>
              <a:rPr lang="en-US" sz="4000"/>
              <a:t>Formal Definitions: Tree</a:t>
            </a:r>
          </a:p>
        </p:txBody>
      </p:sp>
      <p:sp>
        <p:nvSpPr>
          <p:cNvPr id="435203" name="Rectangle 3"/>
          <p:cNvSpPr>
            <a:spLocks noGrp="1" noChangeArrowheads="1"/>
          </p:cNvSpPr>
          <p:nvPr>
            <p:ph type="body" idx="1"/>
          </p:nvPr>
        </p:nvSpPr>
        <p:spPr>
          <a:xfrm>
            <a:off x="457200" y="1219200"/>
            <a:ext cx="8305800" cy="4495800"/>
          </a:xfrm>
        </p:spPr>
        <p:txBody>
          <a:bodyPr/>
          <a:lstStyle/>
          <a:p>
            <a:pPr algn="just"/>
            <a:r>
              <a:rPr lang="en-US" dirty="0">
                <a:sym typeface="Marlett" pitchFamily="2" charset="2"/>
              </a:rPr>
              <a:t>There is a path of length zero from every node to itself</a:t>
            </a:r>
          </a:p>
          <a:p>
            <a:pPr algn="just"/>
            <a:r>
              <a:rPr lang="en-US" dirty="0">
                <a:sym typeface="Marlett" pitchFamily="2" charset="2"/>
              </a:rPr>
              <a:t>In a tree there is </a:t>
            </a:r>
            <a:r>
              <a:rPr lang="en-US" b="1" dirty="0">
                <a:solidFill>
                  <a:srgbClr val="9966FF"/>
                </a:solidFill>
                <a:sym typeface="Marlett" pitchFamily="2" charset="2"/>
              </a:rPr>
              <a:t>exactly one path</a:t>
            </a:r>
            <a:r>
              <a:rPr lang="en-US" dirty="0">
                <a:sym typeface="Marlett" pitchFamily="2" charset="2"/>
              </a:rPr>
              <a:t> from the root to each node</a:t>
            </a:r>
            <a:endParaRPr lang="en-US" dirty="0"/>
          </a:p>
          <a:p>
            <a:pPr algn="just"/>
            <a:r>
              <a:rPr lang="en-US" dirty="0"/>
              <a:t>The </a:t>
            </a:r>
            <a:r>
              <a:rPr lang="en-US" b="1" dirty="0">
                <a:solidFill>
                  <a:srgbClr val="9966FF"/>
                </a:solidFill>
              </a:rPr>
              <a:t>level</a:t>
            </a:r>
            <a:r>
              <a:rPr lang="en-US" dirty="0"/>
              <a:t> of any node is the length of its path from the root</a:t>
            </a:r>
          </a:p>
          <a:p>
            <a:pPr algn="just"/>
            <a:r>
              <a:rPr lang="en-US" dirty="0"/>
              <a:t>The </a:t>
            </a:r>
            <a:r>
              <a:rPr lang="en-US" b="1" dirty="0">
                <a:solidFill>
                  <a:srgbClr val="FF00FF"/>
                </a:solidFill>
              </a:rPr>
              <a:t>degree</a:t>
            </a:r>
            <a:r>
              <a:rPr lang="en-US" dirty="0"/>
              <a:t> of a node is its number of </a:t>
            </a:r>
            <a:r>
              <a:rPr lang="en-US" dirty="0" err="1"/>
              <a:t>subtrees</a:t>
            </a:r>
            <a:endParaRPr lang="en-US" dirty="0">
              <a:sym typeface="Symbol" pitchFamily="18" charset="2"/>
            </a:endParaRPr>
          </a:p>
        </p:txBody>
      </p:sp>
      <p:sp>
        <p:nvSpPr>
          <p:cNvPr id="3" name="Footer Placeholder 2">
            <a:extLst>
              <a:ext uri="{FF2B5EF4-FFF2-40B4-BE49-F238E27FC236}">
                <a16:creationId xmlns:a16="http://schemas.microsoft.com/office/drawing/2014/main" id="{F2871BD3-23A9-CAE0-ED25-D61F03B247F4}"/>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D7E593F6-3ACF-239B-7F9C-53162798B32B}"/>
              </a:ext>
            </a:extLst>
          </p:cNvPr>
          <p:cNvSpPr>
            <a:spLocks noGrp="1"/>
          </p:cNvSpPr>
          <p:nvPr>
            <p:ph type="sldNum" sz="quarter" idx="12"/>
          </p:nvPr>
        </p:nvSpPr>
        <p:spPr/>
        <p:txBody>
          <a:bodyPr/>
          <a:lstStyle/>
          <a:p>
            <a:fld id="{95E664E9-BB0A-4932-9D77-E0DDE5779A37}" type="slidenum">
              <a:rPr lang="en-US" smtClean="0"/>
              <a:pPr/>
              <a:t>10</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35203">
                                            <p:txEl>
                                              <p:pRg st="0" end="0"/>
                                            </p:txEl>
                                          </p:spTgt>
                                        </p:tgtEl>
                                        <p:attrNameLst>
                                          <p:attrName>style.visibility</p:attrName>
                                        </p:attrNameLst>
                                      </p:cBhvr>
                                      <p:to>
                                        <p:strVal val="visible"/>
                                      </p:to>
                                    </p:set>
                                    <p:animEffect transition="in" filter="box(in)">
                                      <p:cBhvr>
                                        <p:cTn id="7" dur="500"/>
                                        <p:tgtEl>
                                          <p:spTgt spid="4352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35203">
                                            <p:txEl>
                                              <p:pRg st="1" end="1"/>
                                            </p:txEl>
                                          </p:spTgt>
                                        </p:tgtEl>
                                        <p:attrNameLst>
                                          <p:attrName>style.visibility</p:attrName>
                                        </p:attrNameLst>
                                      </p:cBhvr>
                                      <p:to>
                                        <p:strVal val="visible"/>
                                      </p:to>
                                    </p:set>
                                    <p:animEffect transition="in" filter="box(in)">
                                      <p:cBhvr>
                                        <p:cTn id="12" dur="500"/>
                                        <p:tgtEl>
                                          <p:spTgt spid="4352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35203">
                                            <p:txEl>
                                              <p:pRg st="2" end="2"/>
                                            </p:txEl>
                                          </p:spTgt>
                                        </p:tgtEl>
                                        <p:attrNameLst>
                                          <p:attrName>style.visibility</p:attrName>
                                        </p:attrNameLst>
                                      </p:cBhvr>
                                      <p:to>
                                        <p:strVal val="visible"/>
                                      </p:to>
                                    </p:set>
                                    <p:animEffect transition="in" filter="box(in)">
                                      <p:cBhvr>
                                        <p:cTn id="17" dur="500"/>
                                        <p:tgtEl>
                                          <p:spTgt spid="4352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35203">
                                            <p:txEl>
                                              <p:pRg st="3" end="3"/>
                                            </p:txEl>
                                          </p:spTgt>
                                        </p:tgtEl>
                                        <p:attrNameLst>
                                          <p:attrName>style.visibility</p:attrName>
                                        </p:attrNameLst>
                                      </p:cBhvr>
                                      <p:to>
                                        <p:strVal val="visible"/>
                                      </p:to>
                                    </p:set>
                                    <p:animEffect transition="in" filter="box(in)">
                                      <p:cBhvr>
                                        <p:cTn id="22" dur="500"/>
                                        <p:tgtEl>
                                          <p:spTgt spid="43520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520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Rectangle 2"/>
          <p:cNvSpPr>
            <a:spLocks noGrp="1" noChangeArrowheads="1"/>
          </p:cNvSpPr>
          <p:nvPr>
            <p:ph type="title"/>
          </p:nvPr>
        </p:nvSpPr>
        <p:spPr>
          <a:xfrm>
            <a:off x="304800" y="0"/>
            <a:ext cx="8153400" cy="1143000"/>
          </a:xfrm>
        </p:spPr>
        <p:txBody>
          <a:bodyPr>
            <a:normAutofit fontScale="90000"/>
          </a:bodyPr>
          <a:lstStyle/>
          <a:p>
            <a:br>
              <a:rPr lang="en-US" dirty="0"/>
            </a:br>
            <a:br>
              <a:rPr lang="en-US" dirty="0"/>
            </a:br>
            <a:br>
              <a:rPr lang="en-US" dirty="0"/>
            </a:br>
            <a:br>
              <a:rPr lang="en-US" dirty="0"/>
            </a:br>
            <a:r>
              <a:rPr lang="en-US" dirty="0"/>
              <a:t>Tree Terminology</a:t>
            </a:r>
          </a:p>
        </p:txBody>
      </p:sp>
      <p:sp>
        <p:nvSpPr>
          <p:cNvPr id="489475" name="Oval 3"/>
          <p:cNvSpPr>
            <a:spLocks noChangeArrowheads="1"/>
          </p:cNvSpPr>
          <p:nvPr/>
        </p:nvSpPr>
        <p:spPr bwMode="auto">
          <a:xfrm>
            <a:off x="4191000" y="1219200"/>
            <a:ext cx="381000" cy="381000"/>
          </a:xfrm>
          <a:prstGeom prst="ellipse">
            <a:avLst/>
          </a:prstGeom>
          <a:solidFill>
            <a:srgbClr val="FFFF00"/>
          </a:solidFill>
          <a:ln w="9525">
            <a:solidFill>
              <a:schemeClr val="tx1"/>
            </a:solidFill>
            <a:round/>
            <a:headEnd/>
            <a:tailEnd/>
          </a:ln>
          <a:effectLst/>
        </p:spPr>
        <p:txBody>
          <a:bodyPr wrap="none" anchor="ctr"/>
          <a:lstStyle/>
          <a:p>
            <a:endParaRPr lang="en-US"/>
          </a:p>
        </p:txBody>
      </p:sp>
      <p:sp>
        <p:nvSpPr>
          <p:cNvPr id="489476" name="Line 4"/>
          <p:cNvSpPr>
            <a:spLocks noChangeShapeType="1"/>
          </p:cNvSpPr>
          <p:nvPr/>
        </p:nvSpPr>
        <p:spPr bwMode="auto">
          <a:xfrm flipH="1">
            <a:off x="3581400" y="1524000"/>
            <a:ext cx="609600" cy="609600"/>
          </a:xfrm>
          <a:prstGeom prst="line">
            <a:avLst/>
          </a:prstGeom>
          <a:noFill/>
          <a:ln w="9525">
            <a:solidFill>
              <a:schemeClr val="tx1"/>
            </a:solidFill>
            <a:round/>
            <a:headEnd/>
            <a:tailEnd/>
          </a:ln>
          <a:effectLst/>
        </p:spPr>
        <p:txBody>
          <a:bodyPr wrap="none" anchor="ctr"/>
          <a:lstStyle/>
          <a:p>
            <a:endParaRPr lang="en-US"/>
          </a:p>
        </p:txBody>
      </p:sp>
      <p:sp>
        <p:nvSpPr>
          <p:cNvPr id="489477" name="Line 5"/>
          <p:cNvSpPr>
            <a:spLocks noChangeShapeType="1"/>
          </p:cNvSpPr>
          <p:nvPr/>
        </p:nvSpPr>
        <p:spPr bwMode="auto">
          <a:xfrm>
            <a:off x="4572000" y="1524000"/>
            <a:ext cx="609600" cy="609600"/>
          </a:xfrm>
          <a:prstGeom prst="line">
            <a:avLst/>
          </a:prstGeom>
          <a:noFill/>
          <a:ln w="9525">
            <a:solidFill>
              <a:schemeClr val="tx1"/>
            </a:solidFill>
            <a:round/>
            <a:headEnd/>
            <a:tailEnd/>
          </a:ln>
          <a:effectLst/>
        </p:spPr>
        <p:txBody>
          <a:bodyPr wrap="none" anchor="ctr"/>
          <a:lstStyle/>
          <a:p>
            <a:endParaRPr lang="en-US"/>
          </a:p>
        </p:txBody>
      </p:sp>
      <p:sp>
        <p:nvSpPr>
          <p:cNvPr id="489478" name="Oval 6"/>
          <p:cNvSpPr>
            <a:spLocks noChangeArrowheads="1"/>
          </p:cNvSpPr>
          <p:nvPr/>
        </p:nvSpPr>
        <p:spPr bwMode="auto">
          <a:xfrm>
            <a:off x="3276600" y="2133600"/>
            <a:ext cx="381000" cy="3810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489479" name="Oval 7"/>
          <p:cNvSpPr>
            <a:spLocks noChangeArrowheads="1"/>
          </p:cNvSpPr>
          <p:nvPr/>
        </p:nvSpPr>
        <p:spPr bwMode="auto">
          <a:xfrm>
            <a:off x="5105400" y="2133600"/>
            <a:ext cx="381000" cy="381000"/>
          </a:xfrm>
          <a:prstGeom prst="ellipse">
            <a:avLst/>
          </a:prstGeom>
          <a:solidFill>
            <a:srgbClr val="FF3300"/>
          </a:solidFill>
          <a:ln w="9525">
            <a:solidFill>
              <a:schemeClr val="tx1"/>
            </a:solidFill>
            <a:round/>
            <a:headEnd/>
            <a:tailEnd/>
          </a:ln>
          <a:effectLst/>
        </p:spPr>
        <p:txBody>
          <a:bodyPr wrap="none" anchor="ctr"/>
          <a:lstStyle/>
          <a:p>
            <a:endParaRPr lang="en-US"/>
          </a:p>
        </p:txBody>
      </p:sp>
      <p:sp>
        <p:nvSpPr>
          <p:cNvPr id="489480" name="Line 8"/>
          <p:cNvSpPr>
            <a:spLocks noChangeShapeType="1"/>
          </p:cNvSpPr>
          <p:nvPr/>
        </p:nvSpPr>
        <p:spPr bwMode="auto">
          <a:xfrm flipH="1">
            <a:off x="2667000" y="2438400"/>
            <a:ext cx="609600" cy="609600"/>
          </a:xfrm>
          <a:prstGeom prst="line">
            <a:avLst/>
          </a:prstGeom>
          <a:noFill/>
          <a:ln w="9525">
            <a:solidFill>
              <a:schemeClr val="tx1"/>
            </a:solidFill>
            <a:round/>
            <a:headEnd/>
            <a:tailEnd/>
          </a:ln>
          <a:effectLst/>
        </p:spPr>
        <p:txBody>
          <a:bodyPr wrap="none" anchor="ctr"/>
          <a:lstStyle/>
          <a:p>
            <a:endParaRPr lang="en-US"/>
          </a:p>
        </p:txBody>
      </p:sp>
      <p:sp>
        <p:nvSpPr>
          <p:cNvPr id="489481" name="Line 9"/>
          <p:cNvSpPr>
            <a:spLocks noChangeShapeType="1"/>
          </p:cNvSpPr>
          <p:nvPr/>
        </p:nvSpPr>
        <p:spPr bwMode="auto">
          <a:xfrm>
            <a:off x="3657600" y="2438400"/>
            <a:ext cx="609600" cy="609600"/>
          </a:xfrm>
          <a:prstGeom prst="line">
            <a:avLst/>
          </a:prstGeom>
          <a:noFill/>
          <a:ln w="9525">
            <a:solidFill>
              <a:schemeClr val="tx1"/>
            </a:solidFill>
            <a:round/>
            <a:headEnd/>
            <a:tailEnd/>
          </a:ln>
          <a:effectLst/>
        </p:spPr>
        <p:txBody>
          <a:bodyPr wrap="none" anchor="ctr"/>
          <a:lstStyle/>
          <a:p>
            <a:endParaRPr lang="en-US"/>
          </a:p>
        </p:txBody>
      </p:sp>
      <p:sp>
        <p:nvSpPr>
          <p:cNvPr id="489482" name="Oval 10"/>
          <p:cNvSpPr>
            <a:spLocks noChangeArrowheads="1"/>
          </p:cNvSpPr>
          <p:nvPr/>
        </p:nvSpPr>
        <p:spPr bwMode="auto">
          <a:xfrm>
            <a:off x="2362200" y="3048000"/>
            <a:ext cx="381000" cy="381000"/>
          </a:xfrm>
          <a:prstGeom prst="ellipse">
            <a:avLst/>
          </a:prstGeom>
          <a:solidFill>
            <a:srgbClr val="FF3300"/>
          </a:solidFill>
          <a:ln w="9525">
            <a:solidFill>
              <a:schemeClr val="tx1"/>
            </a:solidFill>
            <a:round/>
            <a:headEnd/>
            <a:tailEnd/>
          </a:ln>
          <a:effectLst/>
        </p:spPr>
        <p:txBody>
          <a:bodyPr wrap="none" anchor="ctr"/>
          <a:lstStyle/>
          <a:p>
            <a:endParaRPr lang="en-US"/>
          </a:p>
        </p:txBody>
      </p:sp>
      <p:sp>
        <p:nvSpPr>
          <p:cNvPr id="489483" name="Oval 11"/>
          <p:cNvSpPr>
            <a:spLocks noChangeArrowheads="1"/>
          </p:cNvSpPr>
          <p:nvPr/>
        </p:nvSpPr>
        <p:spPr bwMode="auto">
          <a:xfrm>
            <a:off x="4191000" y="3048000"/>
            <a:ext cx="381000" cy="3810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489484" name="Line 12"/>
          <p:cNvSpPr>
            <a:spLocks noChangeShapeType="1"/>
          </p:cNvSpPr>
          <p:nvPr/>
        </p:nvSpPr>
        <p:spPr bwMode="auto">
          <a:xfrm flipH="1">
            <a:off x="3581400" y="3352800"/>
            <a:ext cx="609600" cy="609600"/>
          </a:xfrm>
          <a:prstGeom prst="line">
            <a:avLst/>
          </a:prstGeom>
          <a:noFill/>
          <a:ln w="9525">
            <a:solidFill>
              <a:schemeClr val="tx1"/>
            </a:solidFill>
            <a:round/>
            <a:headEnd/>
            <a:tailEnd/>
          </a:ln>
          <a:effectLst/>
        </p:spPr>
        <p:txBody>
          <a:bodyPr wrap="none" anchor="ctr"/>
          <a:lstStyle/>
          <a:p>
            <a:endParaRPr lang="en-US"/>
          </a:p>
        </p:txBody>
      </p:sp>
      <p:sp>
        <p:nvSpPr>
          <p:cNvPr id="489485" name="Line 13"/>
          <p:cNvSpPr>
            <a:spLocks noChangeShapeType="1"/>
          </p:cNvSpPr>
          <p:nvPr/>
        </p:nvSpPr>
        <p:spPr bwMode="auto">
          <a:xfrm>
            <a:off x="4572000" y="3352800"/>
            <a:ext cx="609600" cy="609600"/>
          </a:xfrm>
          <a:prstGeom prst="line">
            <a:avLst/>
          </a:prstGeom>
          <a:noFill/>
          <a:ln w="9525">
            <a:solidFill>
              <a:schemeClr val="tx1"/>
            </a:solidFill>
            <a:round/>
            <a:headEnd/>
            <a:tailEnd/>
          </a:ln>
          <a:effectLst/>
        </p:spPr>
        <p:txBody>
          <a:bodyPr wrap="none" anchor="ctr"/>
          <a:lstStyle/>
          <a:p>
            <a:endParaRPr lang="en-US"/>
          </a:p>
        </p:txBody>
      </p:sp>
      <p:sp>
        <p:nvSpPr>
          <p:cNvPr id="489486" name="Oval 14"/>
          <p:cNvSpPr>
            <a:spLocks noChangeArrowheads="1"/>
          </p:cNvSpPr>
          <p:nvPr/>
        </p:nvSpPr>
        <p:spPr bwMode="auto">
          <a:xfrm>
            <a:off x="3276600" y="3962400"/>
            <a:ext cx="381000" cy="3810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489487" name="Oval 15"/>
          <p:cNvSpPr>
            <a:spLocks noChangeArrowheads="1"/>
          </p:cNvSpPr>
          <p:nvPr/>
        </p:nvSpPr>
        <p:spPr bwMode="auto">
          <a:xfrm>
            <a:off x="5105400" y="3962400"/>
            <a:ext cx="381000" cy="381000"/>
          </a:xfrm>
          <a:prstGeom prst="ellipse">
            <a:avLst/>
          </a:prstGeom>
          <a:solidFill>
            <a:srgbClr val="FF3300"/>
          </a:solidFill>
          <a:ln w="9525">
            <a:solidFill>
              <a:schemeClr val="tx1"/>
            </a:solidFill>
            <a:round/>
            <a:headEnd/>
            <a:tailEnd/>
          </a:ln>
          <a:effectLst/>
        </p:spPr>
        <p:txBody>
          <a:bodyPr wrap="none" anchor="ctr"/>
          <a:lstStyle/>
          <a:p>
            <a:endParaRPr lang="en-US"/>
          </a:p>
        </p:txBody>
      </p:sp>
      <p:sp>
        <p:nvSpPr>
          <p:cNvPr id="489488" name="Line 16"/>
          <p:cNvSpPr>
            <a:spLocks noChangeShapeType="1"/>
          </p:cNvSpPr>
          <p:nvPr/>
        </p:nvSpPr>
        <p:spPr bwMode="auto">
          <a:xfrm flipH="1">
            <a:off x="2667000" y="4267200"/>
            <a:ext cx="609600" cy="609600"/>
          </a:xfrm>
          <a:prstGeom prst="line">
            <a:avLst/>
          </a:prstGeom>
          <a:noFill/>
          <a:ln w="9525">
            <a:solidFill>
              <a:schemeClr val="tx1"/>
            </a:solidFill>
            <a:round/>
            <a:headEnd/>
            <a:tailEnd/>
          </a:ln>
          <a:effectLst/>
        </p:spPr>
        <p:txBody>
          <a:bodyPr wrap="none" anchor="ctr"/>
          <a:lstStyle/>
          <a:p>
            <a:endParaRPr lang="en-US"/>
          </a:p>
        </p:txBody>
      </p:sp>
      <p:sp>
        <p:nvSpPr>
          <p:cNvPr id="489489" name="Line 17"/>
          <p:cNvSpPr>
            <a:spLocks noChangeShapeType="1"/>
          </p:cNvSpPr>
          <p:nvPr/>
        </p:nvSpPr>
        <p:spPr bwMode="auto">
          <a:xfrm>
            <a:off x="3657600" y="4267200"/>
            <a:ext cx="609600" cy="609600"/>
          </a:xfrm>
          <a:prstGeom prst="line">
            <a:avLst/>
          </a:prstGeom>
          <a:noFill/>
          <a:ln w="9525">
            <a:solidFill>
              <a:schemeClr val="tx1"/>
            </a:solidFill>
            <a:round/>
            <a:headEnd/>
            <a:tailEnd/>
          </a:ln>
          <a:effectLst/>
        </p:spPr>
        <p:txBody>
          <a:bodyPr wrap="none" anchor="ctr"/>
          <a:lstStyle/>
          <a:p>
            <a:endParaRPr lang="en-US"/>
          </a:p>
        </p:txBody>
      </p:sp>
      <p:sp>
        <p:nvSpPr>
          <p:cNvPr id="489490" name="Oval 18"/>
          <p:cNvSpPr>
            <a:spLocks noChangeArrowheads="1"/>
          </p:cNvSpPr>
          <p:nvPr/>
        </p:nvSpPr>
        <p:spPr bwMode="auto">
          <a:xfrm>
            <a:off x="2362200" y="4876800"/>
            <a:ext cx="381000" cy="381000"/>
          </a:xfrm>
          <a:prstGeom prst="ellipse">
            <a:avLst/>
          </a:prstGeom>
          <a:solidFill>
            <a:srgbClr val="FF3300"/>
          </a:solidFill>
          <a:ln w="9525">
            <a:solidFill>
              <a:schemeClr val="tx1"/>
            </a:solidFill>
            <a:round/>
            <a:headEnd/>
            <a:tailEnd/>
          </a:ln>
          <a:effectLst/>
        </p:spPr>
        <p:txBody>
          <a:bodyPr wrap="none" anchor="ctr"/>
          <a:lstStyle/>
          <a:p>
            <a:endParaRPr lang="en-US"/>
          </a:p>
        </p:txBody>
      </p:sp>
      <p:sp>
        <p:nvSpPr>
          <p:cNvPr id="489491" name="Oval 19"/>
          <p:cNvSpPr>
            <a:spLocks noChangeArrowheads="1"/>
          </p:cNvSpPr>
          <p:nvPr/>
        </p:nvSpPr>
        <p:spPr bwMode="auto">
          <a:xfrm>
            <a:off x="4191000" y="4876800"/>
            <a:ext cx="381000" cy="381000"/>
          </a:xfrm>
          <a:prstGeom prst="ellipse">
            <a:avLst/>
          </a:prstGeom>
          <a:solidFill>
            <a:srgbClr val="FF3300"/>
          </a:solidFill>
          <a:ln w="9525">
            <a:solidFill>
              <a:schemeClr val="tx1"/>
            </a:solidFill>
            <a:round/>
            <a:headEnd/>
            <a:tailEnd/>
          </a:ln>
          <a:effectLst/>
        </p:spPr>
        <p:txBody>
          <a:bodyPr wrap="none" anchor="ctr"/>
          <a:lstStyle/>
          <a:p>
            <a:endParaRPr lang="en-US"/>
          </a:p>
        </p:txBody>
      </p:sp>
      <p:sp>
        <p:nvSpPr>
          <p:cNvPr id="489492" name="Text Box 20"/>
          <p:cNvSpPr txBox="1">
            <a:spLocks noChangeArrowheads="1"/>
          </p:cNvSpPr>
          <p:nvPr/>
        </p:nvSpPr>
        <p:spPr bwMode="auto">
          <a:xfrm>
            <a:off x="5562600" y="1143000"/>
            <a:ext cx="811213" cy="457200"/>
          </a:xfrm>
          <a:prstGeom prst="rect">
            <a:avLst/>
          </a:prstGeom>
          <a:noFill/>
          <a:ln w="9525">
            <a:noFill/>
            <a:miter lim="800000"/>
            <a:headEnd/>
            <a:tailEnd/>
          </a:ln>
          <a:effectLst/>
        </p:spPr>
        <p:txBody>
          <a:bodyPr wrap="none">
            <a:spAutoFit/>
          </a:bodyPr>
          <a:lstStyle/>
          <a:p>
            <a:pPr eaLnBrk="1" hangingPunct="1">
              <a:spcBef>
                <a:spcPct val="50000"/>
              </a:spcBef>
            </a:pPr>
            <a:r>
              <a:rPr lang="en-US" sz="2400" b="1">
                <a:latin typeface="Times New Roman" pitchFamily="18" charset="0"/>
                <a:cs typeface="Arial" charset="0"/>
              </a:rPr>
              <a:t>Root</a:t>
            </a:r>
          </a:p>
        </p:txBody>
      </p:sp>
      <p:sp>
        <p:nvSpPr>
          <p:cNvPr id="489493" name="Line 21"/>
          <p:cNvSpPr>
            <a:spLocks noChangeShapeType="1"/>
          </p:cNvSpPr>
          <p:nvPr/>
        </p:nvSpPr>
        <p:spPr bwMode="auto">
          <a:xfrm flipH="1">
            <a:off x="4800600" y="1371600"/>
            <a:ext cx="609600" cy="0"/>
          </a:xfrm>
          <a:prstGeom prst="line">
            <a:avLst/>
          </a:prstGeom>
          <a:noFill/>
          <a:ln w="38100">
            <a:solidFill>
              <a:schemeClr val="tx1"/>
            </a:solidFill>
            <a:round/>
            <a:headEnd/>
            <a:tailEnd type="triangle" w="med" len="med"/>
          </a:ln>
          <a:effectLst/>
        </p:spPr>
        <p:txBody>
          <a:bodyPr wrap="none" anchor="ctr"/>
          <a:lstStyle/>
          <a:p>
            <a:endParaRPr lang="en-US"/>
          </a:p>
        </p:txBody>
      </p:sp>
      <p:sp>
        <p:nvSpPr>
          <p:cNvPr id="489494" name="Oval 22"/>
          <p:cNvSpPr>
            <a:spLocks noChangeArrowheads="1"/>
          </p:cNvSpPr>
          <p:nvPr/>
        </p:nvSpPr>
        <p:spPr bwMode="auto">
          <a:xfrm>
            <a:off x="1143000" y="5943600"/>
            <a:ext cx="381000" cy="381000"/>
          </a:xfrm>
          <a:prstGeom prst="ellipse">
            <a:avLst/>
          </a:prstGeom>
          <a:solidFill>
            <a:srgbClr val="FF3300"/>
          </a:solidFill>
          <a:ln w="9525">
            <a:solidFill>
              <a:schemeClr val="tx1"/>
            </a:solidFill>
            <a:round/>
            <a:headEnd/>
            <a:tailEnd/>
          </a:ln>
          <a:effectLst/>
        </p:spPr>
        <p:txBody>
          <a:bodyPr wrap="none" anchor="ctr"/>
          <a:lstStyle/>
          <a:p>
            <a:endParaRPr lang="en-US"/>
          </a:p>
        </p:txBody>
      </p:sp>
      <p:sp>
        <p:nvSpPr>
          <p:cNvPr id="489495" name="Text Box 23"/>
          <p:cNvSpPr txBox="1">
            <a:spLocks noChangeArrowheads="1"/>
          </p:cNvSpPr>
          <p:nvPr/>
        </p:nvSpPr>
        <p:spPr bwMode="auto">
          <a:xfrm>
            <a:off x="1600200" y="5943600"/>
            <a:ext cx="1122363" cy="457200"/>
          </a:xfrm>
          <a:prstGeom prst="rect">
            <a:avLst/>
          </a:prstGeom>
          <a:noFill/>
          <a:ln w="9525">
            <a:noFill/>
            <a:miter lim="800000"/>
            <a:headEnd/>
            <a:tailEnd/>
          </a:ln>
          <a:effectLst/>
        </p:spPr>
        <p:txBody>
          <a:bodyPr wrap="none">
            <a:spAutoFit/>
          </a:bodyPr>
          <a:lstStyle/>
          <a:p>
            <a:pPr eaLnBrk="1" hangingPunct="1">
              <a:spcBef>
                <a:spcPct val="50000"/>
              </a:spcBef>
            </a:pPr>
            <a:r>
              <a:rPr lang="en-US" sz="2400">
                <a:latin typeface="Times New Roman" pitchFamily="18" charset="0"/>
                <a:cs typeface="Arial" charset="0"/>
              </a:rPr>
              <a:t>: </a:t>
            </a:r>
            <a:r>
              <a:rPr lang="en-US" sz="2400" b="1">
                <a:latin typeface="Times New Roman" pitchFamily="18" charset="0"/>
                <a:cs typeface="Arial" charset="0"/>
              </a:rPr>
              <a:t>leaves</a:t>
            </a:r>
          </a:p>
        </p:txBody>
      </p:sp>
      <p:sp>
        <p:nvSpPr>
          <p:cNvPr id="489496" name="Oval 24"/>
          <p:cNvSpPr>
            <a:spLocks noChangeArrowheads="1"/>
          </p:cNvSpPr>
          <p:nvPr/>
        </p:nvSpPr>
        <p:spPr bwMode="auto">
          <a:xfrm>
            <a:off x="4648200" y="6019800"/>
            <a:ext cx="381000" cy="3810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489497" name="Text Box 25"/>
          <p:cNvSpPr txBox="1">
            <a:spLocks noChangeArrowheads="1"/>
          </p:cNvSpPr>
          <p:nvPr/>
        </p:nvSpPr>
        <p:spPr bwMode="auto">
          <a:xfrm>
            <a:off x="5105400" y="6019800"/>
            <a:ext cx="2198688" cy="457200"/>
          </a:xfrm>
          <a:prstGeom prst="rect">
            <a:avLst/>
          </a:prstGeom>
          <a:noFill/>
          <a:ln w="9525">
            <a:noFill/>
            <a:miter lim="800000"/>
            <a:headEnd/>
            <a:tailEnd/>
          </a:ln>
          <a:effectLst/>
        </p:spPr>
        <p:txBody>
          <a:bodyPr wrap="none">
            <a:spAutoFit/>
          </a:bodyPr>
          <a:lstStyle/>
          <a:p>
            <a:pPr eaLnBrk="1" hangingPunct="1">
              <a:spcBef>
                <a:spcPct val="50000"/>
              </a:spcBef>
            </a:pPr>
            <a:r>
              <a:rPr lang="en-US" sz="2400">
                <a:latin typeface="Times New Roman" pitchFamily="18" charset="0"/>
                <a:cs typeface="Arial" charset="0"/>
              </a:rPr>
              <a:t>: </a:t>
            </a:r>
            <a:r>
              <a:rPr lang="en-US" sz="2400" b="1">
                <a:solidFill>
                  <a:schemeClr val="tx2"/>
                </a:solidFill>
                <a:latin typeface="Times New Roman" pitchFamily="18" charset="0"/>
                <a:cs typeface="Arial" charset="0"/>
              </a:rPr>
              <a:t>internal nodes</a:t>
            </a:r>
            <a:endParaRPr lang="en-US" sz="2400">
              <a:solidFill>
                <a:schemeClr val="tx2"/>
              </a:solidFill>
              <a:latin typeface="Times New Roman" pitchFamily="18" charset="0"/>
              <a:cs typeface="Arial" charset="0"/>
            </a:endParaRPr>
          </a:p>
        </p:txBody>
      </p:sp>
      <p:sp>
        <p:nvSpPr>
          <p:cNvPr id="489498" name="Line 26"/>
          <p:cNvSpPr>
            <a:spLocks noChangeShapeType="1"/>
          </p:cNvSpPr>
          <p:nvPr/>
        </p:nvSpPr>
        <p:spPr bwMode="auto">
          <a:xfrm flipV="1">
            <a:off x="1905000" y="1828800"/>
            <a:ext cx="1676400" cy="304800"/>
          </a:xfrm>
          <a:prstGeom prst="line">
            <a:avLst/>
          </a:prstGeom>
          <a:noFill/>
          <a:ln w="9525">
            <a:solidFill>
              <a:schemeClr val="tx1"/>
            </a:solidFill>
            <a:round/>
            <a:headEnd/>
            <a:tailEnd type="triangle" w="med" len="med"/>
          </a:ln>
          <a:effectLst/>
        </p:spPr>
        <p:txBody>
          <a:bodyPr wrap="none" anchor="ctr"/>
          <a:lstStyle/>
          <a:p>
            <a:endParaRPr lang="en-US"/>
          </a:p>
        </p:txBody>
      </p:sp>
      <p:sp>
        <p:nvSpPr>
          <p:cNvPr id="489499" name="Line 27"/>
          <p:cNvSpPr>
            <a:spLocks noChangeShapeType="1"/>
          </p:cNvSpPr>
          <p:nvPr/>
        </p:nvSpPr>
        <p:spPr bwMode="auto">
          <a:xfrm>
            <a:off x="1905000" y="2286000"/>
            <a:ext cx="762000" cy="381000"/>
          </a:xfrm>
          <a:prstGeom prst="line">
            <a:avLst/>
          </a:prstGeom>
          <a:noFill/>
          <a:ln w="9525">
            <a:solidFill>
              <a:schemeClr val="tx1"/>
            </a:solidFill>
            <a:round/>
            <a:headEnd/>
            <a:tailEnd type="triangle" w="med" len="med"/>
          </a:ln>
          <a:effectLst/>
        </p:spPr>
        <p:txBody>
          <a:bodyPr wrap="none" anchor="ctr"/>
          <a:lstStyle/>
          <a:p>
            <a:endParaRPr lang="en-US"/>
          </a:p>
        </p:txBody>
      </p:sp>
      <p:sp>
        <p:nvSpPr>
          <p:cNvPr id="489500" name="Text Box 28"/>
          <p:cNvSpPr txBox="1">
            <a:spLocks noChangeArrowheads="1"/>
          </p:cNvSpPr>
          <p:nvPr/>
        </p:nvSpPr>
        <p:spPr bwMode="auto">
          <a:xfrm>
            <a:off x="457200" y="1981200"/>
            <a:ext cx="1266825" cy="457200"/>
          </a:xfrm>
          <a:prstGeom prst="rect">
            <a:avLst/>
          </a:prstGeom>
          <a:noFill/>
          <a:ln w="9525">
            <a:noFill/>
            <a:miter lim="800000"/>
            <a:headEnd/>
            <a:tailEnd/>
          </a:ln>
          <a:effectLst/>
        </p:spPr>
        <p:txBody>
          <a:bodyPr wrap="none">
            <a:spAutoFit/>
          </a:bodyPr>
          <a:lstStyle/>
          <a:p>
            <a:pPr eaLnBrk="1" hangingPunct="1">
              <a:spcBef>
                <a:spcPct val="50000"/>
              </a:spcBef>
            </a:pPr>
            <a:r>
              <a:rPr lang="en-US" sz="2400">
                <a:latin typeface="Times New Roman" pitchFamily="18" charset="0"/>
                <a:cs typeface="Arial" charset="0"/>
              </a:rPr>
              <a:t>branches</a:t>
            </a:r>
          </a:p>
        </p:txBody>
      </p:sp>
      <p:sp>
        <p:nvSpPr>
          <p:cNvPr id="489501" name="Text Box 29"/>
          <p:cNvSpPr txBox="1">
            <a:spLocks noChangeArrowheads="1"/>
          </p:cNvSpPr>
          <p:nvPr/>
        </p:nvSpPr>
        <p:spPr bwMode="auto">
          <a:xfrm>
            <a:off x="4191000" y="1143000"/>
            <a:ext cx="404813" cy="457200"/>
          </a:xfrm>
          <a:prstGeom prst="rect">
            <a:avLst/>
          </a:prstGeom>
          <a:noFill/>
          <a:ln w="9525">
            <a:noFill/>
            <a:miter lim="800000"/>
            <a:headEnd/>
            <a:tailEnd/>
          </a:ln>
          <a:effectLst/>
        </p:spPr>
        <p:txBody>
          <a:bodyPr wrap="none">
            <a:spAutoFit/>
          </a:bodyPr>
          <a:lstStyle/>
          <a:p>
            <a:pPr eaLnBrk="1" hangingPunct="1">
              <a:spcBef>
                <a:spcPct val="50000"/>
              </a:spcBef>
            </a:pPr>
            <a:r>
              <a:rPr lang="en-US" sz="2400" dirty="0">
                <a:latin typeface="Times New Roman" pitchFamily="18" charset="0"/>
                <a:cs typeface="Arial" charset="0"/>
              </a:rPr>
              <a:t>A</a:t>
            </a:r>
          </a:p>
        </p:txBody>
      </p:sp>
      <p:sp>
        <p:nvSpPr>
          <p:cNvPr id="489502" name="Text Box 30"/>
          <p:cNvSpPr txBox="1">
            <a:spLocks noChangeArrowheads="1"/>
          </p:cNvSpPr>
          <p:nvPr/>
        </p:nvSpPr>
        <p:spPr bwMode="auto">
          <a:xfrm>
            <a:off x="3276600" y="2057400"/>
            <a:ext cx="387350" cy="457200"/>
          </a:xfrm>
          <a:prstGeom prst="rect">
            <a:avLst/>
          </a:prstGeom>
          <a:noFill/>
          <a:ln w="9525">
            <a:noFill/>
            <a:miter lim="800000"/>
            <a:headEnd/>
            <a:tailEnd/>
          </a:ln>
          <a:effectLst/>
        </p:spPr>
        <p:txBody>
          <a:bodyPr wrap="none">
            <a:spAutoFit/>
          </a:bodyPr>
          <a:lstStyle/>
          <a:p>
            <a:pPr eaLnBrk="1" hangingPunct="1">
              <a:spcBef>
                <a:spcPct val="50000"/>
              </a:spcBef>
            </a:pPr>
            <a:r>
              <a:rPr lang="en-US" sz="2400">
                <a:latin typeface="Times New Roman" pitchFamily="18" charset="0"/>
                <a:cs typeface="Arial" charset="0"/>
              </a:rPr>
              <a:t>B</a:t>
            </a:r>
          </a:p>
        </p:txBody>
      </p:sp>
      <p:sp>
        <p:nvSpPr>
          <p:cNvPr id="489503" name="Text Box 31"/>
          <p:cNvSpPr txBox="1">
            <a:spLocks noChangeArrowheads="1"/>
          </p:cNvSpPr>
          <p:nvPr/>
        </p:nvSpPr>
        <p:spPr bwMode="auto">
          <a:xfrm>
            <a:off x="5105400" y="2057400"/>
            <a:ext cx="387350" cy="457200"/>
          </a:xfrm>
          <a:prstGeom prst="rect">
            <a:avLst/>
          </a:prstGeom>
          <a:noFill/>
          <a:ln w="9525">
            <a:noFill/>
            <a:miter lim="800000"/>
            <a:headEnd/>
            <a:tailEnd/>
          </a:ln>
          <a:effectLst/>
        </p:spPr>
        <p:txBody>
          <a:bodyPr wrap="none">
            <a:spAutoFit/>
          </a:bodyPr>
          <a:lstStyle/>
          <a:p>
            <a:pPr eaLnBrk="1" hangingPunct="1">
              <a:spcBef>
                <a:spcPct val="50000"/>
              </a:spcBef>
            </a:pPr>
            <a:r>
              <a:rPr lang="en-US" sz="2400">
                <a:latin typeface="Times New Roman" pitchFamily="18" charset="0"/>
                <a:cs typeface="Arial" charset="0"/>
              </a:rPr>
              <a:t>C</a:t>
            </a:r>
          </a:p>
        </p:txBody>
      </p:sp>
      <p:sp>
        <p:nvSpPr>
          <p:cNvPr id="489504" name="Text Box 32"/>
          <p:cNvSpPr txBox="1">
            <a:spLocks noChangeArrowheads="1"/>
          </p:cNvSpPr>
          <p:nvPr/>
        </p:nvSpPr>
        <p:spPr bwMode="auto">
          <a:xfrm>
            <a:off x="2362200" y="2971800"/>
            <a:ext cx="404813" cy="457200"/>
          </a:xfrm>
          <a:prstGeom prst="rect">
            <a:avLst/>
          </a:prstGeom>
          <a:noFill/>
          <a:ln w="9525">
            <a:noFill/>
            <a:miter lim="800000"/>
            <a:headEnd/>
            <a:tailEnd/>
          </a:ln>
          <a:effectLst/>
        </p:spPr>
        <p:txBody>
          <a:bodyPr wrap="none">
            <a:spAutoFit/>
          </a:bodyPr>
          <a:lstStyle/>
          <a:p>
            <a:pPr eaLnBrk="1" hangingPunct="1">
              <a:spcBef>
                <a:spcPct val="50000"/>
              </a:spcBef>
            </a:pPr>
            <a:r>
              <a:rPr lang="en-US" sz="2400">
                <a:latin typeface="Times New Roman" pitchFamily="18" charset="0"/>
                <a:cs typeface="Arial" charset="0"/>
              </a:rPr>
              <a:t>D</a:t>
            </a:r>
          </a:p>
        </p:txBody>
      </p:sp>
      <p:sp>
        <p:nvSpPr>
          <p:cNvPr id="489505" name="Text Box 33"/>
          <p:cNvSpPr txBox="1">
            <a:spLocks noChangeArrowheads="1"/>
          </p:cNvSpPr>
          <p:nvPr/>
        </p:nvSpPr>
        <p:spPr bwMode="auto">
          <a:xfrm>
            <a:off x="4191000" y="2971800"/>
            <a:ext cx="369888" cy="457200"/>
          </a:xfrm>
          <a:prstGeom prst="rect">
            <a:avLst/>
          </a:prstGeom>
          <a:noFill/>
          <a:ln w="9525">
            <a:noFill/>
            <a:miter lim="800000"/>
            <a:headEnd/>
            <a:tailEnd/>
          </a:ln>
          <a:effectLst/>
        </p:spPr>
        <p:txBody>
          <a:bodyPr wrap="none">
            <a:spAutoFit/>
          </a:bodyPr>
          <a:lstStyle/>
          <a:p>
            <a:pPr eaLnBrk="1" hangingPunct="1">
              <a:spcBef>
                <a:spcPct val="50000"/>
              </a:spcBef>
            </a:pPr>
            <a:r>
              <a:rPr lang="en-US" sz="2400">
                <a:latin typeface="Times New Roman" pitchFamily="18" charset="0"/>
                <a:cs typeface="Arial" charset="0"/>
              </a:rPr>
              <a:t>E</a:t>
            </a:r>
          </a:p>
        </p:txBody>
      </p:sp>
      <p:sp>
        <p:nvSpPr>
          <p:cNvPr id="489506" name="Text Box 34"/>
          <p:cNvSpPr txBox="1">
            <a:spLocks noChangeArrowheads="1"/>
          </p:cNvSpPr>
          <p:nvPr/>
        </p:nvSpPr>
        <p:spPr bwMode="auto">
          <a:xfrm>
            <a:off x="3276600" y="3886200"/>
            <a:ext cx="354013" cy="457200"/>
          </a:xfrm>
          <a:prstGeom prst="rect">
            <a:avLst/>
          </a:prstGeom>
          <a:noFill/>
          <a:ln w="9525">
            <a:noFill/>
            <a:miter lim="800000"/>
            <a:headEnd/>
            <a:tailEnd/>
          </a:ln>
          <a:effectLst/>
        </p:spPr>
        <p:txBody>
          <a:bodyPr wrap="none">
            <a:spAutoFit/>
          </a:bodyPr>
          <a:lstStyle/>
          <a:p>
            <a:pPr eaLnBrk="1" hangingPunct="1">
              <a:spcBef>
                <a:spcPct val="50000"/>
              </a:spcBef>
            </a:pPr>
            <a:r>
              <a:rPr lang="en-US" sz="2400">
                <a:latin typeface="Times New Roman" pitchFamily="18" charset="0"/>
                <a:cs typeface="Arial" charset="0"/>
              </a:rPr>
              <a:t>F</a:t>
            </a:r>
          </a:p>
        </p:txBody>
      </p:sp>
      <p:sp>
        <p:nvSpPr>
          <p:cNvPr id="489507" name="Text Box 35"/>
          <p:cNvSpPr txBox="1">
            <a:spLocks noChangeArrowheads="1"/>
          </p:cNvSpPr>
          <p:nvPr/>
        </p:nvSpPr>
        <p:spPr bwMode="auto">
          <a:xfrm>
            <a:off x="2362200" y="4800600"/>
            <a:ext cx="404813" cy="457200"/>
          </a:xfrm>
          <a:prstGeom prst="rect">
            <a:avLst/>
          </a:prstGeom>
          <a:noFill/>
          <a:ln w="9525">
            <a:noFill/>
            <a:miter lim="800000"/>
            <a:headEnd/>
            <a:tailEnd/>
          </a:ln>
          <a:effectLst/>
        </p:spPr>
        <p:txBody>
          <a:bodyPr wrap="none">
            <a:spAutoFit/>
          </a:bodyPr>
          <a:lstStyle/>
          <a:p>
            <a:pPr eaLnBrk="1" hangingPunct="1">
              <a:spcBef>
                <a:spcPct val="50000"/>
              </a:spcBef>
            </a:pPr>
            <a:r>
              <a:rPr lang="en-US" sz="2400">
                <a:latin typeface="Times New Roman" pitchFamily="18" charset="0"/>
                <a:cs typeface="Arial" charset="0"/>
              </a:rPr>
              <a:t>H</a:t>
            </a:r>
          </a:p>
        </p:txBody>
      </p:sp>
      <p:sp>
        <p:nvSpPr>
          <p:cNvPr id="489508" name="Text Box 36"/>
          <p:cNvSpPr txBox="1">
            <a:spLocks noChangeArrowheads="1"/>
          </p:cNvSpPr>
          <p:nvPr/>
        </p:nvSpPr>
        <p:spPr bwMode="auto">
          <a:xfrm>
            <a:off x="5105400" y="3886200"/>
            <a:ext cx="404813" cy="457200"/>
          </a:xfrm>
          <a:prstGeom prst="rect">
            <a:avLst/>
          </a:prstGeom>
          <a:noFill/>
          <a:ln w="9525">
            <a:noFill/>
            <a:miter lim="800000"/>
            <a:headEnd/>
            <a:tailEnd/>
          </a:ln>
          <a:effectLst/>
        </p:spPr>
        <p:txBody>
          <a:bodyPr wrap="none">
            <a:spAutoFit/>
          </a:bodyPr>
          <a:lstStyle/>
          <a:p>
            <a:pPr eaLnBrk="1" hangingPunct="1">
              <a:spcBef>
                <a:spcPct val="50000"/>
              </a:spcBef>
            </a:pPr>
            <a:r>
              <a:rPr lang="en-US" sz="2400">
                <a:latin typeface="Times New Roman" pitchFamily="18" charset="0"/>
                <a:cs typeface="Arial" charset="0"/>
              </a:rPr>
              <a:t>G</a:t>
            </a:r>
          </a:p>
        </p:txBody>
      </p:sp>
      <p:sp>
        <p:nvSpPr>
          <p:cNvPr id="489509" name="Text Box 37"/>
          <p:cNvSpPr txBox="1">
            <a:spLocks noChangeArrowheads="1"/>
          </p:cNvSpPr>
          <p:nvPr/>
        </p:nvSpPr>
        <p:spPr bwMode="auto">
          <a:xfrm>
            <a:off x="4191000" y="4800600"/>
            <a:ext cx="285750" cy="457200"/>
          </a:xfrm>
          <a:prstGeom prst="rect">
            <a:avLst/>
          </a:prstGeom>
          <a:noFill/>
          <a:ln w="9525">
            <a:noFill/>
            <a:miter lim="800000"/>
            <a:headEnd/>
            <a:tailEnd/>
          </a:ln>
          <a:effectLst/>
        </p:spPr>
        <p:txBody>
          <a:bodyPr wrap="none">
            <a:spAutoFit/>
          </a:bodyPr>
          <a:lstStyle/>
          <a:p>
            <a:pPr eaLnBrk="1" hangingPunct="1">
              <a:spcBef>
                <a:spcPct val="50000"/>
              </a:spcBef>
            </a:pPr>
            <a:r>
              <a:rPr lang="en-US" sz="2400">
                <a:latin typeface="Times New Roman" pitchFamily="18" charset="0"/>
                <a:cs typeface="Arial" charset="0"/>
              </a:rPr>
              <a:t>I</a:t>
            </a:r>
          </a:p>
        </p:txBody>
      </p:sp>
      <p:sp>
        <p:nvSpPr>
          <p:cNvPr id="489510" name="Text Box 38"/>
          <p:cNvSpPr txBox="1">
            <a:spLocks noChangeArrowheads="1"/>
          </p:cNvSpPr>
          <p:nvPr/>
        </p:nvSpPr>
        <p:spPr bwMode="auto">
          <a:xfrm>
            <a:off x="6629400" y="1143000"/>
            <a:ext cx="895350" cy="457200"/>
          </a:xfrm>
          <a:prstGeom prst="rect">
            <a:avLst/>
          </a:prstGeom>
          <a:noFill/>
          <a:ln w="9525">
            <a:noFill/>
            <a:miter lim="800000"/>
            <a:headEnd/>
            <a:tailEnd/>
          </a:ln>
          <a:effectLst/>
        </p:spPr>
        <p:txBody>
          <a:bodyPr wrap="none">
            <a:spAutoFit/>
          </a:bodyPr>
          <a:lstStyle/>
          <a:p>
            <a:pPr eaLnBrk="1" hangingPunct="1">
              <a:spcBef>
                <a:spcPct val="50000"/>
              </a:spcBef>
            </a:pPr>
            <a:r>
              <a:rPr lang="en-US" sz="2400">
                <a:latin typeface="Times New Roman" pitchFamily="18" charset="0"/>
                <a:cs typeface="Arial" charset="0"/>
              </a:rPr>
              <a:t>-- 0 --</a:t>
            </a:r>
          </a:p>
        </p:txBody>
      </p:sp>
      <p:sp>
        <p:nvSpPr>
          <p:cNvPr id="489511" name="Text Box 39"/>
          <p:cNvSpPr txBox="1">
            <a:spLocks noChangeArrowheads="1"/>
          </p:cNvSpPr>
          <p:nvPr/>
        </p:nvSpPr>
        <p:spPr bwMode="auto">
          <a:xfrm>
            <a:off x="6629400" y="2057400"/>
            <a:ext cx="895350" cy="457200"/>
          </a:xfrm>
          <a:prstGeom prst="rect">
            <a:avLst/>
          </a:prstGeom>
          <a:noFill/>
          <a:ln w="9525">
            <a:noFill/>
            <a:miter lim="800000"/>
            <a:headEnd/>
            <a:tailEnd/>
          </a:ln>
          <a:effectLst/>
        </p:spPr>
        <p:txBody>
          <a:bodyPr wrap="none">
            <a:spAutoFit/>
          </a:bodyPr>
          <a:lstStyle/>
          <a:p>
            <a:pPr eaLnBrk="1" hangingPunct="1">
              <a:spcBef>
                <a:spcPct val="50000"/>
              </a:spcBef>
            </a:pPr>
            <a:r>
              <a:rPr lang="en-US" sz="2400">
                <a:latin typeface="Times New Roman" pitchFamily="18" charset="0"/>
                <a:cs typeface="Arial" charset="0"/>
              </a:rPr>
              <a:t>-- 1 --</a:t>
            </a:r>
          </a:p>
        </p:txBody>
      </p:sp>
      <p:sp>
        <p:nvSpPr>
          <p:cNvPr id="489512" name="Text Box 40"/>
          <p:cNvSpPr txBox="1">
            <a:spLocks noChangeArrowheads="1"/>
          </p:cNvSpPr>
          <p:nvPr/>
        </p:nvSpPr>
        <p:spPr bwMode="auto">
          <a:xfrm>
            <a:off x="6629400" y="2971800"/>
            <a:ext cx="895350" cy="457200"/>
          </a:xfrm>
          <a:prstGeom prst="rect">
            <a:avLst/>
          </a:prstGeom>
          <a:noFill/>
          <a:ln w="9525">
            <a:noFill/>
            <a:miter lim="800000"/>
            <a:headEnd/>
            <a:tailEnd/>
          </a:ln>
          <a:effectLst/>
        </p:spPr>
        <p:txBody>
          <a:bodyPr wrap="none">
            <a:spAutoFit/>
          </a:bodyPr>
          <a:lstStyle/>
          <a:p>
            <a:pPr eaLnBrk="1" hangingPunct="1">
              <a:spcBef>
                <a:spcPct val="50000"/>
              </a:spcBef>
            </a:pPr>
            <a:r>
              <a:rPr lang="en-US" sz="2400">
                <a:latin typeface="Times New Roman" pitchFamily="18" charset="0"/>
                <a:cs typeface="Arial" charset="0"/>
              </a:rPr>
              <a:t>-- 2 --</a:t>
            </a:r>
          </a:p>
        </p:txBody>
      </p:sp>
      <p:sp>
        <p:nvSpPr>
          <p:cNvPr id="489513" name="Text Box 41"/>
          <p:cNvSpPr txBox="1">
            <a:spLocks noChangeArrowheads="1"/>
          </p:cNvSpPr>
          <p:nvPr/>
        </p:nvSpPr>
        <p:spPr bwMode="auto">
          <a:xfrm>
            <a:off x="6629400" y="3886200"/>
            <a:ext cx="895350" cy="457200"/>
          </a:xfrm>
          <a:prstGeom prst="rect">
            <a:avLst/>
          </a:prstGeom>
          <a:noFill/>
          <a:ln w="9525">
            <a:noFill/>
            <a:miter lim="800000"/>
            <a:headEnd/>
            <a:tailEnd/>
          </a:ln>
          <a:effectLst/>
        </p:spPr>
        <p:txBody>
          <a:bodyPr wrap="none">
            <a:spAutoFit/>
          </a:bodyPr>
          <a:lstStyle/>
          <a:p>
            <a:pPr eaLnBrk="1" hangingPunct="1">
              <a:spcBef>
                <a:spcPct val="50000"/>
              </a:spcBef>
            </a:pPr>
            <a:r>
              <a:rPr lang="en-US" sz="2400">
                <a:latin typeface="Times New Roman" pitchFamily="18" charset="0"/>
                <a:cs typeface="Arial" charset="0"/>
              </a:rPr>
              <a:t>-- 3 --</a:t>
            </a:r>
          </a:p>
        </p:txBody>
      </p:sp>
      <p:sp>
        <p:nvSpPr>
          <p:cNvPr id="489514" name="Text Box 42"/>
          <p:cNvSpPr txBox="1">
            <a:spLocks noChangeArrowheads="1"/>
          </p:cNvSpPr>
          <p:nvPr/>
        </p:nvSpPr>
        <p:spPr bwMode="auto">
          <a:xfrm>
            <a:off x="6629400" y="4724400"/>
            <a:ext cx="895350" cy="457200"/>
          </a:xfrm>
          <a:prstGeom prst="rect">
            <a:avLst/>
          </a:prstGeom>
          <a:noFill/>
          <a:ln w="9525">
            <a:noFill/>
            <a:miter lim="800000"/>
            <a:headEnd/>
            <a:tailEnd/>
          </a:ln>
          <a:effectLst/>
        </p:spPr>
        <p:txBody>
          <a:bodyPr wrap="none">
            <a:spAutoFit/>
          </a:bodyPr>
          <a:lstStyle/>
          <a:p>
            <a:pPr eaLnBrk="1" hangingPunct="1">
              <a:spcBef>
                <a:spcPct val="50000"/>
              </a:spcBef>
            </a:pPr>
            <a:r>
              <a:rPr lang="en-US" sz="2400">
                <a:latin typeface="Times New Roman" pitchFamily="18" charset="0"/>
                <a:cs typeface="Arial" charset="0"/>
              </a:rPr>
              <a:t>-- 4 --</a:t>
            </a:r>
          </a:p>
        </p:txBody>
      </p:sp>
      <p:sp>
        <p:nvSpPr>
          <p:cNvPr id="489515" name="Line 43"/>
          <p:cNvSpPr>
            <a:spLocks noChangeShapeType="1"/>
          </p:cNvSpPr>
          <p:nvPr/>
        </p:nvSpPr>
        <p:spPr bwMode="auto">
          <a:xfrm flipV="1">
            <a:off x="8229600" y="1295400"/>
            <a:ext cx="0" cy="1600200"/>
          </a:xfrm>
          <a:prstGeom prst="line">
            <a:avLst/>
          </a:prstGeom>
          <a:noFill/>
          <a:ln w="28575">
            <a:solidFill>
              <a:schemeClr val="tx1"/>
            </a:solidFill>
            <a:round/>
            <a:headEnd/>
            <a:tailEnd type="triangle" w="med" len="med"/>
          </a:ln>
          <a:effectLst/>
        </p:spPr>
        <p:txBody>
          <a:bodyPr wrap="none" anchor="ctr"/>
          <a:lstStyle/>
          <a:p>
            <a:endParaRPr lang="en-US"/>
          </a:p>
        </p:txBody>
      </p:sp>
      <p:sp>
        <p:nvSpPr>
          <p:cNvPr id="489516" name="Text Box 44"/>
          <p:cNvSpPr txBox="1">
            <a:spLocks noChangeArrowheads="1"/>
          </p:cNvSpPr>
          <p:nvPr/>
        </p:nvSpPr>
        <p:spPr bwMode="auto">
          <a:xfrm>
            <a:off x="7543800" y="2971800"/>
            <a:ext cx="1333500" cy="457200"/>
          </a:xfrm>
          <a:prstGeom prst="rect">
            <a:avLst/>
          </a:prstGeom>
          <a:noFill/>
          <a:ln w="9525">
            <a:noFill/>
            <a:miter lim="800000"/>
            <a:headEnd/>
            <a:tailEnd/>
          </a:ln>
          <a:effectLst/>
        </p:spPr>
        <p:txBody>
          <a:bodyPr wrap="none">
            <a:spAutoFit/>
          </a:bodyPr>
          <a:lstStyle/>
          <a:p>
            <a:pPr eaLnBrk="1" hangingPunct="1">
              <a:spcBef>
                <a:spcPct val="50000"/>
              </a:spcBef>
            </a:pPr>
            <a:r>
              <a:rPr lang="en-US" sz="2400">
                <a:latin typeface="Times New Roman" pitchFamily="18" charset="0"/>
                <a:cs typeface="Arial" charset="0"/>
              </a:rPr>
              <a:t>height : 4</a:t>
            </a:r>
          </a:p>
        </p:txBody>
      </p:sp>
      <p:sp>
        <p:nvSpPr>
          <p:cNvPr id="489517" name="Oval 45"/>
          <p:cNvSpPr>
            <a:spLocks noChangeArrowheads="1"/>
          </p:cNvSpPr>
          <p:nvPr/>
        </p:nvSpPr>
        <p:spPr bwMode="auto">
          <a:xfrm>
            <a:off x="2133600" y="3810000"/>
            <a:ext cx="2743200" cy="2133600"/>
          </a:xfrm>
          <a:prstGeom prst="ellipse">
            <a:avLst/>
          </a:prstGeom>
          <a:noFill/>
          <a:ln w="28575">
            <a:solidFill>
              <a:schemeClr val="folHlink"/>
            </a:solidFill>
            <a:prstDash val="dash"/>
            <a:round/>
            <a:headEnd/>
            <a:tailEnd/>
          </a:ln>
          <a:effectLst/>
        </p:spPr>
        <p:txBody>
          <a:bodyPr wrap="none" anchor="ctr"/>
          <a:lstStyle/>
          <a:p>
            <a:pPr algn="ctr" eaLnBrk="1" hangingPunct="1"/>
            <a:endParaRPr lang="en-US" sz="2400">
              <a:solidFill>
                <a:schemeClr val="folHlink"/>
              </a:solidFill>
              <a:latin typeface="Times New Roman" pitchFamily="18" charset="0"/>
              <a:cs typeface="Arial" charset="0"/>
            </a:endParaRPr>
          </a:p>
        </p:txBody>
      </p:sp>
      <p:sp>
        <p:nvSpPr>
          <p:cNvPr id="489518" name="Text Box 46"/>
          <p:cNvSpPr txBox="1">
            <a:spLocks noChangeArrowheads="1"/>
          </p:cNvSpPr>
          <p:nvPr/>
        </p:nvSpPr>
        <p:spPr bwMode="auto">
          <a:xfrm>
            <a:off x="304800" y="3657600"/>
            <a:ext cx="1917700" cy="1004888"/>
          </a:xfrm>
          <a:prstGeom prst="rect">
            <a:avLst/>
          </a:prstGeom>
          <a:noFill/>
          <a:ln w="9525">
            <a:noFill/>
            <a:miter lim="800000"/>
            <a:headEnd/>
            <a:tailEnd/>
          </a:ln>
          <a:effectLst/>
        </p:spPr>
        <p:txBody>
          <a:bodyPr wrap="none">
            <a:spAutoFit/>
          </a:bodyPr>
          <a:lstStyle/>
          <a:p>
            <a:pPr eaLnBrk="1" hangingPunct="1">
              <a:spcBef>
                <a:spcPct val="50000"/>
              </a:spcBef>
            </a:pPr>
            <a:r>
              <a:rPr lang="en-US" sz="2400">
                <a:solidFill>
                  <a:schemeClr val="folHlink"/>
                </a:solidFill>
                <a:latin typeface="Times New Roman" pitchFamily="18" charset="0"/>
                <a:cs typeface="Arial" charset="0"/>
              </a:rPr>
              <a:t>subtree rooted</a:t>
            </a:r>
          </a:p>
          <a:p>
            <a:pPr eaLnBrk="1" hangingPunct="1">
              <a:spcBef>
                <a:spcPct val="50000"/>
              </a:spcBef>
            </a:pPr>
            <a:r>
              <a:rPr lang="en-US" sz="2400">
                <a:solidFill>
                  <a:schemeClr val="folHlink"/>
                </a:solidFill>
                <a:latin typeface="Times New Roman" pitchFamily="18" charset="0"/>
                <a:cs typeface="Arial" charset="0"/>
              </a:rPr>
              <a:t>at F</a:t>
            </a:r>
            <a:endParaRPr lang="en-US" sz="2400">
              <a:latin typeface="Times New Roman" pitchFamily="18" charset="0"/>
              <a:cs typeface="Arial" charset="0"/>
            </a:endParaRPr>
          </a:p>
        </p:txBody>
      </p:sp>
      <p:sp>
        <p:nvSpPr>
          <p:cNvPr id="489519" name="Line 47"/>
          <p:cNvSpPr>
            <a:spLocks noChangeShapeType="1"/>
          </p:cNvSpPr>
          <p:nvPr/>
        </p:nvSpPr>
        <p:spPr bwMode="auto">
          <a:xfrm>
            <a:off x="8229600" y="3429000"/>
            <a:ext cx="0" cy="1524000"/>
          </a:xfrm>
          <a:prstGeom prst="line">
            <a:avLst/>
          </a:prstGeom>
          <a:noFill/>
          <a:ln w="28575">
            <a:solidFill>
              <a:schemeClr val="tx1"/>
            </a:solidFill>
            <a:round/>
            <a:headEnd/>
            <a:tailEnd type="triangle" w="med" len="med"/>
          </a:ln>
          <a:effectLst/>
        </p:spPr>
        <p:txBody>
          <a:bodyPr wrap="none" anchor="ctr"/>
          <a:lstStyle/>
          <a:p>
            <a:endParaRPr lang="en-US"/>
          </a:p>
        </p:txBody>
      </p:sp>
      <p:sp>
        <p:nvSpPr>
          <p:cNvPr id="489520" name="Line 48"/>
          <p:cNvSpPr>
            <a:spLocks noChangeShapeType="1"/>
          </p:cNvSpPr>
          <p:nvPr/>
        </p:nvSpPr>
        <p:spPr bwMode="auto">
          <a:xfrm>
            <a:off x="1219200" y="4267200"/>
            <a:ext cx="914400" cy="152400"/>
          </a:xfrm>
          <a:prstGeom prst="line">
            <a:avLst/>
          </a:prstGeom>
          <a:noFill/>
          <a:ln w="28575">
            <a:solidFill>
              <a:schemeClr val="folHlink"/>
            </a:solidFill>
            <a:round/>
            <a:headEnd/>
            <a:tailEnd type="triangle" w="med" len="med"/>
          </a:ln>
          <a:effectLst/>
        </p:spPr>
        <p:txBody>
          <a:bodyPr wrap="none" anchor="ctr"/>
          <a:lstStyle/>
          <a:p>
            <a:endParaRPr lang="en-US"/>
          </a:p>
        </p:txBody>
      </p:sp>
      <p:sp>
        <p:nvSpPr>
          <p:cNvPr id="3" name="Footer Placeholder 2">
            <a:extLst>
              <a:ext uri="{FF2B5EF4-FFF2-40B4-BE49-F238E27FC236}">
                <a16:creationId xmlns:a16="http://schemas.microsoft.com/office/drawing/2014/main" id="{B613E59D-87B0-93E4-BDD5-0938C57B6ED4}"/>
              </a:ext>
            </a:extLst>
          </p:cNvPr>
          <p:cNvSpPr>
            <a:spLocks noGrp="1"/>
          </p:cNvSpPr>
          <p:nvPr>
            <p:ph type="ftr" sz="quarter" idx="11"/>
          </p:nvPr>
        </p:nvSpPr>
        <p:spPr/>
        <p:txBody>
          <a:bodyPr/>
          <a:lstStyle/>
          <a:p>
            <a:r>
              <a:rPr lang="en-US"/>
              <a:t>Algorithm and Data Structure </a:t>
            </a:r>
          </a:p>
        </p:txBody>
      </p:sp>
      <p:sp>
        <p:nvSpPr>
          <p:cNvPr id="4" name="Slide Number Placeholder 3">
            <a:extLst>
              <a:ext uri="{FF2B5EF4-FFF2-40B4-BE49-F238E27FC236}">
                <a16:creationId xmlns:a16="http://schemas.microsoft.com/office/drawing/2014/main" id="{5D36D59D-4668-7B75-53B5-607A30F80F51}"/>
              </a:ext>
            </a:extLst>
          </p:cNvPr>
          <p:cNvSpPr>
            <a:spLocks noGrp="1"/>
          </p:cNvSpPr>
          <p:nvPr>
            <p:ph type="sldNum" sz="quarter" idx="12"/>
          </p:nvPr>
        </p:nvSpPr>
        <p:spPr/>
        <p:txBody>
          <a:bodyPr/>
          <a:lstStyle/>
          <a:p>
            <a:fld id="{CCD61F03-0428-4E53-BFB9-BE71093D9B17}" type="slidenum">
              <a:rPr lang="en-US" smtClean="0"/>
              <a:pPr/>
              <a:t>11</a:t>
            </a:fld>
            <a:endParaRPr lang="en-US"/>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2"/>
          <p:cNvSpPr>
            <a:spLocks noGrp="1" noChangeArrowheads="1"/>
          </p:cNvSpPr>
          <p:nvPr>
            <p:ph type="title"/>
          </p:nvPr>
        </p:nvSpPr>
        <p:spPr>
          <a:xfrm>
            <a:off x="304800" y="76200"/>
            <a:ext cx="8153400" cy="1143000"/>
          </a:xfrm>
        </p:spPr>
        <p:txBody>
          <a:bodyPr/>
          <a:lstStyle/>
          <a:p>
            <a:r>
              <a:rPr lang="en-US" dirty="0"/>
              <a:t>Tree Terminology</a:t>
            </a:r>
          </a:p>
        </p:txBody>
      </p:sp>
      <p:sp>
        <p:nvSpPr>
          <p:cNvPr id="490499" name="Oval 3"/>
          <p:cNvSpPr>
            <a:spLocks noChangeArrowheads="1"/>
          </p:cNvSpPr>
          <p:nvPr/>
        </p:nvSpPr>
        <p:spPr bwMode="auto">
          <a:xfrm>
            <a:off x="7315200" y="1981200"/>
            <a:ext cx="381000" cy="381000"/>
          </a:xfrm>
          <a:prstGeom prst="ellipse">
            <a:avLst/>
          </a:prstGeom>
          <a:solidFill>
            <a:srgbClr val="FFFF00"/>
          </a:solidFill>
          <a:ln w="9525">
            <a:solidFill>
              <a:schemeClr val="tx1"/>
            </a:solidFill>
            <a:round/>
            <a:headEnd/>
            <a:tailEnd/>
          </a:ln>
          <a:effectLst/>
        </p:spPr>
        <p:txBody>
          <a:bodyPr wrap="none" anchor="ctr"/>
          <a:lstStyle/>
          <a:p>
            <a:endParaRPr lang="en-US"/>
          </a:p>
        </p:txBody>
      </p:sp>
      <p:sp>
        <p:nvSpPr>
          <p:cNvPr id="490500" name="Line 4"/>
          <p:cNvSpPr>
            <a:spLocks noChangeShapeType="1"/>
          </p:cNvSpPr>
          <p:nvPr/>
        </p:nvSpPr>
        <p:spPr bwMode="auto">
          <a:xfrm flipH="1">
            <a:off x="6705600" y="2286000"/>
            <a:ext cx="609600" cy="609600"/>
          </a:xfrm>
          <a:prstGeom prst="line">
            <a:avLst/>
          </a:prstGeom>
          <a:noFill/>
          <a:ln w="38100">
            <a:solidFill>
              <a:srgbClr val="00FF00"/>
            </a:solidFill>
            <a:round/>
            <a:headEnd/>
            <a:tailEnd/>
          </a:ln>
          <a:effectLst/>
        </p:spPr>
        <p:txBody>
          <a:bodyPr wrap="none" anchor="ctr"/>
          <a:lstStyle/>
          <a:p>
            <a:endParaRPr lang="en-US"/>
          </a:p>
        </p:txBody>
      </p:sp>
      <p:sp>
        <p:nvSpPr>
          <p:cNvPr id="490501" name="Line 5"/>
          <p:cNvSpPr>
            <a:spLocks noChangeShapeType="1"/>
          </p:cNvSpPr>
          <p:nvPr/>
        </p:nvSpPr>
        <p:spPr bwMode="auto">
          <a:xfrm>
            <a:off x="7696200" y="2286000"/>
            <a:ext cx="609600" cy="609600"/>
          </a:xfrm>
          <a:prstGeom prst="line">
            <a:avLst/>
          </a:prstGeom>
          <a:noFill/>
          <a:ln w="9525">
            <a:solidFill>
              <a:schemeClr val="tx1"/>
            </a:solidFill>
            <a:round/>
            <a:headEnd/>
            <a:tailEnd/>
          </a:ln>
          <a:effectLst/>
        </p:spPr>
        <p:txBody>
          <a:bodyPr wrap="none" anchor="ctr"/>
          <a:lstStyle/>
          <a:p>
            <a:endParaRPr lang="en-US"/>
          </a:p>
        </p:txBody>
      </p:sp>
      <p:sp>
        <p:nvSpPr>
          <p:cNvPr id="490502" name="Oval 6"/>
          <p:cNvSpPr>
            <a:spLocks noChangeArrowheads="1"/>
          </p:cNvSpPr>
          <p:nvPr/>
        </p:nvSpPr>
        <p:spPr bwMode="auto">
          <a:xfrm>
            <a:off x="6400800" y="2895600"/>
            <a:ext cx="381000" cy="3810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490503" name="Oval 7"/>
          <p:cNvSpPr>
            <a:spLocks noChangeArrowheads="1"/>
          </p:cNvSpPr>
          <p:nvPr/>
        </p:nvSpPr>
        <p:spPr bwMode="auto">
          <a:xfrm>
            <a:off x="8229600" y="2895600"/>
            <a:ext cx="381000" cy="381000"/>
          </a:xfrm>
          <a:prstGeom prst="ellipse">
            <a:avLst/>
          </a:prstGeom>
          <a:solidFill>
            <a:srgbClr val="FF3300"/>
          </a:solidFill>
          <a:ln w="9525">
            <a:solidFill>
              <a:schemeClr val="tx1"/>
            </a:solidFill>
            <a:round/>
            <a:headEnd/>
            <a:tailEnd/>
          </a:ln>
          <a:effectLst/>
        </p:spPr>
        <p:txBody>
          <a:bodyPr wrap="none" anchor="ctr"/>
          <a:lstStyle/>
          <a:p>
            <a:endParaRPr lang="en-US"/>
          </a:p>
        </p:txBody>
      </p:sp>
      <p:sp>
        <p:nvSpPr>
          <p:cNvPr id="490504" name="Line 8"/>
          <p:cNvSpPr>
            <a:spLocks noChangeShapeType="1"/>
          </p:cNvSpPr>
          <p:nvPr/>
        </p:nvSpPr>
        <p:spPr bwMode="auto">
          <a:xfrm flipH="1">
            <a:off x="5791200" y="3200400"/>
            <a:ext cx="609600" cy="609600"/>
          </a:xfrm>
          <a:prstGeom prst="line">
            <a:avLst/>
          </a:prstGeom>
          <a:noFill/>
          <a:ln w="9525">
            <a:solidFill>
              <a:schemeClr val="tx1"/>
            </a:solidFill>
            <a:round/>
            <a:headEnd/>
            <a:tailEnd/>
          </a:ln>
          <a:effectLst/>
        </p:spPr>
        <p:txBody>
          <a:bodyPr wrap="none" anchor="ctr"/>
          <a:lstStyle/>
          <a:p>
            <a:endParaRPr lang="en-US"/>
          </a:p>
        </p:txBody>
      </p:sp>
      <p:sp>
        <p:nvSpPr>
          <p:cNvPr id="490505" name="Line 9"/>
          <p:cNvSpPr>
            <a:spLocks noChangeShapeType="1"/>
          </p:cNvSpPr>
          <p:nvPr/>
        </p:nvSpPr>
        <p:spPr bwMode="auto">
          <a:xfrm>
            <a:off x="6781800" y="3200400"/>
            <a:ext cx="609600" cy="609600"/>
          </a:xfrm>
          <a:prstGeom prst="line">
            <a:avLst/>
          </a:prstGeom>
          <a:noFill/>
          <a:ln w="38100">
            <a:solidFill>
              <a:srgbClr val="00FF00"/>
            </a:solidFill>
            <a:round/>
            <a:headEnd/>
            <a:tailEnd/>
          </a:ln>
          <a:effectLst/>
        </p:spPr>
        <p:txBody>
          <a:bodyPr wrap="none" anchor="ctr"/>
          <a:lstStyle/>
          <a:p>
            <a:endParaRPr lang="en-US"/>
          </a:p>
        </p:txBody>
      </p:sp>
      <p:sp>
        <p:nvSpPr>
          <p:cNvPr id="490506" name="Oval 10"/>
          <p:cNvSpPr>
            <a:spLocks noChangeArrowheads="1"/>
          </p:cNvSpPr>
          <p:nvPr/>
        </p:nvSpPr>
        <p:spPr bwMode="auto">
          <a:xfrm>
            <a:off x="5486400" y="3810000"/>
            <a:ext cx="381000" cy="381000"/>
          </a:xfrm>
          <a:prstGeom prst="ellipse">
            <a:avLst/>
          </a:prstGeom>
          <a:solidFill>
            <a:srgbClr val="FF3300"/>
          </a:solidFill>
          <a:ln w="9525">
            <a:solidFill>
              <a:schemeClr val="tx1"/>
            </a:solidFill>
            <a:round/>
            <a:headEnd/>
            <a:tailEnd/>
          </a:ln>
          <a:effectLst/>
        </p:spPr>
        <p:txBody>
          <a:bodyPr wrap="none" anchor="ctr"/>
          <a:lstStyle/>
          <a:p>
            <a:endParaRPr lang="en-US"/>
          </a:p>
        </p:txBody>
      </p:sp>
      <p:sp>
        <p:nvSpPr>
          <p:cNvPr id="490507" name="Oval 11"/>
          <p:cNvSpPr>
            <a:spLocks noChangeArrowheads="1"/>
          </p:cNvSpPr>
          <p:nvPr/>
        </p:nvSpPr>
        <p:spPr bwMode="auto">
          <a:xfrm>
            <a:off x="7315200" y="3810000"/>
            <a:ext cx="381000" cy="3810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490508" name="Line 12"/>
          <p:cNvSpPr>
            <a:spLocks noChangeShapeType="1"/>
          </p:cNvSpPr>
          <p:nvPr/>
        </p:nvSpPr>
        <p:spPr bwMode="auto">
          <a:xfrm flipH="1">
            <a:off x="6705600" y="4114800"/>
            <a:ext cx="609600" cy="609600"/>
          </a:xfrm>
          <a:prstGeom prst="line">
            <a:avLst/>
          </a:prstGeom>
          <a:noFill/>
          <a:ln w="38100">
            <a:solidFill>
              <a:srgbClr val="00FF00"/>
            </a:solidFill>
            <a:round/>
            <a:headEnd/>
            <a:tailEnd/>
          </a:ln>
          <a:effectLst/>
        </p:spPr>
        <p:txBody>
          <a:bodyPr wrap="none" anchor="ctr"/>
          <a:lstStyle/>
          <a:p>
            <a:endParaRPr lang="en-US"/>
          </a:p>
        </p:txBody>
      </p:sp>
      <p:sp>
        <p:nvSpPr>
          <p:cNvPr id="490509" name="Line 13"/>
          <p:cNvSpPr>
            <a:spLocks noChangeShapeType="1"/>
          </p:cNvSpPr>
          <p:nvPr/>
        </p:nvSpPr>
        <p:spPr bwMode="auto">
          <a:xfrm>
            <a:off x="7696200" y="4114800"/>
            <a:ext cx="609600" cy="609600"/>
          </a:xfrm>
          <a:prstGeom prst="line">
            <a:avLst/>
          </a:prstGeom>
          <a:noFill/>
          <a:ln w="9525">
            <a:solidFill>
              <a:schemeClr val="tx1"/>
            </a:solidFill>
            <a:round/>
            <a:headEnd/>
            <a:tailEnd/>
          </a:ln>
          <a:effectLst/>
        </p:spPr>
        <p:txBody>
          <a:bodyPr wrap="none" anchor="ctr"/>
          <a:lstStyle/>
          <a:p>
            <a:endParaRPr lang="en-US"/>
          </a:p>
        </p:txBody>
      </p:sp>
      <p:sp>
        <p:nvSpPr>
          <p:cNvPr id="490510" name="Oval 14"/>
          <p:cNvSpPr>
            <a:spLocks noChangeArrowheads="1"/>
          </p:cNvSpPr>
          <p:nvPr/>
        </p:nvSpPr>
        <p:spPr bwMode="auto">
          <a:xfrm>
            <a:off x="6400800" y="4724400"/>
            <a:ext cx="381000" cy="3810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490511" name="Oval 15"/>
          <p:cNvSpPr>
            <a:spLocks noChangeArrowheads="1"/>
          </p:cNvSpPr>
          <p:nvPr/>
        </p:nvSpPr>
        <p:spPr bwMode="auto">
          <a:xfrm>
            <a:off x="8229600" y="4724400"/>
            <a:ext cx="381000" cy="381000"/>
          </a:xfrm>
          <a:prstGeom prst="ellipse">
            <a:avLst/>
          </a:prstGeom>
          <a:solidFill>
            <a:srgbClr val="FF3300"/>
          </a:solidFill>
          <a:ln w="9525">
            <a:solidFill>
              <a:schemeClr val="tx1"/>
            </a:solidFill>
            <a:round/>
            <a:headEnd/>
            <a:tailEnd/>
          </a:ln>
          <a:effectLst/>
        </p:spPr>
        <p:txBody>
          <a:bodyPr wrap="none" anchor="ctr"/>
          <a:lstStyle/>
          <a:p>
            <a:endParaRPr lang="en-US"/>
          </a:p>
        </p:txBody>
      </p:sp>
      <p:sp>
        <p:nvSpPr>
          <p:cNvPr id="490512" name="Line 16"/>
          <p:cNvSpPr>
            <a:spLocks noChangeShapeType="1"/>
          </p:cNvSpPr>
          <p:nvPr/>
        </p:nvSpPr>
        <p:spPr bwMode="auto">
          <a:xfrm flipH="1">
            <a:off x="5791200" y="5029200"/>
            <a:ext cx="609600" cy="609600"/>
          </a:xfrm>
          <a:prstGeom prst="line">
            <a:avLst/>
          </a:prstGeom>
          <a:noFill/>
          <a:ln w="9525">
            <a:solidFill>
              <a:schemeClr val="tx1"/>
            </a:solidFill>
            <a:round/>
            <a:headEnd/>
            <a:tailEnd/>
          </a:ln>
          <a:effectLst/>
        </p:spPr>
        <p:txBody>
          <a:bodyPr wrap="none" anchor="ctr"/>
          <a:lstStyle/>
          <a:p>
            <a:endParaRPr lang="en-US"/>
          </a:p>
        </p:txBody>
      </p:sp>
      <p:sp>
        <p:nvSpPr>
          <p:cNvPr id="490513" name="Line 17"/>
          <p:cNvSpPr>
            <a:spLocks noChangeShapeType="1"/>
          </p:cNvSpPr>
          <p:nvPr/>
        </p:nvSpPr>
        <p:spPr bwMode="auto">
          <a:xfrm>
            <a:off x="6781800" y="5029200"/>
            <a:ext cx="609600" cy="609600"/>
          </a:xfrm>
          <a:prstGeom prst="line">
            <a:avLst/>
          </a:prstGeom>
          <a:noFill/>
          <a:ln w="38100">
            <a:solidFill>
              <a:srgbClr val="00FF00"/>
            </a:solidFill>
            <a:round/>
            <a:headEnd/>
            <a:tailEnd/>
          </a:ln>
          <a:effectLst/>
        </p:spPr>
        <p:txBody>
          <a:bodyPr wrap="none" anchor="ctr"/>
          <a:lstStyle/>
          <a:p>
            <a:endParaRPr lang="en-US"/>
          </a:p>
        </p:txBody>
      </p:sp>
      <p:sp>
        <p:nvSpPr>
          <p:cNvPr id="490514" name="Oval 18"/>
          <p:cNvSpPr>
            <a:spLocks noChangeArrowheads="1"/>
          </p:cNvSpPr>
          <p:nvPr/>
        </p:nvSpPr>
        <p:spPr bwMode="auto">
          <a:xfrm>
            <a:off x="5486400" y="5638800"/>
            <a:ext cx="381000" cy="381000"/>
          </a:xfrm>
          <a:prstGeom prst="ellipse">
            <a:avLst/>
          </a:prstGeom>
          <a:solidFill>
            <a:srgbClr val="FF3300"/>
          </a:solidFill>
          <a:ln w="9525">
            <a:solidFill>
              <a:schemeClr val="tx1"/>
            </a:solidFill>
            <a:round/>
            <a:headEnd/>
            <a:tailEnd/>
          </a:ln>
          <a:effectLst/>
        </p:spPr>
        <p:txBody>
          <a:bodyPr wrap="none" anchor="ctr"/>
          <a:lstStyle/>
          <a:p>
            <a:endParaRPr lang="en-US"/>
          </a:p>
        </p:txBody>
      </p:sp>
      <p:sp>
        <p:nvSpPr>
          <p:cNvPr id="490515" name="Oval 19"/>
          <p:cNvSpPr>
            <a:spLocks noChangeArrowheads="1"/>
          </p:cNvSpPr>
          <p:nvPr/>
        </p:nvSpPr>
        <p:spPr bwMode="auto">
          <a:xfrm>
            <a:off x="7315200" y="5638800"/>
            <a:ext cx="381000" cy="381000"/>
          </a:xfrm>
          <a:prstGeom prst="ellipse">
            <a:avLst/>
          </a:prstGeom>
          <a:solidFill>
            <a:srgbClr val="FF3300"/>
          </a:solidFill>
          <a:ln w="9525">
            <a:solidFill>
              <a:schemeClr val="tx1"/>
            </a:solidFill>
            <a:round/>
            <a:headEnd/>
            <a:tailEnd/>
          </a:ln>
          <a:effectLst/>
        </p:spPr>
        <p:txBody>
          <a:bodyPr wrap="none" anchor="ctr"/>
          <a:lstStyle/>
          <a:p>
            <a:endParaRPr lang="en-US"/>
          </a:p>
        </p:txBody>
      </p:sp>
      <p:sp>
        <p:nvSpPr>
          <p:cNvPr id="490516" name="Text Box 20"/>
          <p:cNvSpPr txBox="1">
            <a:spLocks noChangeArrowheads="1"/>
          </p:cNvSpPr>
          <p:nvPr/>
        </p:nvSpPr>
        <p:spPr bwMode="auto">
          <a:xfrm>
            <a:off x="7315200" y="1905000"/>
            <a:ext cx="404813" cy="457200"/>
          </a:xfrm>
          <a:prstGeom prst="rect">
            <a:avLst/>
          </a:prstGeom>
          <a:noFill/>
          <a:ln w="9525">
            <a:noFill/>
            <a:miter lim="800000"/>
            <a:headEnd/>
            <a:tailEnd/>
          </a:ln>
          <a:effectLst/>
        </p:spPr>
        <p:txBody>
          <a:bodyPr wrap="none">
            <a:spAutoFit/>
          </a:bodyPr>
          <a:lstStyle/>
          <a:p>
            <a:pPr eaLnBrk="1" hangingPunct="1">
              <a:spcBef>
                <a:spcPct val="50000"/>
              </a:spcBef>
            </a:pPr>
            <a:r>
              <a:rPr lang="en-US" sz="2400">
                <a:latin typeface="Times New Roman" pitchFamily="18" charset="0"/>
                <a:cs typeface="Arial" charset="0"/>
              </a:rPr>
              <a:t>A</a:t>
            </a:r>
          </a:p>
        </p:txBody>
      </p:sp>
      <p:sp>
        <p:nvSpPr>
          <p:cNvPr id="490517" name="Text Box 21"/>
          <p:cNvSpPr txBox="1">
            <a:spLocks noChangeArrowheads="1"/>
          </p:cNvSpPr>
          <p:nvPr/>
        </p:nvSpPr>
        <p:spPr bwMode="auto">
          <a:xfrm>
            <a:off x="6400800" y="2819400"/>
            <a:ext cx="387350" cy="457200"/>
          </a:xfrm>
          <a:prstGeom prst="rect">
            <a:avLst/>
          </a:prstGeom>
          <a:noFill/>
          <a:ln w="9525">
            <a:noFill/>
            <a:miter lim="800000"/>
            <a:headEnd/>
            <a:tailEnd/>
          </a:ln>
          <a:effectLst/>
        </p:spPr>
        <p:txBody>
          <a:bodyPr wrap="none">
            <a:spAutoFit/>
          </a:bodyPr>
          <a:lstStyle/>
          <a:p>
            <a:pPr eaLnBrk="1" hangingPunct="1">
              <a:spcBef>
                <a:spcPct val="50000"/>
              </a:spcBef>
            </a:pPr>
            <a:r>
              <a:rPr lang="en-US" sz="2400">
                <a:latin typeface="Times New Roman" pitchFamily="18" charset="0"/>
                <a:cs typeface="Arial" charset="0"/>
              </a:rPr>
              <a:t>B</a:t>
            </a:r>
          </a:p>
        </p:txBody>
      </p:sp>
      <p:sp>
        <p:nvSpPr>
          <p:cNvPr id="490518" name="Text Box 22"/>
          <p:cNvSpPr txBox="1">
            <a:spLocks noChangeArrowheads="1"/>
          </p:cNvSpPr>
          <p:nvPr/>
        </p:nvSpPr>
        <p:spPr bwMode="auto">
          <a:xfrm>
            <a:off x="8229600" y="2819400"/>
            <a:ext cx="387350" cy="457200"/>
          </a:xfrm>
          <a:prstGeom prst="rect">
            <a:avLst/>
          </a:prstGeom>
          <a:noFill/>
          <a:ln w="9525">
            <a:noFill/>
            <a:miter lim="800000"/>
            <a:headEnd/>
            <a:tailEnd/>
          </a:ln>
          <a:effectLst/>
        </p:spPr>
        <p:txBody>
          <a:bodyPr wrap="none">
            <a:spAutoFit/>
          </a:bodyPr>
          <a:lstStyle/>
          <a:p>
            <a:pPr eaLnBrk="1" hangingPunct="1">
              <a:spcBef>
                <a:spcPct val="50000"/>
              </a:spcBef>
            </a:pPr>
            <a:r>
              <a:rPr lang="en-US" sz="2400">
                <a:latin typeface="Times New Roman" pitchFamily="18" charset="0"/>
                <a:cs typeface="Arial" charset="0"/>
              </a:rPr>
              <a:t>C</a:t>
            </a:r>
          </a:p>
        </p:txBody>
      </p:sp>
      <p:sp>
        <p:nvSpPr>
          <p:cNvPr id="490519" name="Text Box 23"/>
          <p:cNvSpPr txBox="1">
            <a:spLocks noChangeArrowheads="1"/>
          </p:cNvSpPr>
          <p:nvPr/>
        </p:nvSpPr>
        <p:spPr bwMode="auto">
          <a:xfrm>
            <a:off x="5486400" y="3733800"/>
            <a:ext cx="404813" cy="457200"/>
          </a:xfrm>
          <a:prstGeom prst="rect">
            <a:avLst/>
          </a:prstGeom>
          <a:noFill/>
          <a:ln w="9525">
            <a:noFill/>
            <a:miter lim="800000"/>
            <a:headEnd/>
            <a:tailEnd/>
          </a:ln>
          <a:effectLst/>
        </p:spPr>
        <p:txBody>
          <a:bodyPr wrap="none">
            <a:spAutoFit/>
          </a:bodyPr>
          <a:lstStyle/>
          <a:p>
            <a:pPr eaLnBrk="1" hangingPunct="1">
              <a:spcBef>
                <a:spcPct val="50000"/>
              </a:spcBef>
            </a:pPr>
            <a:r>
              <a:rPr lang="en-US" sz="2400">
                <a:latin typeface="Times New Roman" pitchFamily="18" charset="0"/>
                <a:cs typeface="Arial" charset="0"/>
              </a:rPr>
              <a:t>D</a:t>
            </a:r>
          </a:p>
        </p:txBody>
      </p:sp>
      <p:sp>
        <p:nvSpPr>
          <p:cNvPr id="490520" name="Text Box 24"/>
          <p:cNvSpPr txBox="1">
            <a:spLocks noChangeArrowheads="1"/>
          </p:cNvSpPr>
          <p:nvPr/>
        </p:nvSpPr>
        <p:spPr bwMode="auto">
          <a:xfrm>
            <a:off x="7315200" y="3733800"/>
            <a:ext cx="369888" cy="457200"/>
          </a:xfrm>
          <a:prstGeom prst="rect">
            <a:avLst/>
          </a:prstGeom>
          <a:noFill/>
          <a:ln w="9525">
            <a:noFill/>
            <a:miter lim="800000"/>
            <a:headEnd/>
            <a:tailEnd/>
          </a:ln>
          <a:effectLst/>
        </p:spPr>
        <p:txBody>
          <a:bodyPr wrap="none">
            <a:spAutoFit/>
          </a:bodyPr>
          <a:lstStyle/>
          <a:p>
            <a:pPr eaLnBrk="1" hangingPunct="1">
              <a:spcBef>
                <a:spcPct val="50000"/>
              </a:spcBef>
            </a:pPr>
            <a:r>
              <a:rPr lang="en-US" sz="2400">
                <a:latin typeface="Times New Roman" pitchFamily="18" charset="0"/>
                <a:cs typeface="Arial" charset="0"/>
              </a:rPr>
              <a:t>E</a:t>
            </a:r>
          </a:p>
        </p:txBody>
      </p:sp>
      <p:sp>
        <p:nvSpPr>
          <p:cNvPr id="490521" name="Text Box 25"/>
          <p:cNvSpPr txBox="1">
            <a:spLocks noChangeArrowheads="1"/>
          </p:cNvSpPr>
          <p:nvPr/>
        </p:nvSpPr>
        <p:spPr bwMode="auto">
          <a:xfrm>
            <a:off x="6400800" y="4648200"/>
            <a:ext cx="354013" cy="457200"/>
          </a:xfrm>
          <a:prstGeom prst="rect">
            <a:avLst/>
          </a:prstGeom>
          <a:noFill/>
          <a:ln w="9525">
            <a:noFill/>
            <a:miter lim="800000"/>
            <a:headEnd/>
            <a:tailEnd/>
          </a:ln>
          <a:effectLst/>
        </p:spPr>
        <p:txBody>
          <a:bodyPr wrap="none">
            <a:spAutoFit/>
          </a:bodyPr>
          <a:lstStyle/>
          <a:p>
            <a:pPr eaLnBrk="1" hangingPunct="1">
              <a:spcBef>
                <a:spcPct val="50000"/>
              </a:spcBef>
            </a:pPr>
            <a:r>
              <a:rPr lang="en-US" sz="2400" dirty="0">
                <a:latin typeface="Times New Roman" pitchFamily="18" charset="0"/>
                <a:cs typeface="Arial" charset="0"/>
              </a:rPr>
              <a:t>F</a:t>
            </a:r>
          </a:p>
        </p:txBody>
      </p:sp>
      <p:sp>
        <p:nvSpPr>
          <p:cNvPr id="490522" name="Text Box 26"/>
          <p:cNvSpPr txBox="1">
            <a:spLocks noChangeArrowheads="1"/>
          </p:cNvSpPr>
          <p:nvPr/>
        </p:nvSpPr>
        <p:spPr bwMode="auto">
          <a:xfrm>
            <a:off x="5486400" y="5562600"/>
            <a:ext cx="404813" cy="457200"/>
          </a:xfrm>
          <a:prstGeom prst="rect">
            <a:avLst/>
          </a:prstGeom>
          <a:noFill/>
          <a:ln w="9525">
            <a:noFill/>
            <a:miter lim="800000"/>
            <a:headEnd/>
            <a:tailEnd/>
          </a:ln>
          <a:effectLst/>
        </p:spPr>
        <p:txBody>
          <a:bodyPr wrap="none">
            <a:spAutoFit/>
          </a:bodyPr>
          <a:lstStyle/>
          <a:p>
            <a:pPr eaLnBrk="1" hangingPunct="1">
              <a:spcBef>
                <a:spcPct val="50000"/>
              </a:spcBef>
            </a:pPr>
            <a:r>
              <a:rPr lang="en-US" sz="2400">
                <a:latin typeface="Times New Roman" pitchFamily="18" charset="0"/>
                <a:cs typeface="Arial" charset="0"/>
              </a:rPr>
              <a:t>H</a:t>
            </a:r>
          </a:p>
        </p:txBody>
      </p:sp>
      <p:sp>
        <p:nvSpPr>
          <p:cNvPr id="490523" name="Text Box 27"/>
          <p:cNvSpPr txBox="1">
            <a:spLocks noChangeArrowheads="1"/>
          </p:cNvSpPr>
          <p:nvPr/>
        </p:nvSpPr>
        <p:spPr bwMode="auto">
          <a:xfrm>
            <a:off x="8229600" y="4648200"/>
            <a:ext cx="404813" cy="457200"/>
          </a:xfrm>
          <a:prstGeom prst="rect">
            <a:avLst/>
          </a:prstGeom>
          <a:noFill/>
          <a:ln w="9525">
            <a:noFill/>
            <a:miter lim="800000"/>
            <a:headEnd/>
            <a:tailEnd/>
          </a:ln>
          <a:effectLst/>
        </p:spPr>
        <p:txBody>
          <a:bodyPr wrap="none">
            <a:spAutoFit/>
          </a:bodyPr>
          <a:lstStyle/>
          <a:p>
            <a:pPr eaLnBrk="1" hangingPunct="1">
              <a:spcBef>
                <a:spcPct val="50000"/>
              </a:spcBef>
            </a:pPr>
            <a:r>
              <a:rPr lang="en-US" sz="2400">
                <a:latin typeface="Times New Roman" pitchFamily="18" charset="0"/>
                <a:cs typeface="Arial" charset="0"/>
              </a:rPr>
              <a:t>G</a:t>
            </a:r>
          </a:p>
        </p:txBody>
      </p:sp>
      <p:sp>
        <p:nvSpPr>
          <p:cNvPr id="490524" name="Text Box 28"/>
          <p:cNvSpPr txBox="1">
            <a:spLocks noChangeArrowheads="1"/>
          </p:cNvSpPr>
          <p:nvPr/>
        </p:nvSpPr>
        <p:spPr bwMode="auto">
          <a:xfrm>
            <a:off x="7315200" y="5562600"/>
            <a:ext cx="285750" cy="457200"/>
          </a:xfrm>
          <a:prstGeom prst="rect">
            <a:avLst/>
          </a:prstGeom>
          <a:noFill/>
          <a:ln w="9525">
            <a:noFill/>
            <a:miter lim="800000"/>
            <a:headEnd/>
            <a:tailEnd/>
          </a:ln>
          <a:effectLst/>
        </p:spPr>
        <p:txBody>
          <a:bodyPr wrap="none">
            <a:spAutoFit/>
          </a:bodyPr>
          <a:lstStyle/>
          <a:p>
            <a:pPr eaLnBrk="1" hangingPunct="1">
              <a:spcBef>
                <a:spcPct val="50000"/>
              </a:spcBef>
            </a:pPr>
            <a:r>
              <a:rPr lang="en-US" sz="2400">
                <a:latin typeface="Times New Roman" pitchFamily="18" charset="0"/>
                <a:cs typeface="Arial" charset="0"/>
              </a:rPr>
              <a:t>I</a:t>
            </a:r>
          </a:p>
        </p:txBody>
      </p:sp>
      <p:sp>
        <p:nvSpPr>
          <p:cNvPr id="490525" name="Text Box 29"/>
          <p:cNvSpPr txBox="1">
            <a:spLocks noChangeArrowheads="1"/>
          </p:cNvSpPr>
          <p:nvPr/>
        </p:nvSpPr>
        <p:spPr bwMode="auto">
          <a:xfrm>
            <a:off x="533400" y="1828800"/>
            <a:ext cx="3313113" cy="3195638"/>
          </a:xfrm>
          <a:prstGeom prst="rect">
            <a:avLst/>
          </a:prstGeom>
          <a:noFill/>
          <a:ln w="9525">
            <a:noFill/>
            <a:miter lim="800000"/>
            <a:headEnd/>
            <a:tailEnd/>
          </a:ln>
          <a:effectLst/>
        </p:spPr>
        <p:txBody>
          <a:bodyPr>
            <a:spAutoFit/>
          </a:bodyPr>
          <a:lstStyle/>
          <a:p>
            <a:pPr eaLnBrk="1" hangingPunct="1">
              <a:spcBef>
                <a:spcPct val="50000"/>
              </a:spcBef>
            </a:pPr>
            <a:r>
              <a:rPr lang="en-US" sz="2400">
                <a:latin typeface="Times New Roman" pitchFamily="18" charset="0"/>
                <a:cs typeface="Arial" charset="0"/>
              </a:rPr>
              <a:t>B is the parent of E</a:t>
            </a:r>
          </a:p>
          <a:p>
            <a:pPr eaLnBrk="1" hangingPunct="1">
              <a:spcBef>
                <a:spcPct val="50000"/>
              </a:spcBef>
            </a:pPr>
            <a:r>
              <a:rPr lang="en-US" sz="2400">
                <a:latin typeface="Times New Roman" pitchFamily="18" charset="0"/>
                <a:cs typeface="Arial" charset="0"/>
              </a:rPr>
              <a:t>D and E are children of B</a:t>
            </a:r>
          </a:p>
          <a:p>
            <a:pPr eaLnBrk="1" hangingPunct="1">
              <a:spcBef>
                <a:spcPct val="50000"/>
              </a:spcBef>
            </a:pPr>
            <a:r>
              <a:rPr lang="en-US" sz="2400">
                <a:latin typeface="Times New Roman" pitchFamily="18" charset="0"/>
                <a:cs typeface="Arial" charset="0"/>
              </a:rPr>
              <a:t>F and G are siblings</a:t>
            </a:r>
          </a:p>
          <a:p>
            <a:pPr eaLnBrk="1" hangingPunct="1">
              <a:spcBef>
                <a:spcPct val="50000"/>
              </a:spcBef>
            </a:pPr>
            <a:r>
              <a:rPr lang="en-US" sz="2400">
                <a:latin typeface="Times New Roman" pitchFamily="18" charset="0"/>
                <a:cs typeface="Arial" charset="0"/>
              </a:rPr>
              <a:t>F is a descendant of B</a:t>
            </a:r>
          </a:p>
          <a:p>
            <a:pPr eaLnBrk="1" hangingPunct="1">
              <a:spcBef>
                <a:spcPct val="50000"/>
              </a:spcBef>
            </a:pPr>
            <a:r>
              <a:rPr lang="en-US" sz="2400">
                <a:latin typeface="Times New Roman" pitchFamily="18" charset="0"/>
                <a:cs typeface="Arial" charset="0"/>
              </a:rPr>
              <a:t>A is an ancestor of G</a:t>
            </a:r>
          </a:p>
          <a:p>
            <a:pPr eaLnBrk="1" hangingPunct="1">
              <a:spcBef>
                <a:spcPct val="50000"/>
              </a:spcBef>
            </a:pPr>
            <a:r>
              <a:rPr lang="en-US" sz="2400">
                <a:latin typeface="Times New Roman" pitchFamily="18" charset="0"/>
                <a:cs typeface="Arial" charset="0"/>
              </a:rPr>
              <a:t>D is F’s uncle</a:t>
            </a:r>
          </a:p>
        </p:txBody>
      </p:sp>
      <p:sp>
        <p:nvSpPr>
          <p:cNvPr id="490526" name="Line 30"/>
          <p:cNvSpPr>
            <a:spLocks noChangeShapeType="1"/>
          </p:cNvSpPr>
          <p:nvPr/>
        </p:nvSpPr>
        <p:spPr bwMode="auto">
          <a:xfrm>
            <a:off x="5715000" y="2057400"/>
            <a:ext cx="1219200" cy="457200"/>
          </a:xfrm>
          <a:prstGeom prst="line">
            <a:avLst/>
          </a:prstGeom>
          <a:noFill/>
          <a:ln w="28575">
            <a:solidFill>
              <a:srgbClr val="00FF00"/>
            </a:solidFill>
            <a:round/>
            <a:headEnd/>
            <a:tailEnd type="triangle" w="med" len="med"/>
          </a:ln>
          <a:effectLst/>
        </p:spPr>
        <p:txBody>
          <a:bodyPr wrap="none" anchor="ctr"/>
          <a:lstStyle/>
          <a:p>
            <a:endParaRPr lang="en-US"/>
          </a:p>
        </p:txBody>
      </p:sp>
      <p:sp>
        <p:nvSpPr>
          <p:cNvPr id="490527" name="Text Box 31"/>
          <p:cNvSpPr txBox="1">
            <a:spLocks noChangeArrowheads="1"/>
          </p:cNvSpPr>
          <p:nvPr/>
        </p:nvSpPr>
        <p:spPr bwMode="auto">
          <a:xfrm>
            <a:off x="3886200" y="1600200"/>
            <a:ext cx="2901950" cy="896938"/>
          </a:xfrm>
          <a:prstGeom prst="rect">
            <a:avLst/>
          </a:prstGeom>
          <a:noFill/>
          <a:ln w="9525">
            <a:noFill/>
            <a:miter lim="800000"/>
            <a:headEnd/>
            <a:tailEnd/>
          </a:ln>
          <a:effectLst/>
        </p:spPr>
        <p:txBody>
          <a:bodyPr wrap="none">
            <a:spAutoFit/>
          </a:bodyPr>
          <a:lstStyle/>
          <a:p>
            <a:pPr eaLnBrk="1" hangingPunct="1">
              <a:lnSpc>
                <a:spcPct val="85000"/>
              </a:lnSpc>
              <a:spcBef>
                <a:spcPct val="50000"/>
              </a:spcBef>
            </a:pPr>
            <a:r>
              <a:rPr lang="en-US" sz="2400" b="1">
                <a:solidFill>
                  <a:srgbClr val="00FF00"/>
                </a:solidFill>
                <a:latin typeface="Times New Roman" pitchFamily="18" charset="0"/>
                <a:cs typeface="Arial" charset="0"/>
              </a:rPr>
              <a:t>a path from the root </a:t>
            </a:r>
          </a:p>
          <a:p>
            <a:pPr eaLnBrk="1" hangingPunct="1">
              <a:lnSpc>
                <a:spcPct val="85000"/>
              </a:lnSpc>
              <a:spcBef>
                <a:spcPct val="50000"/>
              </a:spcBef>
            </a:pPr>
            <a:r>
              <a:rPr lang="en-US" sz="2400" b="1">
                <a:solidFill>
                  <a:srgbClr val="00FF00"/>
                </a:solidFill>
                <a:latin typeface="Times New Roman" pitchFamily="18" charset="0"/>
                <a:cs typeface="Arial" charset="0"/>
              </a:rPr>
              <a:t>to a leaf</a:t>
            </a:r>
            <a:endParaRPr lang="en-US" sz="2400">
              <a:latin typeface="Times New Roman" pitchFamily="18" charset="0"/>
              <a:cs typeface="Arial" charset="0"/>
            </a:endParaRPr>
          </a:p>
        </p:txBody>
      </p:sp>
      <p:sp>
        <p:nvSpPr>
          <p:cNvPr id="490528" name="Text Box 32"/>
          <p:cNvSpPr txBox="1">
            <a:spLocks noChangeArrowheads="1"/>
          </p:cNvSpPr>
          <p:nvPr/>
        </p:nvSpPr>
        <p:spPr bwMode="auto">
          <a:xfrm>
            <a:off x="381000" y="5105400"/>
            <a:ext cx="5073650" cy="1004888"/>
          </a:xfrm>
          <a:prstGeom prst="rect">
            <a:avLst/>
          </a:prstGeom>
          <a:noFill/>
          <a:ln w="9525">
            <a:noFill/>
            <a:miter lim="800000"/>
            <a:headEnd/>
            <a:tailEnd/>
          </a:ln>
          <a:effectLst/>
        </p:spPr>
        <p:txBody>
          <a:bodyPr wrap="none">
            <a:spAutoFit/>
          </a:bodyPr>
          <a:lstStyle/>
          <a:p>
            <a:pPr eaLnBrk="1" hangingPunct="1">
              <a:spcBef>
                <a:spcPct val="50000"/>
              </a:spcBef>
            </a:pPr>
            <a:r>
              <a:rPr lang="en-US" sz="2400">
                <a:latin typeface="Times New Roman" pitchFamily="18" charset="0"/>
                <a:cs typeface="Arial" charset="0"/>
              </a:rPr>
              <a:t>depth of a node = distance from the root</a:t>
            </a:r>
          </a:p>
          <a:p>
            <a:pPr eaLnBrk="1" hangingPunct="1">
              <a:spcBef>
                <a:spcPct val="50000"/>
              </a:spcBef>
            </a:pPr>
            <a:r>
              <a:rPr lang="en-US" sz="2400">
                <a:latin typeface="Times New Roman" pitchFamily="18" charset="0"/>
                <a:cs typeface="Arial" charset="0"/>
              </a:rPr>
              <a:t>D has depth 2, H has depth 4</a:t>
            </a:r>
          </a:p>
        </p:txBody>
      </p:sp>
      <p:sp>
        <p:nvSpPr>
          <p:cNvPr id="3" name="Footer Placeholder 2">
            <a:extLst>
              <a:ext uri="{FF2B5EF4-FFF2-40B4-BE49-F238E27FC236}">
                <a16:creationId xmlns:a16="http://schemas.microsoft.com/office/drawing/2014/main" id="{9C47A620-8615-4860-CEAA-EB22DBD6E188}"/>
              </a:ext>
            </a:extLst>
          </p:cNvPr>
          <p:cNvSpPr>
            <a:spLocks noGrp="1"/>
          </p:cNvSpPr>
          <p:nvPr>
            <p:ph type="ftr" sz="quarter" idx="11"/>
          </p:nvPr>
        </p:nvSpPr>
        <p:spPr/>
        <p:txBody>
          <a:bodyPr/>
          <a:lstStyle/>
          <a:p>
            <a:r>
              <a:rPr lang="en-US"/>
              <a:t>Algorithm and Data Structure </a:t>
            </a:r>
          </a:p>
        </p:txBody>
      </p:sp>
      <p:sp>
        <p:nvSpPr>
          <p:cNvPr id="4" name="Slide Number Placeholder 3">
            <a:extLst>
              <a:ext uri="{FF2B5EF4-FFF2-40B4-BE49-F238E27FC236}">
                <a16:creationId xmlns:a16="http://schemas.microsoft.com/office/drawing/2014/main" id="{77892B92-33C4-B881-D33C-A3FB1B6F573B}"/>
              </a:ext>
            </a:extLst>
          </p:cNvPr>
          <p:cNvSpPr>
            <a:spLocks noGrp="1"/>
          </p:cNvSpPr>
          <p:nvPr>
            <p:ph type="sldNum" sz="quarter" idx="12"/>
          </p:nvPr>
        </p:nvSpPr>
        <p:spPr/>
        <p:txBody>
          <a:bodyPr/>
          <a:lstStyle/>
          <a:p>
            <a:fld id="{CCD61F03-0428-4E53-BFB9-BE71093D9B17}" type="slidenum">
              <a:rPr lang="en-US" smtClean="0"/>
              <a:pPr/>
              <a:t>12</a:t>
            </a:fld>
            <a:endParaRPr lang="en-US"/>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4792D-602B-E16B-0460-6FB927E5BE4B}"/>
              </a:ext>
            </a:extLst>
          </p:cNvPr>
          <p:cNvSpPr>
            <a:spLocks noGrp="1"/>
          </p:cNvSpPr>
          <p:nvPr>
            <p:ph type="title"/>
          </p:nvPr>
        </p:nvSpPr>
        <p:spPr>
          <a:xfrm>
            <a:off x="457200" y="2667000"/>
            <a:ext cx="8229600" cy="914400"/>
          </a:xfrm>
        </p:spPr>
        <p:txBody>
          <a:bodyPr/>
          <a:lstStyle/>
          <a:p>
            <a:pPr algn="ctr"/>
            <a:r>
              <a:rPr lang="en-US" b="1" dirty="0"/>
              <a:t>Binary Tree</a:t>
            </a:r>
          </a:p>
        </p:txBody>
      </p:sp>
      <p:sp>
        <p:nvSpPr>
          <p:cNvPr id="5" name="Footer Placeholder 4">
            <a:extLst>
              <a:ext uri="{FF2B5EF4-FFF2-40B4-BE49-F238E27FC236}">
                <a16:creationId xmlns:a16="http://schemas.microsoft.com/office/drawing/2014/main" id="{A613C130-F4E5-C2DD-A457-886163DCA928}"/>
              </a:ext>
            </a:extLst>
          </p:cNvPr>
          <p:cNvSpPr>
            <a:spLocks noGrp="1"/>
          </p:cNvSpPr>
          <p:nvPr>
            <p:ph type="ftr" sz="quarter" idx="11"/>
          </p:nvPr>
        </p:nvSpPr>
        <p:spPr/>
        <p:txBody>
          <a:bodyPr/>
          <a:lstStyle/>
          <a:p>
            <a:r>
              <a:rPr lang="en-US"/>
              <a:t>Algorithm and Data Structure </a:t>
            </a:r>
            <a:endParaRPr lang="en-US" dirty="0"/>
          </a:p>
        </p:txBody>
      </p:sp>
      <p:sp>
        <p:nvSpPr>
          <p:cNvPr id="6" name="Slide Number Placeholder 5">
            <a:extLst>
              <a:ext uri="{FF2B5EF4-FFF2-40B4-BE49-F238E27FC236}">
                <a16:creationId xmlns:a16="http://schemas.microsoft.com/office/drawing/2014/main" id="{7B0920C4-925D-B7BB-3868-2656DA0C1AC7}"/>
              </a:ext>
            </a:extLst>
          </p:cNvPr>
          <p:cNvSpPr>
            <a:spLocks noGrp="1"/>
          </p:cNvSpPr>
          <p:nvPr>
            <p:ph type="sldNum" sz="quarter" idx="12"/>
          </p:nvPr>
        </p:nvSpPr>
        <p:spPr/>
        <p:txBody>
          <a:bodyPr/>
          <a:lstStyle/>
          <a:p>
            <a:fld id="{95E664E9-BB0A-4932-9D77-E0DDE5779A37}" type="slidenum">
              <a:rPr lang="en-US" smtClean="0"/>
              <a:pPr/>
              <a:t>13</a:t>
            </a:fld>
            <a:endParaRPr lang="en-US" dirty="0"/>
          </a:p>
        </p:txBody>
      </p:sp>
    </p:spTree>
    <p:extLst>
      <p:ext uri="{BB962C8B-B14F-4D97-AF65-F5344CB8AC3E}">
        <p14:creationId xmlns:p14="http://schemas.microsoft.com/office/powerpoint/2010/main" val="13763922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Rectangle 2"/>
          <p:cNvSpPr>
            <a:spLocks noGrp="1" noChangeArrowheads="1"/>
          </p:cNvSpPr>
          <p:nvPr>
            <p:ph type="title"/>
          </p:nvPr>
        </p:nvSpPr>
        <p:spPr/>
        <p:txBody>
          <a:bodyPr/>
          <a:lstStyle/>
          <a:p>
            <a:r>
              <a:rPr lang="en-US"/>
              <a:t>Binary Trees</a:t>
            </a:r>
          </a:p>
        </p:txBody>
      </p:sp>
      <p:sp>
        <p:nvSpPr>
          <p:cNvPr id="499715" name="Rectangle 3"/>
          <p:cNvSpPr>
            <a:spLocks noGrp="1" noChangeArrowheads="1"/>
          </p:cNvSpPr>
          <p:nvPr>
            <p:ph type="body" idx="1"/>
          </p:nvPr>
        </p:nvSpPr>
        <p:spPr>
          <a:xfrm>
            <a:off x="381000" y="1219200"/>
            <a:ext cx="8305800" cy="4724400"/>
          </a:xfrm>
        </p:spPr>
        <p:txBody>
          <a:bodyPr/>
          <a:lstStyle/>
          <a:p>
            <a:r>
              <a:rPr lang="en-US" sz="2800" dirty="0">
                <a:sym typeface="Marlett" pitchFamily="2" charset="2"/>
              </a:rPr>
              <a:t>The simplest form of tree is a </a:t>
            </a:r>
            <a:r>
              <a:rPr lang="en-US" sz="2800" b="1" dirty="0">
                <a:solidFill>
                  <a:srgbClr val="9966FF"/>
                </a:solidFill>
                <a:sym typeface="Marlett" pitchFamily="2" charset="2"/>
              </a:rPr>
              <a:t>binary tree</a:t>
            </a:r>
            <a:r>
              <a:rPr lang="en-US" sz="2800" dirty="0">
                <a:solidFill>
                  <a:srgbClr val="9966FF"/>
                </a:solidFill>
                <a:sym typeface="Marlett" pitchFamily="2" charset="2"/>
              </a:rPr>
              <a:t>.</a:t>
            </a:r>
            <a:r>
              <a:rPr lang="en-US" sz="2800" dirty="0">
                <a:sym typeface="Marlett" pitchFamily="2" charset="2"/>
              </a:rPr>
              <a:t> A binary tree consists of </a:t>
            </a:r>
          </a:p>
          <a:p>
            <a:pPr lvl="1">
              <a:buFont typeface="Wingdings" pitchFamily="2" charset="2"/>
              <a:buAutoNum type="alphaLcPeriod"/>
            </a:pPr>
            <a:r>
              <a:rPr lang="en-US" sz="2200" dirty="0">
                <a:sym typeface="Marlett" pitchFamily="2" charset="2"/>
              </a:rPr>
              <a:t>a </a:t>
            </a:r>
            <a:r>
              <a:rPr lang="en-US" sz="2200" i="1" dirty="0">
                <a:sym typeface="Marlett" pitchFamily="2" charset="2"/>
              </a:rPr>
              <a:t>node</a:t>
            </a:r>
            <a:r>
              <a:rPr lang="en-US" sz="2200" dirty="0">
                <a:sym typeface="Marlett" pitchFamily="2" charset="2"/>
              </a:rPr>
              <a:t> (called the </a:t>
            </a:r>
            <a:r>
              <a:rPr lang="en-US" sz="2200" b="1" dirty="0">
                <a:solidFill>
                  <a:schemeClr val="accent2"/>
                </a:solidFill>
                <a:sym typeface="Marlett" pitchFamily="2" charset="2"/>
              </a:rPr>
              <a:t>root</a:t>
            </a:r>
            <a:r>
              <a:rPr lang="en-US" sz="2200" dirty="0">
                <a:sym typeface="Marlett" pitchFamily="2" charset="2"/>
              </a:rPr>
              <a:t> node) and </a:t>
            </a:r>
          </a:p>
          <a:p>
            <a:pPr lvl="1">
              <a:buFont typeface="Wingdings" pitchFamily="2" charset="2"/>
              <a:buAutoNum type="alphaLcPeriod"/>
            </a:pPr>
            <a:r>
              <a:rPr lang="en-US" sz="2200" dirty="0">
                <a:sym typeface="Marlett" pitchFamily="2" charset="2"/>
              </a:rPr>
              <a:t>left and right sub-trees</a:t>
            </a:r>
            <a:br>
              <a:rPr lang="en-US" sz="2200" dirty="0">
                <a:latin typeface="Times New Roman" pitchFamily="18" charset="0"/>
                <a:sym typeface="Marlett" pitchFamily="2" charset="2"/>
              </a:rPr>
            </a:br>
            <a:endParaRPr lang="en-US" sz="2200" dirty="0"/>
          </a:p>
          <a:p>
            <a:r>
              <a:rPr lang="en-US" sz="2800" dirty="0"/>
              <a:t>A left or right sub-tree can be </a:t>
            </a:r>
            <a:r>
              <a:rPr lang="en-US" sz="2800" b="1" dirty="0">
                <a:solidFill>
                  <a:srgbClr val="9966FF"/>
                </a:solidFill>
              </a:rPr>
              <a:t>empty</a:t>
            </a:r>
            <a:endParaRPr lang="en-US" sz="2800" dirty="0">
              <a:latin typeface="Times New Roman" pitchFamily="18" charset="0"/>
              <a:sym typeface="Marlett" pitchFamily="2" charset="2"/>
            </a:endParaRPr>
          </a:p>
          <a:p>
            <a:r>
              <a:rPr lang="en-US" sz="2800" dirty="0">
                <a:sym typeface="Marlett" pitchFamily="2" charset="2"/>
              </a:rPr>
              <a:t>Both the sub-trees are themselves binary trees</a:t>
            </a:r>
            <a:endParaRPr lang="en-US" sz="2800" dirty="0">
              <a:solidFill>
                <a:srgbClr val="9966FF"/>
              </a:solidFill>
            </a:endParaRPr>
          </a:p>
          <a:p>
            <a:r>
              <a:rPr lang="en-US" sz="2800" dirty="0"/>
              <a:t>Each element of the binary tree is called the </a:t>
            </a:r>
            <a:r>
              <a:rPr lang="en-US" sz="2800" b="1" dirty="0">
                <a:solidFill>
                  <a:srgbClr val="9966FF"/>
                </a:solidFill>
              </a:rPr>
              <a:t>node</a:t>
            </a:r>
            <a:r>
              <a:rPr lang="en-US" sz="2800" dirty="0"/>
              <a:t> of the tree</a:t>
            </a:r>
            <a:r>
              <a:rPr lang="en-US" dirty="0"/>
              <a:t> </a:t>
            </a:r>
          </a:p>
        </p:txBody>
      </p:sp>
      <p:sp>
        <p:nvSpPr>
          <p:cNvPr id="3" name="Footer Placeholder 2">
            <a:extLst>
              <a:ext uri="{FF2B5EF4-FFF2-40B4-BE49-F238E27FC236}">
                <a16:creationId xmlns:a16="http://schemas.microsoft.com/office/drawing/2014/main" id="{8939D138-2A4D-3286-D236-BE4F01EB3D81}"/>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C212AC30-8F07-471E-515A-7DDB730405DA}"/>
              </a:ext>
            </a:extLst>
          </p:cNvPr>
          <p:cNvSpPr>
            <a:spLocks noGrp="1"/>
          </p:cNvSpPr>
          <p:nvPr>
            <p:ph type="sldNum" sz="quarter" idx="12"/>
          </p:nvPr>
        </p:nvSpPr>
        <p:spPr/>
        <p:txBody>
          <a:bodyPr/>
          <a:lstStyle/>
          <a:p>
            <a:fld id="{95E664E9-BB0A-4932-9D77-E0DDE5779A37}" type="slidenum">
              <a:rPr lang="en-US" smtClean="0"/>
              <a:pPr/>
              <a:t>14</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99715">
                                            <p:txEl>
                                              <p:pRg st="0" end="0"/>
                                            </p:txEl>
                                          </p:spTgt>
                                        </p:tgtEl>
                                        <p:attrNameLst>
                                          <p:attrName>style.visibility</p:attrName>
                                        </p:attrNameLst>
                                      </p:cBhvr>
                                      <p:to>
                                        <p:strVal val="visible"/>
                                      </p:to>
                                    </p:set>
                                    <p:animEffect transition="in" filter="box(in)">
                                      <p:cBhvr>
                                        <p:cTn id="7" dur="500"/>
                                        <p:tgtEl>
                                          <p:spTgt spid="4997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99715">
                                            <p:txEl>
                                              <p:pRg st="1" end="1"/>
                                            </p:txEl>
                                          </p:spTgt>
                                        </p:tgtEl>
                                        <p:attrNameLst>
                                          <p:attrName>style.visibility</p:attrName>
                                        </p:attrNameLst>
                                      </p:cBhvr>
                                      <p:to>
                                        <p:strVal val="visible"/>
                                      </p:to>
                                    </p:set>
                                    <p:animEffect transition="in" filter="box(in)">
                                      <p:cBhvr>
                                        <p:cTn id="12" dur="500"/>
                                        <p:tgtEl>
                                          <p:spTgt spid="4997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499715">
                                            <p:txEl>
                                              <p:pRg st="2" end="2"/>
                                            </p:txEl>
                                          </p:spTgt>
                                        </p:tgtEl>
                                        <p:attrNameLst>
                                          <p:attrName>style.visibility</p:attrName>
                                        </p:attrNameLst>
                                      </p:cBhvr>
                                      <p:to>
                                        <p:strVal val="visible"/>
                                      </p:to>
                                    </p:set>
                                    <p:animEffect transition="in" filter="box(in)">
                                      <p:cBhvr>
                                        <p:cTn id="17" dur="500"/>
                                        <p:tgtEl>
                                          <p:spTgt spid="499715">
                                            <p:txEl>
                                              <p:pRg st="2" end="2"/>
                                            </p:txEl>
                                          </p:spTgt>
                                        </p:tgtEl>
                                      </p:cBhvr>
                                    </p:animEffect>
                                  </p:childTnLst>
                                </p:cTn>
                              </p:par>
                              <p:par>
                                <p:cTn id="18" presetID="4" presetClass="entr" presetSubtype="16" fill="hold" grpId="0" nodeType="withEffect">
                                  <p:stCondLst>
                                    <p:cond delay="0"/>
                                  </p:stCondLst>
                                  <p:childTnLst>
                                    <p:set>
                                      <p:cBhvr>
                                        <p:cTn id="19" dur="1" fill="hold">
                                          <p:stCondLst>
                                            <p:cond delay="0"/>
                                          </p:stCondLst>
                                        </p:cTn>
                                        <p:tgtEl>
                                          <p:spTgt spid="499715">
                                            <p:txEl>
                                              <p:pRg st="1" end="1"/>
                                            </p:txEl>
                                          </p:spTgt>
                                        </p:tgtEl>
                                        <p:attrNameLst>
                                          <p:attrName>style.visibility</p:attrName>
                                        </p:attrNameLst>
                                      </p:cBhvr>
                                      <p:to>
                                        <p:strVal val="visible"/>
                                      </p:to>
                                    </p:set>
                                    <p:animEffect transition="in" filter="box(in)">
                                      <p:cBhvr>
                                        <p:cTn id="20" dur="500"/>
                                        <p:tgtEl>
                                          <p:spTgt spid="499715">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499715">
                                            <p:txEl>
                                              <p:pRg st="2" end="2"/>
                                            </p:txEl>
                                          </p:spTgt>
                                        </p:tgtEl>
                                        <p:attrNameLst>
                                          <p:attrName>style.visibility</p:attrName>
                                        </p:attrNameLst>
                                      </p:cBhvr>
                                      <p:to>
                                        <p:strVal val="visible"/>
                                      </p:to>
                                    </p:set>
                                    <p:animEffect transition="in" filter="box(in)">
                                      <p:cBhvr>
                                        <p:cTn id="25" dur="500"/>
                                        <p:tgtEl>
                                          <p:spTgt spid="499715">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499715">
                                            <p:txEl>
                                              <p:pRg st="3" end="3"/>
                                            </p:txEl>
                                          </p:spTgt>
                                        </p:tgtEl>
                                        <p:attrNameLst>
                                          <p:attrName>style.visibility</p:attrName>
                                        </p:attrNameLst>
                                      </p:cBhvr>
                                      <p:to>
                                        <p:strVal val="visible"/>
                                      </p:to>
                                    </p:set>
                                    <p:animEffect transition="in" filter="box(in)">
                                      <p:cBhvr>
                                        <p:cTn id="30" dur="500"/>
                                        <p:tgtEl>
                                          <p:spTgt spid="499715">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499715">
                                            <p:txEl>
                                              <p:pRg st="4" end="4"/>
                                            </p:txEl>
                                          </p:spTgt>
                                        </p:tgtEl>
                                        <p:attrNameLst>
                                          <p:attrName>style.visibility</p:attrName>
                                        </p:attrNameLst>
                                      </p:cBhvr>
                                      <p:to>
                                        <p:strVal val="visible"/>
                                      </p:to>
                                    </p:set>
                                    <p:animEffect transition="in" filter="box(in)">
                                      <p:cBhvr>
                                        <p:cTn id="35" dur="500"/>
                                        <p:tgtEl>
                                          <p:spTgt spid="499715">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16" fill="hold" grpId="0" nodeType="clickEffect">
                                  <p:stCondLst>
                                    <p:cond delay="0"/>
                                  </p:stCondLst>
                                  <p:childTnLst>
                                    <p:set>
                                      <p:cBhvr>
                                        <p:cTn id="39" dur="1" fill="hold">
                                          <p:stCondLst>
                                            <p:cond delay="0"/>
                                          </p:stCondLst>
                                        </p:cTn>
                                        <p:tgtEl>
                                          <p:spTgt spid="499715">
                                            <p:txEl>
                                              <p:pRg st="5" end="5"/>
                                            </p:txEl>
                                          </p:spTgt>
                                        </p:tgtEl>
                                        <p:attrNameLst>
                                          <p:attrName>style.visibility</p:attrName>
                                        </p:attrNameLst>
                                      </p:cBhvr>
                                      <p:to>
                                        <p:strVal val="visible"/>
                                      </p:to>
                                    </p:set>
                                    <p:animEffect transition="in" filter="box(in)">
                                      <p:cBhvr>
                                        <p:cTn id="40" dur="500"/>
                                        <p:tgtEl>
                                          <p:spTgt spid="49971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971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8" name="Rectangle 2"/>
          <p:cNvSpPr>
            <a:spLocks noGrp="1" noChangeArrowheads="1"/>
          </p:cNvSpPr>
          <p:nvPr>
            <p:ph type="title"/>
          </p:nvPr>
        </p:nvSpPr>
        <p:spPr/>
        <p:txBody>
          <a:bodyPr/>
          <a:lstStyle/>
          <a:p>
            <a:r>
              <a:rPr lang="en-US"/>
              <a:t>Binary Trees</a:t>
            </a:r>
          </a:p>
        </p:txBody>
      </p:sp>
      <p:sp>
        <p:nvSpPr>
          <p:cNvPr id="485379" name="Rectangle 3"/>
          <p:cNvSpPr>
            <a:spLocks noGrp="1" noChangeArrowheads="1"/>
          </p:cNvSpPr>
          <p:nvPr>
            <p:ph type="body" idx="1"/>
          </p:nvPr>
        </p:nvSpPr>
        <p:spPr/>
        <p:txBody>
          <a:bodyPr/>
          <a:lstStyle/>
          <a:p>
            <a:endParaRPr lang="en-US"/>
          </a:p>
        </p:txBody>
      </p:sp>
      <p:pic>
        <p:nvPicPr>
          <p:cNvPr id="485380" name="Picture 4" descr="tree"/>
          <p:cNvPicPr>
            <a:picLocks noChangeAspect="1" noChangeArrowheads="1"/>
          </p:cNvPicPr>
          <p:nvPr/>
        </p:nvPicPr>
        <p:blipFill>
          <a:blip r:embed="rId2"/>
          <a:srcRect/>
          <a:stretch>
            <a:fillRect/>
          </a:stretch>
        </p:blipFill>
        <p:spPr bwMode="auto">
          <a:xfrm>
            <a:off x="457200" y="1219200"/>
            <a:ext cx="8153400" cy="4495800"/>
          </a:xfrm>
          <a:prstGeom prst="rect">
            <a:avLst/>
          </a:prstGeom>
          <a:noFill/>
        </p:spPr>
      </p:pic>
      <p:sp>
        <p:nvSpPr>
          <p:cNvPr id="3" name="Footer Placeholder 2">
            <a:extLst>
              <a:ext uri="{FF2B5EF4-FFF2-40B4-BE49-F238E27FC236}">
                <a16:creationId xmlns:a16="http://schemas.microsoft.com/office/drawing/2014/main" id="{75F924A0-56EF-E254-770D-A6008B29E14E}"/>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3778D7A3-CA6B-A5EB-833F-7E0DAB133C4B}"/>
              </a:ext>
            </a:extLst>
          </p:cNvPr>
          <p:cNvSpPr>
            <a:spLocks noGrp="1"/>
          </p:cNvSpPr>
          <p:nvPr>
            <p:ph type="sldNum" sz="quarter" idx="12"/>
          </p:nvPr>
        </p:nvSpPr>
        <p:spPr/>
        <p:txBody>
          <a:bodyPr/>
          <a:lstStyle/>
          <a:p>
            <a:fld id="{95E664E9-BB0A-4932-9D77-E0DDE5779A37}" type="slidenum">
              <a:rPr lang="en-US" smtClean="0"/>
              <a:pPr/>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2"/>
          <p:cNvSpPr>
            <a:spLocks noGrp="1" noChangeArrowheads="1"/>
          </p:cNvSpPr>
          <p:nvPr>
            <p:ph type="title"/>
          </p:nvPr>
        </p:nvSpPr>
        <p:spPr/>
        <p:txBody>
          <a:bodyPr/>
          <a:lstStyle/>
          <a:p>
            <a:r>
              <a:rPr lang="en-US"/>
              <a:t>Binary Trees</a:t>
            </a:r>
          </a:p>
        </p:txBody>
      </p:sp>
      <p:sp>
        <p:nvSpPr>
          <p:cNvPr id="437251" name="Text Box 3"/>
          <p:cNvSpPr txBox="1">
            <a:spLocks noChangeArrowheads="1"/>
          </p:cNvSpPr>
          <p:nvPr/>
        </p:nvSpPr>
        <p:spPr bwMode="auto">
          <a:xfrm>
            <a:off x="533400" y="1676400"/>
            <a:ext cx="2927350" cy="519113"/>
          </a:xfrm>
          <a:prstGeom prst="rect">
            <a:avLst/>
          </a:prstGeom>
          <a:noFill/>
          <a:ln w="9525">
            <a:noFill/>
            <a:miter lim="800000"/>
            <a:headEnd/>
            <a:tailEnd/>
          </a:ln>
          <a:effectLst/>
        </p:spPr>
        <p:txBody>
          <a:bodyPr wrap="none" anchor="ctr">
            <a:spAutoFit/>
          </a:bodyPr>
          <a:lstStyle/>
          <a:p>
            <a:pPr algn="ctr">
              <a:spcBef>
                <a:spcPct val="50000"/>
              </a:spcBef>
            </a:pPr>
            <a:r>
              <a:rPr lang="en-US" sz="2800">
                <a:latin typeface="Times New Roman" pitchFamily="18" charset="0"/>
              </a:rPr>
              <a:t>Some Binary Trees</a:t>
            </a:r>
          </a:p>
        </p:txBody>
      </p:sp>
      <p:grpSp>
        <p:nvGrpSpPr>
          <p:cNvPr id="2" name="Group 4"/>
          <p:cNvGrpSpPr>
            <a:grpSpLocks/>
          </p:cNvGrpSpPr>
          <p:nvPr/>
        </p:nvGrpSpPr>
        <p:grpSpPr bwMode="auto">
          <a:xfrm>
            <a:off x="796925" y="2225675"/>
            <a:ext cx="1565275" cy="1050925"/>
            <a:chOff x="502" y="1066"/>
            <a:chExt cx="986" cy="662"/>
          </a:xfrm>
        </p:grpSpPr>
        <p:sp>
          <p:nvSpPr>
            <p:cNvPr id="437253" name="Oval 5"/>
            <p:cNvSpPr>
              <a:spLocks noChangeArrowheads="1"/>
            </p:cNvSpPr>
            <p:nvPr/>
          </p:nvSpPr>
          <p:spPr bwMode="auto">
            <a:xfrm>
              <a:off x="1296" y="1488"/>
              <a:ext cx="192" cy="240"/>
            </a:xfrm>
            <a:prstGeom prst="ellipse">
              <a:avLst/>
            </a:prstGeom>
            <a:solidFill>
              <a:srgbClr val="FFFFFF"/>
            </a:solidFill>
            <a:ln w="9525">
              <a:solidFill>
                <a:schemeClr val="tx1"/>
              </a:solidFill>
              <a:round/>
              <a:headEnd/>
              <a:tailEnd/>
            </a:ln>
            <a:effectLst/>
          </p:spPr>
          <p:txBody>
            <a:bodyPr wrap="none" anchor="ctr"/>
            <a:lstStyle/>
            <a:p>
              <a:endParaRPr lang="en-US"/>
            </a:p>
          </p:txBody>
        </p:sp>
        <p:sp>
          <p:nvSpPr>
            <p:cNvPr id="437254" name="Text Box 6"/>
            <p:cNvSpPr txBox="1">
              <a:spLocks noChangeArrowheads="1"/>
            </p:cNvSpPr>
            <p:nvPr/>
          </p:nvSpPr>
          <p:spPr bwMode="auto">
            <a:xfrm>
              <a:off x="502" y="1066"/>
              <a:ext cx="980" cy="327"/>
            </a:xfrm>
            <a:prstGeom prst="rect">
              <a:avLst/>
            </a:prstGeom>
            <a:noFill/>
            <a:ln w="9525">
              <a:noFill/>
              <a:miter lim="800000"/>
              <a:headEnd/>
              <a:tailEnd/>
            </a:ln>
            <a:effectLst/>
          </p:spPr>
          <p:txBody>
            <a:bodyPr wrap="none" anchor="ctr">
              <a:spAutoFit/>
            </a:bodyPr>
            <a:lstStyle/>
            <a:p>
              <a:pPr algn="ctr">
                <a:spcBef>
                  <a:spcPct val="50000"/>
                </a:spcBef>
              </a:pPr>
              <a:r>
                <a:rPr lang="en-US" sz="2800">
                  <a:solidFill>
                    <a:srgbClr val="9966FF"/>
                  </a:solidFill>
                  <a:latin typeface="Times New Roman" pitchFamily="18" charset="0"/>
                </a:rPr>
                <a:t>One node</a:t>
              </a:r>
            </a:p>
          </p:txBody>
        </p:sp>
      </p:grpSp>
      <p:grpSp>
        <p:nvGrpSpPr>
          <p:cNvPr id="3" name="Group 7"/>
          <p:cNvGrpSpPr>
            <a:grpSpLocks/>
          </p:cNvGrpSpPr>
          <p:nvPr/>
        </p:nvGrpSpPr>
        <p:grpSpPr bwMode="auto">
          <a:xfrm>
            <a:off x="4267200" y="2133600"/>
            <a:ext cx="2127250" cy="1508125"/>
            <a:chOff x="1732" y="1114"/>
            <a:chExt cx="1340" cy="950"/>
          </a:xfrm>
        </p:grpSpPr>
        <p:sp>
          <p:nvSpPr>
            <p:cNvPr id="437256" name="Oval 8"/>
            <p:cNvSpPr>
              <a:spLocks noChangeArrowheads="1"/>
            </p:cNvSpPr>
            <p:nvPr/>
          </p:nvSpPr>
          <p:spPr bwMode="auto">
            <a:xfrm>
              <a:off x="2880" y="1392"/>
              <a:ext cx="192" cy="240"/>
            </a:xfrm>
            <a:prstGeom prst="ellipse">
              <a:avLst/>
            </a:prstGeom>
            <a:solidFill>
              <a:srgbClr val="FFFFFF"/>
            </a:solidFill>
            <a:ln w="9525">
              <a:solidFill>
                <a:schemeClr val="tx1"/>
              </a:solidFill>
              <a:round/>
              <a:headEnd/>
              <a:tailEnd/>
            </a:ln>
            <a:effectLst/>
          </p:spPr>
          <p:txBody>
            <a:bodyPr wrap="none" anchor="ctr"/>
            <a:lstStyle/>
            <a:p>
              <a:endParaRPr lang="en-US"/>
            </a:p>
          </p:txBody>
        </p:sp>
        <p:sp>
          <p:nvSpPr>
            <p:cNvPr id="437257" name="Oval 9"/>
            <p:cNvSpPr>
              <a:spLocks noChangeArrowheads="1"/>
            </p:cNvSpPr>
            <p:nvPr/>
          </p:nvSpPr>
          <p:spPr bwMode="auto">
            <a:xfrm>
              <a:off x="2736" y="1824"/>
              <a:ext cx="192" cy="240"/>
            </a:xfrm>
            <a:prstGeom prst="ellipse">
              <a:avLst/>
            </a:prstGeom>
            <a:solidFill>
              <a:srgbClr val="FFFFFF"/>
            </a:solidFill>
            <a:ln w="9525">
              <a:solidFill>
                <a:schemeClr val="tx1"/>
              </a:solidFill>
              <a:round/>
              <a:headEnd/>
              <a:tailEnd/>
            </a:ln>
            <a:effectLst/>
          </p:spPr>
          <p:txBody>
            <a:bodyPr wrap="none" anchor="ctr"/>
            <a:lstStyle/>
            <a:p>
              <a:endParaRPr lang="en-US"/>
            </a:p>
          </p:txBody>
        </p:sp>
        <p:sp>
          <p:nvSpPr>
            <p:cNvPr id="437258" name="Line 10"/>
            <p:cNvSpPr>
              <a:spLocks noChangeShapeType="1"/>
            </p:cNvSpPr>
            <p:nvPr/>
          </p:nvSpPr>
          <p:spPr bwMode="auto">
            <a:xfrm flipH="1">
              <a:off x="2880" y="1632"/>
              <a:ext cx="48" cy="192"/>
            </a:xfrm>
            <a:prstGeom prst="line">
              <a:avLst/>
            </a:prstGeom>
            <a:noFill/>
            <a:ln w="9525">
              <a:solidFill>
                <a:schemeClr val="tx1"/>
              </a:solidFill>
              <a:round/>
              <a:headEnd/>
              <a:tailEnd/>
            </a:ln>
            <a:effectLst/>
          </p:spPr>
          <p:txBody>
            <a:bodyPr wrap="none" anchor="ctr"/>
            <a:lstStyle/>
            <a:p>
              <a:endParaRPr lang="en-US"/>
            </a:p>
          </p:txBody>
        </p:sp>
        <p:sp>
          <p:nvSpPr>
            <p:cNvPr id="437259" name="Text Box 11"/>
            <p:cNvSpPr txBox="1">
              <a:spLocks noChangeArrowheads="1"/>
            </p:cNvSpPr>
            <p:nvPr/>
          </p:nvSpPr>
          <p:spPr bwMode="auto">
            <a:xfrm>
              <a:off x="1732" y="1114"/>
              <a:ext cx="1105" cy="327"/>
            </a:xfrm>
            <a:prstGeom prst="rect">
              <a:avLst/>
            </a:prstGeom>
            <a:noFill/>
            <a:ln w="9525">
              <a:noFill/>
              <a:miter lim="800000"/>
              <a:headEnd/>
              <a:tailEnd/>
            </a:ln>
            <a:effectLst/>
          </p:spPr>
          <p:txBody>
            <a:bodyPr wrap="none" anchor="ctr">
              <a:spAutoFit/>
            </a:bodyPr>
            <a:lstStyle/>
            <a:p>
              <a:pPr algn="ctr">
                <a:spcBef>
                  <a:spcPct val="50000"/>
                </a:spcBef>
              </a:pPr>
              <a:r>
                <a:rPr lang="en-US" sz="2800">
                  <a:solidFill>
                    <a:srgbClr val="9966FF"/>
                  </a:solidFill>
                  <a:latin typeface="Times New Roman" pitchFamily="18" charset="0"/>
                </a:rPr>
                <a:t>Two nodes</a:t>
              </a:r>
            </a:p>
          </p:txBody>
        </p:sp>
      </p:grpSp>
      <p:grpSp>
        <p:nvGrpSpPr>
          <p:cNvPr id="4" name="Group 12"/>
          <p:cNvGrpSpPr>
            <a:grpSpLocks/>
          </p:cNvGrpSpPr>
          <p:nvPr/>
        </p:nvGrpSpPr>
        <p:grpSpPr bwMode="auto">
          <a:xfrm>
            <a:off x="7086600" y="2667000"/>
            <a:ext cx="609600" cy="990600"/>
            <a:chOff x="3504" y="1680"/>
            <a:chExt cx="384" cy="624"/>
          </a:xfrm>
        </p:grpSpPr>
        <p:sp>
          <p:nvSpPr>
            <p:cNvPr id="437261" name="Oval 13"/>
            <p:cNvSpPr>
              <a:spLocks noChangeArrowheads="1"/>
            </p:cNvSpPr>
            <p:nvPr/>
          </p:nvSpPr>
          <p:spPr bwMode="auto">
            <a:xfrm>
              <a:off x="3504" y="1680"/>
              <a:ext cx="192" cy="240"/>
            </a:xfrm>
            <a:prstGeom prst="ellipse">
              <a:avLst/>
            </a:prstGeom>
            <a:solidFill>
              <a:srgbClr val="FFFFFF"/>
            </a:solidFill>
            <a:ln w="9525">
              <a:solidFill>
                <a:schemeClr val="tx1"/>
              </a:solidFill>
              <a:round/>
              <a:headEnd/>
              <a:tailEnd/>
            </a:ln>
            <a:effectLst/>
          </p:spPr>
          <p:txBody>
            <a:bodyPr wrap="none" anchor="ctr"/>
            <a:lstStyle/>
            <a:p>
              <a:endParaRPr lang="en-US"/>
            </a:p>
          </p:txBody>
        </p:sp>
        <p:sp>
          <p:nvSpPr>
            <p:cNvPr id="437262" name="Oval 14"/>
            <p:cNvSpPr>
              <a:spLocks noChangeArrowheads="1"/>
            </p:cNvSpPr>
            <p:nvPr/>
          </p:nvSpPr>
          <p:spPr bwMode="auto">
            <a:xfrm>
              <a:off x="3696" y="2064"/>
              <a:ext cx="192" cy="240"/>
            </a:xfrm>
            <a:prstGeom prst="ellipse">
              <a:avLst/>
            </a:prstGeom>
            <a:solidFill>
              <a:srgbClr val="FFFFFF"/>
            </a:solidFill>
            <a:ln w="9525">
              <a:solidFill>
                <a:schemeClr val="tx1"/>
              </a:solidFill>
              <a:round/>
              <a:headEnd/>
              <a:tailEnd/>
            </a:ln>
            <a:effectLst/>
          </p:spPr>
          <p:txBody>
            <a:bodyPr wrap="none" anchor="ctr"/>
            <a:lstStyle/>
            <a:p>
              <a:endParaRPr lang="en-US"/>
            </a:p>
          </p:txBody>
        </p:sp>
        <p:sp>
          <p:nvSpPr>
            <p:cNvPr id="437263" name="Line 15"/>
            <p:cNvSpPr>
              <a:spLocks noChangeShapeType="1"/>
            </p:cNvSpPr>
            <p:nvPr/>
          </p:nvSpPr>
          <p:spPr bwMode="auto">
            <a:xfrm>
              <a:off x="3648" y="1920"/>
              <a:ext cx="96" cy="144"/>
            </a:xfrm>
            <a:prstGeom prst="line">
              <a:avLst/>
            </a:prstGeom>
            <a:noFill/>
            <a:ln w="9525">
              <a:solidFill>
                <a:schemeClr val="tx1"/>
              </a:solidFill>
              <a:round/>
              <a:headEnd/>
              <a:tailEnd/>
            </a:ln>
            <a:effectLst/>
          </p:spPr>
          <p:txBody>
            <a:bodyPr wrap="none" anchor="ctr"/>
            <a:lstStyle/>
            <a:p>
              <a:endParaRPr lang="en-US"/>
            </a:p>
          </p:txBody>
        </p:sp>
      </p:grpSp>
      <p:sp>
        <p:nvSpPr>
          <p:cNvPr id="437264" name="Text Box 16"/>
          <p:cNvSpPr txBox="1">
            <a:spLocks noChangeArrowheads="1"/>
          </p:cNvSpPr>
          <p:nvPr/>
        </p:nvSpPr>
        <p:spPr bwMode="auto">
          <a:xfrm>
            <a:off x="3505200" y="3657600"/>
            <a:ext cx="1930400" cy="519113"/>
          </a:xfrm>
          <a:prstGeom prst="rect">
            <a:avLst/>
          </a:prstGeom>
          <a:noFill/>
          <a:ln w="9525">
            <a:noFill/>
            <a:miter lim="800000"/>
            <a:headEnd/>
            <a:tailEnd/>
          </a:ln>
          <a:effectLst/>
        </p:spPr>
        <p:txBody>
          <a:bodyPr wrap="none" anchor="ctr">
            <a:spAutoFit/>
          </a:bodyPr>
          <a:lstStyle/>
          <a:p>
            <a:pPr algn="ctr">
              <a:spcBef>
                <a:spcPct val="50000"/>
              </a:spcBef>
            </a:pPr>
            <a:r>
              <a:rPr lang="en-US" sz="2800" dirty="0">
                <a:solidFill>
                  <a:srgbClr val="0070C0"/>
                </a:solidFill>
                <a:latin typeface="Times New Roman" pitchFamily="18" charset="0"/>
              </a:rPr>
              <a:t>Three nodes</a:t>
            </a:r>
          </a:p>
        </p:txBody>
      </p:sp>
      <p:grpSp>
        <p:nvGrpSpPr>
          <p:cNvPr id="5" name="Group 17"/>
          <p:cNvGrpSpPr>
            <a:grpSpLocks/>
          </p:cNvGrpSpPr>
          <p:nvPr/>
        </p:nvGrpSpPr>
        <p:grpSpPr bwMode="auto">
          <a:xfrm>
            <a:off x="1295400" y="4267200"/>
            <a:ext cx="762000" cy="1752600"/>
            <a:chOff x="1296" y="2736"/>
            <a:chExt cx="480" cy="1104"/>
          </a:xfrm>
        </p:grpSpPr>
        <p:sp>
          <p:nvSpPr>
            <p:cNvPr id="437266" name="Oval 18"/>
            <p:cNvSpPr>
              <a:spLocks noChangeArrowheads="1"/>
            </p:cNvSpPr>
            <p:nvPr/>
          </p:nvSpPr>
          <p:spPr bwMode="auto">
            <a:xfrm>
              <a:off x="1584" y="2736"/>
              <a:ext cx="192" cy="240"/>
            </a:xfrm>
            <a:prstGeom prst="ellipse">
              <a:avLst/>
            </a:prstGeom>
            <a:solidFill>
              <a:srgbClr val="FFFFFF"/>
            </a:solidFill>
            <a:ln w="9525">
              <a:solidFill>
                <a:schemeClr val="tx1"/>
              </a:solidFill>
              <a:round/>
              <a:headEnd/>
              <a:tailEnd/>
            </a:ln>
            <a:effectLst/>
          </p:spPr>
          <p:txBody>
            <a:bodyPr wrap="none" anchor="ctr"/>
            <a:lstStyle/>
            <a:p>
              <a:endParaRPr lang="en-US"/>
            </a:p>
          </p:txBody>
        </p:sp>
        <p:sp>
          <p:nvSpPr>
            <p:cNvPr id="437267" name="Oval 19"/>
            <p:cNvSpPr>
              <a:spLocks noChangeArrowheads="1"/>
            </p:cNvSpPr>
            <p:nvPr/>
          </p:nvSpPr>
          <p:spPr bwMode="auto">
            <a:xfrm>
              <a:off x="1440" y="3168"/>
              <a:ext cx="192" cy="240"/>
            </a:xfrm>
            <a:prstGeom prst="ellipse">
              <a:avLst/>
            </a:prstGeom>
            <a:solidFill>
              <a:srgbClr val="FFFFFF"/>
            </a:solidFill>
            <a:ln w="9525">
              <a:solidFill>
                <a:schemeClr val="tx1"/>
              </a:solidFill>
              <a:round/>
              <a:headEnd/>
              <a:tailEnd/>
            </a:ln>
            <a:effectLst/>
          </p:spPr>
          <p:txBody>
            <a:bodyPr wrap="none" anchor="ctr"/>
            <a:lstStyle/>
            <a:p>
              <a:endParaRPr lang="en-US"/>
            </a:p>
          </p:txBody>
        </p:sp>
        <p:sp>
          <p:nvSpPr>
            <p:cNvPr id="437268" name="Line 20"/>
            <p:cNvSpPr>
              <a:spLocks noChangeShapeType="1"/>
            </p:cNvSpPr>
            <p:nvPr/>
          </p:nvSpPr>
          <p:spPr bwMode="auto">
            <a:xfrm flipH="1">
              <a:off x="1584" y="2976"/>
              <a:ext cx="48" cy="192"/>
            </a:xfrm>
            <a:prstGeom prst="line">
              <a:avLst/>
            </a:prstGeom>
            <a:noFill/>
            <a:ln w="9525">
              <a:solidFill>
                <a:schemeClr val="tx1"/>
              </a:solidFill>
              <a:round/>
              <a:headEnd/>
              <a:tailEnd/>
            </a:ln>
            <a:effectLst/>
          </p:spPr>
          <p:txBody>
            <a:bodyPr wrap="none" anchor="ctr"/>
            <a:lstStyle/>
            <a:p>
              <a:endParaRPr lang="en-US"/>
            </a:p>
          </p:txBody>
        </p:sp>
        <p:sp>
          <p:nvSpPr>
            <p:cNvPr id="437269" name="Oval 21"/>
            <p:cNvSpPr>
              <a:spLocks noChangeArrowheads="1"/>
            </p:cNvSpPr>
            <p:nvPr/>
          </p:nvSpPr>
          <p:spPr bwMode="auto">
            <a:xfrm>
              <a:off x="1296" y="3600"/>
              <a:ext cx="192" cy="240"/>
            </a:xfrm>
            <a:prstGeom prst="ellipse">
              <a:avLst/>
            </a:prstGeom>
            <a:solidFill>
              <a:srgbClr val="FFFFFF"/>
            </a:solidFill>
            <a:ln w="9525">
              <a:solidFill>
                <a:schemeClr val="tx1"/>
              </a:solidFill>
              <a:round/>
              <a:headEnd/>
              <a:tailEnd/>
            </a:ln>
            <a:effectLst/>
          </p:spPr>
          <p:txBody>
            <a:bodyPr wrap="none" anchor="ctr"/>
            <a:lstStyle/>
            <a:p>
              <a:endParaRPr lang="en-US"/>
            </a:p>
          </p:txBody>
        </p:sp>
        <p:sp>
          <p:nvSpPr>
            <p:cNvPr id="437270" name="Line 22"/>
            <p:cNvSpPr>
              <a:spLocks noChangeShapeType="1"/>
            </p:cNvSpPr>
            <p:nvPr/>
          </p:nvSpPr>
          <p:spPr bwMode="auto">
            <a:xfrm flipH="1">
              <a:off x="1440" y="3408"/>
              <a:ext cx="48" cy="192"/>
            </a:xfrm>
            <a:prstGeom prst="line">
              <a:avLst/>
            </a:prstGeom>
            <a:noFill/>
            <a:ln w="9525">
              <a:solidFill>
                <a:schemeClr val="tx1"/>
              </a:solidFill>
              <a:round/>
              <a:headEnd/>
              <a:tailEnd/>
            </a:ln>
            <a:effectLst/>
          </p:spPr>
          <p:txBody>
            <a:bodyPr wrap="none" anchor="ctr"/>
            <a:lstStyle/>
            <a:p>
              <a:endParaRPr lang="en-US"/>
            </a:p>
          </p:txBody>
        </p:sp>
      </p:grpSp>
      <p:grpSp>
        <p:nvGrpSpPr>
          <p:cNvPr id="6" name="Group 23"/>
          <p:cNvGrpSpPr>
            <a:grpSpLocks/>
          </p:cNvGrpSpPr>
          <p:nvPr/>
        </p:nvGrpSpPr>
        <p:grpSpPr bwMode="auto">
          <a:xfrm>
            <a:off x="2667000" y="4267200"/>
            <a:ext cx="609600" cy="1752600"/>
            <a:chOff x="1968" y="2736"/>
            <a:chExt cx="384" cy="1104"/>
          </a:xfrm>
        </p:grpSpPr>
        <p:sp>
          <p:nvSpPr>
            <p:cNvPr id="437272" name="Oval 24"/>
            <p:cNvSpPr>
              <a:spLocks noChangeArrowheads="1"/>
            </p:cNvSpPr>
            <p:nvPr/>
          </p:nvSpPr>
          <p:spPr bwMode="auto">
            <a:xfrm>
              <a:off x="2112" y="2736"/>
              <a:ext cx="192" cy="240"/>
            </a:xfrm>
            <a:prstGeom prst="ellipse">
              <a:avLst/>
            </a:prstGeom>
            <a:solidFill>
              <a:srgbClr val="FFFFFF"/>
            </a:solidFill>
            <a:ln w="9525">
              <a:solidFill>
                <a:schemeClr val="tx1"/>
              </a:solidFill>
              <a:round/>
              <a:headEnd/>
              <a:tailEnd/>
            </a:ln>
            <a:effectLst/>
          </p:spPr>
          <p:txBody>
            <a:bodyPr wrap="none" anchor="ctr"/>
            <a:lstStyle/>
            <a:p>
              <a:endParaRPr lang="en-US"/>
            </a:p>
          </p:txBody>
        </p:sp>
        <p:sp>
          <p:nvSpPr>
            <p:cNvPr id="437273" name="Oval 25"/>
            <p:cNvSpPr>
              <a:spLocks noChangeArrowheads="1"/>
            </p:cNvSpPr>
            <p:nvPr/>
          </p:nvSpPr>
          <p:spPr bwMode="auto">
            <a:xfrm>
              <a:off x="1968" y="3168"/>
              <a:ext cx="192" cy="240"/>
            </a:xfrm>
            <a:prstGeom prst="ellipse">
              <a:avLst/>
            </a:prstGeom>
            <a:solidFill>
              <a:srgbClr val="FFFFFF"/>
            </a:solidFill>
            <a:ln w="9525">
              <a:solidFill>
                <a:schemeClr val="tx1"/>
              </a:solidFill>
              <a:round/>
              <a:headEnd/>
              <a:tailEnd/>
            </a:ln>
            <a:effectLst/>
          </p:spPr>
          <p:txBody>
            <a:bodyPr wrap="none" anchor="ctr"/>
            <a:lstStyle/>
            <a:p>
              <a:endParaRPr lang="en-US"/>
            </a:p>
          </p:txBody>
        </p:sp>
        <p:sp>
          <p:nvSpPr>
            <p:cNvPr id="437274" name="Line 26"/>
            <p:cNvSpPr>
              <a:spLocks noChangeShapeType="1"/>
            </p:cNvSpPr>
            <p:nvPr/>
          </p:nvSpPr>
          <p:spPr bwMode="auto">
            <a:xfrm flipH="1">
              <a:off x="2112" y="2976"/>
              <a:ext cx="48" cy="192"/>
            </a:xfrm>
            <a:prstGeom prst="line">
              <a:avLst/>
            </a:prstGeom>
            <a:noFill/>
            <a:ln w="9525">
              <a:solidFill>
                <a:schemeClr val="tx1"/>
              </a:solidFill>
              <a:round/>
              <a:headEnd/>
              <a:tailEnd/>
            </a:ln>
            <a:effectLst/>
          </p:spPr>
          <p:txBody>
            <a:bodyPr wrap="none" anchor="ctr"/>
            <a:lstStyle/>
            <a:p>
              <a:endParaRPr lang="en-US"/>
            </a:p>
          </p:txBody>
        </p:sp>
        <p:sp>
          <p:nvSpPr>
            <p:cNvPr id="437275" name="Oval 27"/>
            <p:cNvSpPr>
              <a:spLocks noChangeArrowheads="1"/>
            </p:cNvSpPr>
            <p:nvPr/>
          </p:nvSpPr>
          <p:spPr bwMode="auto">
            <a:xfrm>
              <a:off x="2160" y="3600"/>
              <a:ext cx="192" cy="240"/>
            </a:xfrm>
            <a:prstGeom prst="ellipse">
              <a:avLst/>
            </a:prstGeom>
            <a:solidFill>
              <a:srgbClr val="FFFFFF"/>
            </a:solidFill>
            <a:ln w="9525">
              <a:solidFill>
                <a:schemeClr val="tx1"/>
              </a:solidFill>
              <a:round/>
              <a:headEnd/>
              <a:tailEnd/>
            </a:ln>
            <a:effectLst/>
          </p:spPr>
          <p:txBody>
            <a:bodyPr wrap="none" anchor="ctr"/>
            <a:lstStyle/>
            <a:p>
              <a:endParaRPr lang="en-US"/>
            </a:p>
          </p:txBody>
        </p:sp>
        <p:sp>
          <p:nvSpPr>
            <p:cNvPr id="437276" name="Line 28"/>
            <p:cNvSpPr>
              <a:spLocks noChangeShapeType="1"/>
            </p:cNvSpPr>
            <p:nvPr/>
          </p:nvSpPr>
          <p:spPr bwMode="auto">
            <a:xfrm>
              <a:off x="2112" y="3408"/>
              <a:ext cx="96" cy="240"/>
            </a:xfrm>
            <a:prstGeom prst="line">
              <a:avLst/>
            </a:prstGeom>
            <a:noFill/>
            <a:ln w="9525">
              <a:solidFill>
                <a:schemeClr val="tx1"/>
              </a:solidFill>
              <a:round/>
              <a:headEnd/>
              <a:tailEnd/>
            </a:ln>
            <a:effectLst/>
          </p:spPr>
          <p:txBody>
            <a:bodyPr wrap="none" anchor="ctr"/>
            <a:lstStyle/>
            <a:p>
              <a:endParaRPr lang="en-US"/>
            </a:p>
          </p:txBody>
        </p:sp>
      </p:grpSp>
      <p:grpSp>
        <p:nvGrpSpPr>
          <p:cNvPr id="7" name="Group 29"/>
          <p:cNvGrpSpPr>
            <a:grpSpLocks/>
          </p:cNvGrpSpPr>
          <p:nvPr/>
        </p:nvGrpSpPr>
        <p:grpSpPr bwMode="auto">
          <a:xfrm>
            <a:off x="4267200" y="4724400"/>
            <a:ext cx="838200" cy="1143000"/>
            <a:chOff x="2784" y="2784"/>
            <a:chExt cx="528" cy="720"/>
          </a:xfrm>
        </p:grpSpPr>
        <p:sp>
          <p:nvSpPr>
            <p:cNvPr id="437278" name="Oval 30"/>
            <p:cNvSpPr>
              <a:spLocks noChangeArrowheads="1"/>
            </p:cNvSpPr>
            <p:nvPr/>
          </p:nvSpPr>
          <p:spPr bwMode="auto">
            <a:xfrm>
              <a:off x="2928" y="2784"/>
              <a:ext cx="192" cy="240"/>
            </a:xfrm>
            <a:prstGeom prst="ellipse">
              <a:avLst/>
            </a:prstGeom>
            <a:solidFill>
              <a:srgbClr val="FFFFFF"/>
            </a:solidFill>
            <a:ln w="9525">
              <a:solidFill>
                <a:schemeClr val="tx1"/>
              </a:solidFill>
              <a:round/>
              <a:headEnd/>
              <a:tailEnd/>
            </a:ln>
            <a:effectLst/>
          </p:spPr>
          <p:txBody>
            <a:bodyPr wrap="none" anchor="ctr"/>
            <a:lstStyle/>
            <a:p>
              <a:endParaRPr lang="en-US"/>
            </a:p>
          </p:txBody>
        </p:sp>
        <p:sp>
          <p:nvSpPr>
            <p:cNvPr id="437279" name="Oval 31"/>
            <p:cNvSpPr>
              <a:spLocks noChangeArrowheads="1"/>
            </p:cNvSpPr>
            <p:nvPr/>
          </p:nvSpPr>
          <p:spPr bwMode="auto">
            <a:xfrm>
              <a:off x="2784" y="3216"/>
              <a:ext cx="192" cy="240"/>
            </a:xfrm>
            <a:prstGeom prst="ellipse">
              <a:avLst/>
            </a:prstGeom>
            <a:solidFill>
              <a:srgbClr val="FFFFFF"/>
            </a:solidFill>
            <a:ln w="9525">
              <a:solidFill>
                <a:schemeClr val="tx1"/>
              </a:solidFill>
              <a:round/>
              <a:headEnd/>
              <a:tailEnd/>
            </a:ln>
            <a:effectLst/>
          </p:spPr>
          <p:txBody>
            <a:bodyPr wrap="none" anchor="ctr"/>
            <a:lstStyle/>
            <a:p>
              <a:endParaRPr lang="en-US"/>
            </a:p>
          </p:txBody>
        </p:sp>
        <p:sp>
          <p:nvSpPr>
            <p:cNvPr id="437280" name="Line 32"/>
            <p:cNvSpPr>
              <a:spLocks noChangeShapeType="1"/>
            </p:cNvSpPr>
            <p:nvPr/>
          </p:nvSpPr>
          <p:spPr bwMode="auto">
            <a:xfrm flipH="1">
              <a:off x="2928" y="3024"/>
              <a:ext cx="48" cy="192"/>
            </a:xfrm>
            <a:prstGeom prst="line">
              <a:avLst/>
            </a:prstGeom>
            <a:noFill/>
            <a:ln w="9525">
              <a:solidFill>
                <a:schemeClr val="tx1"/>
              </a:solidFill>
              <a:round/>
              <a:headEnd/>
              <a:tailEnd/>
            </a:ln>
            <a:effectLst/>
          </p:spPr>
          <p:txBody>
            <a:bodyPr wrap="none" anchor="ctr"/>
            <a:lstStyle/>
            <a:p>
              <a:endParaRPr lang="en-US"/>
            </a:p>
          </p:txBody>
        </p:sp>
        <p:sp>
          <p:nvSpPr>
            <p:cNvPr id="437281" name="Oval 33"/>
            <p:cNvSpPr>
              <a:spLocks noChangeArrowheads="1"/>
            </p:cNvSpPr>
            <p:nvPr/>
          </p:nvSpPr>
          <p:spPr bwMode="auto">
            <a:xfrm>
              <a:off x="3120" y="3264"/>
              <a:ext cx="192" cy="240"/>
            </a:xfrm>
            <a:prstGeom prst="ellipse">
              <a:avLst/>
            </a:prstGeom>
            <a:solidFill>
              <a:srgbClr val="FFFFFF"/>
            </a:solidFill>
            <a:ln w="9525">
              <a:solidFill>
                <a:schemeClr val="tx1"/>
              </a:solidFill>
              <a:round/>
              <a:headEnd/>
              <a:tailEnd/>
            </a:ln>
            <a:effectLst/>
          </p:spPr>
          <p:txBody>
            <a:bodyPr wrap="none" anchor="ctr"/>
            <a:lstStyle/>
            <a:p>
              <a:endParaRPr lang="en-US"/>
            </a:p>
          </p:txBody>
        </p:sp>
        <p:sp>
          <p:nvSpPr>
            <p:cNvPr id="437282" name="Line 34"/>
            <p:cNvSpPr>
              <a:spLocks noChangeShapeType="1"/>
            </p:cNvSpPr>
            <p:nvPr/>
          </p:nvSpPr>
          <p:spPr bwMode="auto">
            <a:xfrm>
              <a:off x="3072" y="3024"/>
              <a:ext cx="96" cy="240"/>
            </a:xfrm>
            <a:prstGeom prst="line">
              <a:avLst/>
            </a:prstGeom>
            <a:noFill/>
            <a:ln w="9525">
              <a:solidFill>
                <a:schemeClr val="tx1"/>
              </a:solidFill>
              <a:round/>
              <a:headEnd/>
              <a:tailEnd/>
            </a:ln>
            <a:effectLst/>
          </p:spPr>
          <p:txBody>
            <a:bodyPr wrap="none" anchor="ctr"/>
            <a:lstStyle/>
            <a:p>
              <a:endParaRPr lang="en-US"/>
            </a:p>
          </p:txBody>
        </p:sp>
      </p:grpSp>
      <p:grpSp>
        <p:nvGrpSpPr>
          <p:cNvPr id="8" name="Group 35"/>
          <p:cNvGrpSpPr>
            <a:grpSpLocks/>
          </p:cNvGrpSpPr>
          <p:nvPr/>
        </p:nvGrpSpPr>
        <p:grpSpPr bwMode="auto">
          <a:xfrm>
            <a:off x="5943600" y="4343400"/>
            <a:ext cx="609600" cy="1676400"/>
            <a:chOff x="3648" y="2736"/>
            <a:chExt cx="384" cy="1056"/>
          </a:xfrm>
        </p:grpSpPr>
        <p:sp>
          <p:nvSpPr>
            <p:cNvPr id="437284" name="Oval 36"/>
            <p:cNvSpPr>
              <a:spLocks noChangeArrowheads="1"/>
            </p:cNvSpPr>
            <p:nvPr/>
          </p:nvSpPr>
          <p:spPr bwMode="auto">
            <a:xfrm>
              <a:off x="3648" y="2736"/>
              <a:ext cx="192" cy="240"/>
            </a:xfrm>
            <a:prstGeom prst="ellipse">
              <a:avLst/>
            </a:prstGeom>
            <a:solidFill>
              <a:srgbClr val="FFFFFF"/>
            </a:solidFill>
            <a:ln w="9525">
              <a:solidFill>
                <a:schemeClr val="tx1"/>
              </a:solidFill>
              <a:round/>
              <a:headEnd/>
              <a:tailEnd/>
            </a:ln>
            <a:effectLst/>
          </p:spPr>
          <p:txBody>
            <a:bodyPr wrap="none" anchor="ctr"/>
            <a:lstStyle/>
            <a:p>
              <a:endParaRPr lang="en-US"/>
            </a:p>
          </p:txBody>
        </p:sp>
        <p:sp>
          <p:nvSpPr>
            <p:cNvPr id="437285" name="Oval 37"/>
            <p:cNvSpPr>
              <a:spLocks noChangeArrowheads="1"/>
            </p:cNvSpPr>
            <p:nvPr/>
          </p:nvSpPr>
          <p:spPr bwMode="auto">
            <a:xfrm>
              <a:off x="3840" y="3120"/>
              <a:ext cx="192" cy="240"/>
            </a:xfrm>
            <a:prstGeom prst="ellipse">
              <a:avLst/>
            </a:prstGeom>
            <a:solidFill>
              <a:srgbClr val="FFFFFF"/>
            </a:solidFill>
            <a:ln w="9525">
              <a:solidFill>
                <a:schemeClr val="tx1"/>
              </a:solidFill>
              <a:round/>
              <a:headEnd/>
              <a:tailEnd/>
            </a:ln>
            <a:effectLst/>
          </p:spPr>
          <p:txBody>
            <a:bodyPr wrap="none" anchor="ctr"/>
            <a:lstStyle/>
            <a:p>
              <a:endParaRPr lang="en-US"/>
            </a:p>
          </p:txBody>
        </p:sp>
        <p:sp>
          <p:nvSpPr>
            <p:cNvPr id="437286" name="Line 38"/>
            <p:cNvSpPr>
              <a:spLocks noChangeShapeType="1"/>
            </p:cNvSpPr>
            <p:nvPr/>
          </p:nvSpPr>
          <p:spPr bwMode="auto">
            <a:xfrm>
              <a:off x="3792" y="2976"/>
              <a:ext cx="96" cy="144"/>
            </a:xfrm>
            <a:prstGeom prst="line">
              <a:avLst/>
            </a:prstGeom>
            <a:noFill/>
            <a:ln w="9525">
              <a:solidFill>
                <a:schemeClr val="tx1"/>
              </a:solidFill>
              <a:round/>
              <a:headEnd/>
              <a:tailEnd/>
            </a:ln>
            <a:effectLst/>
          </p:spPr>
          <p:txBody>
            <a:bodyPr wrap="none" anchor="ctr"/>
            <a:lstStyle/>
            <a:p>
              <a:endParaRPr lang="en-US"/>
            </a:p>
          </p:txBody>
        </p:sp>
        <p:sp>
          <p:nvSpPr>
            <p:cNvPr id="437287" name="Oval 39"/>
            <p:cNvSpPr>
              <a:spLocks noChangeArrowheads="1"/>
            </p:cNvSpPr>
            <p:nvPr/>
          </p:nvSpPr>
          <p:spPr bwMode="auto">
            <a:xfrm>
              <a:off x="3696" y="3552"/>
              <a:ext cx="192" cy="240"/>
            </a:xfrm>
            <a:prstGeom prst="ellipse">
              <a:avLst/>
            </a:prstGeom>
            <a:solidFill>
              <a:srgbClr val="FFFFFF"/>
            </a:solidFill>
            <a:ln w="9525">
              <a:solidFill>
                <a:schemeClr val="tx1"/>
              </a:solidFill>
              <a:round/>
              <a:headEnd/>
              <a:tailEnd/>
            </a:ln>
            <a:effectLst/>
          </p:spPr>
          <p:txBody>
            <a:bodyPr wrap="none" anchor="ctr"/>
            <a:lstStyle/>
            <a:p>
              <a:endParaRPr lang="en-US"/>
            </a:p>
          </p:txBody>
        </p:sp>
        <p:sp>
          <p:nvSpPr>
            <p:cNvPr id="437288" name="Line 40"/>
            <p:cNvSpPr>
              <a:spLocks noChangeShapeType="1"/>
            </p:cNvSpPr>
            <p:nvPr/>
          </p:nvSpPr>
          <p:spPr bwMode="auto">
            <a:xfrm flipH="1">
              <a:off x="3840" y="3360"/>
              <a:ext cx="48" cy="192"/>
            </a:xfrm>
            <a:prstGeom prst="line">
              <a:avLst/>
            </a:prstGeom>
            <a:noFill/>
            <a:ln w="9525">
              <a:solidFill>
                <a:schemeClr val="tx1"/>
              </a:solidFill>
              <a:round/>
              <a:headEnd/>
              <a:tailEnd/>
            </a:ln>
            <a:effectLst/>
          </p:spPr>
          <p:txBody>
            <a:bodyPr wrap="none" anchor="ctr"/>
            <a:lstStyle/>
            <a:p>
              <a:endParaRPr lang="en-US"/>
            </a:p>
          </p:txBody>
        </p:sp>
      </p:grpSp>
      <p:grpSp>
        <p:nvGrpSpPr>
          <p:cNvPr id="9" name="Group 41"/>
          <p:cNvGrpSpPr>
            <a:grpSpLocks/>
          </p:cNvGrpSpPr>
          <p:nvPr/>
        </p:nvGrpSpPr>
        <p:grpSpPr bwMode="auto">
          <a:xfrm>
            <a:off x="7162800" y="4343400"/>
            <a:ext cx="914400" cy="1600200"/>
            <a:chOff x="4704" y="2352"/>
            <a:chExt cx="576" cy="1008"/>
          </a:xfrm>
        </p:grpSpPr>
        <p:sp>
          <p:nvSpPr>
            <p:cNvPr id="437290" name="Oval 42"/>
            <p:cNvSpPr>
              <a:spLocks noChangeArrowheads="1"/>
            </p:cNvSpPr>
            <p:nvPr/>
          </p:nvSpPr>
          <p:spPr bwMode="auto">
            <a:xfrm>
              <a:off x="4704" y="2352"/>
              <a:ext cx="192" cy="240"/>
            </a:xfrm>
            <a:prstGeom prst="ellipse">
              <a:avLst/>
            </a:prstGeom>
            <a:solidFill>
              <a:srgbClr val="FFFFFF"/>
            </a:solidFill>
            <a:ln w="9525">
              <a:solidFill>
                <a:schemeClr val="tx1"/>
              </a:solidFill>
              <a:round/>
              <a:headEnd/>
              <a:tailEnd/>
            </a:ln>
            <a:effectLst/>
          </p:spPr>
          <p:txBody>
            <a:bodyPr wrap="none" anchor="ctr"/>
            <a:lstStyle/>
            <a:p>
              <a:endParaRPr lang="en-US"/>
            </a:p>
          </p:txBody>
        </p:sp>
        <p:sp>
          <p:nvSpPr>
            <p:cNvPr id="437291" name="Oval 43"/>
            <p:cNvSpPr>
              <a:spLocks noChangeArrowheads="1"/>
            </p:cNvSpPr>
            <p:nvPr/>
          </p:nvSpPr>
          <p:spPr bwMode="auto">
            <a:xfrm>
              <a:off x="4896" y="2736"/>
              <a:ext cx="192" cy="240"/>
            </a:xfrm>
            <a:prstGeom prst="ellipse">
              <a:avLst/>
            </a:prstGeom>
            <a:solidFill>
              <a:srgbClr val="FFFFFF"/>
            </a:solidFill>
            <a:ln w="9525">
              <a:solidFill>
                <a:schemeClr val="tx1"/>
              </a:solidFill>
              <a:round/>
              <a:headEnd/>
              <a:tailEnd/>
            </a:ln>
            <a:effectLst/>
          </p:spPr>
          <p:txBody>
            <a:bodyPr wrap="none" anchor="ctr"/>
            <a:lstStyle/>
            <a:p>
              <a:endParaRPr lang="en-US"/>
            </a:p>
          </p:txBody>
        </p:sp>
        <p:sp>
          <p:nvSpPr>
            <p:cNvPr id="437292" name="Line 44"/>
            <p:cNvSpPr>
              <a:spLocks noChangeShapeType="1"/>
            </p:cNvSpPr>
            <p:nvPr/>
          </p:nvSpPr>
          <p:spPr bwMode="auto">
            <a:xfrm>
              <a:off x="4848" y="2592"/>
              <a:ext cx="96" cy="144"/>
            </a:xfrm>
            <a:prstGeom prst="line">
              <a:avLst/>
            </a:prstGeom>
            <a:noFill/>
            <a:ln w="9525">
              <a:solidFill>
                <a:schemeClr val="tx1"/>
              </a:solidFill>
              <a:round/>
              <a:headEnd/>
              <a:tailEnd/>
            </a:ln>
            <a:effectLst/>
          </p:spPr>
          <p:txBody>
            <a:bodyPr wrap="none" anchor="ctr"/>
            <a:lstStyle/>
            <a:p>
              <a:endParaRPr lang="en-US"/>
            </a:p>
          </p:txBody>
        </p:sp>
        <p:sp>
          <p:nvSpPr>
            <p:cNvPr id="437293" name="Oval 45"/>
            <p:cNvSpPr>
              <a:spLocks noChangeArrowheads="1"/>
            </p:cNvSpPr>
            <p:nvPr/>
          </p:nvSpPr>
          <p:spPr bwMode="auto">
            <a:xfrm>
              <a:off x="5088" y="3120"/>
              <a:ext cx="192" cy="240"/>
            </a:xfrm>
            <a:prstGeom prst="ellipse">
              <a:avLst/>
            </a:prstGeom>
            <a:solidFill>
              <a:srgbClr val="FFFFFF"/>
            </a:solidFill>
            <a:ln w="9525">
              <a:solidFill>
                <a:schemeClr val="tx1"/>
              </a:solidFill>
              <a:round/>
              <a:headEnd/>
              <a:tailEnd/>
            </a:ln>
            <a:effectLst/>
          </p:spPr>
          <p:txBody>
            <a:bodyPr wrap="none" anchor="ctr"/>
            <a:lstStyle/>
            <a:p>
              <a:endParaRPr lang="en-US"/>
            </a:p>
          </p:txBody>
        </p:sp>
        <p:sp>
          <p:nvSpPr>
            <p:cNvPr id="437294" name="Line 46"/>
            <p:cNvSpPr>
              <a:spLocks noChangeShapeType="1"/>
            </p:cNvSpPr>
            <p:nvPr/>
          </p:nvSpPr>
          <p:spPr bwMode="auto">
            <a:xfrm>
              <a:off x="5040" y="2976"/>
              <a:ext cx="96" cy="144"/>
            </a:xfrm>
            <a:prstGeom prst="line">
              <a:avLst/>
            </a:prstGeom>
            <a:noFill/>
            <a:ln w="9525">
              <a:solidFill>
                <a:schemeClr val="tx1"/>
              </a:solidFill>
              <a:round/>
              <a:headEnd/>
              <a:tailEnd/>
            </a:ln>
            <a:effectLst/>
          </p:spPr>
          <p:txBody>
            <a:bodyPr wrap="none" anchor="ctr"/>
            <a:lstStyle/>
            <a:p>
              <a:endParaRPr lang="en-US"/>
            </a:p>
          </p:txBody>
        </p:sp>
      </p:grpSp>
      <p:sp>
        <p:nvSpPr>
          <p:cNvPr id="11" name="Footer Placeholder 10">
            <a:extLst>
              <a:ext uri="{FF2B5EF4-FFF2-40B4-BE49-F238E27FC236}">
                <a16:creationId xmlns:a16="http://schemas.microsoft.com/office/drawing/2014/main" id="{3712A02C-629A-5511-9117-11DDC28432E9}"/>
              </a:ext>
            </a:extLst>
          </p:cNvPr>
          <p:cNvSpPr>
            <a:spLocks noGrp="1"/>
          </p:cNvSpPr>
          <p:nvPr>
            <p:ph type="ftr" sz="quarter" idx="11"/>
          </p:nvPr>
        </p:nvSpPr>
        <p:spPr/>
        <p:txBody>
          <a:bodyPr/>
          <a:lstStyle/>
          <a:p>
            <a:r>
              <a:rPr lang="en-US"/>
              <a:t>Algorithm and Data Structure </a:t>
            </a:r>
            <a:endParaRPr lang="en-US" dirty="0"/>
          </a:p>
        </p:txBody>
      </p:sp>
      <p:sp>
        <p:nvSpPr>
          <p:cNvPr id="12" name="Slide Number Placeholder 11">
            <a:extLst>
              <a:ext uri="{FF2B5EF4-FFF2-40B4-BE49-F238E27FC236}">
                <a16:creationId xmlns:a16="http://schemas.microsoft.com/office/drawing/2014/main" id="{6A87E2AC-6E24-09E5-E9DF-73E41E2B04B0}"/>
              </a:ext>
            </a:extLst>
          </p:cNvPr>
          <p:cNvSpPr>
            <a:spLocks noGrp="1"/>
          </p:cNvSpPr>
          <p:nvPr>
            <p:ph type="sldNum" sz="quarter" idx="12"/>
          </p:nvPr>
        </p:nvSpPr>
        <p:spPr/>
        <p:txBody>
          <a:bodyPr/>
          <a:lstStyle/>
          <a:p>
            <a:fld id="{95E664E9-BB0A-4932-9D77-E0DDE5779A37}" type="slidenum">
              <a:rPr lang="en-US" smtClean="0"/>
              <a:pPr/>
              <a:t>16</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37264"/>
                                        </p:tgtEl>
                                        <p:attrNameLst>
                                          <p:attrName>style.visibility</p:attrName>
                                        </p:attrNameLst>
                                      </p:cBhvr>
                                      <p:to>
                                        <p:strVal val="visible"/>
                                      </p:to>
                                    </p:set>
                                    <p:animEffect transition="in" filter="dissolve">
                                      <p:cBhvr>
                                        <p:cTn id="22" dur="500"/>
                                        <p:tgtEl>
                                          <p:spTgt spid="43726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dissolve">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dissolve">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dissolve">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dissolve">
                                      <p:cBhvr>
                                        <p:cTn id="42" dur="500"/>
                                        <p:tgtEl>
                                          <p:spTgt spid="8"/>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dissolve">
                                      <p:cBhvr>
                                        <p:cTn id="4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7264"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9" name="Rectangle 3"/>
          <p:cNvSpPr>
            <a:spLocks noGrp="1" noChangeArrowheads="1"/>
          </p:cNvSpPr>
          <p:nvPr>
            <p:ph type="body" idx="1"/>
          </p:nvPr>
        </p:nvSpPr>
        <p:spPr>
          <a:xfrm>
            <a:off x="381000" y="1219200"/>
            <a:ext cx="8305800" cy="5137150"/>
          </a:xfrm>
        </p:spPr>
        <p:txBody>
          <a:bodyPr>
            <a:normAutofit/>
          </a:bodyPr>
          <a:lstStyle/>
          <a:p>
            <a:r>
              <a:rPr lang="en-US" dirty="0"/>
              <a:t>A strictly binary tree all of whose leaves are at </a:t>
            </a:r>
            <a:r>
              <a:rPr lang="en-US" b="1" dirty="0"/>
              <a:t>level d</a:t>
            </a:r>
          </a:p>
          <a:p>
            <a:pPr marL="0" indent="0">
              <a:buNone/>
            </a:pPr>
            <a:r>
              <a:rPr lang="pt-BR" b="1" dirty="0"/>
              <a:t>            A</a:t>
            </a:r>
          </a:p>
          <a:p>
            <a:pPr marL="0" indent="0">
              <a:buNone/>
            </a:pPr>
            <a:r>
              <a:rPr lang="pt-BR" b="1" dirty="0"/>
              <a:t>         /      \</a:t>
            </a:r>
          </a:p>
          <a:p>
            <a:pPr marL="0" indent="0">
              <a:buNone/>
            </a:pPr>
            <a:r>
              <a:rPr lang="pt-BR" b="1" dirty="0"/>
              <a:t>        B     C</a:t>
            </a:r>
          </a:p>
          <a:p>
            <a:pPr marL="0" indent="0">
              <a:buNone/>
            </a:pPr>
            <a:r>
              <a:rPr lang="pt-BR" b="1" dirty="0"/>
              <a:t>      /    \   /   \</a:t>
            </a:r>
          </a:p>
          <a:p>
            <a:pPr marL="0" indent="0">
              <a:buNone/>
            </a:pPr>
            <a:r>
              <a:rPr lang="pt-BR" b="1" dirty="0"/>
              <a:t>     D   E F   G</a:t>
            </a:r>
          </a:p>
        </p:txBody>
      </p:sp>
      <p:sp>
        <p:nvSpPr>
          <p:cNvPr id="470021" name="Rectangle 5"/>
          <p:cNvSpPr>
            <a:spLocks noGrp="1" noChangeArrowheads="1"/>
          </p:cNvSpPr>
          <p:nvPr>
            <p:ph type="title"/>
          </p:nvPr>
        </p:nvSpPr>
        <p:spPr/>
        <p:txBody>
          <a:bodyPr/>
          <a:lstStyle/>
          <a:p>
            <a:r>
              <a:rPr lang="en-US" sz="4000" dirty="0"/>
              <a:t>Strictly Binary Tree</a:t>
            </a:r>
          </a:p>
        </p:txBody>
      </p:sp>
      <p:sp>
        <p:nvSpPr>
          <p:cNvPr id="3" name="TextBox 2">
            <a:extLst>
              <a:ext uri="{FF2B5EF4-FFF2-40B4-BE49-F238E27FC236}">
                <a16:creationId xmlns:a16="http://schemas.microsoft.com/office/drawing/2014/main" id="{0465A0BF-7086-1050-57BF-F420B35BC4C2}"/>
              </a:ext>
            </a:extLst>
          </p:cNvPr>
          <p:cNvSpPr txBox="1"/>
          <p:nvPr/>
        </p:nvSpPr>
        <p:spPr>
          <a:xfrm>
            <a:off x="3048000" y="2228671"/>
            <a:ext cx="4572000" cy="2677656"/>
          </a:xfrm>
          <a:prstGeom prst="rect">
            <a:avLst/>
          </a:prstGeom>
          <a:noFill/>
        </p:spPr>
        <p:txBody>
          <a:bodyPr wrap="square">
            <a:spAutoFit/>
          </a:bodyPr>
          <a:lstStyle/>
          <a:p>
            <a:r>
              <a:rPr lang="en-US" sz="2800" b="0" i="0" dirty="0">
                <a:solidFill>
                  <a:srgbClr val="0D0D0D"/>
                </a:solidFill>
                <a:effectLst/>
                <a:latin typeface="Söhne"/>
              </a:rPr>
              <a:t>In this example, all the leaves (nodes without children) are at level </a:t>
            </a:r>
            <a:r>
              <a:rPr lang="en-US" sz="2800" b="0" i="1" dirty="0">
                <a:solidFill>
                  <a:srgbClr val="0D0D0D"/>
                </a:solidFill>
                <a:effectLst/>
                <a:latin typeface="KaTeX_Math"/>
              </a:rPr>
              <a:t>d</a:t>
            </a:r>
            <a:r>
              <a:rPr lang="en-US" sz="2800" b="0" i="0" dirty="0">
                <a:solidFill>
                  <a:srgbClr val="0D0D0D"/>
                </a:solidFill>
                <a:effectLst/>
                <a:latin typeface="KaTeX_Main"/>
              </a:rPr>
              <a:t>=2</a:t>
            </a:r>
            <a:r>
              <a:rPr lang="en-US" sz="2800" b="0" i="0" dirty="0">
                <a:solidFill>
                  <a:srgbClr val="0D0D0D"/>
                </a:solidFill>
                <a:effectLst/>
                <a:latin typeface="Söhne"/>
              </a:rPr>
              <a:t>. </a:t>
            </a:r>
          </a:p>
          <a:p>
            <a:r>
              <a:rPr lang="en-US" sz="2800" b="0" i="0" dirty="0">
                <a:solidFill>
                  <a:srgbClr val="0D0D0D"/>
                </a:solidFill>
                <a:effectLst/>
                <a:latin typeface="Söhne"/>
              </a:rPr>
              <a:t>The tree is strictly binary because every node has either 0 or 2 children</a:t>
            </a:r>
            <a:endParaRPr lang="en-US" sz="2800" dirty="0"/>
          </a:p>
        </p:txBody>
      </p:sp>
      <p:sp>
        <p:nvSpPr>
          <p:cNvPr id="4" name="Footer Placeholder 3">
            <a:extLst>
              <a:ext uri="{FF2B5EF4-FFF2-40B4-BE49-F238E27FC236}">
                <a16:creationId xmlns:a16="http://schemas.microsoft.com/office/drawing/2014/main" id="{8DB78CBF-C671-42A1-C8C1-BEB64F5B608D}"/>
              </a:ext>
            </a:extLst>
          </p:cNvPr>
          <p:cNvSpPr>
            <a:spLocks noGrp="1"/>
          </p:cNvSpPr>
          <p:nvPr>
            <p:ph type="ftr" sz="quarter" idx="11"/>
          </p:nvPr>
        </p:nvSpPr>
        <p:spPr/>
        <p:txBody>
          <a:bodyPr/>
          <a:lstStyle/>
          <a:p>
            <a:r>
              <a:rPr lang="en-US"/>
              <a:t>Algorithm and Data Structure </a:t>
            </a:r>
            <a:endParaRPr lang="en-US" dirty="0"/>
          </a:p>
        </p:txBody>
      </p:sp>
      <p:sp>
        <p:nvSpPr>
          <p:cNvPr id="5" name="Slide Number Placeholder 4">
            <a:extLst>
              <a:ext uri="{FF2B5EF4-FFF2-40B4-BE49-F238E27FC236}">
                <a16:creationId xmlns:a16="http://schemas.microsoft.com/office/drawing/2014/main" id="{60D2A2CC-3780-6FF0-CC18-C88BC14AF5E2}"/>
              </a:ext>
            </a:extLst>
          </p:cNvPr>
          <p:cNvSpPr>
            <a:spLocks noGrp="1"/>
          </p:cNvSpPr>
          <p:nvPr>
            <p:ph type="sldNum" sz="quarter" idx="12"/>
          </p:nvPr>
        </p:nvSpPr>
        <p:spPr/>
        <p:txBody>
          <a:bodyPr/>
          <a:lstStyle/>
          <a:p>
            <a:fld id="{95E664E9-BB0A-4932-9D77-E0DDE5779A37}" type="slidenum">
              <a:rPr lang="en-US" smtClean="0"/>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9" name="Rectangle 3"/>
          <p:cNvSpPr>
            <a:spLocks noGrp="1" noChangeArrowheads="1"/>
          </p:cNvSpPr>
          <p:nvPr>
            <p:ph type="body" idx="1"/>
          </p:nvPr>
        </p:nvSpPr>
        <p:spPr>
          <a:xfrm>
            <a:off x="381000" y="1219200"/>
            <a:ext cx="8305800" cy="5137150"/>
          </a:xfrm>
        </p:spPr>
        <p:txBody>
          <a:bodyPr>
            <a:normAutofit/>
          </a:bodyPr>
          <a:lstStyle/>
          <a:p>
            <a:r>
              <a:rPr lang="en-US" dirty="0"/>
              <a:t>If a binary tree contains m nodes at level </a:t>
            </a:r>
            <a:r>
              <a:rPr lang="en-US" i="1" dirty="0">
                <a:latin typeface="Times New Roman" pitchFamily="18" charset="0"/>
              </a:rPr>
              <a:t>l</a:t>
            </a:r>
            <a:r>
              <a:rPr lang="en-US" dirty="0"/>
              <a:t> it contains at most 2m nodes at level </a:t>
            </a:r>
            <a:r>
              <a:rPr lang="en-US" i="1" dirty="0">
                <a:latin typeface="Times New Roman" pitchFamily="18" charset="0"/>
              </a:rPr>
              <a:t>l</a:t>
            </a:r>
            <a:r>
              <a:rPr lang="en-US" dirty="0"/>
              <a:t>+1</a:t>
            </a:r>
          </a:p>
          <a:p>
            <a:pPr marL="0" indent="0">
              <a:buNone/>
            </a:pPr>
            <a:r>
              <a:rPr lang="pt-BR" dirty="0"/>
              <a:t>           A</a:t>
            </a:r>
          </a:p>
          <a:p>
            <a:pPr marL="0" indent="0">
              <a:buNone/>
            </a:pPr>
            <a:r>
              <a:rPr lang="pt-BR" dirty="0"/>
              <a:t>        /      \</a:t>
            </a:r>
          </a:p>
          <a:p>
            <a:pPr marL="0" indent="0">
              <a:buNone/>
            </a:pPr>
            <a:r>
              <a:rPr lang="pt-BR" dirty="0"/>
              <a:t>       B      C</a:t>
            </a:r>
          </a:p>
          <a:p>
            <a:pPr marL="0" indent="0">
              <a:buNone/>
            </a:pPr>
            <a:r>
              <a:rPr lang="pt-BR" dirty="0"/>
              <a:t>      /  \      /  \</a:t>
            </a:r>
          </a:p>
          <a:p>
            <a:pPr marL="0" indent="0">
              <a:buNone/>
            </a:pPr>
            <a:r>
              <a:rPr lang="pt-BR" dirty="0"/>
              <a:t>    D    E  F   G</a:t>
            </a:r>
          </a:p>
          <a:p>
            <a:pPr marL="0" indent="0">
              <a:buNone/>
            </a:pPr>
            <a:r>
              <a:rPr lang="pt-BR" dirty="0"/>
              <a:t>   /  \            /  \</a:t>
            </a:r>
          </a:p>
          <a:p>
            <a:pPr marL="0" indent="0">
              <a:buNone/>
            </a:pPr>
            <a:r>
              <a:rPr lang="pt-BR" dirty="0"/>
              <a:t> H    I          J   K</a:t>
            </a:r>
            <a:endParaRPr lang="en-US" dirty="0"/>
          </a:p>
          <a:p>
            <a:pPr marL="0" indent="0">
              <a:buNone/>
            </a:pPr>
            <a:endParaRPr lang="en-US" dirty="0"/>
          </a:p>
        </p:txBody>
      </p:sp>
      <p:sp>
        <p:nvSpPr>
          <p:cNvPr id="470021" name="Rectangle 5"/>
          <p:cNvSpPr>
            <a:spLocks noGrp="1" noChangeArrowheads="1"/>
          </p:cNvSpPr>
          <p:nvPr>
            <p:ph type="title"/>
          </p:nvPr>
        </p:nvSpPr>
        <p:spPr/>
        <p:txBody>
          <a:bodyPr>
            <a:normAutofit fontScale="90000"/>
          </a:bodyPr>
          <a:lstStyle/>
          <a:p>
            <a:r>
              <a:rPr lang="en-US" sz="4000" dirty="0"/>
              <a:t>Maximum Number of Nodes at Each Level in a Binary Tree</a:t>
            </a:r>
          </a:p>
        </p:txBody>
      </p:sp>
      <p:sp>
        <p:nvSpPr>
          <p:cNvPr id="4" name="TextBox 3">
            <a:extLst>
              <a:ext uri="{FF2B5EF4-FFF2-40B4-BE49-F238E27FC236}">
                <a16:creationId xmlns:a16="http://schemas.microsoft.com/office/drawing/2014/main" id="{5B5A66E8-46C5-1E2E-65C7-050507CF8309}"/>
              </a:ext>
            </a:extLst>
          </p:cNvPr>
          <p:cNvSpPr txBox="1"/>
          <p:nvPr/>
        </p:nvSpPr>
        <p:spPr>
          <a:xfrm>
            <a:off x="3200400" y="2590800"/>
            <a:ext cx="5410200" cy="2092881"/>
          </a:xfrm>
          <a:prstGeom prst="rect">
            <a:avLst/>
          </a:prstGeom>
          <a:noFill/>
        </p:spPr>
        <p:txBody>
          <a:bodyPr wrap="square">
            <a:spAutoFit/>
          </a:bodyPr>
          <a:lstStyle/>
          <a:p>
            <a:r>
              <a:rPr lang="en-US" sz="2600" b="0" i="0" dirty="0">
                <a:solidFill>
                  <a:srgbClr val="0D0D0D"/>
                </a:solidFill>
                <a:effectLst/>
                <a:latin typeface="Söhne"/>
              </a:rPr>
              <a:t>If this tree has </a:t>
            </a:r>
            <a:r>
              <a:rPr lang="en-US" sz="2600" b="0" i="1" dirty="0">
                <a:solidFill>
                  <a:srgbClr val="0D0D0D"/>
                </a:solidFill>
                <a:effectLst/>
                <a:latin typeface="KaTeX_Math"/>
              </a:rPr>
              <a:t>m</a:t>
            </a:r>
            <a:r>
              <a:rPr lang="en-US" sz="2600" b="0" i="0" dirty="0">
                <a:solidFill>
                  <a:srgbClr val="0D0D0D"/>
                </a:solidFill>
                <a:effectLst/>
                <a:latin typeface="KaTeX_Main"/>
              </a:rPr>
              <a:t>=2</a:t>
            </a:r>
            <a:r>
              <a:rPr lang="en-US" sz="2600" b="0" i="0" dirty="0">
                <a:solidFill>
                  <a:srgbClr val="0D0D0D"/>
                </a:solidFill>
                <a:effectLst/>
                <a:latin typeface="Söhne"/>
              </a:rPr>
              <a:t> nodes at level </a:t>
            </a:r>
            <a:r>
              <a:rPr lang="en-US" sz="2600" b="0" i="1" dirty="0">
                <a:solidFill>
                  <a:srgbClr val="0D0D0D"/>
                </a:solidFill>
                <a:effectLst/>
                <a:latin typeface="KaTeX_Math"/>
              </a:rPr>
              <a:t>I</a:t>
            </a:r>
            <a:r>
              <a:rPr lang="en-US" sz="2600" b="0" i="0" dirty="0">
                <a:solidFill>
                  <a:srgbClr val="0D0D0D"/>
                </a:solidFill>
                <a:effectLst/>
                <a:latin typeface="KaTeX_Main"/>
              </a:rPr>
              <a:t>=2</a:t>
            </a:r>
            <a:r>
              <a:rPr lang="en-US" sz="2600" b="0" i="0" dirty="0">
                <a:solidFill>
                  <a:srgbClr val="0D0D0D"/>
                </a:solidFill>
                <a:effectLst/>
                <a:latin typeface="Söhne"/>
              </a:rPr>
              <a:t> (nodes B and C), then at level </a:t>
            </a:r>
            <a:r>
              <a:rPr lang="en-US" sz="2600" dirty="0">
                <a:solidFill>
                  <a:srgbClr val="0D0D0D"/>
                </a:solidFill>
                <a:latin typeface="KaTeX_Main"/>
              </a:rPr>
              <a:t> </a:t>
            </a:r>
            <a:r>
              <a:rPr lang="en-US" sz="2600" i="1" dirty="0">
                <a:solidFill>
                  <a:srgbClr val="0D0D0D"/>
                </a:solidFill>
                <a:latin typeface="KaTeX_Main"/>
              </a:rPr>
              <a:t>I</a:t>
            </a:r>
            <a:r>
              <a:rPr lang="en-US" sz="2600" b="0" i="0" dirty="0">
                <a:solidFill>
                  <a:srgbClr val="0D0D0D"/>
                </a:solidFill>
                <a:effectLst/>
                <a:latin typeface="KaTeX_Main"/>
              </a:rPr>
              <a:t>+1=3</a:t>
            </a:r>
            <a:r>
              <a:rPr lang="en-US" sz="2600" b="0" i="0" dirty="0">
                <a:solidFill>
                  <a:srgbClr val="0D0D0D"/>
                </a:solidFill>
                <a:effectLst/>
                <a:latin typeface="Söhne"/>
              </a:rPr>
              <a:t>, there can be at most </a:t>
            </a:r>
            <a:r>
              <a:rPr lang="en-US" sz="2600" b="0" i="0" dirty="0">
                <a:solidFill>
                  <a:srgbClr val="0D0D0D"/>
                </a:solidFill>
                <a:effectLst/>
                <a:latin typeface="KaTeX_Main"/>
              </a:rPr>
              <a:t>2</a:t>
            </a:r>
            <a:r>
              <a:rPr lang="en-US" sz="2600" b="0" i="1" dirty="0">
                <a:solidFill>
                  <a:srgbClr val="0D0D0D"/>
                </a:solidFill>
                <a:effectLst/>
                <a:latin typeface="KaTeX_Math"/>
              </a:rPr>
              <a:t>m</a:t>
            </a:r>
            <a:r>
              <a:rPr lang="en-US" sz="2600" b="0" i="0" dirty="0">
                <a:solidFill>
                  <a:srgbClr val="0D0D0D"/>
                </a:solidFill>
                <a:effectLst/>
                <a:latin typeface="KaTeX_Main"/>
              </a:rPr>
              <a:t>=4</a:t>
            </a:r>
            <a:r>
              <a:rPr lang="en-US" sz="2600" b="0" i="0" dirty="0">
                <a:solidFill>
                  <a:srgbClr val="0D0D0D"/>
                </a:solidFill>
                <a:effectLst/>
                <a:latin typeface="Söhne"/>
              </a:rPr>
              <a:t> nodes. Here, there are exactly 4 nodes (D, E, F, G).</a:t>
            </a:r>
            <a:endParaRPr lang="en-US" sz="2600" dirty="0"/>
          </a:p>
        </p:txBody>
      </p:sp>
      <p:sp>
        <p:nvSpPr>
          <p:cNvPr id="3" name="Footer Placeholder 2">
            <a:extLst>
              <a:ext uri="{FF2B5EF4-FFF2-40B4-BE49-F238E27FC236}">
                <a16:creationId xmlns:a16="http://schemas.microsoft.com/office/drawing/2014/main" id="{4B763334-85D7-854C-675B-847F295C49D8}"/>
              </a:ext>
            </a:extLst>
          </p:cNvPr>
          <p:cNvSpPr>
            <a:spLocks noGrp="1"/>
          </p:cNvSpPr>
          <p:nvPr>
            <p:ph type="ftr" sz="quarter" idx="11"/>
          </p:nvPr>
        </p:nvSpPr>
        <p:spPr/>
        <p:txBody>
          <a:bodyPr/>
          <a:lstStyle/>
          <a:p>
            <a:r>
              <a:rPr lang="en-US"/>
              <a:t>Algorithm and Data Structure </a:t>
            </a:r>
            <a:endParaRPr lang="en-US" dirty="0"/>
          </a:p>
        </p:txBody>
      </p:sp>
      <p:sp>
        <p:nvSpPr>
          <p:cNvPr id="5" name="Slide Number Placeholder 4">
            <a:extLst>
              <a:ext uri="{FF2B5EF4-FFF2-40B4-BE49-F238E27FC236}">
                <a16:creationId xmlns:a16="http://schemas.microsoft.com/office/drawing/2014/main" id="{1BDBF53E-1B11-BA54-B1DE-1B75239BCBD5}"/>
              </a:ext>
            </a:extLst>
          </p:cNvPr>
          <p:cNvSpPr>
            <a:spLocks noGrp="1"/>
          </p:cNvSpPr>
          <p:nvPr>
            <p:ph type="sldNum" sz="quarter" idx="12"/>
          </p:nvPr>
        </p:nvSpPr>
        <p:spPr/>
        <p:txBody>
          <a:bodyPr/>
          <a:lstStyle/>
          <a:p>
            <a:fld id="{95E664E9-BB0A-4932-9D77-E0DDE5779A37}" type="slidenum">
              <a:rPr lang="en-US" smtClean="0"/>
              <a:pPr/>
              <a:t>18</a:t>
            </a:fld>
            <a:endParaRPr lang="en-US" dirty="0"/>
          </a:p>
        </p:txBody>
      </p:sp>
    </p:spTree>
    <p:extLst>
      <p:ext uri="{BB962C8B-B14F-4D97-AF65-F5344CB8AC3E}">
        <p14:creationId xmlns:p14="http://schemas.microsoft.com/office/powerpoint/2010/main" val="40168698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9" name="Rectangle 3"/>
          <p:cNvSpPr>
            <a:spLocks noGrp="1" noChangeArrowheads="1"/>
          </p:cNvSpPr>
          <p:nvPr>
            <p:ph type="body" idx="1"/>
          </p:nvPr>
        </p:nvSpPr>
        <p:spPr>
          <a:xfrm>
            <a:off x="381000" y="1219200"/>
            <a:ext cx="8305800" cy="3352800"/>
          </a:xfrm>
        </p:spPr>
        <p:txBody>
          <a:bodyPr>
            <a:normAutofit/>
          </a:bodyPr>
          <a:lstStyle/>
          <a:p>
            <a:r>
              <a:rPr lang="en-US" dirty="0"/>
              <a:t>A complete binary tree contains </a:t>
            </a:r>
            <a:r>
              <a:rPr lang="en-US" b="1" dirty="0"/>
              <a:t>2</a:t>
            </a:r>
            <a:r>
              <a:rPr lang="en-US" b="1" i="1" baseline="30000" dirty="0">
                <a:latin typeface="Times New Roman" pitchFamily="18" charset="0"/>
              </a:rPr>
              <a:t>l</a:t>
            </a:r>
            <a:r>
              <a:rPr lang="en-US" i="1" dirty="0">
                <a:latin typeface="Times New Roman" pitchFamily="18" charset="0"/>
              </a:rPr>
              <a:t> </a:t>
            </a:r>
            <a:r>
              <a:rPr lang="en-US" b="1" dirty="0"/>
              <a:t>nodes at level </a:t>
            </a:r>
            <a:r>
              <a:rPr lang="en-US" b="1" i="1" dirty="0">
                <a:latin typeface="Times New Roman" pitchFamily="18" charset="0"/>
              </a:rPr>
              <a:t>l</a:t>
            </a:r>
          </a:p>
          <a:p>
            <a:pPr marL="0" indent="0">
              <a:buNone/>
            </a:pPr>
            <a:r>
              <a:rPr lang="pt-BR" dirty="0"/>
              <a:t>            A</a:t>
            </a:r>
          </a:p>
          <a:p>
            <a:pPr marL="0" indent="0">
              <a:buNone/>
            </a:pPr>
            <a:r>
              <a:rPr lang="pt-BR" dirty="0"/>
              <a:t>         /     \</a:t>
            </a:r>
          </a:p>
          <a:p>
            <a:pPr marL="0" indent="0">
              <a:buNone/>
            </a:pPr>
            <a:r>
              <a:rPr lang="pt-BR" dirty="0"/>
              <a:t>       B      C</a:t>
            </a:r>
          </a:p>
          <a:p>
            <a:pPr marL="0" indent="0">
              <a:buNone/>
            </a:pPr>
            <a:r>
              <a:rPr lang="pt-BR" dirty="0"/>
              <a:t>      / \      / \</a:t>
            </a:r>
          </a:p>
          <a:p>
            <a:pPr marL="0" indent="0">
              <a:buNone/>
            </a:pPr>
            <a:r>
              <a:rPr lang="pt-BR" dirty="0"/>
              <a:t>    D   E  F   G</a:t>
            </a:r>
          </a:p>
        </p:txBody>
      </p:sp>
      <p:sp>
        <p:nvSpPr>
          <p:cNvPr id="470021" name="Rectangle 5"/>
          <p:cNvSpPr>
            <a:spLocks noGrp="1" noChangeArrowheads="1"/>
          </p:cNvSpPr>
          <p:nvPr>
            <p:ph type="title"/>
          </p:nvPr>
        </p:nvSpPr>
        <p:spPr/>
        <p:txBody>
          <a:bodyPr/>
          <a:lstStyle/>
          <a:p>
            <a:r>
              <a:rPr lang="en-US" sz="4000"/>
              <a:t>Complete Binary Tree</a:t>
            </a:r>
          </a:p>
        </p:txBody>
      </p:sp>
      <p:sp>
        <p:nvSpPr>
          <p:cNvPr id="7" name="TextBox 6">
            <a:extLst>
              <a:ext uri="{FF2B5EF4-FFF2-40B4-BE49-F238E27FC236}">
                <a16:creationId xmlns:a16="http://schemas.microsoft.com/office/drawing/2014/main" id="{D7467CF6-2B7F-25FF-4F54-8BF252B83F28}"/>
              </a:ext>
            </a:extLst>
          </p:cNvPr>
          <p:cNvSpPr txBox="1"/>
          <p:nvPr/>
        </p:nvSpPr>
        <p:spPr>
          <a:xfrm>
            <a:off x="2667000" y="2057400"/>
            <a:ext cx="4572000" cy="1292662"/>
          </a:xfrm>
          <a:prstGeom prst="rect">
            <a:avLst/>
          </a:prstGeom>
          <a:noFill/>
        </p:spPr>
        <p:txBody>
          <a:bodyPr wrap="square">
            <a:spAutoFit/>
          </a:bodyPr>
          <a:lstStyle/>
          <a:p>
            <a:r>
              <a:rPr lang="en-US" sz="2600" b="0" i="0" dirty="0">
                <a:solidFill>
                  <a:srgbClr val="0D0D0D"/>
                </a:solidFill>
                <a:effectLst/>
                <a:latin typeface="Söhne"/>
              </a:rPr>
              <a:t>In this complete binary tree, at level </a:t>
            </a:r>
            <a:r>
              <a:rPr lang="en-US" sz="2600" b="0" i="1" dirty="0">
                <a:solidFill>
                  <a:srgbClr val="0D0D0D"/>
                </a:solidFill>
                <a:effectLst/>
                <a:latin typeface="KaTeX_Math"/>
              </a:rPr>
              <a:t>l</a:t>
            </a:r>
            <a:r>
              <a:rPr lang="en-US" sz="2600" b="0" i="0" dirty="0">
                <a:solidFill>
                  <a:srgbClr val="0D0D0D"/>
                </a:solidFill>
                <a:effectLst/>
                <a:latin typeface="KaTeX_Main"/>
              </a:rPr>
              <a:t>=2</a:t>
            </a:r>
            <a:r>
              <a:rPr lang="en-US" sz="2600" b="0" i="0" dirty="0">
                <a:solidFill>
                  <a:srgbClr val="0D0D0D"/>
                </a:solidFill>
                <a:effectLst/>
                <a:latin typeface="Söhne"/>
              </a:rPr>
              <a:t>, there are </a:t>
            </a:r>
            <a:r>
              <a:rPr lang="en-US" sz="2600" b="0" i="0" dirty="0">
                <a:solidFill>
                  <a:srgbClr val="0D0D0D"/>
                </a:solidFill>
                <a:effectLst/>
                <a:latin typeface="KaTeX_Main"/>
              </a:rPr>
              <a:t>2</a:t>
            </a:r>
            <a:r>
              <a:rPr lang="en-US" sz="2600" b="0" i="0" baseline="30000" dirty="0">
                <a:solidFill>
                  <a:srgbClr val="0D0D0D"/>
                </a:solidFill>
                <a:effectLst/>
                <a:latin typeface="KaTeX_Main"/>
              </a:rPr>
              <a:t>2</a:t>
            </a:r>
            <a:r>
              <a:rPr lang="en-US" sz="2600" b="0" i="0" dirty="0">
                <a:solidFill>
                  <a:srgbClr val="0D0D0D"/>
                </a:solidFill>
                <a:effectLst/>
                <a:latin typeface="KaTeX_Main"/>
              </a:rPr>
              <a:t>=4</a:t>
            </a:r>
            <a:r>
              <a:rPr lang="en-US" sz="2600" b="0" i="0" dirty="0">
                <a:solidFill>
                  <a:srgbClr val="0D0D0D"/>
                </a:solidFill>
                <a:effectLst/>
                <a:latin typeface="Söhne"/>
              </a:rPr>
              <a:t> nodes (D, </a:t>
            </a:r>
            <a:r>
              <a:rPr lang="en-US" sz="2600" dirty="0">
                <a:solidFill>
                  <a:srgbClr val="0D0D0D"/>
                </a:solidFill>
                <a:latin typeface="Söhne"/>
              </a:rPr>
              <a:t>E</a:t>
            </a:r>
            <a:r>
              <a:rPr lang="en-US" sz="2600" b="0" i="0" dirty="0">
                <a:solidFill>
                  <a:srgbClr val="0D0D0D"/>
                </a:solidFill>
                <a:effectLst/>
                <a:latin typeface="Söhne"/>
              </a:rPr>
              <a:t>, </a:t>
            </a:r>
            <a:r>
              <a:rPr lang="en-US" sz="2600" dirty="0">
                <a:solidFill>
                  <a:srgbClr val="0D0D0D"/>
                </a:solidFill>
                <a:latin typeface="Söhne"/>
              </a:rPr>
              <a:t>F</a:t>
            </a:r>
            <a:r>
              <a:rPr lang="en-US" sz="2600" b="0" i="0" dirty="0">
                <a:solidFill>
                  <a:srgbClr val="0D0D0D"/>
                </a:solidFill>
                <a:effectLst/>
                <a:latin typeface="Söhne"/>
              </a:rPr>
              <a:t>, </a:t>
            </a:r>
            <a:r>
              <a:rPr lang="en-US" sz="2600" dirty="0">
                <a:solidFill>
                  <a:srgbClr val="0D0D0D"/>
                </a:solidFill>
                <a:latin typeface="Söhne"/>
              </a:rPr>
              <a:t>G</a:t>
            </a:r>
            <a:r>
              <a:rPr lang="en-US" sz="2600" b="0" i="0" dirty="0">
                <a:solidFill>
                  <a:srgbClr val="0D0D0D"/>
                </a:solidFill>
                <a:effectLst/>
                <a:latin typeface="Söhne"/>
              </a:rPr>
              <a:t>).</a:t>
            </a:r>
            <a:endParaRPr lang="en-US" sz="2600" dirty="0"/>
          </a:p>
        </p:txBody>
      </p:sp>
      <p:sp>
        <p:nvSpPr>
          <p:cNvPr id="3" name="Footer Placeholder 2">
            <a:extLst>
              <a:ext uri="{FF2B5EF4-FFF2-40B4-BE49-F238E27FC236}">
                <a16:creationId xmlns:a16="http://schemas.microsoft.com/office/drawing/2014/main" id="{2C97341B-8119-0101-BBAF-938E2435B0F9}"/>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980A0732-7819-AF5E-1A52-59FF2D946491}"/>
              </a:ext>
            </a:extLst>
          </p:cNvPr>
          <p:cNvSpPr>
            <a:spLocks noGrp="1"/>
          </p:cNvSpPr>
          <p:nvPr>
            <p:ph type="sldNum" sz="quarter" idx="12"/>
          </p:nvPr>
        </p:nvSpPr>
        <p:spPr/>
        <p:txBody>
          <a:bodyPr/>
          <a:lstStyle/>
          <a:p>
            <a:fld id="{95E664E9-BB0A-4932-9D77-E0DDE5779A37}" type="slidenum">
              <a:rPr lang="en-US" smtClean="0"/>
              <a:pPr/>
              <a:t>19</a:t>
            </a:fld>
            <a:endParaRPr lang="en-US" dirty="0"/>
          </a:p>
        </p:txBody>
      </p:sp>
    </p:spTree>
    <p:extLst>
      <p:ext uri="{BB962C8B-B14F-4D97-AF65-F5344CB8AC3E}">
        <p14:creationId xmlns:p14="http://schemas.microsoft.com/office/powerpoint/2010/main" val="6089087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87426" name="Rectangle 2"/>
          <p:cNvSpPr>
            <a:spLocks noGrp="1" noChangeArrowheads="1"/>
          </p:cNvSpPr>
          <p:nvPr>
            <p:ph type="title"/>
          </p:nvPr>
        </p:nvSpPr>
        <p:spPr/>
        <p:txBody>
          <a:bodyPr/>
          <a:lstStyle/>
          <a:p>
            <a:r>
              <a:rPr lang="en-US" sz="4000"/>
              <a:t>Almost Complete Binary Tree</a:t>
            </a:r>
          </a:p>
        </p:txBody>
      </p:sp>
      <p:sp>
        <p:nvSpPr>
          <p:cNvPr id="487427" name="Rectangle 3"/>
          <p:cNvSpPr>
            <a:spLocks noGrp="1" noChangeArrowheads="1"/>
          </p:cNvSpPr>
          <p:nvPr>
            <p:ph type="body" idx="1"/>
          </p:nvPr>
        </p:nvSpPr>
        <p:spPr>
          <a:xfrm>
            <a:off x="457200" y="1219200"/>
            <a:ext cx="8153400" cy="1730375"/>
          </a:xfrm>
        </p:spPr>
        <p:txBody>
          <a:bodyPr>
            <a:normAutofit fontScale="25000" lnSpcReduction="20000"/>
          </a:bodyPr>
          <a:lstStyle/>
          <a:p>
            <a:r>
              <a:rPr lang="en-US" sz="10400" dirty="0"/>
              <a:t>All levels are complete except for the last level, but the last level is filled from </a:t>
            </a:r>
            <a:r>
              <a:rPr lang="en-US" sz="10400" dirty="0">
                <a:solidFill>
                  <a:srgbClr val="9966FF"/>
                </a:solidFill>
              </a:rPr>
              <a:t>left</a:t>
            </a:r>
            <a:r>
              <a:rPr lang="en-US" sz="10400" dirty="0"/>
              <a:t> to </a:t>
            </a:r>
            <a:r>
              <a:rPr lang="en-US" sz="10400" dirty="0">
                <a:solidFill>
                  <a:srgbClr val="9966FF"/>
                </a:solidFill>
              </a:rPr>
              <a:t>right.</a:t>
            </a:r>
          </a:p>
          <a:p>
            <a:pPr marL="0" indent="0">
              <a:buNone/>
            </a:pPr>
            <a:endParaRPr lang="en-US" sz="10400" dirty="0">
              <a:solidFill>
                <a:srgbClr val="9966FF"/>
              </a:solidFill>
            </a:endParaRPr>
          </a:p>
          <a:p>
            <a:pPr marL="0" indent="0">
              <a:buNone/>
            </a:pPr>
            <a:r>
              <a:rPr lang="pt-BR" sz="10400" dirty="0"/>
              <a:t>           A</a:t>
            </a:r>
          </a:p>
          <a:p>
            <a:pPr marL="0" indent="0">
              <a:buNone/>
            </a:pPr>
            <a:r>
              <a:rPr lang="pt-BR" sz="10400" dirty="0"/>
              <a:t>         /     \</a:t>
            </a:r>
          </a:p>
          <a:p>
            <a:pPr marL="0" indent="0">
              <a:buNone/>
            </a:pPr>
            <a:r>
              <a:rPr lang="pt-BR" sz="10400" dirty="0"/>
              <a:t>       B      C</a:t>
            </a:r>
          </a:p>
          <a:p>
            <a:pPr marL="0" indent="0">
              <a:buNone/>
            </a:pPr>
            <a:r>
              <a:rPr lang="pt-BR" sz="10400" dirty="0"/>
              <a:t>      / \      / \ </a:t>
            </a:r>
          </a:p>
          <a:p>
            <a:pPr marL="0" indent="0">
              <a:buNone/>
            </a:pPr>
            <a:r>
              <a:rPr lang="pt-BR" sz="10400" dirty="0"/>
              <a:t>    D   E  F   G</a:t>
            </a:r>
          </a:p>
          <a:p>
            <a:pPr marL="0" indent="0">
              <a:buNone/>
            </a:pPr>
            <a:r>
              <a:rPr lang="pt-BR" sz="10400" dirty="0"/>
              <a:t>    / \ </a:t>
            </a:r>
          </a:p>
          <a:p>
            <a:pPr marL="0" indent="0">
              <a:buNone/>
            </a:pPr>
            <a:r>
              <a:rPr lang="pt-BR" sz="10400" dirty="0"/>
              <a:t>   H  </a:t>
            </a:r>
            <a:endParaRPr lang="en-US" sz="10400" dirty="0"/>
          </a:p>
          <a:p>
            <a:pPr marL="0" indent="0">
              <a:buNone/>
            </a:pPr>
            <a:endParaRPr lang="en-US" dirty="0">
              <a:solidFill>
                <a:srgbClr val="9966FF"/>
              </a:solidFill>
            </a:endParaRPr>
          </a:p>
          <a:p>
            <a:pPr marL="0" indent="0">
              <a:buNone/>
            </a:pPr>
            <a:endParaRPr lang="en-US" dirty="0">
              <a:solidFill>
                <a:srgbClr val="9966FF"/>
              </a:solidFill>
            </a:endParaRPr>
          </a:p>
        </p:txBody>
      </p:sp>
      <p:sp>
        <p:nvSpPr>
          <p:cNvPr id="4" name="Rectangle 4">
            <a:extLst>
              <a:ext uri="{FF2B5EF4-FFF2-40B4-BE49-F238E27FC236}">
                <a16:creationId xmlns:a16="http://schemas.microsoft.com/office/drawing/2014/main" id="{94913725-B337-BF30-B50C-C9DCD1F96CD6}"/>
              </a:ext>
            </a:extLst>
          </p:cNvPr>
          <p:cNvSpPr>
            <a:spLocks noChangeArrowheads="1"/>
          </p:cNvSpPr>
          <p:nvPr/>
        </p:nvSpPr>
        <p:spPr bwMode="auto">
          <a:xfrm>
            <a:off x="3048000" y="2057400"/>
            <a:ext cx="5562600" cy="372461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a:buFontTx/>
              <a:buChar char="•"/>
            </a:pPr>
            <a:r>
              <a:rPr lang="en-US" altLang="en-US" sz="2200" dirty="0">
                <a:solidFill>
                  <a:srgbClr val="0D0D0D"/>
                </a:solidFill>
                <a:latin typeface="Söhne"/>
              </a:rPr>
              <a:t> Level 1: Node A.</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rgbClr val="0D0D0D"/>
                </a:solidFill>
                <a:effectLst/>
                <a:latin typeface="Söhne"/>
              </a:rPr>
              <a:t> Level 2: Nodes B and C.</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rgbClr val="0D0D0D"/>
                </a:solidFill>
                <a:effectLst/>
                <a:latin typeface="Söhne"/>
              </a:rPr>
              <a:t> Level 3: Nodes D, E, F, and G.</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rgbClr val="0D0D0D"/>
                </a:solidFill>
                <a:effectLst/>
                <a:latin typeface="Söhne"/>
              </a:rPr>
              <a:t> Level 4: Node H.</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0D0D0D"/>
                </a:solidFill>
                <a:effectLst/>
                <a:latin typeface="Söhne"/>
              </a:rPr>
              <a:t>In this example:</a:t>
            </a:r>
            <a:endParaRPr kumimoji="0" lang="en-US" altLang="en-US" sz="2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rgbClr val="0D0D0D"/>
                </a:solidFill>
                <a:effectLst/>
                <a:latin typeface="Söhne"/>
              </a:rPr>
              <a:t> All levels except the last level (Level 4) are  complete.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rgbClr val="0D0D0D"/>
                </a:solidFill>
                <a:effectLst/>
                <a:latin typeface="Söhne"/>
              </a:rPr>
              <a:t> The last level (Level 4) is filled from left to right, with Node H being the leftmost node.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Footer Placeholder 2">
            <a:extLst>
              <a:ext uri="{FF2B5EF4-FFF2-40B4-BE49-F238E27FC236}">
                <a16:creationId xmlns:a16="http://schemas.microsoft.com/office/drawing/2014/main" id="{08C3D4B3-5F4F-A2CF-6C07-3479D2239B92}"/>
              </a:ext>
            </a:extLst>
          </p:cNvPr>
          <p:cNvSpPr>
            <a:spLocks noGrp="1"/>
          </p:cNvSpPr>
          <p:nvPr>
            <p:ph type="ftr" sz="quarter" idx="11"/>
          </p:nvPr>
        </p:nvSpPr>
        <p:spPr/>
        <p:txBody>
          <a:bodyPr/>
          <a:lstStyle/>
          <a:p>
            <a:r>
              <a:rPr lang="en-US"/>
              <a:t>Algorithm and Data Structure </a:t>
            </a:r>
            <a:endParaRPr lang="en-US" dirty="0"/>
          </a:p>
        </p:txBody>
      </p:sp>
      <p:sp>
        <p:nvSpPr>
          <p:cNvPr id="5" name="Slide Number Placeholder 4">
            <a:extLst>
              <a:ext uri="{FF2B5EF4-FFF2-40B4-BE49-F238E27FC236}">
                <a16:creationId xmlns:a16="http://schemas.microsoft.com/office/drawing/2014/main" id="{6B785B11-07C5-8981-9B40-34B927D2266A}"/>
              </a:ext>
            </a:extLst>
          </p:cNvPr>
          <p:cNvSpPr>
            <a:spLocks noGrp="1"/>
          </p:cNvSpPr>
          <p:nvPr>
            <p:ph type="sldNum" sz="quarter" idx="12"/>
          </p:nvPr>
        </p:nvSpPr>
        <p:spPr/>
        <p:txBody>
          <a:bodyPr/>
          <a:lstStyle/>
          <a:p>
            <a:fld id="{95E664E9-BB0A-4932-9D77-E0DDE5779A37}" type="slidenum">
              <a:rPr lang="en-US" smtClean="0"/>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Rectangle 2"/>
          <p:cNvSpPr>
            <a:spLocks noGrp="1" noChangeArrowheads="1"/>
          </p:cNvSpPr>
          <p:nvPr>
            <p:ph type="title"/>
          </p:nvPr>
        </p:nvSpPr>
        <p:spPr>
          <a:xfrm>
            <a:off x="381000" y="152400"/>
            <a:ext cx="8686800" cy="1066800"/>
          </a:xfrm>
        </p:spPr>
        <p:txBody>
          <a:bodyPr>
            <a:normAutofit fontScale="90000"/>
          </a:bodyPr>
          <a:lstStyle/>
          <a:p>
            <a:r>
              <a:rPr lang="en-US" sz="4000" dirty="0"/>
              <a:t>Dynamic Implementation of Binary Tree</a:t>
            </a:r>
          </a:p>
        </p:txBody>
      </p:sp>
      <p:grpSp>
        <p:nvGrpSpPr>
          <p:cNvPr id="2" name="Group 3"/>
          <p:cNvGrpSpPr>
            <a:grpSpLocks/>
          </p:cNvGrpSpPr>
          <p:nvPr/>
        </p:nvGrpSpPr>
        <p:grpSpPr bwMode="auto">
          <a:xfrm>
            <a:off x="228600" y="1219200"/>
            <a:ext cx="8348663" cy="4572000"/>
            <a:chOff x="320" y="960"/>
            <a:chExt cx="5258" cy="2880"/>
          </a:xfrm>
        </p:grpSpPr>
        <p:sp>
          <p:nvSpPr>
            <p:cNvPr id="439300" name="Text Box 4"/>
            <p:cNvSpPr txBox="1">
              <a:spLocks noChangeArrowheads="1"/>
            </p:cNvSpPr>
            <p:nvPr/>
          </p:nvSpPr>
          <p:spPr bwMode="auto">
            <a:xfrm>
              <a:off x="320" y="960"/>
              <a:ext cx="2056" cy="250"/>
            </a:xfrm>
            <a:prstGeom prst="rect">
              <a:avLst/>
            </a:prstGeom>
            <a:noFill/>
            <a:ln w="9525">
              <a:noFill/>
              <a:miter lim="800000"/>
              <a:headEnd/>
              <a:tailEnd/>
            </a:ln>
            <a:effectLst/>
          </p:spPr>
          <p:txBody>
            <a:bodyPr wrap="none" anchor="ctr">
              <a:spAutoFit/>
            </a:bodyPr>
            <a:lstStyle/>
            <a:p>
              <a:pPr algn="ctr">
                <a:spcBef>
                  <a:spcPct val="50000"/>
                </a:spcBef>
              </a:pPr>
              <a:r>
                <a:rPr lang="en-US" sz="2000" b="1">
                  <a:latin typeface="Times New Roman" pitchFamily="18" charset="0"/>
                </a:rPr>
                <a:t>        Linked Implementation</a:t>
              </a:r>
            </a:p>
          </p:txBody>
        </p:sp>
        <p:grpSp>
          <p:nvGrpSpPr>
            <p:cNvPr id="3" name="Group 5"/>
            <p:cNvGrpSpPr>
              <a:grpSpLocks/>
            </p:cNvGrpSpPr>
            <p:nvPr/>
          </p:nvGrpSpPr>
          <p:grpSpPr bwMode="auto">
            <a:xfrm>
              <a:off x="2746" y="1248"/>
              <a:ext cx="528" cy="336"/>
              <a:chOff x="2496" y="672"/>
              <a:chExt cx="864" cy="336"/>
            </a:xfrm>
          </p:grpSpPr>
          <p:sp>
            <p:nvSpPr>
              <p:cNvPr id="439302" name="Rectangle 6"/>
              <p:cNvSpPr>
                <a:spLocks noChangeArrowheads="1"/>
              </p:cNvSpPr>
              <p:nvPr/>
            </p:nvSpPr>
            <p:spPr bwMode="auto">
              <a:xfrm>
                <a:off x="2496" y="672"/>
                <a:ext cx="864" cy="336"/>
              </a:xfrm>
              <a:prstGeom prst="rect">
                <a:avLst/>
              </a:prstGeom>
              <a:solidFill>
                <a:srgbClr val="FFFFFF"/>
              </a:solidFill>
              <a:ln w="9525">
                <a:solidFill>
                  <a:schemeClr val="tx1"/>
                </a:solidFill>
                <a:miter lim="800000"/>
                <a:headEnd/>
                <a:tailEnd/>
              </a:ln>
              <a:effectLst/>
            </p:spPr>
            <p:txBody>
              <a:bodyPr wrap="none" anchor="ctr"/>
              <a:lstStyle/>
              <a:p>
                <a:endParaRPr lang="en-US"/>
              </a:p>
            </p:txBody>
          </p:sp>
          <p:sp>
            <p:nvSpPr>
              <p:cNvPr id="439303" name="Rectangle 7"/>
              <p:cNvSpPr>
                <a:spLocks noChangeArrowheads="1"/>
              </p:cNvSpPr>
              <p:nvPr/>
            </p:nvSpPr>
            <p:spPr bwMode="auto">
              <a:xfrm>
                <a:off x="2496" y="816"/>
                <a:ext cx="432" cy="192"/>
              </a:xfrm>
              <a:prstGeom prst="rect">
                <a:avLst/>
              </a:prstGeom>
              <a:solidFill>
                <a:schemeClr val="folHlink">
                  <a:alpha val="50000"/>
                </a:schemeClr>
              </a:solidFill>
              <a:ln w="9525">
                <a:solidFill>
                  <a:schemeClr val="tx1"/>
                </a:solidFill>
                <a:miter lim="800000"/>
                <a:headEnd/>
                <a:tailEnd/>
              </a:ln>
              <a:effectLst/>
            </p:spPr>
            <p:txBody>
              <a:bodyPr wrap="none" anchor="ctr"/>
              <a:lstStyle/>
              <a:p>
                <a:endParaRPr lang="en-US"/>
              </a:p>
            </p:txBody>
          </p:sp>
          <p:sp>
            <p:nvSpPr>
              <p:cNvPr id="439304" name="Rectangle 8"/>
              <p:cNvSpPr>
                <a:spLocks noChangeArrowheads="1"/>
              </p:cNvSpPr>
              <p:nvPr/>
            </p:nvSpPr>
            <p:spPr bwMode="auto">
              <a:xfrm>
                <a:off x="2928" y="816"/>
                <a:ext cx="432" cy="192"/>
              </a:xfrm>
              <a:prstGeom prst="rect">
                <a:avLst/>
              </a:prstGeom>
              <a:solidFill>
                <a:schemeClr val="folHlink">
                  <a:alpha val="50000"/>
                </a:schemeClr>
              </a:solidFill>
              <a:ln w="9525">
                <a:solidFill>
                  <a:schemeClr val="tx1"/>
                </a:solidFill>
                <a:miter lim="800000"/>
                <a:headEnd/>
                <a:tailEnd/>
              </a:ln>
              <a:effectLst/>
            </p:spPr>
            <p:txBody>
              <a:bodyPr wrap="none" anchor="ctr"/>
              <a:lstStyle/>
              <a:p>
                <a:endParaRPr lang="en-US"/>
              </a:p>
            </p:txBody>
          </p:sp>
        </p:grpSp>
        <p:grpSp>
          <p:nvGrpSpPr>
            <p:cNvPr id="4" name="Group 9"/>
            <p:cNvGrpSpPr>
              <a:grpSpLocks/>
            </p:cNvGrpSpPr>
            <p:nvPr/>
          </p:nvGrpSpPr>
          <p:grpSpPr bwMode="auto">
            <a:xfrm>
              <a:off x="1786" y="1728"/>
              <a:ext cx="480" cy="336"/>
              <a:chOff x="2496" y="672"/>
              <a:chExt cx="864" cy="336"/>
            </a:xfrm>
          </p:grpSpPr>
          <p:sp>
            <p:nvSpPr>
              <p:cNvPr id="439306" name="Rectangle 10"/>
              <p:cNvSpPr>
                <a:spLocks noChangeArrowheads="1"/>
              </p:cNvSpPr>
              <p:nvPr/>
            </p:nvSpPr>
            <p:spPr bwMode="auto">
              <a:xfrm>
                <a:off x="2496" y="672"/>
                <a:ext cx="864" cy="336"/>
              </a:xfrm>
              <a:prstGeom prst="rect">
                <a:avLst/>
              </a:prstGeom>
              <a:solidFill>
                <a:srgbClr val="FFFFFF"/>
              </a:solidFill>
              <a:ln w="9525">
                <a:solidFill>
                  <a:schemeClr val="tx1"/>
                </a:solidFill>
                <a:miter lim="800000"/>
                <a:headEnd/>
                <a:tailEnd/>
              </a:ln>
              <a:effectLst/>
            </p:spPr>
            <p:txBody>
              <a:bodyPr wrap="none" anchor="ctr"/>
              <a:lstStyle/>
              <a:p>
                <a:endParaRPr lang="en-US"/>
              </a:p>
            </p:txBody>
          </p:sp>
          <p:sp>
            <p:nvSpPr>
              <p:cNvPr id="439307" name="Rectangle 11"/>
              <p:cNvSpPr>
                <a:spLocks noChangeArrowheads="1"/>
              </p:cNvSpPr>
              <p:nvPr/>
            </p:nvSpPr>
            <p:spPr bwMode="auto">
              <a:xfrm>
                <a:off x="2496" y="816"/>
                <a:ext cx="432" cy="192"/>
              </a:xfrm>
              <a:prstGeom prst="rect">
                <a:avLst/>
              </a:prstGeom>
              <a:solidFill>
                <a:schemeClr val="folHlink">
                  <a:alpha val="50000"/>
                </a:schemeClr>
              </a:solidFill>
              <a:ln w="9525">
                <a:solidFill>
                  <a:schemeClr val="tx1"/>
                </a:solidFill>
                <a:miter lim="800000"/>
                <a:headEnd/>
                <a:tailEnd/>
              </a:ln>
              <a:effectLst/>
            </p:spPr>
            <p:txBody>
              <a:bodyPr wrap="none" anchor="ctr"/>
              <a:lstStyle/>
              <a:p>
                <a:endParaRPr lang="en-US"/>
              </a:p>
            </p:txBody>
          </p:sp>
          <p:sp>
            <p:nvSpPr>
              <p:cNvPr id="439308" name="Rectangle 12"/>
              <p:cNvSpPr>
                <a:spLocks noChangeArrowheads="1"/>
              </p:cNvSpPr>
              <p:nvPr/>
            </p:nvSpPr>
            <p:spPr bwMode="auto">
              <a:xfrm>
                <a:off x="2928" y="816"/>
                <a:ext cx="432" cy="192"/>
              </a:xfrm>
              <a:prstGeom prst="rect">
                <a:avLst/>
              </a:prstGeom>
              <a:solidFill>
                <a:schemeClr val="folHlink">
                  <a:alpha val="50000"/>
                </a:schemeClr>
              </a:solidFill>
              <a:ln w="9525">
                <a:solidFill>
                  <a:schemeClr val="tx1"/>
                </a:solidFill>
                <a:miter lim="800000"/>
                <a:headEnd/>
                <a:tailEnd/>
              </a:ln>
              <a:effectLst/>
            </p:spPr>
            <p:txBody>
              <a:bodyPr wrap="none" anchor="ctr"/>
              <a:lstStyle/>
              <a:p>
                <a:endParaRPr lang="en-US"/>
              </a:p>
            </p:txBody>
          </p:sp>
        </p:grpSp>
        <p:grpSp>
          <p:nvGrpSpPr>
            <p:cNvPr id="5" name="Group 13"/>
            <p:cNvGrpSpPr>
              <a:grpSpLocks/>
            </p:cNvGrpSpPr>
            <p:nvPr/>
          </p:nvGrpSpPr>
          <p:grpSpPr bwMode="auto">
            <a:xfrm>
              <a:off x="3754" y="1776"/>
              <a:ext cx="480" cy="336"/>
              <a:chOff x="2496" y="672"/>
              <a:chExt cx="864" cy="336"/>
            </a:xfrm>
          </p:grpSpPr>
          <p:sp>
            <p:nvSpPr>
              <p:cNvPr id="439310" name="Rectangle 14"/>
              <p:cNvSpPr>
                <a:spLocks noChangeArrowheads="1"/>
              </p:cNvSpPr>
              <p:nvPr/>
            </p:nvSpPr>
            <p:spPr bwMode="auto">
              <a:xfrm>
                <a:off x="2496" y="672"/>
                <a:ext cx="864" cy="336"/>
              </a:xfrm>
              <a:prstGeom prst="rect">
                <a:avLst/>
              </a:prstGeom>
              <a:solidFill>
                <a:srgbClr val="FFFFFF"/>
              </a:solidFill>
              <a:ln w="9525">
                <a:solidFill>
                  <a:schemeClr val="tx1"/>
                </a:solidFill>
                <a:miter lim="800000"/>
                <a:headEnd/>
                <a:tailEnd/>
              </a:ln>
              <a:effectLst/>
            </p:spPr>
            <p:txBody>
              <a:bodyPr wrap="none" anchor="ctr"/>
              <a:lstStyle/>
              <a:p>
                <a:endParaRPr lang="en-US"/>
              </a:p>
            </p:txBody>
          </p:sp>
          <p:sp>
            <p:nvSpPr>
              <p:cNvPr id="439311" name="Rectangle 15"/>
              <p:cNvSpPr>
                <a:spLocks noChangeArrowheads="1"/>
              </p:cNvSpPr>
              <p:nvPr/>
            </p:nvSpPr>
            <p:spPr bwMode="auto">
              <a:xfrm>
                <a:off x="2496" y="816"/>
                <a:ext cx="432" cy="192"/>
              </a:xfrm>
              <a:prstGeom prst="rect">
                <a:avLst/>
              </a:prstGeom>
              <a:solidFill>
                <a:schemeClr val="folHlink">
                  <a:alpha val="50000"/>
                </a:schemeClr>
              </a:solidFill>
              <a:ln w="9525">
                <a:solidFill>
                  <a:schemeClr val="tx1"/>
                </a:solidFill>
                <a:miter lim="800000"/>
                <a:headEnd/>
                <a:tailEnd/>
              </a:ln>
              <a:effectLst/>
            </p:spPr>
            <p:txBody>
              <a:bodyPr wrap="none" anchor="ctr"/>
              <a:lstStyle/>
              <a:p>
                <a:endParaRPr lang="en-US"/>
              </a:p>
            </p:txBody>
          </p:sp>
          <p:sp>
            <p:nvSpPr>
              <p:cNvPr id="439312" name="Rectangle 16"/>
              <p:cNvSpPr>
                <a:spLocks noChangeArrowheads="1"/>
              </p:cNvSpPr>
              <p:nvPr/>
            </p:nvSpPr>
            <p:spPr bwMode="auto">
              <a:xfrm>
                <a:off x="2928" y="816"/>
                <a:ext cx="432" cy="192"/>
              </a:xfrm>
              <a:prstGeom prst="rect">
                <a:avLst/>
              </a:prstGeom>
              <a:solidFill>
                <a:schemeClr val="folHlink">
                  <a:alpha val="50000"/>
                </a:schemeClr>
              </a:solidFill>
              <a:ln w="9525">
                <a:solidFill>
                  <a:schemeClr val="tx1"/>
                </a:solidFill>
                <a:miter lim="800000"/>
                <a:headEnd/>
                <a:tailEnd/>
              </a:ln>
              <a:effectLst/>
            </p:spPr>
            <p:txBody>
              <a:bodyPr wrap="none" anchor="ctr"/>
              <a:lstStyle/>
              <a:p>
                <a:endParaRPr lang="en-US"/>
              </a:p>
            </p:txBody>
          </p:sp>
        </p:grpSp>
        <p:grpSp>
          <p:nvGrpSpPr>
            <p:cNvPr id="6" name="Group 17"/>
            <p:cNvGrpSpPr>
              <a:grpSpLocks/>
            </p:cNvGrpSpPr>
            <p:nvPr/>
          </p:nvGrpSpPr>
          <p:grpSpPr bwMode="auto">
            <a:xfrm>
              <a:off x="3370" y="2400"/>
              <a:ext cx="432" cy="336"/>
              <a:chOff x="2496" y="672"/>
              <a:chExt cx="864" cy="336"/>
            </a:xfrm>
          </p:grpSpPr>
          <p:sp>
            <p:nvSpPr>
              <p:cNvPr id="439314" name="Rectangle 18"/>
              <p:cNvSpPr>
                <a:spLocks noChangeArrowheads="1"/>
              </p:cNvSpPr>
              <p:nvPr/>
            </p:nvSpPr>
            <p:spPr bwMode="auto">
              <a:xfrm>
                <a:off x="2496" y="672"/>
                <a:ext cx="864" cy="336"/>
              </a:xfrm>
              <a:prstGeom prst="rect">
                <a:avLst/>
              </a:prstGeom>
              <a:solidFill>
                <a:srgbClr val="FFFFFF"/>
              </a:solidFill>
              <a:ln w="9525">
                <a:solidFill>
                  <a:schemeClr val="tx1"/>
                </a:solidFill>
                <a:miter lim="800000"/>
                <a:headEnd/>
                <a:tailEnd/>
              </a:ln>
              <a:effectLst/>
            </p:spPr>
            <p:txBody>
              <a:bodyPr wrap="none" anchor="ctr"/>
              <a:lstStyle/>
              <a:p>
                <a:endParaRPr lang="en-US"/>
              </a:p>
            </p:txBody>
          </p:sp>
          <p:sp>
            <p:nvSpPr>
              <p:cNvPr id="439315" name="Rectangle 19"/>
              <p:cNvSpPr>
                <a:spLocks noChangeArrowheads="1"/>
              </p:cNvSpPr>
              <p:nvPr/>
            </p:nvSpPr>
            <p:spPr bwMode="auto">
              <a:xfrm>
                <a:off x="2496" y="816"/>
                <a:ext cx="432" cy="192"/>
              </a:xfrm>
              <a:prstGeom prst="rect">
                <a:avLst/>
              </a:prstGeom>
              <a:solidFill>
                <a:schemeClr val="folHlink">
                  <a:alpha val="50000"/>
                </a:schemeClr>
              </a:solidFill>
              <a:ln w="9525">
                <a:solidFill>
                  <a:schemeClr val="tx1"/>
                </a:solidFill>
                <a:miter lim="800000"/>
                <a:headEnd/>
                <a:tailEnd/>
              </a:ln>
              <a:effectLst/>
            </p:spPr>
            <p:txBody>
              <a:bodyPr wrap="none" anchor="ctr"/>
              <a:lstStyle/>
              <a:p>
                <a:endParaRPr lang="en-US"/>
              </a:p>
            </p:txBody>
          </p:sp>
          <p:sp>
            <p:nvSpPr>
              <p:cNvPr id="439316" name="Rectangle 20"/>
              <p:cNvSpPr>
                <a:spLocks noChangeArrowheads="1"/>
              </p:cNvSpPr>
              <p:nvPr/>
            </p:nvSpPr>
            <p:spPr bwMode="auto">
              <a:xfrm>
                <a:off x="2928" y="816"/>
                <a:ext cx="432" cy="192"/>
              </a:xfrm>
              <a:prstGeom prst="rect">
                <a:avLst/>
              </a:prstGeom>
              <a:solidFill>
                <a:schemeClr val="folHlink">
                  <a:alpha val="50000"/>
                </a:schemeClr>
              </a:solidFill>
              <a:ln w="9525">
                <a:solidFill>
                  <a:schemeClr val="tx1"/>
                </a:solidFill>
                <a:miter lim="800000"/>
                <a:headEnd/>
                <a:tailEnd/>
              </a:ln>
              <a:effectLst/>
            </p:spPr>
            <p:txBody>
              <a:bodyPr wrap="none" anchor="ctr"/>
              <a:lstStyle/>
              <a:p>
                <a:endParaRPr lang="en-US"/>
              </a:p>
            </p:txBody>
          </p:sp>
        </p:grpSp>
        <p:grpSp>
          <p:nvGrpSpPr>
            <p:cNvPr id="7" name="Group 21"/>
            <p:cNvGrpSpPr>
              <a:grpSpLocks/>
            </p:cNvGrpSpPr>
            <p:nvPr/>
          </p:nvGrpSpPr>
          <p:grpSpPr bwMode="auto">
            <a:xfrm>
              <a:off x="4810" y="2400"/>
              <a:ext cx="480" cy="336"/>
              <a:chOff x="2496" y="672"/>
              <a:chExt cx="864" cy="336"/>
            </a:xfrm>
          </p:grpSpPr>
          <p:sp>
            <p:nvSpPr>
              <p:cNvPr id="439318" name="Rectangle 22"/>
              <p:cNvSpPr>
                <a:spLocks noChangeArrowheads="1"/>
              </p:cNvSpPr>
              <p:nvPr/>
            </p:nvSpPr>
            <p:spPr bwMode="auto">
              <a:xfrm>
                <a:off x="2496" y="672"/>
                <a:ext cx="864" cy="336"/>
              </a:xfrm>
              <a:prstGeom prst="rect">
                <a:avLst/>
              </a:prstGeom>
              <a:solidFill>
                <a:srgbClr val="FFFFFF"/>
              </a:solidFill>
              <a:ln w="9525">
                <a:solidFill>
                  <a:schemeClr val="tx1"/>
                </a:solidFill>
                <a:miter lim="800000"/>
                <a:headEnd/>
                <a:tailEnd/>
              </a:ln>
              <a:effectLst/>
            </p:spPr>
            <p:txBody>
              <a:bodyPr wrap="none" anchor="ctr"/>
              <a:lstStyle/>
              <a:p>
                <a:endParaRPr lang="en-US"/>
              </a:p>
            </p:txBody>
          </p:sp>
          <p:sp>
            <p:nvSpPr>
              <p:cNvPr id="439319" name="Rectangle 23"/>
              <p:cNvSpPr>
                <a:spLocks noChangeArrowheads="1"/>
              </p:cNvSpPr>
              <p:nvPr/>
            </p:nvSpPr>
            <p:spPr bwMode="auto">
              <a:xfrm>
                <a:off x="2496" y="816"/>
                <a:ext cx="432" cy="192"/>
              </a:xfrm>
              <a:prstGeom prst="rect">
                <a:avLst/>
              </a:prstGeom>
              <a:solidFill>
                <a:schemeClr val="folHlink">
                  <a:alpha val="50000"/>
                </a:schemeClr>
              </a:solidFill>
              <a:ln w="9525">
                <a:solidFill>
                  <a:schemeClr val="tx1"/>
                </a:solidFill>
                <a:miter lim="800000"/>
                <a:headEnd/>
                <a:tailEnd/>
              </a:ln>
              <a:effectLst/>
            </p:spPr>
            <p:txBody>
              <a:bodyPr wrap="none" anchor="ctr"/>
              <a:lstStyle/>
              <a:p>
                <a:endParaRPr lang="en-US"/>
              </a:p>
            </p:txBody>
          </p:sp>
          <p:sp>
            <p:nvSpPr>
              <p:cNvPr id="439320" name="Rectangle 24"/>
              <p:cNvSpPr>
                <a:spLocks noChangeArrowheads="1"/>
              </p:cNvSpPr>
              <p:nvPr/>
            </p:nvSpPr>
            <p:spPr bwMode="auto">
              <a:xfrm>
                <a:off x="2928" y="816"/>
                <a:ext cx="432" cy="192"/>
              </a:xfrm>
              <a:prstGeom prst="rect">
                <a:avLst/>
              </a:prstGeom>
              <a:solidFill>
                <a:schemeClr val="folHlink">
                  <a:alpha val="50000"/>
                </a:schemeClr>
              </a:solidFill>
              <a:ln w="9525">
                <a:solidFill>
                  <a:schemeClr val="tx1"/>
                </a:solidFill>
                <a:miter lim="800000"/>
                <a:headEnd/>
                <a:tailEnd/>
              </a:ln>
              <a:effectLst/>
            </p:spPr>
            <p:txBody>
              <a:bodyPr wrap="none" anchor="ctr"/>
              <a:lstStyle/>
              <a:p>
                <a:endParaRPr lang="en-US"/>
              </a:p>
            </p:txBody>
          </p:sp>
        </p:grpSp>
        <p:grpSp>
          <p:nvGrpSpPr>
            <p:cNvPr id="8" name="Group 25"/>
            <p:cNvGrpSpPr>
              <a:grpSpLocks/>
            </p:cNvGrpSpPr>
            <p:nvPr/>
          </p:nvGrpSpPr>
          <p:grpSpPr bwMode="auto">
            <a:xfrm>
              <a:off x="2218" y="2400"/>
              <a:ext cx="480" cy="336"/>
              <a:chOff x="2496" y="672"/>
              <a:chExt cx="864" cy="336"/>
            </a:xfrm>
          </p:grpSpPr>
          <p:sp>
            <p:nvSpPr>
              <p:cNvPr id="439322" name="Rectangle 26"/>
              <p:cNvSpPr>
                <a:spLocks noChangeArrowheads="1"/>
              </p:cNvSpPr>
              <p:nvPr/>
            </p:nvSpPr>
            <p:spPr bwMode="auto">
              <a:xfrm>
                <a:off x="2496" y="672"/>
                <a:ext cx="864" cy="336"/>
              </a:xfrm>
              <a:prstGeom prst="rect">
                <a:avLst/>
              </a:prstGeom>
              <a:solidFill>
                <a:srgbClr val="FFFFFF"/>
              </a:solidFill>
              <a:ln w="9525">
                <a:solidFill>
                  <a:schemeClr val="tx1"/>
                </a:solidFill>
                <a:miter lim="800000"/>
                <a:headEnd/>
                <a:tailEnd/>
              </a:ln>
              <a:effectLst/>
            </p:spPr>
            <p:txBody>
              <a:bodyPr wrap="none" anchor="ctr"/>
              <a:lstStyle/>
              <a:p>
                <a:endParaRPr lang="en-US"/>
              </a:p>
            </p:txBody>
          </p:sp>
          <p:sp>
            <p:nvSpPr>
              <p:cNvPr id="439323" name="Rectangle 27"/>
              <p:cNvSpPr>
                <a:spLocks noChangeArrowheads="1"/>
              </p:cNvSpPr>
              <p:nvPr/>
            </p:nvSpPr>
            <p:spPr bwMode="auto">
              <a:xfrm>
                <a:off x="2496" y="816"/>
                <a:ext cx="432" cy="192"/>
              </a:xfrm>
              <a:prstGeom prst="rect">
                <a:avLst/>
              </a:prstGeom>
              <a:solidFill>
                <a:schemeClr val="folHlink">
                  <a:alpha val="50000"/>
                </a:schemeClr>
              </a:solidFill>
              <a:ln w="9525">
                <a:solidFill>
                  <a:schemeClr val="tx1"/>
                </a:solidFill>
                <a:miter lim="800000"/>
                <a:headEnd/>
                <a:tailEnd/>
              </a:ln>
              <a:effectLst/>
            </p:spPr>
            <p:txBody>
              <a:bodyPr wrap="none" anchor="ctr"/>
              <a:lstStyle/>
              <a:p>
                <a:endParaRPr lang="en-US"/>
              </a:p>
            </p:txBody>
          </p:sp>
          <p:sp>
            <p:nvSpPr>
              <p:cNvPr id="439324" name="Rectangle 28"/>
              <p:cNvSpPr>
                <a:spLocks noChangeArrowheads="1"/>
              </p:cNvSpPr>
              <p:nvPr/>
            </p:nvSpPr>
            <p:spPr bwMode="auto">
              <a:xfrm>
                <a:off x="2928" y="816"/>
                <a:ext cx="432" cy="192"/>
              </a:xfrm>
              <a:prstGeom prst="rect">
                <a:avLst/>
              </a:prstGeom>
              <a:solidFill>
                <a:schemeClr val="folHlink">
                  <a:alpha val="50000"/>
                </a:schemeClr>
              </a:solidFill>
              <a:ln w="9525">
                <a:solidFill>
                  <a:schemeClr val="tx1"/>
                </a:solidFill>
                <a:miter lim="800000"/>
                <a:headEnd/>
                <a:tailEnd/>
              </a:ln>
              <a:effectLst/>
            </p:spPr>
            <p:txBody>
              <a:bodyPr wrap="none" anchor="ctr"/>
              <a:lstStyle/>
              <a:p>
                <a:endParaRPr lang="en-US"/>
              </a:p>
            </p:txBody>
          </p:sp>
        </p:grpSp>
        <p:grpSp>
          <p:nvGrpSpPr>
            <p:cNvPr id="9" name="Group 29"/>
            <p:cNvGrpSpPr>
              <a:grpSpLocks/>
            </p:cNvGrpSpPr>
            <p:nvPr/>
          </p:nvGrpSpPr>
          <p:grpSpPr bwMode="auto">
            <a:xfrm>
              <a:off x="874" y="2400"/>
              <a:ext cx="576" cy="336"/>
              <a:chOff x="2496" y="672"/>
              <a:chExt cx="864" cy="336"/>
            </a:xfrm>
          </p:grpSpPr>
          <p:sp>
            <p:nvSpPr>
              <p:cNvPr id="439326" name="Rectangle 30"/>
              <p:cNvSpPr>
                <a:spLocks noChangeArrowheads="1"/>
              </p:cNvSpPr>
              <p:nvPr/>
            </p:nvSpPr>
            <p:spPr bwMode="auto">
              <a:xfrm>
                <a:off x="2496" y="672"/>
                <a:ext cx="864" cy="336"/>
              </a:xfrm>
              <a:prstGeom prst="rect">
                <a:avLst/>
              </a:prstGeom>
              <a:solidFill>
                <a:srgbClr val="FFFFFF"/>
              </a:solidFill>
              <a:ln w="9525">
                <a:solidFill>
                  <a:schemeClr val="tx1"/>
                </a:solidFill>
                <a:miter lim="800000"/>
                <a:headEnd/>
                <a:tailEnd/>
              </a:ln>
              <a:effectLst/>
            </p:spPr>
            <p:txBody>
              <a:bodyPr wrap="none" anchor="ctr"/>
              <a:lstStyle/>
              <a:p>
                <a:endParaRPr lang="en-US"/>
              </a:p>
            </p:txBody>
          </p:sp>
          <p:sp>
            <p:nvSpPr>
              <p:cNvPr id="439327" name="Rectangle 31"/>
              <p:cNvSpPr>
                <a:spLocks noChangeArrowheads="1"/>
              </p:cNvSpPr>
              <p:nvPr/>
            </p:nvSpPr>
            <p:spPr bwMode="auto">
              <a:xfrm>
                <a:off x="2496" y="816"/>
                <a:ext cx="432" cy="192"/>
              </a:xfrm>
              <a:prstGeom prst="rect">
                <a:avLst/>
              </a:prstGeom>
              <a:solidFill>
                <a:schemeClr val="folHlink">
                  <a:alpha val="50000"/>
                </a:schemeClr>
              </a:solidFill>
              <a:ln w="9525">
                <a:solidFill>
                  <a:schemeClr val="tx1"/>
                </a:solidFill>
                <a:miter lim="800000"/>
                <a:headEnd/>
                <a:tailEnd/>
              </a:ln>
              <a:effectLst/>
            </p:spPr>
            <p:txBody>
              <a:bodyPr wrap="none" anchor="ctr"/>
              <a:lstStyle/>
              <a:p>
                <a:endParaRPr lang="en-US"/>
              </a:p>
            </p:txBody>
          </p:sp>
          <p:sp>
            <p:nvSpPr>
              <p:cNvPr id="439328" name="Rectangle 32"/>
              <p:cNvSpPr>
                <a:spLocks noChangeArrowheads="1"/>
              </p:cNvSpPr>
              <p:nvPr/>
            </p:nvSpPr>
            <p:spPr bwMode="auto">
              <a:xfrm>
                <a:off x="2928" y="816"/>
                <a:ext cx="432" cy="192"/>
              </a:xfrm>
              <a:prstGeom prst="rect">
                <a:avLst/>
              </a:prstGeom>
              <a:solidFill>
                <a:schemeClr val="folHlink">
                  <a:alpha val="50000"/>
                </a:schemeClr>
              </a:solidFill>
              <a:ln w="9525">
                <a:solidFill>
                  <a:schemeClr val="tx1"/>
                </a:solidFill>
                <a:miter lim="800000"/>
                <a:headEnd/>
                <a:tailEnd/>
              </a:ln>
              <a:effectLst/>
            </p:spPr>
            <p:txBody>
              <a:bodyPr wrap="none" anchor="ctr"/>
              <a:lstStyle/>
              <a:p>
                <a:endParaRPr lang="en-US"/>
              </a:p>
            </p:txBody>
          </p:sp>
        </p:grpSp>
        <p:sp>
          <p:nvSpPr>
            <p:cNvPr id="439329" name="Line 33"/>
            <p:cNvSpPr>
              <a:spLocks noChangeShapeType="1"/>
            </p:cNvSpPr>
            <p:nvPr/>
          </p:nvSpPr>
          <p:spPr bwMode="auto">
            <a:xfrm flipH="1">
              <a:off x="2122" y="1488"/>
              <a:ext cx="624"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439330" name="Line 34"/>
            <p:cNvSpPr>
              <a:spLocks noChangeShapeType="1"/>
            </p:cNvSpPr>
            <p:nvPr/>
          </p:nvSpPr>
          <p:spPr bwMode="auto">
            <a:xfrm>
              <a:off x="3274" y="1488"/>
              <a:ext cx="576" cy="288"/>
            </a:xfrm>
            <a:prstGeom prst="line">
              <a:avLst/>
            </a:prstGeom>
            <a:noFill/>
            <a:ln w="9525">
              <a:solidFill>
                <a:schemeClr val="tx1"/>
              </a:solidFill>
              <a:round/>
              <a:headEnd/>
              <a:tailEnd type="triangle" w="med" len="med"/>
            </a:ln>
            <a:effectLst/>
          </p:spPr>
          <p:txBody>
            <a:bodyPr wrap="none" anchor="ctr"/>
            <a:lstStyle/>
            <a:p>
              <a:endParaRPr lang="en-US"/>
            </a:p>
          </p:txBody>
        </p:sp>
        <p:sp>
          <p:nvSpPr>
            <p:cNvPr id="439331" name="Line 35"/>
            <p:cNvSpPr>
              <a:spLocks noChangeShapeType="1"/>
            </p:cNvSpPr>
            <p:nvPr/>
          </p:nvSpPr>
          <p:spPr bwMode="auto">
            <a:xfrm flipH="1">
              <a:off x="1210" y="1968"/>
              <a:ext cx="672" cy="432"/>
            </a:xfrm>
            <a:prstGeom prst="line">
              <a:avLst/>
            </a:prstGeom>
            <a:noFill/>
            <a:ln w="9525">
              <a:solidFill>
                <a:schemeClr val="tx1"/>
              </a:solidFill>
              <a:round/>
              <a:headEnd/>
              <a:tailEnd type="triangle" w="med" len="med"/>
            </a:ln>
            <a:effectLst/>
          </p:spPr>
          <p:txBody>
            <a:bodyPr wrap="none" anchor="ctr"/>
            <a:lstStyle/>
            <a:p>
              <a:endParaRPr lang="en-US"/>
            </a:p>
          </p:txBody>
        </p:sp>
        <p:sp>
          <p:nvSpPr>
            <p:cNvPr id="439332" name="Line 36"/>
            <p:cNvSpPr>
              <a:spLocks noChangeShapeType="1"/>
            </p:cNvSpPr>
            <p:nvPr/>
          </p:nvSpPr>
          <p:spPr bwMode="auto">
            <a:xfrm>
              <a:off x="2170" y="1968"/>
              <a:ext cx="336" cy="432"/>
            </a:xfrm>
            <a:prstGeom prst="line">
              <a:avLst/>
            </a:prstGeom>
            <a:noFill/>
            <a:ln w="9525">
              <a:solidFill>
                <a:schemeClr val="tx1"/>
              </a:solidFill>
              <a:round/>
              <a:headEnd/>
              <a:tailEnd type="triangle" w="med" len="med"/>
            </a:ln>
            <a:effectLst/>
          </p:spPr>
          <p:txBody>
            <a:bodyPr wrap="none" anchor="ctr"/>
            <a:lstStyle/>
            <a:p>
              <a:endParaRPr lang="en-US"/>
            </a:p>
          </p:txBody>
        </p:sp>
        <p:sp>
          <p:nvSpPr>
            <p:cNvPr id="439333" name="Line 37"/>
            <p:cNvSpPr>
              <a:spLocks noChangeShapeType="1"/>
            </p:cNvSpPr>
            <p:nvPr/>
          </p:nvSpPr>
          <p:spPr bwMode="auto">
            <a:xfrm flipH="1">
              <a:off x="3610" y="2016"/>
              <a:ext cx="336" cy="384"/>
            </a:xfrm>
            <a:prstGeom prst="line">
              <a:avLst/>
            </a:prstGeom>
            <a:noFill/>
            <a:ln w="9525">
              <a:solidFill>
                <a:schemeClr val="tx1"/>
              </a:solidFill>
              <a:round/>
              <a:headEnd/>
              <a:tailEnd type="triangle" w="med" len="med"/>
            </a:ln>
            <a:effectLst/>
          </p:spPr>
          <p:txBody>
            <a:bodyPr wrap="none" anchor="ctr"/>
            <a:lstStyle/>
            <a:p>
              <a:endParaRPr lang="en-US"/>
            </a:p>
          </p:txBody>
        </p:sp>
        <p:sp>
          <p:nvSpPr>
            <p:cNvPr id="439334" name="Line 38"/>
            <p:cNvSpPr>
              <a:spLocks noChangeShapeType="1"/>
            </p:cNvSpPr>
            <p:nvPr/>
          </p:nvSpPr>
          <p:spPr bwMode="auto">
            <a:xfrm>
              <a:off x="4186" y="2064"/>
              <a:ext cx="768" cy="336"/>
            </a:xfrm>
            <a:prstGeom prst="line">
              <a:avLst/>
            </a:prstGeom>
            <a:noFill/>
            <a:ln w="9525">
              <a:solidFill>
                <a:schemeClr val="tx1"/>
              </a:solidFill>
              <a:round/>
              <a:headEnd/>
              <a:tailEnd type="triangle" w="med" len="med"/>
            </a:ln>
            <a:effectLst/>
          </p:spPr>
          <p:txBody>
            <a:bodyPr wrap="none" anchor="ctr"/>
            <a:lstStyle/>
            <a:p>
              <a:endParaRPr lang="en-US"/>
            </a:p>
          </p:txBody>
        </p:sp>
        <p:grpSp>
          <p:nvGrpSpPr>
            <p:cNvPr id="10" name="Group 39"/>
            <p:cNvGrpSpPr>
              <a:grpSpLocks/>
            </p:cNvGrpSpPr>
            <p:nvPr/>
          </p:nvGrpSpPr>
          <p:grpSpPr bwMode="auto">
            <a:xfrm>
              <a:off x="1114" y="3072"/>
              <a:ext cx="480" cy="336"/>
              <a:chOff x="2496" y="672"/>
              <a:chExt cx="864" cy="336"/>
            </a:xfrm>
          </p:grpSpPr>
          <p:sp>
            <p:nvSpPr>
              <p:cNvPr id="439336" name="Rectangle 40"/>
              <p:cNvSpPr>
                <a:spLocks noChangeArrowheads="1"/>
              </p:cNvSpPr>
              <p:nvPr/>
            </p:nvSpPr>
            <p:spPr bwMode="auto">
              <a:xfrm>
                <a:off x="2496" y="672"/>
                <a:ext cx="864" cy="336"/>
              </a:xfrm>
              <a:prstGeom prst="rect">
                <a:avLst/>
              </a:prstGeom>
              <a:solidFill>
                <a:srgbClr val="FFFFFF"/>
              </a:solidFill>
              <a:ln w="9525">
                <a:solidFill>
                  <a:schemeClr val="tx1"/>
                </a:solidFill>
                <a:miter lim="800000"/>
                <a:headEnd/>
                <a:tailEnd/>
              </a:ln>
              <a:effectLst/>
            </p:spPr>
            <p:txBody>
              <a:bodyPr wrap="none" anchor="ctr"/>
              <a:lstStyle/>
              <a:p>
                <a:endParaRPr lang="en-US"/>
              </a:p>
            </p:txBody>
          </p:sp>
          <p:sp>
            <p:nvSpPr>
              <p:cNvPr id="439337" name="Rectangle 41"/>
              <p:cNvSpPr>
                <a:spLocks noChangeArrowheads="1"/>
              </p:cNvSpPr>
              <p:nvPr/>
            </p:nvSpPr>
            <p:spPr bwMode="auto">
              <a:xfrm>
                <a:off x="2496" y="816"/>
                <a:ext cx="432" cy="192"/>
              </a:xfrm>
              <a:prstGeom prst="rect">
                <a:avLst/>
              </a:prstGeom>
              <a:solidFill>
                <a:schemeClr val="folHlink">
                  <a:alpha val="50000"/>
                </a:schemeClr>
              </a:solidFill>
              <a:ln w="9525">
                <a:solidFill>
                  <a:schemeClr val="tx1"/>
                </a:solidFill>
                <a:miter lim="800000"/>
                <a:headEnd/>
                <a:tailEnd/>
              </a:ln>
              <a:effectLst/>
            </p:spPr>
            <p:txBody>
              <a:bodyPr wrap="none" anchor="ctr"/>
              <a:lstStyle/>
              <a:p>
                <a:endParaRPr lang="en-US"/>
              </a:p>
            </p:txBody>
          </p:sp>
          <p:sp>
            <p:nvSpPr>
              <p:cNvPr id="439338" name="Rectangle 42"/>
              <p:cNvSpPr>
                <a:spLocks noChangeArrowheads="1"/>
              </p:cNvSpPr>
              <p:nvPr/>
            </p:nvSpPr>
            <p:spPr bwMode="auto">
              <a:xfrm>
                <a:off x="2928" y="816"/>
                <a:ext cx="432" cy="192"/>
              </a:xfrm>
              <a:prstGeom prst="rect">
                <a:avLst/>
              </a:prstGeom>
              <a:solidFill>
                <a:schemeClr val="folHlink">
                  <a:alpha val="50000"/>
                </a:schemeClr>
              </a:solidFill>
              <a:ln w="9525">
                <a:solidFill>
                  <a:schemeClr val="tx1"/>
                </a:solidFill>
                <a:miter lim="800000"/>
                <a:headEnd/>
                <a:tailEnd/>
              </a:ln>
              <a:effectLst/>
            </p:spPr>
            <p:txBody>
              <a:bodyPr wrap="none" anchor="ctr"/>
              <a:lstStyle/>
              <a:p>
                <a:endParaRPr lang="en-US"/>
              </a:p>
            </p:txBody>
          </p:sp>
        </p:grpSp>
        <p:sp>
          <p:nvSpPr>
            <p:cNvPr id="439339" name="Line 43"/>
            <p:cNvSpPr>
              <a:spLocks noChangeShapeType="1"/>
            </p:cNvSpPr>
            <p:nvPr/>
          </p:nvSpPr>
          <p:spPr bwMode="auto">
            <a:xfrm>
              <a:off x="1306" y="2688"/>
              <a:ext cx="96" cy="384"/>
            </a:xfrm>
            <a:prstGeom prst="line">
              <a:avLst/>
            </a:prstGeom>
            <a:noFill/>
            <a:ln w="9525">
              <a:solidFill>
                <a:schemeClr val="tx1"/>
              </a:solidFill>
              <a:round/>
              <a:headEnd/>
              <a:tailEnd type="triangle" w="med" len="med"/>
            </a:ln>
            <a:effectLst/>
          </p:spPr>
          <p:txBody>
            <a:bodyPr wrap="none" anchor="ctr"/>
            <a:lstStyle/>
            <a:p>
              <a:endParaRPr lang="en-US"/>
            </a:p>
          </p:txBody>
        </p:sp>
        <p:grpSp>
          <p:nvGrpSpPr>
            <p:cNvPr id="11" name="Group 44"/>
            <p:cNvGrpSpPr>
              <a:grpSpLocks/>
            </p:cNvGrpSpPr>
            <p:nvPr/>
          </p:nvGrpSpPr>
          <p:grpSpPr bwMode="auto">
            <a:xfrm>
              <a:off x="1066" y="3360"/>
              <a:ext cx="288" cy="432"/>
              <a:chOff x="480" y="2064"/>
              <a:chExt cx="288" cy="432"/>
            </a:xfrm>
          </p:grpSpPr>
          <p:sp>
            <p:nvSpPr>
              <p:cNvPr id="439341" name="Line 45"/>
              <p:cNvSpPr>
                <a:spLocks noChangeShapeType="1"/>
              </p:cNvSpPr>
              <p:nvPr/>
            </p:nvSpPr>
            <p:spPr bwMode="auto">
              <a:xfrm>
                <a:off x="624" y="2064"/>
                <a:ext cx="0" cy="336"/>
              </a:xfrm>
              <a:prstGeom prst="line">
                <a:avLst/>
              </a:prstGeom>
              <a:noFill/>
              <a:ln w="9525">
                <a:solidFill>
                  <a:schemeClr val="tx1"/>
                </a:solidFill>
                <a:round/>
                <a:headEnd/>
                <a:tailEnd/>
              </a:ln>
              <a:effectLst/>
            </p:spPr>
            <p:txBody>
              <a:bodyPr wrap="none" anchor="ctr"/>
              <a:lstStyle/>
              <a:p>
                <a:endParaRPr lang="en-US"/>
              </a:p>
            </p:txBody>
          </p:sp>
          <p:sp>
            <p:nvSpPr>
              <p:cNvPr id="439342" name="Line 46"/>
              <p:cNvSpPr>
                <a:spLocks noChangeShapeType="1"/>
              </p:cNvSpPr>
              <p:nvPr/>
            </p:nvSpPr>
            <p:spPr bwMode="auto">
              <a:xfrm>
                <a:off x="480" y="2400"/>
                <a:ext cx="288" cy="0"/>
              </a:xfrm>
              <a:prstGeom prst="line">
                <a:avLst/>
              </a:prstGeom>
              <a:noFill/>
              <a:ln w="9525">
                <a:solidFill>
                  <a:schemeClr val="tx1"/>
                </a:solidFill>
                <a:round/>
                <a:headEnd/>
                <a:tailEnd/>
              </a:ln>
              <a:effectLst/>
            </p:spPr>
            <p:txBody>
              <a:bodyPr wrap="none" anchor="ctr"/>
              <a:lstStyle/>
              <a:p>
                <a:endParaRPr lang="en-US"/>
              </a:p>
            </p:txBody>
          </p:sp>
          <p:sp>
            <p:nvSpPr>
              <p:cNvPr id="439343" name="Line 47"/>
              <p:cNvSpPr>
                <a:spLocks noChangeShapeType="1"/>
              </p:cNvSpPr>
              <p:nvPr/>
            </p:nvSpPr>
            <p:spPr bwMode="auto">
              <a:xfrm>
                <a:off x="528" y="2448"/>
                <a:ext cx="192" cy="0"/>
              </a:xfrm>
              <a:prstGeom prst="line">
                <a:avLst/>
              </a:prstGeom>
              <a:noFill/>
              <a:ln w="9525">
                <a:solidFill>
                  <a:schemeClr val="tx1"/>
                </a:solidFill>
                <a:round/>
                <a:headEnd/>
                <a:tailEnd/>
              </a:ln>
              <a:effectLst/>
            </p:spPr>
            <p:txBody>
              <a:bodyPr wrap="none" anchor="ctr"/>
              <a:lstStyle/>
              <a:p>
                <a:endParaRPr lang="en-US"/>
              </a:p>
            </p:txBody>
          </p:sp>
          <p:sp>
            <p:nvSpPr>
              <p:cNvPr id="439344" name="Line 48"/>
              <p:cNvSpPr>
                <a:spLocks noChangeShapeType="1"/>
              </p:cNvSpPr>
              <p:nvPr/>
            </p:nvSpPr>
            <p:spPr bwMode="auto">
              <a:xfrm>
                <a:off x="576" y="2496"/>
                <a:ext cx="96" cy="0"/>
              </a:xfrm>
              <a:prstGeom prst="line">
                <a:avLst/>
              </a:prstGeom>
              <a:noFill/>
              <a:ln w="9525">
                <a:solidFill>
                  <a:schemeClr val="tx1"/>
                </a:solidFill>
                <a:round/>
                <a:headEnd/>
                <a:tailEnd/>
              </a:ln>
              <a:effectLst/>
            </p:spPr>
            <p:txBody>
              <a:bodyPr wrap="none" anchor="ctr"/>
              <a:lstStyle/>
              <a:p>
                <a:endParaRPr lang="en-US"/>
              </a:p>
            </p:txBody>
          </p:sp>
        </p:grpSp>
        <p:grpSp>
          <p:nvGrpSpPr>
            <p:cNvPr id="12" name="Group 49"/>
            <p:cNvGrpSpPr>
              <a:grpSpLocks/>
            </p:cNvGrpSpPr>
            <p:nvPr/>
          </p:nvGrpSpPr>
          <p:grpSpPr bwMode="auto">
            <a:xfrm>
              <a:off x="2026" y="3024"/>
              <a:ext cx="480" cy="336"/>
              <a:chOff x="2496" y="672"/>
              <a:chExt cx="864" cy="336"/>
            </a:xfrm>
          </p:grpSpPr>
          <p:sp>
            <p:nvSpPr>
              <p:cNvPr id="439346" name="Rectangle 50"/>
              <p:cNvSpPr>
                <a:spLocks noChangeArrowheads="1"/>
              </p:cNvSpPr>
              <p:nvPr/>
            </p:nvSpPr>
            <p:spPr bwMode="auto">
              <a:xfrm>
                <a:off x="2496" y="672"/>
                <a:ext cx="864" cy="336"/>
              </a:xfrm>
              <a:prstGeom prst="rect">
                <a:avLst/>
              </a:prstGeom>
              <a:solidFill>
                <a:srgbClr val="FFFFFF"/>
              </a:solidFill>
              <a:ln w="9525">
                <a:solidFill>
                  <a:schemeClr val="tx1"/>
                </a:solidFill>
                <a:miter lim="800000"/>
                <a:headEnd/>
                <a:tailEnd/>
              </a:ln>
              <a:effectLst/>
            </p:spPr>
            <p:txBody>
              <a:bodyPr wrap="none" anchor="ctr"/>
              <a:lstStyle/>
              <a:p>
                <a:endParaRPr lang="en-US"/>
              </a:p>
            </p:txBody>
          </p:sp>
          <p:sp>
            <p:nvSpPr>
              <p:cNvPr id="439347" name="Rectangle 51"/>
              <p:cNvSpPr>
                <a:spLocks noChangeArrowheads="1"/>
              </p:cNvSpPr>
              <p:nvPr/>
            </p:nvSpPr>
            <p:spPr bwMode="auto">
              <a:xfrm>
                <a:off x="2496" y="816"/>
                <a:ext cx="432" cy="192"/>
              </a:xfrm>
              <a:prstGeom prst="rect">
                <a:avLst/>
              </a:prstGeom>
              <a:solidFill>
                <a:schemeClr val="folHlink">
                  <a:alpha val="50000"/>
                </a:schemeClr>
              </a:solidFill>
              <a:ln w="9525">
                <a:solidFill>
                  <a:schemeClr val="tx1"/>
                </a:solidFill>
                <a:miter lim="800000"/>
                <a:headEnd/>
                <a:tailEnd/>
              </a:ln>
              <a:effectLst/>
            </p:spPr>
            <p:txBody>
              <a:bodyPr wrap="none" anchor="ctr"/>
              <a:lstStyle/>
              <a:p>
                <a:endParaRPr lang="en-US"/>
              </a:p>
            </p:txBody>
          </p:sp>
          <p:sp>
            <p:nvSpPr>
              <p:cNvPr id="439348" name="Rectangle 52"/>
              <p:cNvSpPr>
                <a:spLocks noChangeArrowheads="1"/>
              </p:cNvSpPr>
              <p:nvPr/>
            </p:nvSpPr>
            <p:spPr bwMode="auto">
              <a:xfrm>
                <a:off x="2928" y="816"/>
                <a:ext cx="432" cy="192"/>
              </a:xfrm>
              <a:prstGeom prst="rect">
                <a:avLst/>
              </a:prstGeom>
              <a:solidFill>
                <a:schemeClr val="folHlink">
                  <a:alpha val="50000"/>
                </a:schemeClr>
              </a:solidFill>
              <a:ln w="9525">
                <a:solidFill>
                  <a:schemeClr val="tx1"/>
                </a:solidFill>
                <a:miter lim="800000"/>
                <a:headEnd/>
                <a:tailEnd/>
              </a:ln>
              <a:effectLst/>
            </p:spPr>
            <p:txBody>
              <a:bodyPr wrap="none" anchor="ctr"/>
              <a:lstStyle/>
              <a:p>
                <a:endParaRPr lang="en-US"/>
              </a:p>
            </p:txBody>
          </p:sp>
        </p:grpSp>
        <p:grpSp>
          <p:nvGrpSpPr>
            <p:cNvPr id="13" name="Group 53"/>
            <p:cNvGrpSpPr>
              <a:grpSpLocks/>
            </p:cNvGrpSpPr>
            <p:nvPr/>
          </p:nvGrpSpPr>
          <p:grpSpPr bwMode="auto">
            <a:xfrm>
              <a:off x="2746" y="3072"/>
              <a:ext cx="480" cy="336"/>
              <a:chOff x="2496" y="672"/>
              <a:chExt cx="864" cy="336"/>
            </a:xfrm>
          </p:grpSpPr>
          <p:sp>
            <p:nvSpPr>
              <p:cNvPr id="439350" name="Rectangle 54"/>
              <p:cNvSpPr>
                <a:spLocks noChangeArrowheads="1"/>
              </p:cNvSpPr>
              <p:nvPr/>
            </p:nvSpPr>
            <p:spPr bwMode="auto">
              <a:xfrm>
                <a:off x="2496" y="672"/>
                <a:ext cx="864" cy="336"/>
              </a:xfrm>
              <a:prstGeom prst="rect">
                <a:avLst/>
              </a:prstGeom>
              <a:solidFill>
                <a:srgbClr val="FFFFFF"/>
              </a:solidFill>
              <a:ln w="9525">
                <a:solidFill>
                  <a:schemeClr val="tx1"/>
                </a:solidFill>
                <a:miter lim="800000"/>
                <a:headEnd/>
                <a:tailEnd/>
              </a:ln>
              <a:effectLst/>
            </p:spPr>
            <p:txBody>
              <a:bodyPr wrap="none" anchor="ctr"/>
              <a:lstStyle/>
              <a:p>
                <a:endParaRPr lang="en-US"/>
              </a:p>
            </p:txBody>
          </p:sp>
          <p:sp>
            <p:nvSpPr>
              <p:cNvPr id="439351" name="Rectangle 55"/>
              <p:cNvSpPr>
                <a:spLocks noChangeArrowheads="1"/>
              </p:cNvSpPr>
              <p:nvPr/>
            </p:nvSpPr>
            <p:spPr bwMode="auto">
              <a:xfrm>
                <a:off x="2496" y="816"/>
                <a:ext cx="432" cy="192"/>
              </a:xfrm>
              <a:prstGeom prst="rect">
                <a:avLst/>
              </a:prstGeom>
              <a:solidFill>
                <a:schemeClr val="folHlink">
                  <a:alpha val="50000"/>
                </a:schemeClr>
              </a:solidFill>
              <a:ln w="9525">
                <a:solidFill>
                  <a:schemeClr val="tx1"/>
                </a:solidFill>
                <a:miter lim="800000"/>
                <a:headEnd/>
                <a:tailEnd/>
              </a:ln>
              <a:effectLst/>
            </p:spPr>
            <p:txBody>
              <a:bodyPr wrap="none" anchor="ctr"/>
              <a:lstStyle/>
              <a:p>
                <a:endParaRPr lang="en-US"/>
              </a:p>
            </p:txBody>
          </p:sp>
          <p:sp>
            <p:nvSpPr>
              <p:cNvPr id="439352" name="Rectangle 56"/>
              <p:cNvSpPr>
                <a:spLocks noChangeArrowheads="1"/>
              </p:cNvSpPr>
              <p:nvPr/>
            </p:nvSpPr>
            <p:spPr bwMode="auto">
              <a:xfrm>
                <a:off x="2928" y="816"/>
                <a:ext cx="432" cy="192"/>
              </a:xfrm>
              <a:prstGeom prst="rect">
                <a:avLst/>
              </a:prstGeom>
              <a:solidFill>
                <a:schemeClr val="folHlink">
                  <a:alpha val="50000"/>
                </a:schemeClr>
              </a:solidFill>
              <a:ln w="9525">
                <a:solidFill>
                  <a:schemeClr val="tx1"/>
                </a:solidFill>
                <a:miter lim="800000"/>
                <a:headEnd/>
                <a:tailEnd/>
              </a:ln>
              <a:effectLst/>
            </p:spPr>
            <p:txBody>
              <a:bodyPr wrap="none" anchor="ctr"/>
              <a:lstStyle/>
              <a:p>
                <a:endParaRPr lang="en-US"/>
              </a:p>
            </p:txBody>
          </p:sp>
        </p:grpSp>
        <p:grpSp>
          <p:nvGrpSpPr>
            <p:cNvPr id="14" name="Group 57"/>
            <p:cNvGrpSpPr>
              <a:grpSpLocks/>
            </p:cNvGrpSpPr>
            <p:nvPr/>
          </p:nvGrpSpPr>
          <p:grpSpPr bwMode="auto">
            <a:xfrm>
              <a:off x="3514" y="3072"/>
              <a:ext cx="480" cy="336"/>
              <a:chOff x="2496" y="672"/>
              <a:chExt cx="864" cy="336"/>
            </a:xfrm>
          </p:grpSpPr>
          <p:sp>
            <p:nvSpPr>
              <p:cNvPr id="439354" name="Rectangle 58"/>
              <p:cNvSpPr>
                <a:spLocks noChangeArrowheads="1"/>
              </p:cNvSpPr>
              <p:nvPr/>
            </p:nvSpPr>
            <p:spPr bwMode="auto">
              <a:xfrm>
                <a:off x="2496" y="672"/>
                <a:ext cx="864" cy="336"/>
              </a:xfrm>
              <a:prstGeom prst="rect">
                <a:avLst/>
              </a:prstGeom>
              <a:solidFill>
                <a:srgbClr val="FFFFFF"/>
              </a:solidFill>
              <a:ln w="9525">
                <a:solidFill>
                  <a:schemeClr val="tx1"/>
                </a:solidFill>
                <a:miter lim="800000"/>
                <a:headEnd/>
                <a:tailEnd/>
              </a:ln>
              <a:effectLst/>
            </p:spPr>
            <p:txBody>
              <a:bodyPr wrap="none" anchor="ctr"/>
              <a:lstStyle/>
              <a:p>
                <a:endParaRPr lang="en-US"/>
              </a:p>
            </p:txBody>
          </p:sp>
          <p:sp>
            <p:nvSpPr>
              <p:cNvPr id="439355" name="Rectangle 59"/>
              <p:cNvSpPr>
                <a:spLocks noChangeArrowheads="1"/>
              </p:cNvSpPr>
              <p:nvPr/>
            </p:nvSpPr>
            <p:spPr bwMode="auto">
              <a:xfrm>
                <a:off x="2496" y="816"/>
                <a:ext cx="432" cy="192"/>
              </a:xfrm>
              <a:prstGeom prst="rect">
                <a:avLst/>
              </a:prstGeom>
              <a:solidFill>
                <a:schemeClr val="folHlink">
                  <a:alpha val="50000"/>
                </a:schemeClr>
              </a:solidFill>
              <a:ln w="9525">
                <a:solidFill>
                  <a:schemeClr val="tx1"/>
                </a:solidFill>
                <a:miter lim="800000"/>
                <a:headEnd/>
                <a:tailEnd/>
              </a:ln>
              <a:effectLst/>
            </p:spPr>
            <p:txBody>
              <a:bodyPr wrap="none" anchor="ctr"/>
              <a:lstStyle/>
              <a:p>
                <a:endParaRPr lang="en-US"/>
              </a:p>
            </p:txBody>
          </p:sp>
          <p:sp>
            <p:nvSpPr>
              <p:cNvPr id="439356" name="Rectangle 60"/>
              <p:cNvSpPr>
                <a:spLocks noChangeArrowheads="1"/>
              </p:cNvSpPr>
              <p:nvPr/>
            </p:nvSpPr>
            <p:spPr bwMode="auto">
              <a:xfrm>
                <a:off x="2928" y="816"/>
                <a:ext cx="432" cy="192"/>
              </a:xfrm>
              <a:prstGeom prst="rect">
                <a:avLst/>
              </a:prstGeom>
              <a:solidFill>
                <a:schemeClr val="folHlink">
                  <a:alpha val="50000"/>
                </a:schemeClr>
              </a:solidFill>
              <a:ln w="9525">
                <a:solidFill>
                  <a:schemeClr val="tx1"/>
                </a:solidFill>
                <a:miter lim="800000"/>
                <a:headEnd/>
                <a:tailEnd/>
              </a:ln>
              <a:effectLst/>
            </p:spPr>
            <p:txBody>
              <a:bodyPr wrap="none" anchor="ctr"/>
              <a:lstStyle/>
              <a:p>
                <a:endParaRPr lang="en-US"/>
              </a:p>
            </p:txBody>
          </p:sp>
        </p:grpSp>
        <p:grpSp>
          <p:nvGrpSpPr>
            <p:cNvPr id="15" name="Group 61"/>
            <p:cNvGrpSpPr>
              <a:grpSpLocks/>
            </p:cNvGrpSpPr>
            <p:nvPr/>
          </p:nvGrpSpPr>
          <p:grpSpPr bwMode="auto">
            <a:xfrm>
              <a:off x="4282" y="3072"/>
              <a:ext cx="480" cy="336"/>
              <a:chOff x="2496" y="672"/>
              <a:chExt cx="864" cy="336"/>
            </a:xfrm>
          </p:grpSpPr>
          <p:sp>
            <p:nvSpPr>
              <p:cNvPr id="439358" name="Rectangle 62"/>
              <p:cNvSpPr>
                <a:spLocks noChangeArrowheads="1"/>
              </p:cNvSpPr>
              <p:nvPr/>
            </p:nvSpPr>
            <p:spPr bwMode="auto">
              <a:xfrm>
                <a:off x="2496" y="672"/>
                <a:ext cx="864" cy="336"/>
              </a:xfrm>
              <a:prstGeom prst="rect">
                <a:avLst/>
              </a:prstGeom>
              <a:solidFill>
                <a:srgbClr val="FFFFFF"/>
              </a:solidFill>
              <a:ln w="9525">
                <a:solidFill>
                  <a:schemeClr val="tx1"/>
                </a:solidFill>
                <a:miter lim="800000"/>
                <a:headEnd/>
                <a:tailEnd/>
              </a:ln>
              <a:effectLst/>
            </p:spPr>
            <p:txBody>
              <a:bodyPr wrap="none" anchor="ctr"/>
              <a:lstStyle/>
              <a:p>
                <a:endParaRPr lang="en-US"/>
              </a:p>
            </p:txBody>
          </p:sp>
          <p:sp>
            <p:nvSpPr>
              <p:cNvPr id="439359" name="Rectangle 63"/>
              <p:cNvSpPr>
                <a:spLocks noChangeArrowheads="1"/>
              </p:cNvSpPr>
              <p:nvPr/>
            </p:nvSpPr>
            <p:spPr bwMode="auto">
              <a:xfrm>
                <a:off x="2496" y="816"/>
                <a:ext cx="432" cy="192"/>
              </a:xfrm>
              <a:prstGeom prst="rect">
                <a:avLst/>
              </a:prstGeom>
              <a:solidFill>
                <a:schemeClr val="folHlink">
                  <a:alpha val="50000"/>
                </a:schemeClr>
              </a:solidFill>
              <a:ln w="9525">
                <a:solidFill>
                  <a:schemeClr val="tx1"/>
                </a:solidFill>
                <a:miter lim="800000"/>
                <a:headEnd/>
                <a:tailEnd/>
              </a:ln>
              <a:effectLst/>
            </p:spPr>
            <p:txBody>
              <a:bodyPr wrap="none" anchor="ctr"/>
              <a:lstStyle/>
              <a:p>
                <a:endParaRPr lang="en-US"/>
              </a:p>
            </p:txBody>
          </p:sp>
          <p:sp>
            <p:nvSpPr>
              <p:cNvPr id="439360" name="Rectangle 64"/>
              <p:cNvSpPr>
                <a:spLocks noChangeArrowheads="1"/>
              </p:cNvSpPr>
              <p:nvPr/>
            </p:nvSpPr>
            <p:spPr bwMode="auto">
              <a:xfrm>
                <a:off x="2928" y="816"/>
                <a:ext cx="432" cy="192"/>
              </a:xfrm>
              <a:prstGeom prst="rect">
                <a:avLst/>
              </a:prstGeom>
              <a:solidFill>
                <a:schemeClr val="folHlink">
                  <a:alpha val="50000"/>
                </a:schemeClr>
              </a:solidFill>
              <a:ln w="9525">
                <a:solidFill>
                  <a:schemeClr val="tx1"/>
                </a:solidFill>
                <a:miter lim="800000"/>
                <a:headEnd/>
                <a:tailEnd/>
              </a:ln>
              <a:effectLst/>
            </p:spPr>
            <p:txBody>
              <a:bodyPr wrap="none" anchor="ctr"/>
              <a:lstStyle/>
              <a:p>
                <a:endParaRPr lang="en-US"/>
              </a:p>
            </p:txBody>
          </p:sp>
        </p:grpSp>
        <p:grpSp>
          <p:nvGrpSpPr>
            <p:cNvPr id="16" name="Group 65"/>
            <p:cNvGrpSpPr>
              <a:grpSpLocks/>
            </p:cNvGrpSpPr>
            <p:nvPr/>
          </p:nvGrpSpPr>
          <p:grpSpPr bwMode="auto">
            <a:xfrm>
              <a:off x="5002" y="3072"/>
              <a:ext cx="480" cy="336"/>
              <a:chOff x="2496" y="672"/>
              <a:chExt cx="864" cy="336"/>
            </a:xfrm>
          </p:grpSpPr>
          <p:sp>
            <p:nvSpPr>
              <p:cNvPr id="439362" name="Rectangle 66"/>
              <p:cNvSpPr>
                <a:spLocks noChangeArrowheads="1"/>
              </p:cNvSpPr>
              <p:nvPr/>
            </p:nvSpPr>
            <p:spPr bwMode="auto">
              <a:xfrm>
                <a:off x="2496" y="672"/>
                <a:ext cx="864" cy="336"/>
              </a:xfrm>
              <a:prstGeom prst="rect">
                <a:avLst/>
              </a:prstGeom>
              <a:solidFill>
                <a:srgbClr val="FFFFFF"/>
              </a:solidFill>
              <a:ln w="9525">
                <a:solidFill>
                  <a:schemeClr val="tx1"/>
                </a:solidFill>
                <a:miter lim="800000"/>
                <a:headEnd/>
                <a:tailEnd/>
              </a:ln>
              <a:effectLst/>
            </p:spPr>
            <p:txBody>
              <a:bodyPr wrap="none" anchor="ctr"/>
              <a:lstStyle/>
              <a:p>
                <a:endParaRPr lang="en-US"/>
              </a:p>
            </p:txBody>
          </p:sp>
          <p:sp>
            <p:nvSpPr>
              <p:cNvPr id="439363" name="Rectangle 67"/>
              <p:cNvSpPr>
                <a:spLocks noChangeArrowheads="1"/>
              </p:cNvSpPr>
              <p:nvPr/>
            </p:nvSpPr>
            <p:spPr bwMode="auto">
              <a:xfrm>
                <a:off x="2496" y="816"/>
                <a:ext cx="432" cy="192"/>
              </a:xfrm>
              <a:prstGeom prst="rect">
                <a:avLst/>
              </a:prstGeom>
              <a:solidFill>
                <a:schemeClr val="folHlink">
                  <a:alpha val="50000"/>
                </a:schemeClr>
              </a:solidFill>
              <a:ln w="9525">
                <a:solidFill>
                  <a:schemeClr val="tx1"/>
                </a:solidFill>
                <a:miter lim="800000"/>
                <a:headEnd/>
                <a:tailEnd/>
              </a:ln>
              <a:effectLst/>
            </p:spPr>
            <p:txBody>
              <a:bodyPr wrap="none" anchor="ctr"/>
              <a:lstStyle/>
              <a:p>
                <a:endParaRPr lang="en-US"/>
              </a:p>
            </p:txBody>
          </p:sp>
          <p:sp>
            <p:nvSpPr>
              <p:cNvPr id="439364" name="Rectangle 68"/>
              <p:cNvSpPr>
                <a:spLocks noChangeArrowheads="1"/>
              </p:cNvSpPr>
              <p:nvPr/>
            </p:nvSpPr>
            <p:spPr bwMode="auto">
              <a:xfrm>
                <a:off x="2928" y="816"/>
                <a:ext cx="432" cy="192"/>
              </a:xfrm>
              <a:prstGeom prst="rect">
                <a:avLst/>
              </a:prstGeom>
              <a:solidFill>
                <a:schemeClr val="folHlink">
                  <a:alpha val="50000"/>
                </a:schemeClr>
              </a:solidFill>
              <a:ln w="9525">
                <a:solidFill>
                  <a:schemeClr val="tx1"/>
                </a:solidFill>
                <a:miter lim="800000"/>
                <a:headEnd/>
                <a:tailEnd/>
              </a:ln>
              <a:effectLst/>
            </p:spPr>
            <p:txBody>
              <a:bodyPr wrap="none" anchor="ctr"/>
              <a:lstStyle/>
              <a:p>
                <a:endParaRPr lang="en-US"/>
              </a:p>
            </p:txBody>
          </p:sp>
        </p:grpSp>
        <p:sp>
          <p:nvSpPr>
            <p:cNvPr id="439365" name="Line 69"/>
            <p:cNvSpPr>
              <a:spLocks noChangeShapeType="1"/>
            </p:cNvSpPr>
            <p:nvPr/>
          </p:nvSpPr>
          <p:spPr bwMode="auto">
            <a:xfrm flipH="1">
              <a:off x="2170" y="2688"/>
              <a:ext cx="144" cy="336"/>
            </a:xfrm>
            <a:prstGeom prst="line">
              <a:avLst/>
            </a:prstGeom>
            <a:noFill/>
            <a:ln w="9525">
              <a:solidFill>
                <a:schemeClr val="tx1"/>
              </a:solidFill>
              <a:round/>
              <a:headEnd/>
              <a:tailEnd type="triangle" w="med" len="med"/>
            </a:ln>
            <a:effectLst/>
          </p:spPr>
          <p:txBody>
            <a:bodyPr wrap="none" anchor="ctr"/>
            <a:lstStyle/>
            <a:p>
              <a:endParaRPr lang="en-US"/>
            </a:p>
          </p:txBody>
        </p:sp>
        <p:sp>
          <p:nvSpPr>
            <p:cNvPr id="439366" name="Line 70"/>
            <p:cNvSpPr>
              <a:spLocks noChangeShapeType="1"/>
            </p:cNvSpPr>
            <p:nvPr/>
          </p:nvSpPr>
          <p:spPr bwMode="auto">
            <a:xfrm>
              <a:off x="2602" y="2688"/>
              <a:ext cx="288" cy="384"/>
            </a:xfrm>
            <a:prstGeom prst="line">
              <a:avLst/>
            </a:prstGeom>
            <a:noFill/>
            <a:ln w="9525">
              <a:solidFill>
                <a:schemeClr val="tx1"/>
              </a:solidFill>
              <a:round/>
              <a:headEnd/>
              <a:tailEnd type="triangle" w="med" len="med"/>
            </a:ln>
            <a:effectLst/>
          </p:spPr>
          <p:txBody>
            <a:bodyPr wrap="none" anchor="ctr"/>
            <a:lstStyle/>
            <a:p>
              <a:endParaRPr lang="en-US"/>
            </a:p>
          </p:txBody>
        </p:sp>
        <p:sp>
          <p:nvSpPr>
            <p:cNvPr id="439367" name="Line 71"/>
            <p:cNvSpPr>
              <a:spLocks noChangeShapeType="1"/>
            </p:cNvSpPr>
            <p:nvPr/>
          </p:nvSpPr>
          <p:spPr bwMode="auto">
            <a:xfrm>
              <a:off x="3658" y="2640"/>
              <a:ext cx="192" cy="432"/>
            </a:xfrm>
            <a:prstGeom prst="line">
              <a:avLst/>
            </a:prstGeom>
            <a:noFill/>
            <a:ln w="9525">
              <a:solidFill>
                <a:schemeClr val="tx1"/>
              </a:solidFill>
              <a:round/>
              <a:headEnd/>
              <a:tailEnd type="triangle" w="med" len="med"/>
            </a:ln>
            <a:effectLst/>
          </p:spPr>
          <p:txBody>
            <a:bodyPr wrap="none" anchor="ctr"/>
            <a:lstStyle/>
            <a:p>
              <a:endParaRPr lang="en-US"/>
            </a:p>
          </p:txBody>
        </p:sp>
        <p:sp>
          <p:nvSpPr>
            <p:cNvPr id="439368" name="Line 72"/>
            <p:cNvSpPr>
              <a:spLocks noChangeShapeType="1"/>
            </p:cNvSpPr>
            <p:nvPr/>
          </p:nvSpPr>
          <p:spPr bwMode="auto">
            <a:xfrm flipH="1">
              <a:off x="4618" y="2688"/>
              <a:ext cx="336" cy="384"/>
            </a:xfrm>
            <a:prstGeom prst="line">
              <a:avLst/>
            </a:prstGeom>
            <a:noFill/>
            <a:ln w="9525">
              <a:solidFill>
                <a:schemeClr val="tx1"/>
              </a:solidFill>
              <a:round/>
              <a:headEnd/>
              <a:tailEnd type="triangle" w="med" len="med"/>
            </a:ln>
            <a:effectLst/>
          </p:spPr>
          <p:txBody>
            <a:bodyPr wrap="none" anchor="ctr"/>
            <a:lstStyle/>
            <a:p>
              <a:endParaRPr lang="en-US"/>
            </a:p>
          </p:txBody>
        </p:sp>
        <p:sp>
          <p:nvSpPr>
            <p:cNvPr id="439369" name="Line 73"/>
            <p:cNvSpPr>
              <a:spLocks noChangeShapeType="1"/>
            </p:cNvSpPr>
            <p:nvPr/>
          </p:nvSpPr>
          <p:spPr bwMode="auto">
            <a:xfrm>
              <a:off x="5146" y="2640"/>
              <a:ext cx="240" cy="432"/>
            </a:xfrm>
            <a:prstGeom prst="line">
              <a:avLst/>
            </a:prstGeom>
            <a:noFill/>
            <a:ln w="9525">
              <a:solidFill>
                <a:schemeClr val="tx1"/>
              </a:solidFill>
              <a:round/>
              <a:headEnd/>
              <a:tailEnd type="triangle" w="med" len="med"/>
            </a:ln>
            <a:effectLst/>
          </p:spPr>
          <p:txBody>
            <a:bodyPr wrap="none" anchor="ctr"/>
            <a:lstStyle/>
            <a:p>
              <a:endParaRPr lang="en-US"/>
            </a:p>
          </p:txBody>
        </p:sp>
        <p:grpSp>
          <p:nvGrpSpPr>
            <p:cNvPr id="17" name="Group 74"/>
            <p:cNvGrpSpPr>
              <a:grpSpLocks/>
            </p:cNvGrpSpPr>
            <p:nvPr/>
          </p:nvGrpSpPr>
          <p:grpSpPr bwMode="auto">
            <a:xfrm>
              <a:off x="3274" y="2640"/>
              <a:ext cx="288" cy="432"/>
              <a:chOff x="480" y="2064"/>
              <a:chExt cx="288" cy="432"/>
            </a:xfrm>
          </p:grpSpPr>
          <p:sp>
            <p:nvSpPr>
              <p:cNvPr id="439371" name="Line 75"/>
              <p:cNvSpPr>
                <a:spLocks noChangeShapeType="1"/>
              </p:cNvSpPr>
              <p:nvPr/>
            </p:nvSpPr>
            <p:spPr bwMode="auto">
              <a:xfrm>
                <a:off x="624" y="2064"/>
                <a:ext cx="0" cy="336"/>
              </a:xfrm>
              <a:prstGeom prst="line">
                <a:avLst/>
              </a:prstGeom>
              <a:noFill/>
              <a:ln w="9525">
                <a:solidFill>
                  <a:schemeClr val="tx1"/>
                </a:solidFill>
                <a:round/>
                <a:headEnd/>
                <a:tailEnd/>
              </a:ln>
              <a:effectLst/>
            </p:spPr>
            <p:txBody>
              <a:bodyPr wrap="none" anchor="ctr"/>
              <a:lstStyle/>
              <a:p>
                <a:endParaRPr lang="en-US"/>
              </a:p>
            </p:txBody>
          </p:sp>
          <p:sp>
            <p:nvSpPr>
              <p:cNvPr id="439372" name="Line 76"/>
              <p:cNvSpPr>
                <a:spLocks noChangeShapeType="1"/>
              </p:cNvSpPr>
              <p:nvPr/>
            </p:nvSpPr>
            <p:spPr bwMode="auto">
              <a:xfrm>
                <a:off x="480" y="2400"/>
                <a:ext cx="288" cy="0"/>
              </a:xfrm>
              <a:prstGeom prst="line">
                <a:avLst/>
              </a:prstGeom>
              <a:noFill/>
              <a:ln w="9525">
                <a:solidFill>
                  <a:schemeClr val="tx1"/>
                </a:solidFill>
                <a:round/>
                <a:headEnd/>
                <a:tailEnd/>
              </a:ln>
              <a:effectLst/>
            </p:spPr>
            <p:txBody>
              <a:bodyPr wrap="none" anchor="ctr"/>
              <a:lstStyle/>
              <a:p>
                <a:endParaRPr lang="en-US"/>
              </a:p>
            </p:txBody>
          </p:sp>
          <p:sp>
            <p:nvSpPr>
              <p:cNvPr id="439373" name="Line 77"/>
              <p:cNvSpPr>
                <a:spLocks noChangeShapeType="1"/>
              </p:cNvSpPr>
              <p:nvPr/>
            </p:nvSpPr>
            <p:spPr bwMode="auto">
              <a:xfrm>
                <a:off x="528" y="2448"/>
                <a:ext cx="192" cy="0"/>
              </a:xfrm>
              <a:prstGeom prst="line">
                <a:avLst/>
              </a:prstGeom>
              <a:noFill/>
              <a:ln w="9525">
                <a:solidFill>
                  <a:schemeClr val="tx1"/>
                </a:solidFill>
                <a:round/>
                <a:headEnd/>
                <a:tailEnd/>
              </a:ln>
              <a:effectLst/>
            </p:spPr>
            <p:txBody>
              <a:bodyPr wrap="none" anchor="ctr"/>
              <a:lstStyle/>
              <a:p>
                <a:endParaRPr lang="en-US"/>
              </a:p>
            </p:txBody>
          </p:sp>
          <p:sp>
            <p:nvSpPr>
              <p:cNvPr id="439374" name="Line 78"/>
              <p:cNvSpPr>
                <a:spLocks noChangeShapeType="1"/>
              </p:cNvSpPr>
              <p:nvPr/>
            </p:nvSpPr>
            <p:spPr bwMode="auto">
              <a:xfrm>
                <a:off x="576" y="2496"/>
                <a:ext cx="96" cy="0"/>
              </a:xfrm>
              <a:prstGeom prst="line">
                <a:avLst/>
              </a:prstGeom>
              <a:noFill/>
              <a:ln w="9525">
                <a:solidFill>
                  <a:schemeClr val="tx1"/>
                </a:solidFill>
                <a:round/>
                <a:headEnd/>
                <a:tailEnd/>
              </a:ln>
              <a:effectLst/>
            </p:spPr>
            <p:txBody>
              <a:bodyPr wrap="none" anchor="ctr"/>
              <a:lstStyle/>
              <a:p>
                <a:endParaRPr lang="en-US"/>
              </a:p>
            </p:txBody>
          </p:sp>
        </p:grpSp>
        <p:grpSp>
          <p:nvGrpSpPr>
            <p:cNvPr id="18" name="Group 79"/>
            <p:cNvGrpSpPr>
              <a:grpSpLocks/>
            </p:cNvGrpSpPr>
            <p:nvPr/>
          </p:nvGrpSpPr>
          <p:grpSpPr bwMode="auto">
            <a:xfrm>
              <a:off x="826" y="2688"/>
              <a:ext cx="288" cy="432"/>
              <a:chOff x="480" y="2064"/>
              <a:chExt cx="288" cy="432"/>
            </a:xfrm>
          </p:grpSpPr>
          <p:sp>
            <p:nvSpPr>
              <p:cNvPr id="439376" name="Line 80"/>
              <p:cNvSpPr>
                <a:spLocks noChangeShapeType="1"/>
              </p:cNvSpPr>
              <p:nvPr/>
            </p:nvSpPr>
            <p:spPr bwMode="auto">
              <a:xfrm>
                <a:off x="624" y="2064"/>
                <a:ext cx="0" cy="336"/>
              </a:xfrm>
              <a:prstGeom prst="line">
                <a:avLst/>
              </a:prstGeom>
              <a:noFill/>
              <a:ln w="9525">
                <a:solidFill>
                  <a:schemeClr val="tx1"/>
                </a:solidFill>
                <a:round/>
                <a:headEnd/>
                <a:tailEnd/>
              </a:ln>
              <a:effectLst/>
            </p:spPr>
            <p:txBody>
              <a:bodyPr wrap="none" anchor="ctr"/>
              <a:lstStyle/>
              <a:p>
                <a:endParaRPr lang="en-US"/>
              </a:p>
            </p:txBody>
          </p:sp>
          <p:sp>
            <p:nvSpPr>
              <p:cNvPr id="439377" name="Line 81"/>
              <p:cNvSpPr>
                <a:spLocks noChangeShapeType="1"/>
              </p:cNvSpPr>
              <p:nvPr/>
            </p:nvSpPr>
            <p:spPr bwMode="auto">
              <a:xfrm>
                <a:off x="480" y="2400"/>
                <a:ext cx="288" cy="0"/>
              </a:xfrm>
              <a:prstGeom prst="line">
                <a:avLst/>
              </a:prstGeom>
              <a:noFill/>
              <a:ln w="9525">
                <a:solidFill>
                  <a:schemeClr val="tx1"/>
                </a:solidFill>
                <a:round/>
                <a:headEnd/>
                <a:tailEnd/>
              </a:ln>
              <a:effectLst/>
            </p:spPr>
            <p:txBody>
              <a:bodyPr wrap="none" anchor="ctr"/>
              <a:lstStyle/>
              <a:p>
                <a:endParaRPr lang="en-US"/>
              </a:p>
            </p:txBody>
          </p:sp>
          <p:sp>
            <p:nvSpPr>
              <p:cNvPr id="439378" name="Line 82"/>
              <p:cNvSpPr>
                <a:spLocks noChangeShapeType="1"/>
              </p:cNvSpPr>
              <p:nvPr/>
            </p:nvSpPr>
            <p:spPr bwMode="auto">
              <a:xfrm>
                <a:off x="528" y="2448"/>
                <a:ext cx="192" cy="0"/>
              </a:xfrm>
              <a:prstGeom prst="line">
                <a:avLst/>
              </a:prstGeom>
              <a:noFill/>
              <a:ln w="9525">
                <a:solidFill>
                  <a:schemeClr val="tx1"/>
                </a:solidFill>
                <a:round/>
                <a:headEnd/>
                <a:tailEnd/>
              </a:ln>
              <a:effectLst/>
            </p:spPr>
            <p:txBody>
              <a:bodyPr wrap="none" anchor="ctr"/>
              <a:lstStyle/>
              <a:p>
                <a:endParaRPr lang="en-US"/>
              </a:p>
            </p:txBody>
          </p:sp>
          <p:sp>
            <p:nvSpPr>
              <p:cNvPr id="439379" name="Line 83"/>
              <p:cNvSpPr>
                <a:spLocks noChangeShapeType="1"/>
              </p:cNvSpPr>
              <p:nvPr/>
            </p:nvSpPr>
            <p:spPr bwMode="auto">
              <a:xfrm>
                <a:off x="576" y="2496"/>
                <a:ext cx="96" cy="0"/>
              </a:xfrm>
              <a:prstGeom prst="line">
                <a:avLst/>
              </a:prstGeom>
              <a:noFill/>
              <a:ln w="9525">
                <a:solidFill>
                  <a:schemeClr val="tx1"/>
                </a:solidFill>
                <a:round/>
                <a:headEnd/>
                <a:tailEnd/>
              </a:ln>
              <a:effectLst/>
            </p:spPr>
            <p:txBody>
              <a:bodyPr wrap="none" anchor="ctr"/>
              <a:lstStyle/>
              <a:p>
                <a:endParaRPr lang="en-US"/>
              </a:p>
            </p:txBody>
          </p:sp>
        </p:grpSp>
        <p:grpSp>
          <p:nvGrpSpPr>
            <p:cNvPr id="19" name="Group 84"/>
            <p:cNvGrpSpPr>
              <a:grpSpLocks/>
            </p:cNvGrpSpPr>
            <p:nvPr/>
          </p:nvGrpSpPr>
          <p:grpSpPr bwMode="auto">
            <a:xfrm>
              <a:off x="1402" y="3360"/>
              <a:ext cx="288" cy="432"/>
              <a:chOff x="480" y="2064"/>
              <a:chExt cx="288" cy="432"/>
            </a:xfrm>
          </p:grpSpPr>
          <p:sp>
            <p:nvSpPr>
              <p:cNvPr id="439381" name="Line 85"/>
              <p:cNvSpPr>
                <a:spLocks noChangeShapeType="1"/>
              </p:cNvSpPr>
              <p:nvPr/>
            </p:nvSpPr>
            <p:spPr bwMode="auto">
              <a:xfrm>
                <a:off x="624" y="2064"/>
                <a:ext cx="0" cy="336"/>
              </a:xfrm>
              <a:prstGeom prst="line">
                <a:avLst/>
              </a:prstGeom>
              <a:noFill/>
              <a:ln w="9525">
                <a:solidFill>
                  <a:schemeClr val="tx1"/>
                </a:solidFill>
                <a:round/>
                <a:headEnd/>
                <a:tailEnd/>
              </a:ln>
              <a:effectLst/>
            </p:spPr>
            <p:txBody>
              <a:bodyPr wrap="none" anchor="ctr"/>
              <a:lstStyle/>
              <a:p>
                <a:endParaRPr lang="en-US"/>
              </a:p>
            </p:txBody>
          </p:sp>
          <p:sp>
            <p:nvSpPr>
              <p:cNvPr id="439382" name="Line 86"/>
              <p:cNvSpPr>
                <a:spLocks noChangeShapeType="1"/>
              </p:cNvSpPr>
              <p:nvPr/>
            </p:nvSpPr>
            <p:spPr bwMode="auto">
              <a:xfrm>
                <a:off x="480" y="2400"/>
                <a:ext cx="288" cy="0"/>
              </a:xfrm>
              <a:prstGeom prst="line">
                <a:avLst/>
              </a:prstGeom>
              <a:noFill/>
              <a:ln w="9525">
                <a:solidFill>
                  <a:schemeClr val="tx1"/>
                </a:solidFill>
                <a:round/>
                <a:headEnd/>
                <a:tailEnd/>
              </a:ln>
              <a:effectLst/>
            </p:spPr>
            <p:txBody>
              <a:bodyPr wrap="none" anchor="ctr"/>
              <a:lstStyle/>
              <a:p>
                <a:endParaRPr lang="en-US"/>
              </a:p>
            </p:txBody>
          </p:sp>
          <p:sp>
            <p:nvSpPr>
              <p:cNvPr id="439383" name="Line 87"/>
              <p:cNvSpPr>
                <a:spLocks noChangeShapeType="1"/>
              </p:cNvSpPr>
              <p:nvPr/>
            </p:nvSpPr>
            <p:spPr bwMode="auto">
              <a:xfrm>
                <a:off x="528" y="2448"/>
                <a:ext cx="192" cy="0"/>
              </a:xfrm>
              <a:prstGeom prst="line">
                <a:avLst/>
              </a:prstGeom>
              <a:noFill/>
              <a:ln w="9525">
                <a:solidFill>
                  <a:schemeClr val="tx1"/>
                </a:solidFill>
                <a:round/>
                <a:headEnd/>
                <a:tailEnd/>
              </a:ln>
              <a:effectLst/>
            </p:spPr>
            <p:txBody>
              <a:bodyPr wrap="none" anchor="ctr"/>
              <a:lstStyle/>
              <a:p>
                <a:endParaRPr lang="en-US"/>
              </a:p>
            </p:txBody>
          </p:sp>
          <p:sp>
            <p:nvSpPr>
              <p:cNvPr id="439384" name="Line 88"/>
              <p:cNvSpPr>
                <a:spLocks noChangeShapeType="1"/>
              </p:cNvSpPr>
              <p:nvPr/>
            </p:nvSpPr>
            <p:spPr bwMode="auto">
              <a:xfrm>
                <a:off x="576" y="2496"/>
                <a:ext cx="96" cy="0"/>
              </a:xfrm>
              <a:prstGeom prst="line">
                <a:avLst/>
              </a:prstGeom>
              <a:noFill/>
              <a:ln w="9525">
                <a:solidFill>
                  <a:schemeClr val="tx1"/>
                </a:solidFill>
                <a:round/>
                <a:headEnd/>
                <a:tailEnd/>
              </a:ln>
              <a:effectLst/>
            </p:spPr>
            <p:txBody>
              <a:bodyPr wrap="none" anchor="ctr"/>
              <a:lstStyle/>
              <a:p>
                <a:endParaRPr lang="en-US"/>
              </a:p>
            </p:txBody>
          </p:sp>
        </p:grpSp>
        <p:grpSp>
          <p:nvGrpSpPr>
            <p:cNvPr id="20" name="Group 89"/>
            <p:cNvGrpSpPr>
              <a:grpSpLocks/>
            </p:cNvGrpSpPr>
            <p:nvPr/>
          </p:nvGrpSpPr>
          <p:grpSpPr bwMode="auto">
            <a:xfrm>
              <a:off x="1930" y="3264"/>
              <a:ext cx="288" cy="432"/>
              <a:chOff x="480" y="2064"/>
              <a:chExt cx="288" cy="432"/>
            </a:xfrm>
          </p:grpSpPr>
          <p:sp>
            <p:nvSpPr>
              <p:cNvPr id="439386" name="Line 90"/>
              <p:cNvSpPr>
                <a:spLocks noChangeShapeType="1"/>
              </p:cNvSpPr>
              <p:nvPr/>
            </p:nvSpPr>
            <p:spPr bwMode="auto">
              <a:xfrm>
                <a:off x="624" y="2064"/>
                <a:ext cx="0" cy="336"/>
              </a:xfrm>
              <a:prstGeom prst="line">
                <a:avLst/>
              </a:prstGeom>
              <a:noFill/>
              <a:ln w="9525">
                <a:solidFill>
                  <a:schemeClr val="tx1"/>
                </a:solidFill>
                <a:round/>
                <a:headEnd/>
                <a:tailEnd/>
              </a:ln>
              <a:effectLst/>
            </p:spPr>
            <p:txBody>
              <a:bodyPr wrap="none" anchor="ctr"/>
              <a:lstStyle/>
              <a:p>
                <a:endParaRPr lang="en-US"/>
              </a:p>
            </p:txBody>
          </p:sp>
          <p:sp>
            <p:nvSpPr>
              <p:cNvPr id="439387" name="Line 91"/>
              <p:cNvSpPr>
                <a:spLocks noChangeShapeType="1"/>
              </p:cNvSpPr>
              <p:nvPr/>
            </p:nvSpPr>
            <p:spPr bwMode="auto">
              <a:xfrm>
                <a:off x="480" y="2400"/>
                <a:ext cx="288" cy="0"/>
              </a:xfrm>
              <a:prstGeom prst="line">
                <a:avLst/>
              </a:prstGeom>
              <a:noFill/>
              <a:ln w="9525">
                <a:solidFill>
                  <a:schemeClr val="tx1"/>
                </a:solidFill>
                <a:round/>
                <a:headEnd/>
                <a:tailEnd/>
              </a:ln>
              <a:effectLst/>
            </p:spPr>
            <p:txBody>
              <a:bodyPr wrap="none" anchor="ctr"/>
              <a:lstStyle/>
              <a:p>
                <a:endParaRPr lang="en-US"/>
              </a:p>
            </p:txBody>
          </p:sp>
          <p:sp>
            <p:nvSpPr>
              <p:cNvPr id="439388" name="Line 92"/>
              <p:cNvSpPr>
                <a:spLocks noChangeShapeType="1"/>
              </p:cNvSpPr>
              <p:nvPr/>
            </p:nvSpPr>
            <p:spPr bwMode="auto">
              <a:xfrm>
                <a:off x="528" y="2448"/>
                <a:ext cx="192" cy="0"/>
              </a:xfrm>
              <a:prstGeom prst="line">
                <a:avLst/>
              </a:prstGeom>
              <a:noFill/>
              <a:ln w="9525">
                <a:solidFill>
                  <a:schemeClr val="tx1"/>
                </a:solidFill>
                <a:round/>
                <a:headEnd/>
                <a:tailEnd/>
              </a:ln>
              <a:effectLst/>
            </p:spPr>
            <p:txBody>
              <a:bodyPr wrap="none" anchor="ctr"/>
              <a:lstStyle/>
              <a:p>
                <a:endParaRPr lang="en-US"/>
              </a:p>
            </p:txBody>
          </p:sp>
          <p:sp>
            <p:nvSpPr>
              <p:cNvPr id="439389" name="Line 93"/>
              <p:cNvSpPr>
                <a:spLocks noChangeShapeType="1"/>
              </p:cNvSpPr>
              <p:nvPr/>
            </p:nvSpPr>
            <p:spPr bwMode="auto">
              <a:xfrm>
                <a:off x="576" y="2496"/>
                <a:ext cx="96" cy="0"/>
              </a:xfrm>
              <a:prstGeom prst="line">
                <a:avLst/>
              </a:prstGeom>
              <a:noFill/>
              <a:ln w="9525">
                <a:solidFill>
                  <a:schemeClr val="tx1"/>
                </a:solidFill>
                <a:round/>
                <a:headEnd/>
                <a:tailEnd/>
              </a:ln>
              <a:effectLst/>
            </p:spPr>
            <p:txBody>
              <a:bodyPr wrap="none" anchor="ctr"/>
              <a:lstStyle/>
              <a:p>
                <a:endParaRPr lang="en-US"/>
              </a:p>
            </p:txBody>
          </p:sp>
        </p:grpSp>
        <p:grpSp>
          <p:nvGrpSpPr>
            <p:cNvPr id="21" name="Group 94"/>
            <p:cNvGrpSpPr>
              <a:grpSpLocks/>
            </p:cNvGrpSpPr>
            <p:nvPr/>
          </p:nvGrpSpPr>
          <p:grpSpPr bwMode="auto">
            <a:xfrm>
              <a:off x="2266" y="3264"/>
              <a:ext cx="288" cy="432"/>
              <a:chOff x="480" y="2064"/>
              <a:chExt cx="288" cy="432"/>
            </a:xfrm>
          </p:grpSpPr>
          <p:sp>
            <p:nvSpPr>
              <p:cNvPr id="439391" name="Line 95"/>
              <p:cNvSpPr>
                <a:spLocks noChangeShapeType="1"/>
              </p:cNvSpPr>
              <p:nvPr/>
            </p:nvSpPr>
            <p:spPr bwMode="auto">
              <a:xfrm>
                <a:off x="624" y="2064"/>
                <a:ext cx="0" cy="336"/>
              </a:xfrm>
              <a:prstGeom prst="line">
                <a:avLst/>
              </a:prstGeom>
              <a:noFill/>
              <a:ln w="9525">
                <a:solidFill>
                  <a:schemeClr val="tx1"/>
                </a:solidFill>
                <a:round/>
                <a:headEnd/>
                <a:tailEnd/>
              </a:ln>
              <a:effectLst/>
            </p:spPr>
            <p:txBody>
              <a:bodyPr wrap="none" anchor="ctr"/>
              <a:lstStyle/>
              <a:p>
                <a:endParaRPr lang="en-US"/>
              </a:p>
            </p:txBody>
          </p:sp>
          <p:sp>
            <p:nvSpPr>
              <p:cNvPr id="439392" name="Line 96"/>
              <p:cNvSpPr>
                <a:spLocks noChangeShapeType="1"/>
              </p:cNvSpPr>
              <p:nvPr/>
            </p:nvSpPr>
            <p:spPr bwMode="auto">
              <a:xfrm>
                <a:off x="480" y="2400"/>
                <a:ext cx="288" cy="0"/>
              </a:xfrm>
              <a:prstGeom prst="line">
                <a:avLst/>
              </a:prstGeom>
              <a:noFill/>
              <a:ln w="9525">
                <a:solidFill>
                  <a:schemeClr val="tx1"/>
                </a:solidFill>
                <a:round/>
                <a:headEnd/>
                <a:tailEnd/>
              </a:ln>
              <a:effectLst/>
            </p:spPr>
            <p:txBody>
              <a:bodyPr wrap="none" anchor="ctr"/>
              <a:lstStyle/>
              <a:p>
                <a:endParaRPr lang="en-US"/>
              </a:p>
            </p:txBody>
          </p:sp>
          <p:sp>
            <p:nvSpPr>
              <p:cNvPr id="439393" name="Line 97"/>
              <p:cNvSpPr>
                <a:spLocks noChangeShapeType="1"/>
              </p:cNvSpPr>
              <p:nvPr/>
            </p:nvSpPr>
            <p:spPr bwMode="auto">
              <a:xfrm>
                <a:off x="528" y="2448"/>
                <a:ext cx="192" cy="0"/>
              </a:xfrm>
              <a:prstGeom prst="line">
                <a:avLst/>
              </a:prstGeom>
              <a:noFill/>
              <a:ln w="9525">
                <a:solidFill>
                  <a:schemeClr val="tx1"/>
                </a:solidFill>
                <a:round/>
                <a:headEnd/>
                <a:tailEnd/>
              </a:ln>
              <a:effectLst/>
            </p:spPr>
            <p:txBody>
              <a:bodyPr wrap="none" anchor="ctr"/>
              <a:lstStyle/>
              <a:p>
                <a:endParaRPr lang="en-US"/>
              </a:p>
            </p:txBody>
          </p:sp>
          <p:sp>
            <p:nvSpPr>
              <p:cNvPr id="439394" name="Line 98"/>
              <p:cNvSpPr>
                <a:spLocks noChangeShapeType="1"/>
              </p:cNvSpPr>
              <p:nvPr/>
            </p:nvSpPr>
            <p:spPr bwMode="auto">
              <a:xfrm>
                <a:off x="576" y="2496"/>
                <a:ext cx="96" cy="0"/>
              </a:xfrm>
              <a:prstGeom prst="line">
                <a:avLst/>
              </a:prstGeom>
              <a:noFill/>
              <a:ln w="9525">
                <a:solidFill>
                  <a:schemeClr val="tx1"/>
                </a:solidFill>
                <a:round/>
                <a:headEnd/>
                <a:tailEnd/>
              </a:ln>
              <a:effectLst/>
            </p:spPr>
            <p:txBody>
              <a:bodyPr wrap="none" anchor="ctr"/>
              <a:lstStyle/>
              <a:p>
                <a:endParaRPr lang="en-US"/>
              </a:p>
            </p:txBody>
          </p:sp>
        </p:grpSp>
        <p:grpSp>
          <p:nvGrpSpPr>
            <p:cNvPr id="22" name="Group 99"/>
            <p:cNvGrpSpPr>
              <a:grpSpLocks/>
            </p:cNvGrpSpPr>
            <p:nvPr/>
          </p:nvGrpSpPr>
          <p:grpSpPr bwMode="auto">
            <a:xfrm>
              <a:off x="2698" y="3360"/>
              <a:ext cx="288" cy="432"/>
              <a:chOff x="480" y="2064"/>
              <a:chExt cx="288" cy="432"/>
            </a:xfrm>
          </p:grpSpPr>
          <p:sp>
            <p:nvSpPr>
              <p:cNvPr id="439396" name="Line 100"/>
              <p:cNvSpPr>
                <a:spLocks noChangeShapeType="1"/>
              </p:cNvSpPr>
              <p:nvPr/>
            </p:nvSpPr>
            <p:spPr bwMode="auto">
              <a:xfrm>
                <a:off x="624" y="2064"/>
                <a:ext cx="0" cy="336"/>
              </a:xfrm>
              <a:prstGeom prst="line">
                <a:avLst/>
              </a:prstGeom>
              <a:noFill/>
              <a:ln w="9525">
                <a:solidFill>
                  <a:schemeClr val="tx1"/>
                </a:solidFill>
                <a:round/>
                <a:headEnd/>
                <a:tailEnd/>
              </a:ln>
              <a:effectLst/>
            </p:spPr>
            <p:txBody>
              <a:bodyPr wrap="none" anchor="ctr"/>
              <a:lstStyle/>
              <a:p>
                <a:endParaRPr lang="en-US"/>
              </a:p>
            </p:txBody>
          </p:sp>
          <p:sp>
            <p:nvSpPr>
              <p:cNvPr id="439397" name="Line 101"/>
              <p:cNvSpPr>
                <a:spLocks noChangeShapeType="1"/>
              </p:cNvSpPr>
              <p:nvPr/>
            </p:nvSpPr>
            <p:spPr bwMode="auto">
              <a:xfrm>
                <a:off x="480" y="2400"/>
                <a:ext cx="288" cy="0"/>
              </a:xfrm>
              <a:prstGeom prst="line">
                <a:avLst/>
              </a:prstGeom>
              <a:noFill/>
              <a:ln w="9525">
                <a:solidFill>
                  <a:schemeClr val="tx1"/>
                </a:solidFill>
                <a:round/>
                <a:headEnd/>
                <a:tailEnd/>
              </a:ln>
              <a:effectLst/>
            </p:spPr>
            <p:txBody>
              <a:bodyPr wrap="none" anchor="ctr"/>
              <a:lstStyle/>
              <a:p>
                <a:endParaRPr lang="en-US"/>
              </a:p>
            </p:txBody>
          </p:sp>
          <p:sp>
            <p:nvSpPr>
              <p:cNvPr id="439398" name="Line 102"/>
              <p:cNvSpPr>
                <a:spLocks noChangeShapeType="1"/>
              </p:cNvSpPr>
              <p:nvPr/>
            </p:nvSpPr>
            <p:spPr bwMode="auto">
              <a:xfrm>
                <a:off x="528" y="2448"/>
                <a:ext cx="192" cy="0"/>
              </a:xfrm>
              <a:prstGeom prst="line">
                <a:avLst/>
              </a:prstGeom>
              <a:noFill/>
              <a:ln w="9525">
                <a:solidFill>
                  <a:schemeClr val="tx1"/>
                </a:solidFill>
                <a:round/>
                <a:headEnd/>
                <a:tailEnd/>
              </a:ln>
              <a:effectLst/>
            </p:spPr>
            <p:txBody>
              <a:bodyPr wrap="none" anchor="ctr"/>
              <a:lstStyle/>
              <a:p>
                <a:endParaRPr lang="en-US"/>
              </a:p>
            </p:txBody>
          </p:sp>
          <p:sp>
            <p:nvSpPr>
              <p:cNvPr id="439399" name="Line 103"/>
              <p:cNvSpPr>
                <a:spLocks noChangeShapeType="1"/>
              </p:cNvSpPr>
              <p:nvPr/>
            </p:nvSpPr>
            <p:spPr bwMode="auto">
              <a:xfrm>
                <a:off x="576" y="2496"/>
                <a:ext cx="96" cy="0"/>
              </a:xfrm>
              <a:prstGeom prst="line">
                <a:avLst/>
              </a:prstGeom>
              <a:noFill/>
              <a:ln w="9525">
                <a:solidFill>
                  <a:schemeClr val="tx1"/>
                </a:solidFill>
                <a:round/>
                <a:headEnd/>
                <a:tailEnd/>
              </a:ln>
              <a:effectLst/>
            </p:spPr>
            <p:txBody>
              <a:bodyPr wrap="none" anchor="ctr"/>
              <a:lstStyle/>
              <a:p>
                <a:endParaRPr lang="en-US"/>
              </a:p>
            </p:txBody>
          </p:sp>
        </p:grpSp>
        <p:grpSp>
          <p:nvGrpSpPr>
            <p:cNvPr id="23" name="Group 104"/>
            <p:cNvGrpSpPr>
              <a:grpSpLocks/>
            </p:cNvGrpSpPr>
            <p:nvPr/>
          </p:nvGrpSpPr>
          <p:grpSpPr bwMode="auto">
            <a:xfrm>
              <a:off x="3034" y="3360"/>
              <a:ext cx="288" cy="480"/>
              <a:chOff x="480" y="2064"/>
              <a:chExt cx="288" cy="432"/>
            </a:xfrm>
          </p:grpSpPr>
          <p:sp>
            <p:nvSpPr>
              <p:cNvPr id="439401" name="Line 105"/>
              <p:cNvSpPr>
                <a:spLocks noChangeShapeType="1"/>
              </p:cNvSpPr>
              <p:nvPr/>
            </p:nvSpPr>
            <p:spPr bwMode="auto">
              <a:xfrm>
                <a:off x="624" y="2064"/>
                <a:ext cx="0" cy="336"/>
              </a:xfrm>
              <a:prstGeom prst="line">
                <a:avLst/>
              </a:prstGeom>
              <a:noFill/>
              <a:ln w="9525">
                <a:solidFill>
                  <a:schemeClr val="tx1"/>
                </a:solidFill>
                <a:round/>
                <a:headEnd/>
                <a:tailEnd/>
              </a:ln>
              <a:effectLst/>
            </p:spPr>
            <p:txBody>
              <a:bodyPr wrap="none" anchor="ctr"/>
              <a:lstStyle/>
              <a:p>
                <a:endParaRPr lang="en-US"/>
              </a:p>
            </p:txBody>
          </p:sp>
          <p:sp>
            <p:nvSpPr>
              <p:cNvPr id="439402" name="Line 106"/>
              <p:cNvSpPr>
                <a:spLocks noChangeShapeType="1"/>
              </p:cNvSpPr>
              <p:nvPr/>
            </p:nvSpPr>
            <p:spPr bwMode="auto">
              <a:xfrm>
                <a:off x="480" y="2400"/>
                <a:ext cx="288" cy="0"/>
              </a:xfrm>
              <a:prstGeom prst="line">
                <a:avLst/>
              </a:prstGeom>
              <a:noFill/>
              <a:ln w="9525">
                <a:solidFill>
                  <a:schemeClr val="tx1"/>
                </a:solidFill>
                <a:round/>
                <a:headEnd/>
                <a:tailEnd/>
              </a:ln>
              <a:effectLst/>
            </p:spPr>
            <p:txBody>
              <a:bodyPr wrap="none" anchor="ctr"/>
              <a:lstStyle/>
              <a:p>
                <a:endParaRPr lang="en-US"/>
              </a:p>
            </p:txBody>
          </p:sp>
          <p:sp>
            <p:nvSpPr>
              <p:cNvPr id="439403" name="Line 107"/>
              <p:cNvSpPr>
                <a:spLocks noChangeShapeType="1"/>
              </p:cNvSpPr>
              <p:nvPr/>
            </p:nvSpPr>
            <p:spPr bwMode="auto">
              <a:xfrm>
                <a:off x="528" y="2448"/>
                <a:ext cx="192" cy="0"/>
              </a:xfrm>
              <a:prstGeom prst="line">
                <a:avLst/>
              </a:prstGeom>
              <a:noFill/>
              <a:ln w="9525">
                <a:solidFill>
                  <a:schemeClr val="tx1"/>
                </a:solidFill>
                <a:round/>
                <a:headEnd/>
                <a:tailEnd/>
              </a:ln>
              <a:effectLst/>
            </p:spPr>
            <p:txBody>
              <a:bodyPr wrap="none" anchor="ctr"/>
              <a:lstStyle/>
              <a:p>
                <a:endParaRPr lang="en-US"/>
              </a:p>
            </p:txBody>
          </p:sp>
          <p:sp>
            <p:nvSpPr>
              <p:cNvPr id="439404" name="Line 108"/>
              <p:cNvSpPr>
                <a:spLocks noChangeShapeType="1"/>
              </p:cNvSpPr>
              <p:nvPr/>
            </p:nvSpPr>
            <p:spPr bwMode="auto">
              <a:xfrm>
                <a:off x="576" y="2496"/>
                <a:ext cx="96" cy="0"/>
              </a:xfrm>
              <a:prstGeom prst="line">
                <a:avLst/>
              </a:prstGeom>
              <a:noFill/>
              <a:ln w="9525">
                <a:solidFill>
                  <a:schemeClr val="tx1"/>
                </a:solidFill>
                <a:round/>
                <a:headEnd/>
                <a:tailEnd/>
              </a:ln>
              <a:effectLst/>
            </p:spPr>
            <p:txBody>
              <a:bodyPr wrap="none" anchor="ctr"/>
              <a:lstStyle/>
              <a:p>
                <a:endParaRPr lang="en-US"/>
              </a:p>
            </p:txBody>
          </p:sp>
        </p:grpSp>
        <p:grpSp>
          <p:nvGrpSpPr>
            <p:cNvPr id="24" name="Group 109"/>
            <p:cNvGrpSpPr>
              <a:grpSpLocks/>
            </p:cNvGrpSpPr>
            <p:nvPr/>
          </p:nvGrpSpPr>
          <p:grpSpPr bwMode="auto">
            <a:xfrm>
              <a:off x="3466" y="3360"/>
              <a:ext cx="288" cy="432"/>
              <a:chOff x="480" y="2064"/>
              <a:chExt cx="288" cy="432"/>
            </a:xfrm>
          </p:grpSpPr>
          <p:sp>
            <p:nvSpPr>
              <p:cNvPr id="439406" name="Line 110"/>
              <p:cNvSpPr>
                <a:spLocks noChangeShapeType="1"/>
              </p:cNvSpPr>
              <p:nvPr/>
            </p:nvSpPr>
            <p:spPr bwMode="auto">
              <a:xfrm>
                <a:off x="624" y="2064"/>
                <a:ext cx="0" cy="336"/>
              </a:xfrm>
              <a:prstGeom prst="line">
                <a:avLst/>
              </a:prstGeom>
              <a:noFill/>
              <a:ln w="9525">
                <a:solidFill>
                  <a:schemeClr val="tx1"/>
                </a:solidFill>
                <a:round/>
                <a:headEnd/>
                <a:tailEnd/>
              </a:ln>
              <a:effectLst/>
            </p:spPr>
            <p:txBody>
              <a:bodyPr wrap="none" anchor="ctr"/>
              <a:lstStyle/>
              <a:p>
                <a:endParaRPr lang="en-US"/>
              </a:p>
            </p:txBody>
          </p:sp>
          <p:sp>
            <p:nvSpPr>
              <p:cNvPr id="439407" name="Line 111"/>
              <p:cNvSpPr>
                <a:spLocks noChangeShapeType="1"/>
              </p:cNvSpPr>
              <p:nvPr/>
            </p:nvSpPr>
            <p:spPr bwMode="auto">
              <a:xfrm>
                <a:off x="480" y="2400"/>
                <a:ext cx="288" cy="0"/>
              </a:xfrm>
              <a:prstGeom prst="line">
                <a:avLst/>
              </a:prstGeom>
              <a:noFill/>
              <a:ln w="9525">
                <a:solidFill>
                  <a:schemeClr val="tx1"/>
                </a:solidFill>
                <a:round/>
                <a:headEnd/>
                <a:tailEnd/>
              </a:ln>
              <a:effectLst/>
            </p:spPr>
            <p:txBody>
              <a:bodyPr wrap="none" anchor="ctr"/>
              <a:lstStyle/>
              <a:p>
                <a:endParaRPr lang="en-US"/>
              </a:p>
            </p:txBody>
          </p:sp>
          <p:sp>
            <p:nvSpPr>
              <p:cNvPr id="439408" name="Line 112"/>
              <p:cNvSpPr>
                <a:spLocks noChangeShapeType="1"/>
              </p:cNvSpPr>
              <p:nvPr/>
            </p:nvSpPr>
            <p:spPr bwMode="auto">
              <a:xfrm>
                <a:off x="528" y="2448"/>
                <a:ext cx="192" cy="0"/>
              </a:xfrm>
              <a:prstGeom prst="line">
                <a:avLst/>
              </a:prstGeom>
              <a:noFill/>
              <a:ln w="9525">
                <a:solidFill>
                  <a:schemeClr val="tx1"/>
                </a:solidFill>
                <a:round/>
                <a:headEnd/>
                <a:tailEnd/>
              </a:ln>
              <a:effectLst/>
            </p:spPr>
            <p:txBody>
              <a:bodyPr wrap="none" anchor="ctr"/>
              <a:lstStyle/>
              <a:p>
                <a:endParaRPr lang="en-US"/>
              </a:p>
            </p:txBody>
          </p:sp>
          <p:sp>
            <p:nvSpPr>
              <p:cNvPr id="439409" name="Line 113"/>
              <p:cNvSpPr>
                <a:spLocks noChangeShapeType="1"/>
              </p:cNvSpPr>
              <p:nvPr/>
            </p:nvSpPr>
            <p:spPr bwMode="auto">
              <a:xfrm>
                <a:off x="576" y="2496"/>
                <a:ext cx="96" cy="0"/>
              </a:xfrm>
              <a:prstGeom prst="line">
                <a:avLst/>
              </a:prstGeom>
              <a:noFill/>
              <a:ln w="9525">
                <a:solidFill>
                  <a:schemeClr val="tx1"/>
                </a:solidFill>
                <a:round/>
                <a:headEnd/>
                <a:tailEnd/>
              </a:ln>
              <a:effectLst/>
            </p:spPr>
            <p:txBody>
              <a:bodyPr wrap="none" anchor="ctr"/>
              <a:lstStyle/>
              <a:p>
                <a:endParaRPr lang="en-US"/>
              </a:p>
            </p:txBody>
          </p:sp>
        </p:grpSp>
        <p:grpSp>
          <p:nvGrpSpPr>
            <p:cNvPr id="25" name="Group 114"/>
            <p:cNvGrpSpPr>
              <a:grpSpLocks/>
            </p:cNvGrpSpPr>
            <p:nvPr/>
          </p:nvGrpSpPr>
          <p:grpSpPr bwMode="auto">
            <a:xfrm>
              <a:off x="3802" y="3360"/>
              <a:ext cx="288" cy="432"/>
              <a:chOff x="480" y="2064"/>
              <a:chExt cx="288" cy="432"/>
            </a:xfrm>
          </p:grpSpPr>
          <p:sp>
            <p:nvSpPr>
              <p:cNvPr id="439411" name="Line 115"/>
              <p:cNvSpPr>
                <a:spLocks noChangeShapeType="1"/>
              </p:cNvSpPr>
              <p:nvPr/>
            </p:nvSpPr>
            <p:spPr bwMode="auto">
              <a:xfrm>
                <a:off x="624" y="2064"/>
                <a:ext cx="0" cy="336"/>
              </a:xfrm>
              <a:prstGeom prst="line">
                <a:avLst/>
              </a:prstGeom>
              <a:noFill/>
              <a:ln w="9525">
                <a:solidFill>
                  <a:schemeClr val="tx1"/>
                </a:solidFill>
                <a:round/>
                <a:headEnd/>
                <a:tailEnd/>
              </a:ln>
              <a:effectLst/>
            </p:spPr>
            <p:txBody>
              <a:bodyPr wrap="none" anchor="ctr"/>
              <a:lstStyle/>
              <a:p>
                <a:endParaRPr lang="en-US"/>
              </a:p>
            </p:txBody>
          </p:sp>
          <p:sp>
            <p:nvSpPr>
              <p:cNvPr id="439412" name="Line 116"/>
              <p:cNvSpPr>
                <a:spLocks noChangeShapeType="1"/>
              </p:cNvSpPr>
              <p:nvPr/>
            </p:nvSpPr>
            <p:spPr bwMode="auto">
              <a:xfrm>
                <a:off x="480" y="2400"/>
                <a:ext cx="288" cy="0"/>
              </a:xfrm>
              <a:prstGeom prst="line">
                <a:avLst/>
              </a:prstGeom>
              <a:noFill/>
              <a:ln w="9525">
                <a:solidFill>
                  <a:schemeClr val="tx1"/>
                </a:solidFill>
                <a:round/>
                <a:headEnd/>
                <a:tailEnd/>
              </a:ln>
              <a:effectLst/>
            </p:spPr>
            <p:txBody>
              <a:bodyPr wrap="none" anchor="ctr"/>
              <a:lstStyle/>
              <a:p>
                <a:endParaRPr lang="en-US"/>
              </a:p>
            </p:txBody>
          </p:sp>
          <p:sp>
            <p:nvSpPr>
              <p:cNvPr id="439413" name="Line 117"/>
              <p:cNvSpPr>
                <a:spLocks noChangeShapeType="1"/>
              </p:cNvSpPr>
              <p:nvPr/>
            </p:nvSpPr>
            <p:spPr bwMode="auto">
              <a:xfrm>
                <a:off x="528" y="2448"/>
                <a:ext cx="192" cy="0"/>
              </a:xfrm>
              <a:prstGeom prst="line">
                <a:avLst/>
              </a:prstGeom>
              <a:noFill/>
              <a:ln w="9525">
                <a:solidFill>
                  <a:schemeClr val="tx1"/>
                </a:solidFill>
                <a:round/>
                <a:headEnd/>
                <a:tailEnd/>
              </a:ln>
              <a:effectLst/>
            </p:spPr>
            <p:txBody>
              <a:bodyPr wrap="none" anchor="ctr"/>
              <a:lstStyle/>
              <a:p>
                <a:endParaRPr lang="en-US"/>
              </a:p>
            </p:txBody>
          </p:sp>
          <p:sp>
            <p:nvSpPr>
              <p:cNvPr id="439414" name="Line 118"/>
              <p:cNvSpPr>
                <a:spLocks noChangeShapeType="1"/>
              </p:cNvSpPr>
              <p:nvPr/>
            </p:nvSpPr>
            <p:spPr bwMode="auto">
              <a:xfrm>
                <a:off x="576" y="2496"/>
                <a:ext cx="96" cy="0"/>
              </a:xfrm>
              <a:prstGeom prst="line">
                <a:avLst/>
              </a:prstGeom>
              <a:noFill/>
              <a:ln w="9525">
                <a:solidFill>
                  <a:schemeClr val="tx1"/>
                </a:solidFill>
                <a:round/>
                <a:headEnd/>
                <a:tailEnd/>
              </a:ln>
              <a:effectLst/>
            </p:spPr>
            <p:txBody>
              <a:bodyPr wrap="none" anchor="ctr"/>
              <a:lstStyle/>
              <a:p>
                <a:endParaRPr lang="en-US"/>
              </a:p>
            </p:txBody>
          </p:sp>
        </p:grpSp>
        <p:grpSp>
          <p:nvGrpSpPr>
            <p:cNvPr id="26" name="Group 119"/>
            <p:cNvGrpSpPr>
              <a:grpSpLocks/>
            </p:cNvGrpSpPr>
            <p:nvPr/>
          </p:nvGrpSpPr>
          <p:grpSpPr bwMode="auto">
            <a:xfrm>
              <a:off x="4186" y="3360"/>
              <a:ext cx="288" cy="432"/>
              <a:chOff x="480" y="2064"/>
              <a:chExt cx="288" cy="432"/>
            </a:xfrm>
          </p:grpSpPr>
          <p:sp>
            <p:nvSpPr>
              <p:cNvPr id="439416" name="Line 120"/>
              <p:cNvSpPr>
                <a:spLocks noChangeShapeType="1"/>
              </p:cNvSpPr>
              <p:nvPr/>
            </p:nvSpPr>
            <p:spPr bwMode="auto">
              <a:xfrm>
                <a:off x="624" y="2064"/>
                <a:ext cx="0" cy="336"/>
              </a:xfrm>
              <a:prstGeom prst="line">
                <a:avLst/>
              </a:prstGeom>
              <a:noFill/>
              <a:ln w="9525">
                <a:solidFill>
                  <a:schemeClr val="tx1"/>
                </a:solidFill>
                <a:round/>
                <a:headEnd/>
                <a:tailEnd/>
              </a:ln>
              <a:effectLst/>
            </p:spPr>
            <p:txBody>
              <a:bodyPr wrap="none" anchor="ctr"/>
              <a:lstStyle/>
              <a:p>
                <a:endParaRPr lang="en-US"/>
              </a:p>
            </p:txBody>
          </p:sp>
          <p:sp>
            <p:nvSpPr>
              <p:cNvPr id="439417" name="Line 121"/>
              <p:cNvSpPr>
                <a:spLocks noChangeShapeType="1"/>
              </p:cNvSpPr>
              <p:nvPr/>
            </p:nvSpPr>
            <p:spPr bwMode="auto">
              <a:xfrm>
                <a:off x="480" y="2400"/>
                <a:ext cx="288" cy="0"/>
              </a:xfrm>
              <a:prstGeom prst="line">
                <a:avLst/>
              </a:prstGeom>
              <a:noFill/>
              <a:ln w="9525">
                <a:solidFill>
                  <a:schemeClr val="tx1"/>
                </a:solidFill>
                <a:round/>
                <a:headEnd/>
                <a:tailEnd/>
              </a:ln>
              <a:effectLst/>
            </p:spPr>
            <p:txBody>
              <a:bodyPr wrap="none" anchor="ctr"/>
              <a:lstStyle/>
              <a:p>
                <a:endParaRPr lang="en-US"/>
              </a:p>
            </p:txBody>
          </p:sp>
          <p:sp>
            <p:nvSpPr>
              <p:cNvPr id="439418" name="Line 122"/>
              <p:cNvSpPr>
                <a:spLocks noChangeShapeType="1"/>
              </p:cNvSpPr>
              <p:nvPr/>
            </p:nvSpPr>
            <p:spPr bwMode="auto">
              <a:xfrm>
                <a:off x="528" y="2448"/>
                <a:ext cx="192" cy="0"/>
              </a:xfrm>
              <a:prstGeom prst="line">
                <a:avLst/>
              </a:prstGeom>
              <a:noFill/>
              <a:ln w="9525">
                <a:solidFill>
                  <a:schemeClr val="tx1"/>
                </a:solidFill>
                <a:round/>
                <a:headEnd/>
                <a:tailEnd/>
              </a:ln>
              <a:effectLst/>
            </p:spPr>
            <p:txBody>
              <a:bodyPr wrap="none" anchor="ctr"/>
              <a:lstStyle/>
              <a:p>
                <a:endParaRPr lang="en-US"/>
              </a:p>
            </p:txBody>
          </p:sp>
          <p:sp>
            <p:nvSpPr>
              <p:cNvPr id="439419" name="Line 123"/>
              <p:cNvSpPr>
                <a:spLocks noChangeShapeType="1"/>
              </p:cNvSpPr>
              <p:nvPr/>
            </p:nvSpPr>
            <p:spPr bwMode="auto">
              <a:xfrm>
                <a:off x="576" y="2496"/>
                <a:ext cx="96" cy="0"/>
              </a:xfrm>
              <a:prstGeom prst="line">
                <a:avLst/>
              </a:prstGeom>
              <a:noFill/>
              <a:ln w="9525">
                <a:solidFill>
                  <a:schemeClr val="tx1"/>
                </a:solidFill>
                <a:round/>
                <a:headEnd/>
                <a:tailEnd/>
              </a:ln>
              <a:effectLst/>
            </p:spPr>
            <p:txBody>
              <a:bodyPr wrap="none" anchor="ctr"/>
              <a:lstStyle/>
              <a:p>
                <a:endParaRPr lang="en-US"/>
              </a:p>
            </p:txBody>
          </p:sp>
        </p:grpSp>
        <p:grpSp>
          <p:nvGrpSpPr>
            <p:cNvPr id="27" name="Group 124"/>
            <p:cNvGrpSpPr>
              <a:grpSpLocks/>
            </p:cNvGrpSpPr>
            <p:nvPr/>
          </p:nvGrpSpPr>
          <p:grpSpPr bwMode="auto">
            <a:xfrm>
              <a:off x="4570" y="3360"/>
              <a:ext cx="288" cy="432"/>
              <a:chOff x="480" y="2064"/>
              <a:chExt cx="288" cy="432"/>
            </a:xfrm>
          </p:grpSpPr>
          <p:sp>
            <p:nvSpPr>
              <p:cNvPr id="439421" name="Line 125"/>
              <p:cNvSpPr>
                <a:spLocks noChangeShapeType="1"/>
              </p:cNvSpPr>
              <p:nvPr/>
            </p:nvSpPr>
            <p:spPr bwMode="auto">
              <a:xfrm>
                <a:off x="624" y="2064"/>
                <a:ext cx="0" cy="336"/>
              </a:xfrm>
              <a:prstGeom prst="line">
                <a:avLst/>
              </a:prstGeom>
              <a:noFill/>
              <a:ln w="9525">
                <a:solidFill>
                  <a:schemeClr val="tx1"/>
                </a:solidFill>
                <a:round/>
                <a:headEnd/>
                <a:tailEnd/>
              </a:ln>
              <a:effectLst/>
            </p:spPr>
            <p:txBody>
              <a:bodyPr wrap="none" anchor="ctr"/>
              <a:lstStyle/>
              <a:p>
                <a:endParaRPr lang="en-US"/>
              </a:p>
            </p:txBody>
          </p:sp>
          <p:sp>
            <p:nvSpPr>
              <p:cNvPr id="439422" name="Line 126"/>
              <p:cNvSpPr>
                <a:spLocks noChangeShapeType="1"/>
              </p:cNvSpPr>
              <p:nvPr/>
            </p:nvSpPr>
            <p:spPr bwMode="auto">
              <a:xfrm>
                <a:off x="480" y="2400"/>
                <a:ext cx="288" cy="0"/>
              </a:xfrm>
              <a:prstGeom prst="line">
                <a:avLst/>
              </a:prstGeom>
              <a:noFill/>
              <a:ln w="9525">
                <a:solidFill>
                  <a:schemeClr val="tx1"/>
                </a:solidFill>
                <a:round/>
                <a:headEnd/>
                <a:tailEnd/>
              </a:ln>
              <a:effectLst/>
            </p:spPr>
            <p:txBody>
              <a:bodyPr wrap="none" anchor="ctr"/>
              <a:lstStyle/>
              <a:p>
                <a:endParaRPr lang="en-US"/>
              </a:p>
            </p:txBody>
          </p:sp>
          <p:sp>
            <p:nvSpPr>
              <p:cNvPr id="439423" name="Line 127"/>
              <p:cNvSpPr>
                <a:spLocks noChangeShapeType="1"/>
              </p:cNvSpPr>
              <p:nvPr/>
            </p:nvSpPr>
            <p:spPr bwMode="auto">
              <a:xfrm>
                <a:off x="528" y="2448"/>
                <a:ext cx="192" cy="0"/>
              </a:xfrm>
              <a:prstGeom prst="line">
                <a:avLst/>
              </a:prstGeom>
              <a:noFill/>
              <a:ln w="9525">
                <a:solidFill>
                  <a:schemeClr val="tx1"/>
                </a:solidFill>
                <a:round/>
                <a:headEnd/>
                <a:tailEnd/>
              </a:ln>
              <a:effectLst/>
            </p:spPr>
            <p:txBody>
              <a:bodyPr wrap="none" anchor="ctr"/>
              <a:lstStyle/>
              <a:p>
                <a:endParaRPr lang="en-US"/>
              </a:p>
            </p:txBody>
          </p:sp>
          <p:sp>
            <p:nvSpPr>
              <p:cNvPr id="439424" name="Line 128"/>
              <p:cNvSpPr>
                <a:spLocks noChangeShapeType="1"/>
              </p:cNvSpPr>
              <p:nvPr/>
            </p:nvSpPr>
            <p:spPr bwMode="auto">
              <a:xfrm>
                <a:off x="576" y="2496"/>
                <a:ext cx="96" cy="0"/>
              </a:xfrm>
              <a:prstGeom prst="line">
                <a:avLst/>
              </a:prstGeom>
              <a:noFill/>
              <a:ln w="9525">
                <a:solidFill>
                  <a:schemeClr val="tx1"/>
                </a:solidFill>
                <a:round/>
                <a:headEnd/>
                <a:tailEnd/>
              </a:ln>
              <a:effectLst/>
            </p:spPr>
            <p:txBody>
              <a:bodyPr wrap="none" anchor="ctr"/>
              <a:lstStyle/>
              <a:p>
                <a:endParaRPr lang="en-US"/>
              </a:p>
            </p:txBody>
          </p:sp>
        </p:grpSp>
        <p:grpSp>
          <p:nvGrpSpPr>
            <p:cNvPr id="28" name="Group 129"/>
            <p:cNvGrpSpPr>
              <a:grpSpLocks/>
            </p:cNvGrpSpPr>
            <p:nvPr/>
          </p:nvGrpSpPr>
          <p:grpSpPr bwMode="auto">
            <a:xfrm>
              <a:off x="4954" y="3312"/>
              <a:ext cx="288" cy="432"/>
              <a:chOff x="480" y="2064"/>
              <a:chExt cx="288" cy="432"/>
            </a:xfrm>
          </p:grpSpPr>
          <p:sp>
            <p:nvSpPr>
              <p:cNvPr id="439426" name="Line 130"/>
              <p:cNvSpPr>
                <a:spLocks noChangeShapeType="1"/>
              </p:cNvSpPr>
              <p:nvPr/>
            </p:nvSpPr>
            <p:spPr bwMode="auto">
              <a:xfrm>
                <a:off x="624" y="2064"/>
                <a:ext cx="0" cy="336"/>
              </a:xfrm>
              <a:prstGeom prst="line">
                <a:avLst/>
              </a:prstGeom>
              <a:noFill/>
              <a:ln w="9525">
                <a:solidFill>
                  <a:schemeClr val="tx1"/>
                </a:solidFill>
                <a:round/>
                <a:headEnd/>
                <a:tailEnd/>
              </a:ln>
              <a:effectLst/>
            </p:spPr>
            <p:txBody>
              <a:bodyPr wrap="none" anchor="ctr"/>
              <a:lstStyle/>
              <a:p>
                <a:endParaRPr lang="en-US"/>
              </a:p>
            </p:txBody>
          </p:sp>
          <p:sp>
            <p:nvSpPr>
              <p:cNvPr id="439427" name="Line 131"/>
              <p:cNvSpPr>
                <a:spLocks noChangeShapeType="1"/>
              </p:cNvSpPr>
              <p:nvPr/>
            </p:nvSpPr>
            <p:spPr bwMode="auto">
              <a:xfrm>
                <a:off x="480" y="2400"/>
                <a:ext cx="288" cy="0"/>
              </a:xfrm>
              <a:prstGeom prst="line">
                <a:avLst/>
              </a:prstGeom>
              <a:noFill/>
              <a:ln w="9525">
                <a:solidFill>
                  <a:schemeClr val="tx1"/>
                </a:solidFill>
                <a:round/>
                <a:headEnd/>
                <a:tailEnd/>
              </a:ln>
              <a:effectLst/>
            </p:spPr>
            <p:txBody>
              <a:bodyPr wrap="none" anchor="ctr"/>
              <a:lstStyle/>
              <a:p>
                <a:endParaRPr lang="en-US"/>
              </a:p>
            </p:txBody>
          </p:sp>
          <p:sp>
            <p:nvSpPr>
              <p:cNvPr id="439428" name="Line 132"/>
              <p:cNvSpPr>
                <a:spLocks noChangeShapeType="1"/>
              </p:cNvSpPr>
              <p:nvPr/>
            </p:nvSpPr>
            <p:spPr bwMode="auto">
              <a:xfrm>
                <a:off x="528" y="2448"/>
                <a:ext cx="192" cy="0"/>
              </a:xfrm>
              <a:prstGeom prst="line">
                <a:avLst/>
              </a:prstGeom>
              <a:noFill/>
              <a:ln w="9525">
                <a:solidFill>
                  <a:schemeClr val="tx1"/>
                </a:solidFill>
                <a:round/>
                <a:headEnd/>
                <a:tailEnd/>
              </a:ln>
              <a:effectLst/>
            </p:spPr>
            <p:txBody>
              <a:bodyPr wrap="none" anchor="ctr"/>
              <a:lstStyle/>
              <a:p>
                <a:endParaRPr lang="en-US"/>
              </a:p>
            </p:txBody>
          </p:sp>
          <p:sp>
            <p:nvSpPr>
              <p:cNvPr id="439429" name="Line 133"/>
              <p:cNvSpPr>
                <a:spLocks noChangeShapeType="1"/>
              </p:cNvSpPr>
              <p:nvPr/>
            </p:nvSpPr>
            <p:spPr bwMode="auto">
              <a:xfrm>
                <a:off x="576" y="2496"/>
                <a:ext cx="96" cy="0"/>
              </a:xfrm>
              <a:prstGeom prst="line">
                <a:avLst/>
              </a:prstGeom>
              <a:noFill/>
              <a:ln w="9525">
                <a:solidFill>
                  <a:schemeClr val="tx1"/>
                </a:solidFill>
                <a:round/>
                <a:headEnd/>
                <a:tailEnd/>
              </a:ln>
              <a:effectLst/>
            </p:spPr>
            <p:txBody>
              <a:bodyPr wrap="none" anchor="ctr"/>
              <a:lstStyle/>
              <a:p>
                <a:endParaRPr lang="en-US"/>
              </a:p>
            </p:txBody>
          </p:sp>
        </p:grpSp>
        <p:grpSp>
          <p:nvGrpSpPr>
            <p:cNvPr id="29" name="Group 134"/>
            <p:cNvGrpSpPr>
              <a:grpSpLocks/>
            </p:cNvGrpSpPr>
            <p:nvPr/>
          </p:nvGrpSpPr>
          <p:grpSpPr bwMode="auto">
            <a:xfrm>
              <a:off x="5290" y="3312"/>
              <a:ext cx="288" cy="432"/>
              <a:chOff x="480" y="2064"/>
              <a:chExt cx="288" cy="432"/>
            </a:xfrm>
          </p:grpSpPr>
          <p:sp>
            <p:nvSpPr>
              <p:cNvPr id="439431" name="Line 135"/>
              <p:cNvSpPr>
                <a:spLocks noChangeShapeType="1"/>
              </p:cNvSpPr>
              <p:nvPr/>
            </p:nvSpPr>
            <p:spPr bwMode="auto">
              <a:xfrm>
                <a:off x="624" y="2064"/>
                <a:ext cx="0" cy="336"/>
              </a:xfrm>
              <a:prstGeom prst="line">
                <a:avLst/>
              </a:prstGeom>
              <a:noFill/>
              <a:ln w="9525">
                <a:solidFill>
                  <a:schemeClr val="tx1"/>
                </a:solidFill>
                <a:round/>
                <a:headEnd/>
                <a:tailEnd/>
              </a:ln>
              <a:effectLst/>
            </p:spPr>
            <p:txBody>
              <a:bodyPr wrap="none" anchor="ctr"/>
              <a:lstStyle/>
              <a:p>
                <a:endParaRPr lang="en-US"/>
              </a:p>
            </p:txBody>
          </p:sp>
          <p:sp>
            <p:nvSpPr>
              <p:cNvPr id="439432" name="Line 136"/>
              <p:cNvSpPr>
                <a:spLocks noChangeShapeType="1"/>
              </p:cNvSpPr>
              <p:nvPr/>
            </p:nvSpPr>
            <p:spPr bwMode="auto">
              <a:xfrm>
                <a:off x="480" y="2400"/>
                <a:ext cx="288" cy="0"/>
              </a:xfrm>
              <a:prstGeom prst="line">
                <a:avLst/>
              </a:prstGeom>
              <a:noFill/>
              <a:ln w="9525">
                <a:solidFill>
                  <a:schemeClr val="tx1"/>
                </a:solidFill>
                <a:round/>
                <a:headEnd/>
                <a:tailEnd/>
              </a:ln>
              <a:effectLst/>
            </p:spPr>
            <p:txBody>
              <a:bodyPr wrap="none" anchor="ctr"/>
              <a:lstStyle/>
              <a:p>
                <a:endParaRPr lang="en-US"/>
              </a:p>
            </p:txBody>
          </p:sp>
          <p:sp>
            <p:nvSpPr>
              <p:cNvPr id="439433" name="Line 137"/>
              <p:cNvSpPr>
                <a:spLocks noChangeShapeType="1"/>
              </p:cNvSpPr>
              <p:nvPr/>
            </p:nvSpPr>
            <p:spPr bwMode="auto">
              <a:xfrm>
                <a:off x="528" y="2448"/>
                <a:ext cx="192" cy="0"/>
              </a:xfrm>
              <a:prstGeom prst="line">
                <a:avLst/>
              </a:prstGeom>
              <a:noFill/>
              <a:ln w="9525">
                <a:solidFill>
                  <a:schemeClr val="tx1"/>
                </a:solidFill>
                <a:round/>
                <a:headEnd/>
                <a:tailEnd/>
              </a:ln>
              <a:effectLst/>
            </p:spPr>
            <p:txBody>
              <a:bodyPr wrap="none" anchor="ctr"/>
              <a:lstStyle/>
              <a:p>
                <a:endParaRPr lang="en-US"/>
              </a:p>
            </p:txBody>
          </p:sp>
          <p:sp>
            <p:nvSpPr>
              <p:cNvPr id="439434" name="Line 138"/>
              <p:cNvSpPr>
                <a:spLocks noChangeShapeType="1"/>
              </p:cNvSpPr>
              <p:nvPr/>
            </p:nvSpPr>
            <p:spPr bwMode="auto">
              <a:xfrm>
                <a:off x="576" y="2496"/>
                <a:ext cx="96" cy="0"/>
              </a:xfrm>
              <a:prstGeom prst="line">
                <a:avLst/>
              </a:prstGeom>
              <a:noFill/>
              <a:ln w="9525">
                <a:solidFill>
                  <a:schemeClr val="tx1"/>
                </a:solidFill>
                <a:round/>
                <a:headEnd/>
                <a:tailEnd/>
              </a:ln>
              <a:effectLst/>
            </p:spPr>
            <p:txBody>
              <a:bodyPr wrap="none" anchor="ctr"/>
              <a:lstStyle/>
              <a:p>
                <a:endParaRPr lang="en-US"/>
              </a:p>
            </p:txBody>
          </p:sp>
        </p:grpSp>
      </p:grpSp>
      <p:sp>
        <p:nvSpPr>
          <p:cNvPr id="31" name="Footer Placeholder 30">
            <a:extLst>
              <a:ext uri="{FF2B5EF4-FFF2-40B4-BE49-F238E27FC236}">
                <a16:creationId xmlns:a16="http://schemas.microsoft.com/office/drawing/2014/main" id="{B22558BA-54DE-16E5-0E11-1575511C25A6}"/>
              </a:ext>
            </a:extLst>
          </p:cNvPr>
          <p:cNvSpPr>
            <a:spLocks noGrp="1"/>
          </p:cNvSpPr>
          <p:nvPr>
            <p:ph type="ftr" sz="quarter" idx="11"/>
          </p:nvPr>
        </p:nvSpPr>
        <p:spPr/>
        <p:txBody>
          <a:bodyPr/>
          <a:lstStyle/>
          <a:p>
            <a:r>
              <a:rPr lang="en-US"/>
              <a:t>Algorithm and Data Structure </a:t>
            </a:r>
            <a:endParaRPr lang="en-US" dirty="0"/>
          </a:p>
        </p:txBody>
      </p:sp>
      <p:sp>
        <p:nvSpPr>
          <p:cNvPr id="439296" name="Slide Number Placeholder 439295">
            <a:extLst>
              <a:ext uri="{FF2B5EF4-FFF2-40B4-BE49-F238E27FC236}">
                <a16:creationId xmlns:a16="http://schemas.microsoft.com/office/drawing/2014/main" id="{26109E85-6AAF-1626-E0B5-D84147841CB7}"/>
              </a:ext>
            </a:extLst>
          </p:cNvPr>
          <p:cNvSpPr>
            <a:spLocks noGrp="1"/>
          </p:cNvSpPr>
          <p:nvPr>
            <p:ph type="sldNum" sz="quarter" idx="12"/>
          </p:nvPr>
        </p:nvSpPr>
        <p:spPr/>
        <p:txBody>
          <a:bodyPr/>
          <a:lstStyle/>
          <a:p>
            <a:fld id="{95E664E9-BB0A-4932-9D77-E0DDE5779A37}" type="slidenum">
              <a:rPr lang="en-US" smtClean="0"/>
              <a:pPr/>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B9A50CF-BE59-7F51-8BC0-211D9F49AC13}"/>
              </a:ext>
            </a:extLst>
          </p:cNvPr>
          <p:cNvSpPr txBox="1"/>
          <p:nvPr/>
        </p:nvSpPr>
        <p:spPr>
          <a:xfrm>
            <a:off x="1676400" y="2819400"/>
            <a:ext cx="5181600" cy="584775"/>
          </a:xfrm>
          <a:prstGeom prst="rect">
            <a:avLst/>
          </a:prstGeom>
          <a:noFill/>
        </p:spPr>
        <p:txBody>
          <a:bodyPr wrap="square">
            <a:spAutoFit/>
          </a:bodyPr>
          <a:lstStyle/>
          <a:p>
            <a:pPr algn="ctr"/>
            <a:r>
              <a:rPr lang="en-US" sz="3200" b="1" dirty="0"/>
              <a:t>Binary Trees Traversals</a:t>
            </a:r>
          </a:p>
        </p:txBody>
      </p:sp>
      <p:sp>
        <p:nvSpPr>
          <p:cNvPr id="3" name="Footer Placeholder 2">
            <a:extLst>
              <a:ext uri="{FF2B5EF4-FFF2-40B4-BE49-F238E27FC236}">
                <a16:creationId xmlns:a16="http://schemas.microsoft.com/office/drawing/2014/main" id="{AEEFD7C2-79D9-1095-6FF2-70935BCE9EF9}"/>
              </a:ext>
            </a:extLst>
          </p:cNvPr>
          <p:cNvSpPr>
            <a:spLocks noGrp="1"/>
          </p:cNvSpPr>
          <p:nvPr>
            <p:ph type="ftr" sz="quarter" idx="11"/>
          </p:nvPr>
        </p:nvSpPr>
        <p:spPr/>
        <p:txBody>
          <a:bodyPr/>
          <a:lstStyle/>
          <a:p>
            <a:r>
              <a:rPr lang="en-US"/>
              <a:t>Algorithm and Data Structure </a:t>
            </a:r>
            <a:endParaRPr lang="en-US" dirty="0"/>
          </a:p>
        </p:txBody>
      </p:sp>
      <p:sp>
        <p:nvSpPr>
          <p:cNvPr id="6" name="Slide Number Placeholder 5">
            <a:extLst>
              <a:ext uri="{FF2B5EF4-FFF2-40B4-BE49-F238E27FC236}">
                <a16:creationId xmlns:a16="http://schemas.microsoft.com/office/drawing/2014/main" id="{E4835167-1D01-D44B-2CB6-4D906DD1B97B}"/>
              </a:ext>
            </a:extLst>
          </p:cNvPr>
          <p:cNvSpPr>
            <a:spLocks noGrp="1"/>
          </p:cNvSpPr>
          <p:nvPr>
            <p:ph type="sldNum" sz="quarter" idx="12"/>
          </p:nvPr>
        </p:nvSpPr>
        <p:spPr/>
        <p:txBody>
          <a:bodyPr/>
          <a:lstStyle/>
          <a:p>
            <a:fld id="{95E664E9-BB0A-4932-9D77-E0DDE5779A37}" type="slidenum">
              <a:rPr lang="en-US" smtClean="0"/>
              <a:pPr/>
              <a:t>22</a:t>
            </a:fld>
            <a:endParaRPr lang="en-US" dirty="0"/>
          </a:p>
        </p:txBody>
      </p:sp>
    </p:spTree>
    <p:extLst>
      <p:ext uri="{BB962C8B-B14F-4D97-AF65-F5344CB8AC3E}">
        <p14:creationId xmlns:p14="http://schemas.microsoft.com/office/powerpoint/2010/main" val="8308312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3394" name="Rectangle 2"/>
          <p:cNvSpPr>
            <a:spLocks noGrp="1" noChangeArrowheads="1"/>
          </p:cNvSpPr>
          <p:nvPr>
            <p:ph type="title"/>
          </p:nvPr>
        </p:nvSpPr>
        <p:spPr/>
        <p:txBody>
          <a:bodyPr/>
          <a:lstStyle/>
          <a:p>
            <a:r>
              <a:rPr lang="en-US" dirty="0"/>
              <a:t>Binary Trees Traversals</a:t>
            </a:r>
          </a:p>
        </p:txBody>
      </p:sp>
      <p:sp>
        <p:nvSpPr>
          <p:cNvPr id="443395" name="Rectangle 3"/>
          <p:cNvSpPr>
            <a:spLocks noGrp="1" noChangeArrowheads="1"/>
          </p:cNvSpPr>
          <p:nvPr>
            <p:ph type="body" idx="1"/>
          </p:nvPr>
        </p:nvSpPr>
        <p:spPr>
          <a:xfrm>
            <a:off x="381000" y="1219200"/>
            <a:ext cx="8305800" cy="4267200"/>
          </a:xfrm>
        </p:spPr>
        <p:txBody>
          <a:bodyPr/>
          <a:lstStyle/>
          <a:p>
            <a:r>
              <a:rPr lang="en-US" sz="2700"/>
              <a:t>Tree Traversal is the process of visiting each node in the tree exactly one time</a:t>
            </a:r>
          </a:p>
          <a:p>
            <a:pPr>
              <a:buFont typeface="Wingdings" pitchFamily="2" charset="2"/>
              <a:buNone/>
            </a:pPr>
            <a:endParaRPr lang="en-US" sz="2700"/>
          </a:p>
          <a:p>
            <a:r>
              <a:rPr lang="en-US">
                <a:solidFill>
                  <a:schemeClr val="accent2"/>
                </a:solidFill>
              </a:rPr>
              <a:t>Tree traversals are of two types</a:t>
            </a:r>
          </a:p>
          <a:p>
            <a:pPr lvl="1"/>
            <a:r>
              <a:rPr lang="en-US"/>
              <a:t>Depth First Traversal</a:t>
            </a:r>
          </a:p>
          <a:p>
            <a:pPr lvl="1"/>
            <a:r>
              <a:rPr lang="en-US"/>
              <a:t>Breadth First Traversal</a:t>
            </a:r>
          </a:p>
          <a:p>
            <a:pPr>
              <a:buFont typeface="Wingdings" pitchFamily="2" charset="2"/>
              <a:buNone/>
            </a:pPr>
            <a:endParaRPr lang="en-US"/>
          </a:p>
        </p:txBody>
      </p:sp>
      <p:sp>
        <p:nvSpPr>
          <p:cNvPr id="3" name="Footer Placeholder 2">
            <a:extLst>
              <a:ext uri="{FF2B5EF4-FFF2-40B4-BE49-F238E27FC236}">
                <a16:creationId xmlns:a16="http://schemas.microsoft.com/office/drawing/2014/main" id="{B9A35A4F-A1DB-AD9C-DD5D-1836EB92FF17}"/>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2C3D67C7-DB86-D883-C6E9-619489BBC391}"/>
              </a:ext>
            </a:extLst>
          </p:cNvPr>
          <p:cNvSpPr>
            <a:spLocks noGrp="1"/>
          </p:cNvSpPr>
          <p:nvPr>
            <p:ph type="sldNum" sz="quarter" idx="12"/>
          </p:nvPr>
        </p:nvSpPr>
        <p:spPr/>
        <p:txBody>
          <a:bodyPr/>
          <a:lstStyle/>
          <a:p>
            <a:fld id="{95E664E9-BB0A-4932-9D77-E0DDE5779A37}" type="slidenum">
              <a:rPr lang="en-US" smtClean="0"/>
              <a:pPr/>
              <a:t>23</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433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4339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44339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4433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3395"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Rectangle 2"/>
          <p:cNvSpPr>
            <a:spLocks noGrp="1" noChangeArrowheads="1"/>
          </p:cNvSpPr>
          <p:nvPr>
            <p:ph type="title"/>
          </p:nvPr>
        </p:nvSpPr>
        <p:spPr/>
        <p:txBody>
          <a:bodyPr/>
          <a:lstStyle/>
          <a:p>
            <a:r>
              <a:rPr lang="en-US"/>
              <a:t>Depth First Traversal </a:t>
            </a:r>
          </a:p>
        </p:txBody>
      </p:sp>
      <p:sp>
        <p:nvSpPr>
          <p:cNvPr id="471043" name="Rectangle 3"/>
          <p:cNvSpPr>
            <a:spLocks noGrp="1" noChangeArrowheads="1"/>
          </p:cNvSpPr>
          <p:nvPr>
            <p:ph type="body" idx="1"/>
          </p:nvPr>
        </p:nvSpPr>
        <p:spPr>
          <a:xfrm>
            <a:off x="381000" y="1219200"/>
            <a:ext cx="8305800" cy="4267200"/>
          </a:xfrm>
        </p:spPr>
        <p:txBody>
          <a:bodyPr/>
          <a:lstStyle/>
          <a:p>
            <a:r>
              <a:rPr lang="en-US" dirty="0"/>
              <a:t>The three Depth First Traversal techniques are</a:t>
            </a:r>
          </a:p>
          <a:p>
            <a:pPr lvl="1"/>
            <a:r>
              <a:rPr lang="en-US" dirty="0"/>
              <a:t>Preorder tree traversal</a:t>
            </a:r>
          </a:p>
          <a:p>
            <a:pPr lvl="1"/>
            <a:r>
              <a:rPr lang="en-US" dirty="0" err="1"/>
              <a:t>Inorder</a:t>
            </a:r>
            <a:r>
              <a:rPr lang="en-US" dirty="0"/>
              <a:t> tree traversal</a:t>
            </a:r>
          </a:p>
          <a:p>
            <a:pPr lvl="1"/>
            <a:r>
              <a:rPr lang="en-US" dirty="0" err="1"/>
              <a:t>Postorder</a:t>
            </a:r>
            <a:r>
              <a:rPr lang="en-US" dirty="0"/>
              <a:t> tree traversal</a:t>
            </a:r>
          </a:p>
        </p:txBody>
      </p:sp>
      <p:sp>
        <p:nvSpPr>
          <p:cNvPr id="3" name="Footer Placeholder 2">
            <a:extLst>
              <a:ext uri="{FF2B5EF4-FFF2-40B4-BE49-F238E27FC236}">
                <a16:creationId xmlns:a16="http://schemas.microsoft.com/office/drawing/2014/main" id="{A8B6E510-8D25-FD89-C8D7-79E37FD54987}"/>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2383DFB4-0CC4-A9D1-954C-B3CDD27874F3}"/>
              </a:ext>
            </a:extLst>
          </p:cNvPr>
          <p:cNvSpPr>
            <a:spLocks noGrp="1"/>
          </p:cNvSpPr>
          <p:nvPr>
            <p:ph type="sldNum" sz="quarter" idx="12"/>
          </p:nvPr>
        </p:nvSpPr>
        <p:spPr/>
        <p:txBody>
          <a:bodyPr/>
          <a:lstStyle/>
          <a:p>
            <a:fld id="{95E664E9-BB0A-4932-9D77-E0DDE5779A37}" type="slidenum">
              <a:rPr lang="en-US" smtClean="0"/>
              <a:pPr/>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4418" name="Rectangle 2"/>
          <p:cNvSpPr>
            <a:spLocks noGrp="1" noChangeArrowheads="1"/>
          </p:cNvSpPr>
          <p:nvPr>
            <p:ph type="title"/>
          </p:nvPr>
        </p:nvSpPr>
        <p:spPr/>
        <p:txBody>
          <a:bodyPr/>
          <a:lstStyle/>
          <a:p>
            <a:r>
              <a:rPr lang="en-US"/>
              <a:t>Depth First Traversal</a:t>
            </a:r>
          </a:p>
        </p:txBody>
      </p:sp>
      <p:sp>
        <p:nvSpPr>
          <p:cNvPr id="444419" name="Rectangle 3"/>
          <p:cNvSpPr>
            <a:spLocks noGrp="1" noChangeArrowheads="1"/>
          </p:cNvSpPr>
          <p:nvPr>
            <p:ph type="body" idx="1"/>
          </p:nvPr>
        </p:nvSpPr>
        <p:spPr>
          <a:xfrm>
            <a:off x="457200" y="1219200"/>
            <a:ext cx="8305800" cy="4343400"/>
          </a:xfrm>
        </p:spPr>
        <p:txBody>
          <a:bodyPr/>
          <a:lstStyle/>
          <a:p>
            <a:pPr marL="609600" indent="-609600"/>
            <a:r>
              <a:rPr lang="en-US" sz="3500" dirty="0"/>
              <a:t>Preorder Tree Traversal</a:t>
            </a:r>
          </a:p>
          <a:p>
            <a:pPr marL="990600" lvl="1" indent="-646113">
              <a:buFontTx/>
              <a:buAutoNum type="arabicPeriod"/>
            </a:pPr>
            <a:r>
              <a:rPr lang="en-US" sz="3000" dirty="0"/>
              <a:t>Visit the root</a:t>
            </a:r>
          </a:p>
          <a:p>
            <a:pPr marL="990600" lvl="1" indent="-646113">
              <a:buFontTx/>
              <a:buAutoNum type="arabicPeriod"/>
            </a:pPr>
            <a:r>
              <a:rPr lang="en-US" sz="3000" dirty="0"/>
              <a:t>Traverse the left sub-tree in preorder</a:t>
            </a:r>
          </a:p>
          <a:p>
            <a:pPr marL="990600" lvl="1" indent="-646113">
              <a:buFontTx/>
              <a:buAutoNum type="arabicPeriod"/>
            </a:pPr>
            <a:r>
              <a:rPr lang="en-US" sz="3000" dirty="0"/>
              <a:t>Traverse the right sub-tree in preorder</a:t>
            </a:r>
          </a:p>
          <a:p>
            <a:pPr marL="609600" indent="-609600"/>
            <a:endParaRPr lang="en-US" sz="3500" dirty="0"/>
          </a:p>
          <a:p>
            <a:pPr marL="609600" indent="-609600"/>
            <a:endParaRPr lang="en-US" sz="3500" dirty="0"/>
          </a:p>
          <a:p>
            <a:pPr marL="609600" indent="-609600">
              <a:buFont typeface="Wingdings" pitchFamily="2" charset="2"/>
              <a:buNone/>
            </a:pPr>
            <a:endParaRPr lang="en-US" sz="3500" dirty="0"/>
          </a:p>
        </p:txBody>
      </p:sp>
      <p:grpSp>
        <p:nvGrpSpPr>
          <p:cNvPr id="2" name="Group 4"/>
          <p:cNvGrpSpPr>
            <a:grpSpLocks/>
          </p:cNvGrpSpPr>
          <p:nvPr/>
        </p:nvGrpSpPr>
        <p:grpSpPr bwMode="auto">
          <a:xfrm>
            <a:off x="1190625" y="4114800"/>
            <a:ext cx="7038975" cy="1447800"/>
            <a:chOff x="1038" y="1872"/>
            <a:chExt cx="4434" cy="912"/>
          </a:xfrm>
        </p:grpSpPr>
        <p:sp>
          <p:nvSpPr>
            <p:cNvPr id="444421" name="Text Box 5"/>
            <p:cNvSpPr txBox="1">
              <a:spLocks noChangeArrowheads="1"/>
            </p:cNvSpPr>
            <p:nvPr/>
          </p:nvSpPr>
          <p:spPr bwMode="auto">
            <a:xfrm>
              <a:off x="1038" y="2189"/>
              <a:ext cx="905" cy="288"/>
            </a:xfrm>
            <a:prstGeom prst="rect">
              <a:avLst/>
            </a:prstGeom>
            <a:solidFill>
              <a:schemeClr val="bg2"/>
            </a:solidFill>
            <a:ln w="9525">
              <a:noFill/>
              <a:miter lim="800000"/>
              <a:headEnd/>
              <a:tailEnd/>
            </a:ln>
            <a:effectLst/>
          </p:spPr>
          <p:txBody>
            <a:bodyPr wrap="none" anchor="ctr">
              <a:spAutoFit/>
            </a:bodyPr>
            <a:lstStyle/>
            <a:p>
              <a:pPr algn="ctr">
                <a:spcBef>
                  <a:spcPct val="50000"/>
                </a:spcBef>
              </a:pPr>
              <a:r>
                <a:rPr lang="en-US" sz="2400" b="1">
                  <a:solidFill>
                    <a:schemeClr val="accent1"/>
                  </a:solidFill>
                  <a:latin typeface="Times New Roman" pitchFamily="18" charset="0"/>
                </a:rPr>
                <a:t>Example:</a:t>
              </a:r>
            </a:p>
          </p:txBody>
        </p:sp>
        <p:grpSp>
          <p:nvGrpSpPr>
            <p:cNvPr id="3" name="Group 6"/>
            <p:cNvGrpSpPr>
              <a:grpSpLocks/>
            </p:cNvGrpSpPr>
            <p:nvPr/>
          </p:nvGrpSpPr>
          <p:grpSpPr bwMode="auto">
            <a:xfrm>
              <a:off x="4560" y="1872"/>
              <a:ext cx="912" cy="912"/>
              <a:chOff x="1968" y="480"/>
              <a:chExt cx="912" cy="912"/>
            </a:xfrm>
          </p:grpSpPr>
          <p:sp>
            <p:nvSpPr>
              <p:cNvPr id="444423" name="Oval 7"/>
              <p:cNvSpPr>
                <a:spLocks noChangeArrowheads="1"/>
              </p:cNvSpPr>
              <p:nvPr/>
            </p:nvSpPr>
            <p:spPr bwMode="auto">
              <a:xfrm>
                <a:off x="2208" y="480"/>
                <a:ext cx="240" cy="192"/>
              </a:xfrm>
              <a:prstGeom prst="ellipse">
                <a:avLst/>
              </a:prstGeom>
              <a:solidFill>
                <a:schemeClr val="bg2"/>
              </a:solidFill>
              <a:ln w="9525">
                <a:solidFill>
                  <a:schemeClr val="tx1"/>
                </a:solidFill>
                <a:round/>
                <a:headEnd/>
                <a:tailEnd/>
              </a:ln>
              <a:effectLst/>
            </p:spPr>
            <p:txBody>
              <a:bodyPr wrap="none" anchor="ctr"/>
              <a:lstStyle/>
              <a:p>
                <a:pPr algn="ctr"/>
                <a:r>
                  <a:rPr lang="en-US" sz="2400" b="1">
                    <a:solidFill>
                      <a:schemeClr val="accent1"/>
                    </a:solidFill>
                    <a:latin typeface="Times New Roman" pitchFamily="18" charset="0"/>
                  </a:rPr>
                  <a:t>A</a:t>
                </a:r>
              </a:p>
            </p:txBody>
          </p:sp>
          <p:sp>
            <p:nvSpPr>
              <p:cNvPr id="444424" name="Oval 8"/>
              <p:cNvSpPr>
                <a:spLocks noChangeArrowheads="1"/>
              </p:cNvSpPr>
              <p:nvPr/>
            </p:nvSpPr>
            <p:spPr bwMode="auto">
              <a:xfrm>
                <a:off x="2640" y="624"/>
                <a:ext cx="240" cy="192"/>
              </a:xfrm>
              <a:prstGeom prst="ellipse">
                <a:avLst/>
              </a:prstGeom>
              <a:solidFill>
                <a:schemeClr val="bg2"/>
              </a:solidFill>
              <a:ln w="9525">
                <a:solidFill>
                  <a:schemeClr val="tx1"/>
                </a:solidFill>
                <a:round/>
                <a:headEnd/>
                <a:tailEnd/>
              </a:ln>
              <a:effectLst/>
            </p:spPr>
            <p:txBody>
              <a:bodyPr wrap="none" anchor="ctr"/>
              <a:lstStyle/>
              <a:p>
                <a:pPr algn="ctr"/>
                <a:r>
                  <a:rPr lang="en-US" sz="2400" b="1">
                    <a:solidFill>
                      <a:schemeClr val="accent1"/>
                    </a:solidFill>
                    <a:latin typeface="Times New Roman" pitchFamily="18" charset="0"/>
                  </a:rPr>
                  <a:t>B</a:t>
                </a:r>
              </a:p>
            </p:txBody>
          </p:sp>
          <p:sp>
            <p:nvSpPr>
              <p:cNvPr id="444425" name="Oval 9"/>
              <p:cNvSpPr>
                <a:spLocks noChangeArrowheads="1"/>
              </p:cNvSpPr>
              <p:nvPr/>
            </p:nvSpPr>
            <p:spPr bwMode="auto">
              <a:xfrm>
                <a:off x="2256" y="864"/>
                <a:ext cx="240" cy="192"/>
              </a:xfrm>
              <a:prstGeom prst="ellipse">
                <a:avLst/>
              </a:prstGeom>
              <a:solidFill>
                <a:schemeClr val="bg2"/>
              </a:solidFill>
              <a:ln w="9525">
                <a:solidFill>
                  <a:schemeClr val="tx1"/>
                </a:solidFill>
                <a:round/>
                <a:headEnd/>
                <a:tailEnd/>
              </a:ln>
              <a:effectLst/>
            </p:spPr>
            <p:txBody>
              <a:bodyPr wrap="none" anchor="ctr"/>
              <a:lstStyle/>
              <a:p>
                <a:pPr algn="ctr"/>
                <a:r>
                  <a:rPr lang="en-US" sz="2400" b="1">
                    <a:solidFill>
                      <a:schemeClr val="accent1"/>
                    </a:solidFill>
                    <a:latin typeface="Times New Roman" pitchFamily="18" charset="0"/>
                  </a:rPr>
                  <a:t>C</a:t>
                </a:r>
              </a:p>
            </p:txBody>
          </p:sp>
          <p:sp>
            <p:nvSpPr>
              <p:cNvPr id="444426" name="Oval 10"/>
              <p:cNvSpPr>
                <a:spLocks noChangeArrowheads="1"/>
              </p:cNvSpPr>
              <p:nvPr/>
            </p:nvSpPr>
            <p:spPr bwMode="auto">
              <a:xfrm>
                <a:off x="2592" y="1152"/>
                <a:ext cx="240" cy="192"/>
              </a:xfrm>
              <a:prstGeom prst="ellipse">
                <a:avLst/>
              </a:prstGeom>
              <a:solidFill>
                <a:schemeClr val="bg2"/>
              </a:solidFill>
              <a:ln w="9525">
                <a:solidFill>
                  <a:schemeClr val="tx1"/>
                </a:solidFill>
                <a:round/>
                <a:headEnd/>
                <a:tailEnd/>
              </a:ln>
              <a:effectLst/>
            </p:spPr>
            <p:txBody>
              <a:bodyPr wrap="none" anchor="ctr"/>
              <a:lstStyle/>
              <a:p>
                <a:pPr algn="ctr"/>
                <a:r>
                  <a:rPr lang="en-US" sz="2400" b="1">
                    <a:solidFill>
                      <a:schemeClr val="accent1"/>
                    </a:solidFill>
                    <a:latin typeface="Times New Roman" pitchFamily="18" charset="0"/>
                  </a:rPr>
                  <a:t>E</a:t>
                </a:r>
              </a:p>
            </p:txBody>
          </p:sp>
          <p:sp>
            <p:nvSpPr>
              <p:cNvPr id="444427" name="Oval 11"/>
              <p:cNvSpPr>
                <a:spLocks noChangeArrowheads="1"/>
              </p:cNvSpPr>
              <p:nvPr/>
            </p:nvSpPr>
            <p:spPr bwMode="auto">
              <a:xfrm>
                <a:off x="1968" y="1200"/>
                <a:ext cx="240" cy="192"/>
              </a:xfrm>
              <a:prstGeom prst="ellipse">
                <a:avLst/>
              </a:prstGeom>
              <a:solidFill>
                <a:schemeClr val="bg2"/>
              </a:solidFill>
              <a:ln w="9525">
                <a:solidFill>
                  <a:schemeClr val="tx1"/>
                </a:solidFill>
                <a:round/>
                <a:headEnd/>
                <a:tailEnd/>
              </a:ln>
              <a:effectLst/>
            </p:spPr>
            <p:txBody>
              <a:bodyPr wrap="none" anchor="ctr"/>
              <a:lstStyle/>
              <a:p>
                <a:pPr algn="ctr"/>
                <a:r>
                  <a:rPr lang="en-US" sz="2400" b="1">
                    <a:solidFill>
                      <a:schemeClr val="accent1"/>
                    </a:solidFill>
                    <a:latin typeface="Times New Roman" pitchFamily="18" charset="0"/>
                  </a:rPr>
                  <a:t>D</a:t>
                </a:r>
              </a:p>
            </p:txBody>
          </p:sp>
          <p:sp>
            <p:nvSpPr>
              <p:cNvPr id="444428" name="Line 12"/>
              <p:cNvSpPr>
                <a:spLocks noChangeShapeType="1"/>
              </p:cNvSpPr>
              <p:nvPr/>
            </p:nvSpPr>
            <p:spPr bwMode="auto">
              <a:xfrm>
                <a:off x="2448" y="624"/>
                <a:ext cx="192" cy="96"/>
              </a:xfrm>
              <a:prstGeom prst="line">
                <a:avLst/>
              </a:prstGeom>
              <a:noFill/>
              <a:ln w="9525">
                <a:solidFill>
                  <a:schemeClr val="tx1"/>
                </a:solidFill>
                <a:round/>
                <a:headEnd/>
                <a:tailEnd/>
              </a:ln>
              <a:effectLst/>
            </p:spPr>
            <p:txBody>
              <a:bodyPr wrap="none" anchor="ctr"/>
              <a:lstStyle/>
              <a:p>
                <a:endParaRPr lang="en-US"/>
              </a:p>
            </p:txBody>
          </p:sp>
          <p:sp>
            <p:nvSpPr>
              <p:cNvPr id="444429" name="Line 13"/>
              <p:cNvSpPr>
                <a:spLocks noChangeShapeType="1"/>
              </p:cNvSpPr>
              <p:nvPr/>
            </p:nvSpPr>
            <p:spPr bwMode="auto">
              <a:xfrm flipH="1">
                <a:off x="2496" y="768"/>
                <a:ext cx="144" cy="144"/>
              </a:xfrm>
              <a:prstGeom prst="line">
                <a:avLst/>
              </a:prstGeom>
              <a:noFill/>
              <a:ln w="9525">
                <a:solidFill>
                  <a:schemeClr val="tx1"/>
                </a:solidFill>
                <a:round/>
                <a:headEnd/>
                <a:tailEnd/>
              </a:ln>
              <a:effectLst/>
            </p:spPr>
            <p:txBody>
              <a:bodyPr wrap="none" anchor="ctr"/>
              <a:lstStyle/>
              <a:p>
                <a:endParaRPr lang="en-US"/>
              </a:p>
            </p:txBody>
          </p:sp>
          <p:sp>
            <p:nvSpPr>
              <p:cNvPr id="444430" name="Line 14"/>
              <p:cNvSpPr>
                <a:spLocks noChangeShapeType="1"/>
              </p:cNvSpPr>
              <p:nvPr/>
            </p:nvSpPr>
            <p:spPr bwMode="auto">
              <a:xfrm>
                <a:off x="2448" y="1056"/>
                <a:ext cx="144" cy="144"/>
              </a:xfrm>
              <a:prstGeom prst="line">
                <a:avLst/>
              </a:prstGeom>
              <a:noFill/>
              <a:ln w="9525">
                <a:solidFill>
                  <a:schemeClr val="tx1"/>
                </a:solidFill>
                <a:round/>
                <a:headEnd/>
                <a:tailEnd/>
              </a:ln>
              <a:effectLst/>
            </p:spPr>
            <p:txBody>
              <a:bodyPr wrap="none" anchor="ctr"/>
              <a:lstStyle/>
              <a:p>
                <a:endParaRPr lang="en-US"/>
              </a:p>
            </p:txBody>
          </p:sp>
          <p:sp>
            <p:nvSpPr>
              <p:cNvPr id="444431" name="Line 15"/>
              <p:cNvSpPr>
                <a:spLocks noChangeShapeType="1"/>
              </p:cNvSpPr>
              <p:nvPr/>
            </p:nvSpPr>
            <p:spPr bwMode="auto">
              <a:xfrm flipH="1">
                <a:off x="2160" y="1008"/>
                <a:ext cx="144" cy="192"/>
              </a:xfrm>
              <a:prstGeom prst="line">
                <a:avLst/>
              </a:prstGeom>
              <a:noFill/>
              <a:ln w="9525">
                <a:solidFill>
                  <a:schemeClr val="tx1"/>
                </a:solidFill>
                <a:round/>
                <a:headEnd/>
                <a:tailEnd/>
              </a:ln>
              <a:effectLst/>
            </p:spPr>
            <p:txBody>
              <a:bodyPr wrap="none" anchor="ctr"/>
              <a:lstStyle/>
              <a:p>
                <a:endParaRPr lang="en-US"/>
              </a:p>
            </p:txBody>
          </p:sp>
        </p:grpSp>
      </p:grpSp>
      <p:sp>
        <p:nvSpPr>
          <p:cNvPr id="444433" name="Text Box 17"/>
          <p:cNvSpPr txBox="1">
            <a:spLocks noChangeArrowheads="1"/>
          </p:cNvSpPr>
          <p:nvPr/>
        </p:nvSpPr>
        <p:spPr bwMode="auto">
          <a:xfrm>
            <a:off x="1371600" y="5410200"/>
            <a:ext cx="457200" cy="519113"/>
          </a:xfrm>
          <a:prstGeom prst="rect">
            <a:avLst/>
          </a:prstGeom>
          <a:noFill/>
          <a:ln w="9525">
            <a:noFill/>
            <a:miter lim="800000"/>
            <a:headEnd/>
            <a:tailEnd/>
          </a:ln>
          <a:effectLst/>
        </p:spPr>
        <p:txBody>
          <a:bodyPr>
            <a:spAutoFit/>
          </a:bodyPr>
          <a:lstStyle/>
          <a:p>
            <a:pPr>
              <a:spcBef>
                <a:spcPct val="50000"/>
              </a:spcBef>
            </a:pPr>
            <a:r>
              <a:rPr lang="en-US" sz="2800"/>
              <a:t>A</a:t>
            </a:r>
          </a:p>
        </p:txBody>
      </p:sp>
      <p:sp>
        <p:nvSpPr>
          <p:cNvPr id="444434" name="Text Box 18"/>
          <p:cNvSpPr txBox="1">
            <a:spLocks noChangeArrowheads="1"/>
          </p:cNvSpPr>
          <p:nvPr/>
        </p:nvSpPr>
        <p:spPr bwMode="auto">
          <a:xfrm>
            <a:off x="1676400" y="5424488"/>
            <a:ext cx="457200" cy="519112"/>
          </a:xfrm>
          <a:prstGeom prst="rect">
            <a:avLst/>
          </a:prstGeom>
          <a:noFill/>
          <a:ln w="9525">
            <a:noFill/>
            <a:miter lim="800000"/>
            <a:headEnd/>
            <a:tailEnd/>
          </a:ln>
          <a:effectLst/>
        </p:spPr>
        <p:txBody>
          <a:bodyPr>
            <a:spAutoFit/>
          </a:bodyPr>
          <a:lstStyle/>
          <a:p>
            <a:pPr>
              <a:spcBef>
                <a:spcPct val="50000"/>
              </a:spcBef>
            </a:pPr>
            <a:r>
              <a:rPr lang="en-US" sz="2800"/>
              <a:t>B</a:t>
            </a:r>
          </a:p>
        </p:txBody>
      </p:sp>
      <p:sp>
        <p:nvSpPr>
          <p:cNvPr id="444435" name="Text Box 19"/>
          <p:cNvSpPr txBox="1">
            <a:spLocks noChangeArrowheads="1"/>
          </p:cNvSpPr>
          <p:nvPr/>
        </p:nvSpPr>
        <p:spPr bwMode="auto">
          <a:xfrm>
            <a:off x="2286000" y="5424488"/>
            <a:ext cx="457200" cy="519112"/>
          </a:xfrm>
          <a:prstGeom prst="rect">
            <a:avLst/>
          </a:prstGeom>
          <a:noFill/>
          <a:ln w="9525">
            <a:noFill/>
            <a:miter lim="800000"/>
            <a:headEnd/>
            <a:tailEnd/>
          </a:ln>
          <a:effectLst/>
        </p:spPr>
        <p:txBody>
          <a:bodyPr>
            <a:spAutoFit/>
          </a:bodyPr>
          <a:lstStyle/>
          <a:p>
            <a:pPr>
              <a:spcBef>
                <a:spcPct val="50000"/>
              </a:spcBef>
            </a:pPr>
            <a:r>
              <a:rPr lang="en-US" sz="2800"/>
              <a:t>D</a:t>
            </a:r>
          </a:p>
        </p:txBody>
      </p:sp>
      <p:sp>
        <p:nvSpPr>
          <p:cNvPr id="444436" name="Text Box 20"/>
          <p:cNvSpPr txBox="1">
            <a:spLocks noChangeArrowheads="1"/>
          </p:cNvSpPr>
          <p:nvPr/>
        </p:nvSpPr>
        <p:spPr bwMode="auto">
          <a:xfrm>
            <a:off x="1981200" y="5424488"/>
            <a:ext cx="457200" cy="519112"/>
          </a:xfrm>
          <a:prstGeom prst="rect">
            <a:avLst/>
          </a:prstGeom>
          <a:noFill/>
          <a:ln w="9525">
            <a:noFill/>
            <a:miter lim="800000"/>
            <a:headEnd/>
            <a:tailEnd/>
          </a:ln>
          <a:effectLst/>
        </p:spPr>
        <p:txBody>
          <a:bodyPr>
            <a:spAutoFit/>
          </a:bodyPr>
          <a:lstStyle/>
          <a:p>
            <a:pPr>
              <a:spcBef>
                <a:spcPct val="50000"/>
              </a:spcBef>
            </a:pPr>
            <a:r>
              <a:rPr lang="en-US" sz="2800"/>
              <a:t>C</a:t>
            </a:r>
          </a:p>
        </p:txBody>
      </p:sp>
      <p:sp>
        <p:nvSpPr>
          <p:cNvPr id="444437" name="Text Box 21"/>
          <p:cNvSpPr txBox="1">
            <a:spLocks noChangeArrowheads="1"/>
          </p:cNvSpPr>
          <p:nvPr/>
        </p:nvSpPr>
        <p:spPr bwMode="auto">
          <a:xfrm>
            <a:off x="2590800" y="5424488"/>
            <a:ext cx="457200" cy="519112"/>
          </a:xfrm>
          <a:prstGeom prst="rect">
            <a:avLst/>
          </a:prstGeom>
          <a:noFill/>
          <a:ln w="9525">
            <a:noFill/>
            <a:miter lim="800000"/>
            <a:headEnd/>
            <a:tailEnd/>
          </a:ln>
          <a:effectLst/>
        </p:spPr>
        <p:txBody>
          <a:bodyPr>
            <a:spAutoFit/>
          </a:bodyPr>
          <a:lstStyle/>
          <a:p>
            <a:pPr>
              <a:spcBef>
                <a:spcPct val="50000"/>
              </a:spcBef>
            </a:pPr>
            <a:r>
              <a:rPr lang="en-US" sz="2800"/>
              <a:t>E</a:t>
            </a:r>
          </a:p>
        </p:txBody>
      </p:sp>
      <p:sp>
        <p:nvSpPr>
          <p:cNvPr id="5" name="Footer Placeholder 4">
            <a:extLst>
              <a:ext uri="{FF2B5EF4-FFF2-40B4-BE49-F238E27FC236}">
                <a16:creationId xmlns:a16="http://schemas.microsoft.com/office/drawing/2014/main" id="{14DBE222-E426-7834-E1CA-7AD9DAED8F3F}"/>
              </a:ext>
            </a:extLst>
          </p:cNvPr>
          <p:cNvSpPr>
            <a:spLocks noGrp="1"/>
          </p:cNvSpPr>
          <p:nvPr>
            <p:ph type="ftr" sz="quarter" idx="11"/>
          </p:nvPr>
        </p:nvSpPr>
        <p:spPr/>
        <p:txBody>
          <a:bodyPr/>
          <a:lstStyle/>
          <a:p>
            <a:r>
              <a:rPr lang="en-US"/>
              <a:t>Algorithm and Data Structure </a:t>
            </a:r>
            <a:endParaRPr lang="en-US" dirty="0"/>
          </a:p>
        </p:txBody>
      </p:sp>
      <p:sp>
        <p:nvSpPr>
          <p:cNvPr id="6" name="Slide Number Placeholder 5">
            <a:extLst>
              <a:ext uri="{FF2B5EF4-FFF2-40B4-BE49-F238E27FC236}">
                <a16:creationId xmlns:a16="http://schemas.microsoft.com/office/drawing/2014/main" id="{19B785D3-6A2E-FD29-661F-742971ADFF26}"/>
              </a:ext>
            </a:extLst>
          </p:cNvPr>
          <p:cNvSpPr>
            <a:spLocks noGrp="1"/>
          </p:cNvSpPr>
          <p:nvPr>
            <p:ph type="sldNum" sz="quarter" idx="12"/>
          </p:nvPr>
        </p:nvSpPr>
        <p:spPr/>
        <p:txBody>
          <a:bodyPr/>
          <a:lstStyle/>
          <a:p>
            <a:fld id="{95E664E9-BB0A-4932-9D77-E0DDE5779A37}" type="slidenum">
              <a:rPr lang="en-US" smtClean="0"/>
              <a:pPr/>
              <a:t>25</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444419">
                                            <p:txEl>
                                              <p:pRg st="0" end="0"/>
                                            </p:txEl>
                                          </p:spTgt>
                                        </p:tgtEl>
                                        <p:attrNameLst>
                                          <p:attrName>style.visibility</p:attrName>
                                        </p:attrNameLst>
                                      </p:cBhvr>
                                      <p:to>
                                        <p:strVal val="visible"/>
                                      </p:to>
                                    </p:set>
                                    <p:animEffect transition="in" filter="slide(fromTop)">
                                      <p:cBhvr>
                                        <p:cTn id="7" dur="500"/>
                                        <p:tgtEl>
                                          <p:spTgt spid="4444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444419">
                                            <p:txEl>
                                              <p:pRg st="1" end="1"/>
                                            </p:txEl>
                                          </p:spTgt>
                                        </p:tgtEl>
                                        <p:attrNameLst>
                                          <p:attrName>style.visibility</p:attrName>
                                        </p:attrNameLst>
                                      </p:cBhvr>
                                      <p:to>
                                        <p:strVal val="visible"/>
                                      </p:to>
                                    </p:set>
                                    <p:animEffect transition="in" filter="slide(fromTop)">
                                      <p:cBhvr>
                                        <p:cTn id="12" dur="500"/>
                                        <p:tgtEl>
                                          <p:spTgt spid="4444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childTnLst>
                                    <p:set>
                                      <p:cBhvr>
                                        <p:cTn id="16" dur="1" fill="hold">
                                          <p:stCondLst>
                                            <p:cond delay="0"/>
                                          </p:stCondLst>
                                        </p:cTn>
                                        <p:tgtEl>
                                          <p:spTgt spid="444419">
                                            <p:txEl>
                                              <p:pRg st="2" end="2"/>
                                            </p:txEl>
                                          </p:spTgt>
                                        </p:tgtEl>
                                        <p:attrNameLst>
                                          <p:attrName>style.visibility</p:attrName>
                                        </p:attrNameLst>
                                      </p:cBhvr>
                                      <p:to>
                                        <p:strVal val="visible"/>
                                      </p:to>
                                    </p:set>
                                    <p:animEffect transition="in" filter="slide(fromTop)">
                                      <p:cBhvr>
                                        <p:cTn id="17" dur="500"/>
                                        <p:tgtEl>
                                          <p:spTgt spid="4444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1" fill="hold" grpId="0" nodeType="clickEffect">
                                  <p:stCondLst>
                                    <p:cond delay="0"/>
                                  </p:stCondLst>
                                  <p:childTnLst>
                                    <p:set>
                                      <p:cBhvr>
                                        <p:cTn id="21" dur="1" fill="hold">
                                          <p:stCondLst>
                                            <p:cond delay="0"/>
                                          </p:stCondLst>
                                        </p:cTn>
                                        <p:tgtEl>
                                          <p:spTgt spid="444419">
                                            <p:txEl>
                                              <p:pRg st="3" end="3"/>
                                            </p:txEl>
                                          </p:spTgt>
                                        </p:tgtEl>
                                        <p:attrNameLst>
                                          <p:attrName>style.visibility</p:attrName>
                                        </p:attrNameLst>
                                      </p:cBhvr>
                                      <p:to>
                                        <p:strVal val="visible"/>
                                      </p:to>
                                    </p:set>
                                    <p:animEffect transition="in" filter="slide(fromTop)">
                                      <p:cBhvr>
                                        <p:cTn id="22" dur="500"/>
                                        <p:tgtEl>
                                          <p:spTgt spid="4444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dissolve">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444433">
                                            <p:txEl>
                                              <p:pRg st="0" end="0"/>
                                            </p:txEl>
                                          </p:spTgt>
                                        </p:tgtEl>
                                        <p:attrNameLst>
                                          <p:attrName>style.visibility</p:attrName>
                                        </p:attrNameLst>
                                      </p:cBhvr>
                                      <p:to>
                                        <p:strVal val="visible"/>
                                      </p:to>
                                    </p:set>
                                    <p:animEffect transition="in" filter="box(in)">
                                      <p:cBhvr>
                                        <p:cTn id="32" dur="500"/>
                                        <p:tgtEl>
                                          <p:spTgt spid="444433">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444434">
                                            <p:txEl>
                                              <p:pRg st="0" end="0"/>
                                            </p:txEl>
                                          </p:spTgt>
                                        </p:tgtEl>
                                        <p:attrNameLst>
                                          <p:attrName>style.visibility</p:attrName>
                                        </p:attrNameLst>
                                      </p:cBhvr>
                                      <p:to>
                                        <p:strVal val="visible"/>
                                      </p:to>
                                    </p:set>
                                    <p:animEffect transition="in" filter="box(in)">
                                      <p:cBhvr>
                                        <p:cTn id="37" dur="500"/>
                                        <p:tgtEl>
                                          <p:spTgt spid="44443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444436">
                                            <p:txEl>
                                              <p:pRg st="0" end="0"/>
                                            </p:txEl>
                                          </p:spTgt>
                                        </p:tgtEl>
                                        <p:attrNameLst>
                                          <p:attrName>style.visibility</p:attrName>
                                        </p:attrNameLst>
                                      </p:cBhvr>
                                      <p:to>
                                        <p:strVal val="visible"/>
                                      </p:to>
                                    </p:set>
                                    <p:animEffect transition="in" filter="box(in)">
                                      <p:cBhvr>
                                        <p:cTn id="42" dur="500"/>
                                        <p:tgtEl>
                                          <p:spTgt spid="444436">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nodeType="clickEffect">
                                  <p:stCondLst>
                                    <p:cond delay="0"/>
                                  </p:stCondLst>
                                  <p:childTnLst>
                                    <p:set>
                                      <p:cBhvr>
                                        <p:cTn id="46" dur="1" fill="hold">
                                          <p:stCondLst>
                                            <p:cond delay="0"/>
                                          </p:stCondLst>
                                        </p:cTn>
                                        <p:tgtEl>
                                          <p:spTgt spid="444435">
                                            <p:txEl>
                                              <p:pRg st="0" end="0"/>
                                            </p:txEl>
                                          </p:spTgt>
                                        </p:tgtEl>
                                        <p:attrNameLst>
                                          <p:attrName>style.visibility</p:attrName>
                                        </p:attrNameLst>
                                      </p:cBhvr>
                                      <p:to>
                                        <p:strVal val="visible"/>
                                      </p:to>
                                    </p:set>
                                    <p:animEffect transition="in" filter="box(in)">
                                      <p:cBhvr>
                                        <p:cTn id="47" dur="500"/>
                                        <p:tgtEl>
                                          <p:spTgt spid="444435">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nodeType="clickEffect">
                                  <p:stCondLst>
                                    <p:cond delay="0"/>
                                  </p:stCondLst>
                                  <p:childTnLst>
                                    <p:set>
                                      <p:cBhvr>
                                        <p:cTn id="51" dur="1" fill="hold">
                                          <p:stCondLst>
                                            <p:cond delay="0"/>
                                          </p:stCondLst>
                                        </p:cTn>
                                        <p:tgtEl>
                                          <p:spTgt spid="444437">
                                            <p:txEl>
                                              <p:pRg st="0" end="0"/>
                                            </p:txEl>
                                          </p:spTgt>
                                        </p:tgtEl>
                                        <p:attrNameLst>
                                          <p:attrName>style.visibility</p:attrName>
                                        </p:attrNameLst>
                                      </p:cBhvr>
                                      <p:to>
                                        <p:strVal val="visible"/>
                                      </p:to>
                                    </p:set>
                                    <p:animEffect transition="in" filter="box(in)">
                                      <p:cBhvr>
                                        <p:cTn id="52" dur="500"/>
                                        <p:tgtEl>
                                          <p:spTgt spid="44443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419" grpId="0" build="p" bldLvl="3"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Line 2"/>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00739" name="Line 3"/>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00740" name="Rectangle 4"/>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00741"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00742" name="Oval 6"/>
          <p:cNvSpPr>
            <a:spLocks noChangeArrowheads="1"/>
          </p:cNvSpPr>
          <p:nvPr/>
        </p:nvSpPr>
        <p:spPr bwMode="auto">
          <a:xfrm>
            <a:off x="4502150" y="1868488"/>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00743"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00744" name="Oval 8"/>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0745"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00746" name="Oval 10"/>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0747"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00748" name="Oval 12"/>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0749"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00750" name="Oval 14"/>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0751"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00752" name="Oval 16"/>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0753"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00754" name="Oval 18"/>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0755"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00756"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0757"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00758"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0759"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00760"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0761"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00762"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0763"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00764"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0765"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00766"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0767"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00768"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0769"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00770"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0771"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00772"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00773"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00774"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00775"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00776"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00777"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00778"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00779"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00780"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00781"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00782" name="Line 46"/>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00783" name="Line 47"/>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3" name="Footer Placeholder 2">
            <a:extLst>
              <a:ext uri="{FF2B5EF4-FFF2-40B4-BE49-F238E27FC236}">
                <a16:creationId xmlns:a16="http://schemas.microsoft.com/office/drawing/2014/main" id="{207D460D-5A7E-7845-BCEE-BB2D13FEE18E}"/>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391AC716-6D8B-7668-9CA4-8723E64410E9}"/>
              </a:ext>
            </a:extLst>
          </p:cNvPr>
          <p:cNvSpPr>
            <a:spLocks noGrp="1"/>
          </p:cNvSpPr>
          <p:nvPr>
            <p:ph type="sldNum" sz="quarter" idx="12"/>
          </p:nvPr>
        </p:nvSpPr>
        <p:spPr/>
        <p:txBody>
          <a:bodyPr/>
          <a:lstStyle/>
          <a:p>
            <a:fld id="{95E664E9-BB0A-4932-9D77-E0DDE5779A37}" type="slidenum">
              <a:rPr lang="en-US" smtClean="0"/>
              <a:pPr/>
              <a:t>26</a:t>
            </a:fld>
            <a:endParaRPr lang="en-US" dirty="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Line 2"/>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01763" name="Line 3"/>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01764" name="Rectangle 4"/>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01765"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01766" name="Oval 6"/>
          <p:cNvSpPr>
            <a:spLocks noChangeArrowheads="1"/>
          </p:cNvSpPr>
          <p:nvPr/>
        </p:nvSpPr>
        <p:spPr bwMode="auto">
          <a:xfrm>
            <a:off x="4502150" y="1868488"/>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01767"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01768" name="Oval 8"/>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1769"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01770" name="Oval 10"/>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1771"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01772" name="Oval 12"/>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1773"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01774" name="Oval 14"/>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1775"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01776" name="Oval 16"/>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1777"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01778" name="Oval 18"/>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1779"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01780"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1781"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01782"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1783"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01784"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1785"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01786"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1787"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01788"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1789"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01790"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1791"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01792"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1793"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01794"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1795"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01796"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01797"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01798"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01799"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01800"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01801"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01802"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01803"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01804"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01805"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01806" name="Line 46"/>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01807" name="Line 47"/>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01808" name="Rectangle 48"/>
          <p:cNvSpPr>
            <a:spLocks noChangeArrowheads="1"/>
          </p:cNvSpPr>
          <p:nvPr/>
        </p:nvSpPr>
        <p:spPr bwMode="auto">
          <a:xfrm>
            <a:off x="4432300" y="5568950"/>
            <a:ext cx="452438"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a:t>
            </a:r>
          </a:p>
        </p:txBody>
      </p:sp>
      <p:sp>
        <p:nvSpPr>
          <p:cNvPr id="501809" name="Line 49"/>
          <p:cNvSpPr>
            <a:spLocks noChangeShapeType="1"/>
          </p:cNvSpPr>
          <p:nvPr/>
        </p:nvSpPr>
        <p:spPr bwMode="auto">
          <a:xfrm>
            <a:off x="3752850" y="1998663"/>
            <a:ext cx="6477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3" name="Footer Placeholder 2">
            <a:extLst>
              <a:ext uri="{FF2B5EF4-FFF2-40B4-BE49-F238E27FC236}">
                <a16:creationId xmlns:a16="http://schemas.microsoft.com/office/drawing/2014/main" id="{3140ADE0-7C37-CA30-114F-EBE3555FF470}"/>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F457E685-E905-96E6-5D1B-125BBCAC485A}"/>
              </a:ext>
            </a:extLst>
          </p:cNvPr>
          <p:cNvSpPr>
            <a:spLocks noGrp="1"/>
          </p:cNvSpPr>
          <p:nvPr>
            <p:ph type="sldNum" sz="quarter" idx="12"/>
          </p:nvPr>
        </p:nvSpPr>
        <p:spPr/>
        <p:txBody>
          <a:bodyPr/>
          <a:lstStyle/>
          <a:p>
            <a:fld id="{95E664E9-BB0A-4932-9D77-E0DDE5779A37}" type="slidenum">
              <a:rPr lang="en-US" smtClean="0"/>
              <a:pPr/>
              <a:t>27</a:t>
            </a:fld>
            <a:endParaRPr lang="en-US" dirty="0"/>
          </a:p>
        </p:txBody>
      </p:sp>
    </p:spTree>
  </p:cSld>
  <p:clrMapOvr>
    <a:masterClrMapping/>
  </p:clrMapOvr>
  <p:transition advTm="1000"/>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Line 2"/>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02787" name="Line 3"/>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02788" name="Line 4"/>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02789"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02790" name="Oval 6"/>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2791"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02792" name="Oval 8"/>
          <p:cNvSpPr>
            <a:spLocks noChangeArrowheads="1"/>
          </p:cNvSpPr>
          <p:nvPr/>
        </p:nvSpPr>
        <p:spPr bwMode="auto">
          <a:xfrm>
            <a:off x="2673350" y="2744788"/>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02793"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02794" name="Oval 10"/>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2795"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02796" name="Oval 12"/>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2797"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02798" name="Oval 14"/>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2799"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02800" name="Oval 16"/>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2801"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02802" name="Oval 18"/>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2803"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02804"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2805"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02806"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2807"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02808"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2809"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02810"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2811"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02812"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2813"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02814"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2815"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02816"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2817"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02818"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2819"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02820" name="Line 36"/>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02821"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02822"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02823" name="Line 39"/>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02824" name="Line 40"/>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02825" name="Line 41"/>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02826"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02827"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02828"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02829"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02830"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02831"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02832"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02833" name="Rectangle 49"/>
          <p:cNvSpPr>
            <a:spLocks noChangeArrowheads="1"/>
          </p:cNvSpPr>
          <p:nvPr/>
        </p:nvSpPr>
        <p:spPr bwMode="auto">
          <a:xfrm>
            <a:off x="4432300" y="5568950"/>
            <a:ext cx="452438"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a:t>
            </a:r>
          </a:p>
        </p:txBody>
      </p:sp>
      <p:sp>
        <p:nvSpPr>
          <p:cNvPr id="3" name="Footer Placeholder 2">
            <a:extLst>
              <a:ext uri="{FF2B5EF4-FFF2-40B4-BE49-F238E27FC236}">
                <a16:creationId xmlns:a16="http://schemas.microsoft.com/office/drawing/2014/main" id="{4696A1A5-FEA0-EB46-1B11-427DCC240CC3}"/>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B51EB3C1-4016-7440-1B99-540338979715}"/>
              </a:ext>
            </a:extLst>
          </p:cNvPr>
          <p:cNvSpPr>
            <a:spLocks noGrp="1"/>
          </p:cNvSpPr>
          <p:nvPr>
            <p:ph type="sldNum" sz="quarter" idx="12"/>
          </p:nvPr>
        </p:nvSpPr>
        <p:spPr/>
        <p:txBody>
          <a:bodyPr/>
          <a:lstStyle/>
          <a:p>
            <a:fld id="{95E664E9-BB0A-4932-9D77-E0DDE5779A37}" type="slidenum">
              <a:rPr lang="en-US" smtClean="0"/>
              <a:pPr/>
              <a:t>28</a:t>
            </a:fld>
            <a:endParaRPr lang="en-US" dirty="0"/>
          </a:p>
        </p:txBody>
      </p:sp>
    </p:spTree>
  </p:cSld>
  <p:clrMapOvr>
    <a:masterClrMapping/>
  </p:clrMapOvr>
  <p:transition advTm="1000"/>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Line 2"/>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03811" name="Line 3"/>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03812" name="Line 4"/>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03813"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03814" name="Oval 6"/>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3815"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03816" name="Oval 8"/>
          <p:cNvSpPr>
            <a:spLocks noChangeArrowheads="1"/>
          </p:cNvSpPr>
          <p:nvPr/>
        </p:nvSpPr>
        <p:spPr bwMode="auto">
          <a:xfrm>
            <a:off x="2673350" y="2744788"/>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03817"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03818" name="Oval 10"/>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3819"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03820" name="Oval 12"/>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3821"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03822" name="Oval 14"/>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3823"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03824" name="Oval 16"/>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3825"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03826" name="Oval 18"/>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3827"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03828"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3829"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03830"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3831"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03832"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3833"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03834"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3835"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03836"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3837"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03838"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3839"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03840"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3841"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03842"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3843"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03844" name="Line 36"/>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03845"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03846"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03847" name="Line 39"/>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03848" name="Line 40"/>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03849" name="Line 41"/>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03850"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03851"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03852"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03853"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03854"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03855"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03856"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03857" name="Rectangle 49"/>
          <p:cNvSpPr>
            <a:spLocks noChangeArrowheads="1"/>
          </p:cNvSpPr>
          <p:nvPr/>
        </p:nvSpPr>
        <p:spPr bwMode="auto">
          <a:xfrm>
            <a:off x="4184650" y="5568950"/>
            <a:ext cx="949325"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a:t>
            </a:r>
          </a:p>
        </p:txBody>
      </p:sp>
      <p:sp>
        <p:nvSpPr>
          <p:cNvPr id="503858" name="Line 50"/>
          <p:cNvSpPr>
            <a:spLocks noChangeShapeType="1"/>
          </p:cNvSpPr>
          <p:nvPr/>
        </p:nvSpPr>
        <p:spPr bwMode="auto">
          <a:xfrm>
            <a:off x="1927225" y="2873375"/>
            <a:ext cx="6477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3" name="Footer Placeholder 2">
            <a:extLst>
              <a:ext uri="{FF2B5EF4-FFF2-40B4-BE49-F238E27FC236}">
                <a16:creationId xmlns:a16="http://schemas.microsoft.com/office/drawing/2014/main" id="{19103D87-0511-3C7D-F35F-7CBF0F16B758}"/>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4AC6EA07-5B85-6248-A1DE-16371BDA1534}"/>
              </a:ext>
            </a:extLst>
          </p:cNvPr>
          <p:cNvSpPr>
            <a:spLocks noGrp="1"/>
          </p:cNvSpPr>
          <p:nvPr>
            <p:ph type="sldNum" sz="quarter" idx="12"/>
          </p:nvPr>
        </p:nvSpPr>
        <p:spPr/>
        <p:txBody>
          <a:bodyPr/>
          <a:lstStyle/>
          <a:p>
            <a:fld id="{95E664E9-BB0A-4932-9D77-E0DDE5779A37}" type="slidenum">
              <a:rPr lang="en-US" smtClean="0"/>
              <a:pPr/>
              <a:t>29</a:t>
            </a:fld>
            <a:endParaRPr lang="en-US" dirty="0"/>
          </a:p>
        </p:txBody>
      </p:sp>
    </p:spTree>
  </p:cSld>
  <p:clrMapOvr>
    <a:masterClrMapping/>
  </p:clrMapOvr>
  <p:transition advTm="1000"/>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Line 2"/>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04835" name="Line 3"/>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04836" name="Line 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04837"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04838" name="Oval 6"/>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4839"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04840" name="Oval 8"/>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4841"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04842" name="Oval 10"/>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4843"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04844" name="Oval 12"/>
          <p:cNvSpPr>
            <a:spLocks noChangeArrowheads="1"/>
          </p:cNvSpPr>
          <p:nvPr/>
        </p:nvSpPr>
        <p:spPr bwMode="auto">
          <a:xfrm>
            <a:off x="1530350" y="3863975"/>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04845"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04846" name="Oval 14"/>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4847"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04848" name="Oval 16"/>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4849"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04850" name="Oval 18"/>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4851"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04852"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4853"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04854"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4855"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04856"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4857"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04858"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4859"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04860"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4861"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04862"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4863"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04864"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4865"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04866"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4867"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04868" name="Line 36"/>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04869" name="Line 37"/>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04870" name="Line 38"/>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04871" name="Line 39"/>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04872" name="Line 40"/>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04873"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04874"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04875"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04876"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04877"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04878"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04879"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04880"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04881" name="Line 49"/>
          <p:cNvSpPr>
            <a:spLocks noChangeShapeType="1"/>
          </p:cNvSpPr>
          <p:nvPr/>
        </p:nvSpPr>
        <p:spPr bwMode="auto">
          <a:xfrm flipH="1">
            <a:off x="1651000" y="2979738"/>
            <a:ext cx="952500" cy="8143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504882" name="Rectangle 50"/>
          <p:cNvSpPr>
            <a:spLocks noChangeArrowheads="1"/>
          </p:cNvSpPr>
          <p:nvPr/>
        </p:nvSpPr>
        <p:spPr bwMode="auto">
          <a:xfrm>
            <a:off x="4184650" y="5568950"/>
            <a:ext cx="949325"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a:t>
            </a:r>
          </a:p>
        </p:txBody>
      </p:sp>
      <p:sp>
        <p:nvSpPr>
          <p:cNvPr id="3" name="Footer Placeholder 2">
            <a:extLst>
              <a:ext uri="{FF2B5EF4-FFF2-40B4-BE49-F238E27FC236}">
                <a16:creationId xmlns:a16="http://schemas.microsoft.com/office/drawing/2014/main" id="{FE3C102E-34B8-7BCA-F43A-475A52AA3BA6}"/>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FC7AE839-0375-0228-4EF7-679D57D497B4}"/>
              </a:ext>
            </a:extLst>
          </p:cNvPr>
          <p:cNvSpPr>
            <a:spLocks noGrp="1"/>
          </p:cNvSpPr>
          <p:nvPr>
            <p:ph type="sldNum" sz="quarter" idx="12"/>
          </p:nvPr>
        </p:nvSpPr>
        <p:spPr/>
        <p:txBody>
          <a:bodyPr/>
          <a:lstStyle/>
          <a:p>
            <a:fld id="{95E664E9-BB0A-4932-9D77-E0DDE5779A37}" type="slidenum">
              <a:rPr lang="en-US" smtClean="0"/>
              <a:pPr/>
              <a:t>30</a:t>
            </a:fld>
            <a:endParaRPr lang="en-US" dirty="0"/>
          </a:p>
        </p:txBody>
      </p:sp>
    </p:spTree>
  </p:cSld>
  <p:clrMapOvr>
    <a:masterClrMapping/>
  </p:clrMapOvr>
  <p:transition advTm="1000"/>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Line 2"/>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05859" name="Line 3"/>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05860" name="Line 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05861"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05862" name="Oval 6"/>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5863"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05864" name="Oval 8"/>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5865"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05866" name="Oval 10"/>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5867"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05868" name="Oval 12"/>
          <p:cNvSpPr>
            <a:spLocks noChangeArrowheads="1"/>
          </p:cNvSpPr>
          <p:nvPr/>
        </p:nvSpPr>
        <p:spPr bwMode="auto">
          <a:xfrm>
            <a:off x="1530350" y="3863975"/>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05869"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05870" name="Oval 14"/>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5871"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05872" name="Oval 16"/>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5873"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05874" name="Oval 18"/>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5875"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05876"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5877"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05878"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5879"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05880"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5881"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05882"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5883"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05884"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5885"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05886"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5887"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05888"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5889"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05890"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5891"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05892" name="Line 36"/>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05893" name="Line 37"/>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05894" name="Line 38"/>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05895" name="Line 39"/>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05896" name="Line 40"/>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05897"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05898"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05899"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05900"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05901"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05902"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05903"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05904"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05905" name="Line 49"/>
          <p:cNvSpPr>
            <a:spLocks noChangeShapeType="1"/>
          </p:cNvSpPr>
          <p:nvPr/>
        </p:nvSpPr>
        <p:spPr bwMode="auto">
          <a:xfrm flipH="1">
            <a:off x="1651000" y="2979738"/>
            <a:ext cx="952500" cy="8143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505906" name="Line 50"/>
          <p:cNvSpPr>
            <a:spLocks noChangeShapeType="1"/>
          </p:cNvSpPr>
          <p:nvPr/>
        </p:nvSpPr>
        <p:spPr bwMode="auto">
          <a:xfrm>
            <a:off x="774700" y="4025900"/>
            <a:ext cx="6477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05907" name="Rectangle 51"/>
          <p:cNvSpPr>
            <a:spLocks noChangeArrowheads="1"/>
          </p:cNvSpPr>
          <p:nvPr/>
        </p:nvSpPr>
        <p:spPr bwMode="auto">
          <a:xfrm>
            <a:off x="3925888" y="5568950"/>
            <a:ext cx="1468437"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a:t>
            </a:r>
          </a:p>
        </p:txBody>
      </p:sp>
      <p:sp>
        <p:nvSpPr>
          <p:cNvPr id="3" name="Footer Placeholder 2">
            <a:extLst>
              <a:ext uri="{FF2B5EF4-FFF2-40B4-BE49-F238E27FC236}">
                <a16:creationId xmlns:a16="http://schemas.microsoft.com/office/drawing/2014/main" id="{9A8AE354-8B72-BB89-7132-6EB0C59A9556}"/>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A186CCAB-6692-B857-2C8B-29365CA5DF30}"/>
              </a:ext>
            </a:extLst>
          </p:cNvPr>
          <p:cNvSpPr>
            <a:spLocks noGrp="1"/>
          </p:cNvSpPr>
          <p:nvPr>
            <p:ph type="sldNum" sz="quarter" idx="12"/>
          </p:nvPr>
        </p:nvSpPr>
        <p:spPr/>
        <p:txBody>
          <a:bodyPr/>
          <a:lstStyle/>
          <a:p>
            <a:fld id="{95E664E9-BB0A-4932-9D77-E0DDE5779A37}" type="slidenum">
              <a:rPr lang="en-US" smtClean="0"/>
              <a:pPr/>
              <a:t>31</a:t>
            </a:fld>
            <a:endParaRPr lang="en-US" dirty="0"/>
          </a:p>
        </p:txBody>
      </p:sp>
    </p:spTree>
  </p:cSld>
  <p:clrMapOvr>
    <a:masterClrMapping/>
  </p:clrMapOvr>
  <p:transition advTm="1000"/>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Line 2"/>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06883"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06884"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6885"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06886"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6887"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06888"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6889"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06890"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6891"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06892"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6893"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06894"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6895"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06896"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6897"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06898" name="Oval 18"/>
          <p:cNvSpPr>
            <a:spLocks noChangeArrowheads="1"/>
          </p:cNvSpPr>
          <p:nvPr/>
        </p:nvSpPr>
        <p:spPr bwMode="auto">
          <a:xfrm>
            <a:off x="10175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06899"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06900"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6901"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06902"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6903"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06904"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6905"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06906"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6907"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06908"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6909"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06910"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6911"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06912"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6913"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06914"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06915"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06916"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06917"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06918"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06919"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06920" name="Line 40"/>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06921" name="Line 41"/>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06922"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06923"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06924"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06925"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06926"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06927"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06928"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06929" name="Line 49"/>
          <p:cNvSpPr>
            <a:spLocks noChangeShapeType="1"/>
          </p:cNvSpPr>
          <p:nvPr/>
        </p:nvSpPr>
        <p:spPr bwMode="auto">
          <a:xfrm flipH="1">
            <a:off x="1651000" y="2979738"/>
            <a:ext cx="952500" cy="8143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506930" name="Rectangle 50"/>
          <p:cNvSpPr>
            <a:spLocks noChangeArrowheads="1"/>
          </p:cNvSpPr>
          <p:nvPr/>
        </p:nvSpPr>
        <p:spPr bwMode="auto">
          <a:xfrm>
            <a:off x="3925888" y="5568950"/>
            <a:ext cx="1468437"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a:t>
            </a:r>
          </a:p>
        </p:txBody>
      </p:sp>
      <p:sp>
        <p:nvSpPr>
          <p:cNvPr id="506931" name="Line 51"/>
          <p:cNvSpPr>
            <a:spLocks noChangeShapeType="1"/>
          </p:cNvSpPr>
          <p:nvPr/>
        </p:nvSpPr>
        <p:spPr bwMode="auto">
          <a:xfrm flipH="1">
            <a:off x="1042988" y="4143375"/>
            <a:ext cx="409575" cy="908050"/>
          </a:xfrm>
          <a:prstGeom prst="line">
            <a:avLst/>
          </a:prstGeom>
          <a:noFill/>
          <a:ln w="25400">
            <a:solidFill>
              <a:schemeClr val="tx2"/>
            </a:solidFill>
            <a:round/>
            <a:headEnd/>
            <a:tailEnd type="triangle" w="med" len="med"/>
          </a:ln>
          <a:effectLst/>
        </p:spPr>
        <p:txBody>
          <a:bodyPr wrap="none" anchor="ctr"/>
          <a:lstStyle/>
          <a:p>
            <a:endParaRPr lang="en-US"/>
          </a:p>
        </p:txBody>
      </p:sp>
      <p:sp>
        <p:nvSpPr>
          <p:cNvPr id="3" name="Footer Placeholder 2">
            <a:extLst>
              <a:ext uri="{FF2B5EF4-FFF2-40B4-BE49-F238E27FC236}">
                <a16:creationId xmlns:a16="http://schemas.microsoft.com/office/drawing/2014/main" id="{566ACC89-A92E-E335-DF86-BB2094A2501C}"/>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D93307BB-8C01-6D87-ABDD-C0180C0AB7AF}"/>
              </a:ext>
            </a:extLst>
          </p:cNvPr>
          <p:cNvSpPr>
            <a:spLocks noGrp="1"/>
          </p:cNvSpPr>
          <p:nvPr>
            <p:ph type="sldNum" sz="quarter" idx="12"/>
          </p:nvPr>
        </p:nvSpPr>
        <p:spPr/>
        <p:txBody>
          <a:bodyPr/>
          <a:lstStyle/>
          <a:p>
            <a:fld id="{95E664E9-BB0A-4932-9D77-E0DDE5779A37}" type="slidenum">
              <a:rPr lang="en-US" smtClean="0"/>
              <a:pPr/>
              <a:t>32</a:t>
            </a:fld>
            <a:endParaRPr lang="en-US" dirty="0"/>
          </a:p>
        </p:txBody>
      </p:sp>
    </p:spTree>
  </p:cSld>
  <p:clrMapOvr>
    <a:masterClrMapping/>
  </p:clrMapOvr>
  <p:transition advTm="1000"/>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Line 2"/>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07907"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07908"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7909"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07910"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7911"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07912"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7913"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07914"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7915"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07916"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7917"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07918"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7919"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07920"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7921"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07922" name="Oval 18"/>
          <p:cNvSpPr>
            <a:spLocks noChangeArrowheads="1"/>
          </p:cNvSpPr>
          <p:nvPr/>
        </p:nvSpPr>
        <p:spPr bwMode="auto">
          <a:xfrm>
            <a:off x="10175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07923"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07924"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7925"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07926"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7927"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07928"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7929"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07930"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7931"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07932"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7933"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07934"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7935"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07936"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7937"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07938"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07939"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07940"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07941"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07942"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07943"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07944" name="Line 40"/>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07945" name="Line 41"/>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07946"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07947"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07948"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07949"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07950"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07951"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07952"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07953" name="Line 49"/>
          <p:cNvSpPr>
            <a:spLocks noChangeShapeType="1"/>
          </p:cNvSpPr>
          <p:nvPr/>
        </p:nvSpPr>
        <p:spPr bwMode="auto">
          <a:xfrm flipH="1">
            <a:off x="1651000" y="2979738"/>
            <a:ext cx="952500" cy="8143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507954" name="Rectangle 50"/>
          <p:cNvSpPr>
            <a:spLocks noChangeArrowheads="1"/>
          </p:cNvSpPr>
          <p:nvPr/>
        </p:nvSpPr>
        <p:spPr bwMode="auto">
          <a:xfrm>
            <a:off x="3667125" y="5568950"/>
            <a:ext cx="1987550"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a:t>
            </a:r>
          </a:p>
        </p:txBody>
      </p:sp>
      <p:sp>
        <p:nvSpPr>
          <p:cNvPr id="507955" name="Line 51"/>
          <p:cNvSpPr>
            <a:spLocks noChangeShapeType="1"/>
          </p:cNvSpPr>
          <p:nvPr/>
        </p:nvSpPr>
        <p:spPr bwMode="auto">
          <a:xfrm flipH="1">
            <a:off x="1042988" y="4143375"/>
            <a:ext cx="409575" cy="90805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07956" name="Line 52"/>
          <p:cNvSpPr>
            <a:spLocks noChangeShapeType="1"/>
          </p:cNvSpPr>
          <p:nvPr/>
        </p:nvSpPr>
        <p:spPr bwMode="auto">
          <a:xfrm>
            <a:off x="550863" y="5243513"/>
            <a:ext cx="3810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3" name="Footer Placeholder 2">
            <a:extLst>
              <a:ext uri="{FF2B5EF4-FFF2-40B4-BE49-F238E27FC236}">
                <a16:creationId xmlns:a16="http://schemas.microsoft.com/office/drawing/2014/main" id="{A8E4D892-A8F0-BEFF-18DA-62F3A2FFCC7E}"/>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358A8A5A-42EB-F6C3-3456-C1322DA084B4}"/>
              </a:ext>
            </a:extLst>
          </p:cNvPr>
          <p:cNvSpPr>
            <a:spLocks noGrp="1"/>
          </p:cNvSpPr>
          <p:nvPr>
            <p:ph type="sldNum" sz="quarter" idx="12"/>
          </p:nvPr>
        </p:nvSpPr>
        <p:spPr/>
        <p:txBody>
          <a:bodyPr/>
          <a:lstStyle/>
          <a:p>
            <a:fld id="{95E664E9-BB0A-4932-9D77-E0DDE5779A37}" type="slidenum">
              <a:rPr lang="en-US" smtClean="0"/>
              <a:pPr/>
              <a:t>33</a:t>
            </a:fld>
            <a:endParaRPr lang="en-US" dirty="0"/>
          </a:p>
        </p:txBody>
      </p:sp>
    </p:spTree>
  </p:cSld>
  <p:clrMapOvr>
    <a:masterClrMapping/>
  </p:clrMapOvr>
  <p:transition advTm="1000"/>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Line 2"/>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08931"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08932"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8933"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08934"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8935"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08936"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8937"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08938"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8939"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08940"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8941"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08942"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8943"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08944"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8945"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08946" name="Oval 18"/>
          <p:cNvSpPr>
            <a:spLocks noChangeArrowheads="1"/>
          </p:cNvSpPr>
          <p:nvPr/>
        </p:nvSpPr>
        <p:spPr bwMode="auto">
          <a:xfrm>
            <a:off x="10175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08947"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08948"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8949"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08950"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8951"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08952"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8953"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08954"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8955"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08956"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8957"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08958"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8959"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08960"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8961"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08962"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08963"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08964"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08965"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08966"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08967"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08968" name="Line 40"/>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08969" name="Line 41"/>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08970"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08971"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08972"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08973"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08974"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08975"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08976"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08977" name="Line 49"/>
          <p:cNvSpPr>
            <a:spLocks noChangeShapeType="1"/>
          </p:cNvSpPr>
          <p:nvPr/>
        </p:nvSpPr>
        <p:spPr bwMode="auto">
          <a:xfrm flipH="1">
            <a:off x="1651000" y="2979738"/>
            <a:ext cx="952500" cy="8143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508978" name="Rectangle 50"/>
          <p:cNvSpPr>
            <a:spLocks noChangeArrowheads="1"/>
          </p:cNvSpPr>
          <p:nvPr/>
        </p:nvSpPr>
        <p:spPr bwMode="auto">
          <a:xfrm>
            <a:off x="3667125" y="5568950"/>
            <a:ext cx="1987550"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a:t>
            </a:r>
          </a:p>
        </p:txBody>
      </p:sp>
      <p:sp>
        <p:nvSpPr>
          <p:cNvPr id="508979" name="Line 51"/>
          <p:cNvSpPr>
            <a:spLocks noChangeShapeType="1"/>
          </p:cNvSpPr>
          <p:nvPr/>
        </p:nvSpPr>
        <p:spPr bwMode="auto">
          <a:xfrm flipH="1">
            <a:off x="1412875" y="4335463"/>
            <a:ext cx="328613" cy="703262"/>
          </a:xfrm>
          <a:prstGeom prst="line">
            <a:avLst/>
          </a:prstGeom>
          <a:noFill/>
          <a:ln w="25400">
            <a:solidFill>
              <a:schemeClr val="tx2"/>
            </a:solidFill>
            <a:round/>
            <a:headEnd type="triangle" w="med" len="med"/>
            <a:tailEnd/>
          </a:ln>
          <a:effectLst/>
        </p:spPr>
        <p:txBody>
          <a:bodyPr wrap="none" anchor="ctr"/>
          <a:lstStyle/>
          <a:p>
            <a:endParaRPr lang="en-US"/>
          </a:p>
        </p:txBody>
      </p:sp>
      <p:sp>
        <p:nvSpPr>
          <p:cNvPr id="3" name="Footer Placeholder 2">
            <a:extLst>
              <a:ext uri="{FF2B5EF4-FFF2-40B4-BE49-F238E27FC236}">
                <a16:creationId xmlns:a16="http://schemas.microsoft.com/office/drawing/2014/main" id="{6CE9199E-C7C4-7FE2-4363-64C148EE83AE}"/>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EB9413B6-2812-69CD-644D-BDFAE6BB4ADB}"/>
              </a:ext>
            </a:extLst>
          </p:cNvPr>
          <p:cNvSpPr>
            <a:spLocks noGrp="1"/>
          </p:cNvSpPr>
          <p:nvPr>
            <p:ph type="sldNum" sz="quarter" idx="12"/>
          </p:nvPr>
        </p:nvSpPr>
        <p:spPr/>
        <p:txBody>
          <a:bodyPr/>
          <a:lstStyle/>
          <a:p>
            <a:fld id="{95E664E9-BB0A-4932-9D77-E0DDE5779A37}" type="slidenum">
              <a:rPr lang="en-US" smtClean="0"/>
              <a:pPr/>
              <a:t>34</a:t>
            </a:fld>
            <a:endParaRPr lang="en-US" dirty="0"/>
          </a:p>
        </p:txBody>
      </p:sp>
    </p:spTree>
  </p:cSld>
  <p:clrMapOvr>
    <a:masterClrMapping/>
  </p:clrMapOvr>
  <p:transition advTm="1000"/>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Line 2"/>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09955"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09956"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9957"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09958"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9959"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09960"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9961"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09962"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9963"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09964"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9965"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09966"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9967"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09968"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9969"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09970"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9971"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09972" name="Oval 20"/>
          <p:cNvSpPr>
            <a:spLocks noChangeArrowheads="1"/>
          </p:cNvSpPr>
          <p:nvPr/>
        </p:nvSpPr>
        <p:spPr bwMode="auto">
          <a:xfrm>
            <a:off x="20081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09973"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09974"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9975"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09976"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9977"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09978"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9979"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09980"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9981"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09982"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9983"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09984"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09985"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09986"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09987"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09988"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09989"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09990"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09991"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09992"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09993"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09994"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09995"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09996"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09997"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09998"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09999"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10000"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10001" name="Line 49"/>
          <p:cNvSpPr>
            <a:spLocks noChangeShapeType="1"/>
          </p:cNvSpPr>
          <p:nvPr/>
        </p:nvSpPr>
        <p:spPr bwMode="auto">
          <a:xfrm flipH="1">
            <a:off x="1651000" y="2979738"/>
            <a:ext cx="952500" cy="8143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510002" name="Rectangle 50"/>
          <p:cNvSpPr>
            <a:spLocks noChangeArrowheads="1"/>
          </p:cNvSpPr>
          <p:nvPr/>
        </p:nvSpPr>
        <p:spPr bwMode="auto">
          <a:xfrm>
            <a:off x="3667125" y="5568950"/>
            <a:ext cx="1987550"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a:t>
            </a:r>
          </a:p>
        </p:txBody>
      </p:sp>
      <p:sp>
        <p:nvSpPr>
          <p:cNvPr id="510003" name="Line 51"/>
          <p:cNvSpPr>
            <a:spLocks noChangeShapeType="1"/>
          </p:cNvSpPr>
          <p:nvPr/>
        </p:nvSpPr>
        <p:spPr bwMode="auto">
          <a:xfrm>
            <a:off x="1766888" y="4327525"/>
            <a:ext cx="252412" cy="700088"/>
          </a:xfrm>
          <a:prstGeom prst="line">
            <a:avLst/>
          </a:prstGeom>
          <a:noFill/>
          <a:ln w="25400">
            <a:solidFill>
              <a:schemeClr val="tx2"/>
            </a:solidFill>
            <a:round/>
            <a:headEnd/>
            <a:tailEnd type="triangle" w="med" len="med"/>
          </a:ln>
          <a:effectLst/>
        </p:spPr>
        <p:txBody>
          <a:bodyPr wrap="none" anchor="ctr"/>
          <a:lstStyle/>
          <a:p>
            <a:endParaRPr lang="en-US"/>
          </a:p>
        </p:txBody>
      </p:sp>
      <p:sp>
        <p:nvSpPr>
          <p:cNvPr id="3" name="Footer Placeholder 2">
            <a:extLst>
              <a:ext uri="{FF2B5EF4-FFF2-40B4-BE49-F238E27FC236}">
                <a16:creationId xmlns:a16="http://schemas.microsoft.com/office/drawing/2014/main" id="{ED80B2FF-B2FA-57F1-1CB9-6860AC825DED}"/>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8B991E02-7F73-54E9-8216-A68129BC8412}"/>
              </a:ext>
            </a:extLst>
          </p:cNvPr>
          <p:cNvSpPr>
            <a:spLocks noGrp="1"/>
          </p:cNvSpPr>
          <p:nvPr>
            <p:ph type="sldNum" sz="quarter" idx="12"/>
          </p:nvPr>
        </p:nvSpPr>
        <p:spPr/>
        <p:txBody>
          <a:bodyPr/>
          <a:lstStyle/>
          <a:p>
            <a:fld id="{95E664E9-BB0A-4932-9D77-E0DDE5779A37}" type="slidenum">
              <a:rPr lang="en-US" smtClean="0"/>
              <a:pPr/>
              <a:t>35</a:t>
            </a:fld>
            <a:endParaRPr lang="en-US" dirty="0"/>
          </a:p>
        </p:txBody>
      </p:sp>
    </p:spTree>
  </p:cSld>
  <p:clrMapOvr>
    <a:masterClrMapping/>
  </p:clrMapOvr>
  <p:transition advTm="1000"/>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Line 2"/>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10979"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10980"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0981"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10982"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0983"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10984"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0985"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10986"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0987"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10988"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0989"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10990"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0991"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10992"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0993"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10994"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0995"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10996" name="Oval 20"/>
          <p:cNvSpPr>
            <a:spLocks noChangeArrowheads="1"/>
          </p:cNvSpPr>
          <p:nvPr/>
        </p:nvSpPr>
        <p:spPr bwMode="auto">
          <a:xfrm>
            <a:off x="20081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10997"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10998"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0999"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11000"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1001"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11002"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1003"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11004"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1005"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11006"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1007"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11008"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1009"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11010"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11011"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11012"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11013"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11014"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11015"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11016"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11017"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11018"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11019"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11020"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11021"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11022"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11023"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11024"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11025" name="Line 49"/>
          <p:cNvSpPr>
            <a:spLocks noChangeShapeType="1"/>
          </p:cNvSpPr>
          <p:nvPr/>
        </p:nvSpPr>
        <p:spPr bwMode="auto">
          <a:xfrm flipH="1">
            <a:off x="1651000" y="2979738"/>
            <a:ext cx="952500" cy="8143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511026" name="Rectangle 50"/>
          <p:cNvSpPr>
            <a:spLocks noChangeArrowheads="1"/>
          </p:cNvSpPr>
          <p:nvPr/>
        </p:nvSpPr>
        <p:spPr bwMode="auto">
          <a:xfrm>
            <a:off x="3498850" y="5568950"/>
            <a:ext cx="2325688"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a:t>
            </a:r>
          </a:p>
        </p:txBody>
      </p:sp>
      <p:sp>
        <p:nvSpPr>
          <p:cNvPr id="511027" name="Line 51"/>
          <p:cNvSpPr>
            <a:spLocks noChangeShapeType="1"/>
          </p:cNvSpPr>
          <p:nvPr/>
        </p:nvSpPr>
        <p:spPr bwMode="auto">
          <a:xfrm>
            <a:off x="1766888" y="4327525"/>
            <a:ext cx="252412" cy="700088"/>
          </a:xfrm>
          <a:prstGeom prst="line">
            <a:avLst/>
          </a:prstGeom>
          <a:noFill/>
          <a:ln w="25400">
            <a:solidFill>
              <a:schemeClr val="tx2"/>
            </a:solidFill>
            <a:round/>
            <a:headEnd/>
            <a:tailEnd type="triangle" w="med" len="med"/>
          </a:ln>
          <a:effectLst/>
        </p:spPr>
        <p:txBody>
          <a:bodyPr wrap="none" anchor="ctr"/>
          <a:lstStyle/>
          <a:p>
            <a:endParaRPr lang="en-US"/>
          </a:p>
        </p:txBody>
      </p:sp>
      <p:sp>
        <p:nvSpPr>
          <p:cNvPr id="511028" name="Line 52"/>
          <p:cNvSpPr>
            <a:spLocks noChangeShapeType="1"/>
          </p:cNvSpPr>
          <p:nvPr/>
        </p:nvSpPr>
        <p:spPr bwMode="auto">
          <a:xfrm>
            <a:off x="1554163" y="5264150"/>
            <a:ext cx="3810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3" name="Footer Placeholder 2">
            <a:extLst>
              <a:ext uri="{FF2B5EF4-FFF2-40B4-BE49-F238E27FC236}">
                <a16:creationId xmlns:a16="http://schemas.microsoft.com/office/drawing/2014/main" id="{610CBAF2-D0FF-77DF-A7F4-76B8FD9606B9}"/>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CEEA495E-A819-AA4E-6E7E-8F963E37438D}"/>
              </a:ext>
            </a:extLst>
          </p:cNvPr>
          <p:cNvSpPr>
            <a:spLocks noGrp="1"/>
          </p:cNvSpPr>
          <p:nvPr>
            <p:ph type="sldNum" sz="quarter" idx="12"/>
          </p:nvPr>
        </p:nvSpPr>
        <p:spPr/>
        <p:txBody>
          <a:bodyPr/>
          <a:lstStyle/>
          <a:p>
            <a:fld id="{95E664E9-BB0A-4932-9D77-E0DDE5779A37}" type="slidenum">
              <a:rPr lang="en-US" smtClean="0"/>
              <a:pPr/>
              <a:t>36</a:t>
            </a:fld>
            <a:endParaRPr lang="en-US" dirty="0"/>
          </a:p>
        </p:txBody>
      </p:sp>
    </p:spTree>
  </p:cSld>
  <p:clrMapOvr>
    <a:masterClrMapping/>
  </p:clrMapOvr>
  <p:transition advTm="1000"/>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2" name="Line 2"/>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12003"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12004"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2005"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12006"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2007"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12008"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2009"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12010"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2011"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12012"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2013"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12014"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2015"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12016"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2017"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12018"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2019"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12020" name="Oval 20"/>
          <p:cNvSpPr>
            <a:spLocks noChangeArrowheads="1"/>
          </p:cNvSpPr>
          <p:nvPr/>
        </p:nvSpPr>
        <p:spPr bwMode="auto">
          <a:xfrm>
            <a:off x="20081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12021"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12022"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2023"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12024"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2025"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12026"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2027"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12028"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2029"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12030"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2031"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12032"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2033"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12034"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12035"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12036"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12037"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12038"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12039"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12040"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12041"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12042"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12043"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12044"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12045"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12046"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12047"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12048"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12049" name="Line 49"/>
          <p:cNvSpPr>
            <a:spLocks noChangeShapeType="1"/>
          </p:cNvSpPr>
          <p:nvPr/>
        </p:nvSpPr>
        <p:spPr bwMode="auto">
          <a:xfrm flipH="1">
            <a:off x="1651000" y="2979738"/>
            <a:ext cx="952500" cy="8143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512050" name="Rectangle 50"/>
          <p:cNvSpPr>
            <a:spLocks noChangeArrowheads="1"/>
          </p:cNvSpPr>
          <p:nvPr/>
        </p:nvSpPr>
        <p:spPr bwMode="auto">
          <a:xfrm>
            <a:off x="3498850" y="5568950"/>
            <a:ext cx="2325688"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a:t>
            </a:r>
          </a:p>
        </p:txBody>
      </p:sp>
      <p:sp>
        <p:nvSpPr>
          <p:cNvPr id="512051" name="Line 51"/>
          <p:cNvSpPr>
            <a:spLocks noChangeShapeType="1"/>
          </p:cNvSpPr>
          <p:nvPr/>
        </p:nvSpPr>
        <p:spPr bwMode="auto">
          <a:xfrm>
            <a:off x="2047875" y="4224338"/>
            <a:ext cx="280988" cy="782637"/>
          </a:xfrm>
          <a:prstGeom prst="line">
            <a:avLst/>
          </a:prstGeom>
          <a:noFill/>
          <a:ln w="25400">
            <a:solidFill>
              <a:schemeClr val="tx2"/>
            </a:solidFill>
            <a:round/>
            <a:headEnd type="triangle" w="med" len="med"/>
            <a:tailEnd/>
          </a:ln>
          <a:effectLst/>
        </p:spPr>
        <p:txBody>
          <a:bodyPr wrap="none" anchor="ctr"/>
          <a:lstStyle/>
          <a:p>
            <a:endParaRPr lang="en-US"/>
          </a:p>
        </p:txBody>
      </p:sp>
      <p:sp>
        <p:nvSpPr>
          <p:cNvPr id="3" name="Footer Placeholder 2">
            <a:extLst>
              <a:ext uri="{FF2B5EF4-FFF2-40B4-BE49-F238E27FC236}">
                <a16:creationId xmlns:a16="http://schemas.microsoft.com/office/drawing/2014/main" id="{FD369794-F7A2-6A51-A4D2-26D86780AAB5}"/>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A1EF9C7E-5174-013C-FF8C-795F37E9DB90}"/>
              </a:ext>
            </a:extLst>
          </p:cNvPr>
          <p:cNvSpPr>
            <a:spLocks noGrp="1"/>
          </p:cNvSpPr>
          <p:nvPr>
            <p:ph type="sldNum" sz="quarter" idx="12"/>
          </p:nvPr>
        </p:nvSpPr>
        <p:spPr/>
        <p:txBody>
          <a:bodyPr/>
          <a:lstStyle/>
          <a:p>
            <a:fld id="{95E664E9-BB0A-4932-9D77-E0DDE5779A37}" type="slidenum">
              <a:rPr lang="en-US" smtClean="0"/>
              <a:pPr/>
              <a:t>37</a:t>
            </a:fld>
            <a:endParaRPr lang="en-US" dirty="0"/>
          </a:p>
        </p:txBody>
      </p:sp>
    </p:spTree>
  </p:cSld>
  <p:clrMapOvr>
    <a:masterClrMapping/>
  </p:clrMapOvr>
  <p:transition advTm="1000"/>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6" name="Line 2"/>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13027"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13028"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3029"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13030"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3031"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13032"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3033"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13034"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3035"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13036"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3037"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13038"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3039"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13040"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3041"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13042"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3043"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13044" name="Oval 20"/>
          <p:cNvSpPr>
            <a:spLocks noChangeArrowheads="1"/>
          </p:cNvSpPr>
          <p:nvPr/>
        </p:nvSpPr>
        <p:spPr bwMode="auto">
          <a:xfrm>
            <a:off x="2008188" y="5078413"/>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513045"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13046"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3047"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13048"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3049"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13050"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3051"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13052"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3053"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13054"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3055"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13056"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3057"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13058"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13059"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13060"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13061"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13062"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13063"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13064"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13065"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13066"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13067"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13068"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13069"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13070"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13071"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13072"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13073" name="Line 49"/>
          <p:cNvSpPr>
            <a:spLocks noChangeShapeType="1"/>
          </p:cNvSpPr>
          <p:nvPr/>
        </p:nvSpPr>
        <p:spPr bwMode="auto">
          <a:xfrm flipH="1">
            <a:off x="2043113" y="3214688"/>
            <a:ext cx="795337" cy="692150"/>
          </a:xfrm>
          <a:prstGeom prst="line">
            <a:avLst/>
          </a:prstGeom>
          <a:noFill/>
          <a:ln w="25400">
            <a:solidFill>
              <a:schemeClr val="tx2"/>
            </a:solidFill>
            <a:round/>
            <a:headEnd type="triangle" w="med" len="med"/>
            <a:tailEnd/>
          </a:ln>
          <a:effectLst/>
        </p:spPr>
        <p:txBody>
          <a:bodyPr wrap="none" anchor="ctr"/>
          <a:lstStyle/>
          <a:p>
            <a:endParaRPr lang="en-US"/>
          </a:p>
        </p:txBody>
      </p:sp>
      <p:sp>
        <p:nvSpPr>
          <p:cNvPr id="513074" name="Rectangle 50"/>
          <p:cNvSpPr>
            <a:spLocks noChangeArrowheads="1"/>
          </p:cNvSpPr>
          <p:nvPr/>
        </p:nvSpPr>
        <p:spPr bwMode="auto">
          <a:xfrm>
            <a:off x="3498850" y="5568950"/>
            <a:ext cx="2325688"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a:t>
            </a:r>
          </a:p>
        </p:txBody>
      </p:sp>
      <p:sp>
        <p:nvSpPr>
          <p:cNvPr id="3" name="Footer Placeholder 2">
            <a:extLst>
              <a:ext uri="{FF2B5EF4-FFF2-40B4-BE49-F238E27FC236}">
                <a16:creationId xmlns:a16="http://schemas.microsoft.com/office/drawing/2014/main" id="{CD4E4405-BEFD-C8A0-32B8-F924A5A4AD4A}"/>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6464F6B4-7F23-70FE-D038-26EF96BFEB16}"/>
              </a:ext>
            </a:extLst>
          </p:cNvPr>
          <p:cNvSpPr>
            <a:spLocks noGrp="1"/>
          </p:cNvSpPr>
          <p:nvPr>
            <p:ph type="sldNum" sz="quarter" idx="12"/>
          </p:nvPr>
        </p:nvSpPr>
        <p:spPr/>
        <p:txBody>
          <a:bodyPr/>
          <a:lstStyle/>
          <a:p>
            <a:fld id="{95E664E9-BB0A-4932-9D77-E0DDE5779A37}" type="slidenum">
              <a:rPr lang="en-US" smtClean="0"/>
              <a:pPr/>
              <a:t>38</a:t>
            </a:fld>
            <a:endParaRPr lang="en-US" dirty="0"/>
          </a:p>
        </p:txBody>
      </p:sp>
    </p:spTree>
  </p:cSld>
  <p:clrMapOvr>
    <a:masterClrMapping/>
  </p:clrMapOvr>
  <p:transition advTm="1000"/>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0" name="Line 2"/>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14051" name="Line 3"/>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14052" name="Line 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14053"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14054" name="Oval 6"/>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4055"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14056" name="Oval 8"/>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4057"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14058" name="Oval 10"/>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4059"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14060" name="Oval 12"/>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4061"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14062" name="Oval 14"/>
          <p:cNvSpPr>
            <a:spLocks noChangeArrowheads="1"/>
          </p:cNvSpPr>
          <p:nvPr/>
        </p:nvSpPr>
        <p:spPr bwMode="auto">
          <a:xfrm>
            <a:off x="3511550" y="3863975"/>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14063"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14064" name="Oval 16"/>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4065"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14066" name="Oval 18"/>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4067"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14068"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4069"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14070"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4071"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14072"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4073"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14074"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4075"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14076"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4077"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14078"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4079"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14080"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4081"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14082"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4083"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14084" name="Line 36"/>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14085" name="Line 37"/>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14086" name="Line 38"/>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14087" name="Line 39"/>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14088" name="Line 40"/>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14089" name="Line 41"/>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14090"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14091"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14092"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14093"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14094"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14095"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14096"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14097" name="Line 49"/>
          <p:cNvSpPr>
            <a:spLocks noChangeShapeType="1"/>
          </p:cNvSpPr>
          <p:nvPr/>
        </p:nvSpPr>
        <p:spPr bwMode="auto">
          <a:xfrm>
            <a:off x="2970213" y="3187700"/>
            <a:ext cx="500062" cy="69850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14098" name="Rectangle 50"/>
          <p:cNvSpPr>
            <a:spLocks noChangeArrowheads="1"/>
          </p:cNvSpPr>
          <p:nvPr/>
        </p:nvSpPr>
        <p:spPr bwMode="auto">
          <a:xfrm>
            <a:off x="3498850" y="5568950"/>
            <a:ext cx="2325688"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a:t>
            </a:r>
          </a:p>
        </p:txBody>
      </p:sp>
      <p:sp>
        <p:nvSpPr>
          <p:cNvPr id="3" name="Footer Placeholder 2">
            <a:extLst>
              <a:ext uri="{FF2B5EF4-FFF2-40B4-BE49-F238E27FC236}">
                <a16:creationId xmlns:a16="http://schemas.microsoft.com/office/drawing/2014/main" id="{4CE156F5-795D-A11A-7201-69CF352B1B80}"/>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CB1BB397-72F8-9395-4497-C4E74133AAF5}"/>
              </a:ext>
            </a:extLst>
          </p:cNvPr>
          <p:cNvSpPr>
            <a:spLocks noGrp="1"/>
          </p:cNvSpPr>
          <p:nvPr>
            <p:ph type="sldNum" sz="quarter" idx="12"/>
          </p:nvPr>
        </p:nvSpPr>
        <p:spPr/>
        <p:txBody>
          <a:bodyPr/>
          <a:lstStyle/>
          <a:p>
            <a:fld id="{95E664E9-BB0A-4932-9D77-E0DDE5779A37}" type="slidenum">
              <a:rPr lang="en-US" smtClean="0"/>
              <a:pPr/>
              <a:t>39</a:t>
            </a:fld>
            <a:endParaRPr lang="en-US" dirty="0"/>
          </a:p>
        </p:txBody>
      </p:sp>
    </p:spTree>
  </p:cSld>
  <p:clrMapOvr>
    <a:masterClrMapping/>
  </p:clrMapOvr>
  <p:transition advTm="1000"/>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Line 2"/>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15075" name="Line 3"/>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15076" name="Line 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15077"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15078" name="Oval 6"/>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5079"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15080" name="Oval 8"/>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5081"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15082" name="Oval 10"/>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5083"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15084" name="Oval 12"/>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5085"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15086" name="Oval 14"/>
          <p:cNvSpPr>
            <a:spLocks noChangeArrowheads="1"/>
          </p:cNvSpPr>
          <p:nvPr/>
        </p:nvSpPr>
        <p:spPr bwMode="auto">
          <a:xfrm>
            <a:off x="3511550" y="3863975"/>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15087"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15088" name="Oval 16"/>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5089"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15090" name="Oval 18"/>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5091"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15092"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5093"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15094"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5095"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15096"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5097"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15098"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5099"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15100"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5101"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15102"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5103"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15104"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5105"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15106"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5107"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15108" name="Line 36"/>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15109" name="Line 37"/>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15110" name="Line 38"/>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15111" name="Line 39"/>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15112" name="Line 40"/>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15113" name="Line 41"/>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15114"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15115"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15116"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15117"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15118"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15119"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15120"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15121" name="Line 49"/>
          <p:cNvSpPr>
            <a:spLocks noChangeShapeType="1"/>
          </p:cNvSpPr>
          <p:nvPr/>
        </p:nvSpPr>
        <p:spPr bwMode="auto">
          <a:xfrm>
            <a:off x="2970213" y="3187700"/>
            <a:ext cx="500062" cy="69850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15122" name="Rectangle 50"/>
          <p:cNvSpPr>
            <a:spLocks noChangeArrowheads="1"/>
          </p:cNvSpPr>
          <p:nvPr/>
        </p:nvSpPr>
        <p:spPr bwMode="auto">
          <a:xfrm>
            <a:off x="3251200" y="5568950"/>
            <a:ext cx="2822575"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  E</a:t>
            </a:r>
          </a:p>
        </p:txBody>
      </p:sp>
      <p:sp>
        <p:nvSpPr>
          <p:cNvPr id="515123" name="Line 51"/>
          <p:cNvSpPr>
            <a:spLocks noChangeShapeType="1"/>
          </p:cNvSpPr>
          <p:nvPr/>
        </p:nvSpPr>
        <p:spPr bwMode="auto">
          <a:xfrm>
            <a:off x="2759075" y="4037013"/>
            <a:ext cx="6477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3" name="Footer Placeholder 2">
            <a:extLst>
              <a:ext uri="{FF2B5EF4-FFF2-40B4-BE49-F238E27FC236}">
                <a16:creationId xmlns:a16="http://schemas.microsoft.com/office/drawing/2014/main" id="{C45D9580-A1C7-9178-0A07-32A17B26012E}"/>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93791897-2423-92E9-C552-D27414B41338}"/>
              </a:ext>
            </a:extLst>
          </p:cNvPr>
          <p:cNvSpPr>
            <a:spLocks noGrp="1"/>
          </p:cNvSpPr>
          <p:nvPr>
            <p:ph type="sldNum" sz="quarter" idx="12"/>
          </p:nvPr>
        </p:nvSpPr>
        <p:spPr/>
        <p:txBody>
          <a:bodyPr/>
          <a:lstStyle/>
          <a:p>
            <a:fld id="{95E664E9-BB0A-4932-9D77-E0DDE5779A37}" type="slidenum">
              <a:rPr lang="en-US" smtClean="0"/>
              <a:pPr/>
              <a:t>40</a:t>
            </a:fld>
            <a:endParaRPr lang="en-US" dirty="0"/>
          </a:p>
        </p:txBody>
      </p:sp>
    </p:spTree>
  </p:cSld>
  <p:clrMapOvr>
    <a:masterClrMapping/>
  </p:clrMapOvr>
  <p:transition advTm="1000"/>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Line 2"/>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16099"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16100"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6101"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16102"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6103"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16104"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6105"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16106"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6107"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16108"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6109"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16110"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6111"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16112"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6113"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16114"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6115"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16116"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6117"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16118" name="Oval 22"/>
          <p:cNvSpPr>
            <a:spLocks noChangeArrowheads="1"/>
          </p:cNvSpPr>
          <p:nvPr/>
        </p:nvSpPr>
        <p:spPr bwMode="auto">
          <a:xfrm>
            <a:off x="29987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16119"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16120"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6121"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16122"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6123"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16124"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6125"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16126"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6127"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16128"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6129"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16130"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16131"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16132"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16133"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16134"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16135"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16136"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16137" name="Line 41"/>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16138"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16139"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16140"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16141"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16142"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16143"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16144"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16145" name="Line 49"/>
          <p:cNvSpPr>
            <a:spLocks noChangeShapeType="1"/>
          </p:cNvSpPr>
          <p:nvPr/>
        </p:nvSpPr>
        <p:spPr bwMode="auto">
          <a:xfrm>
            <a:off x="2970213" y="3187700"/>
            <a:ext cx="500062" cy="69850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16146" name="Rectangle 50"/>
          <p:cNvSpPr>
            <a:spLocks noChangeArrowheads="1"/>
          </p:cNvSpPr>
          <p:nvPr/>
        </p:nvSpPr>
        <p:spPr bwMode="auto">
          <a:xfrm>
            <a:off x="3251200" y="5568950"/>
            <a:ext cx="2822575"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  E</a:t>
            </a:r>
          </a:p>
        </p:txBody>
      </p:sp>
      <p:sp>
        <p:nvSpPr>
          <p:cNvPr id="516147" name="Line 51"/>
          <p:cNvSpPr>
            <a:spLocks noChangeShapeType="1"/>
          </p:cNvSpPr>
          <p:nvPr/>
        </p:nvSpPr>
        <p:spPr bwMode="auto">
          <a:xfrm flipH="1">
            <a:off x="3141663" y="4221163"/>
            <a:ext cx="373062" cy="795337"/>
          </a:xfrm>
          <a:prstGeom prst="line">
            <a:avLst/>
          </a:prstGeom>
          <a:noFill/>
          <a:ln w="25400">
            <a:solidFill>
              <a:schemeClr val="tx2"/>
            </a:solidFill>
            <a:round/>
            <a:headEnd/>
            <a:tailEnd type="triangle" w="med" len="med"/>
          </a:ln>
          <a:effectLst/>
        </p:spPr>
        <p:txBody>
          <a:bodyPr wrap="none" anchor="ctr"/>
          <a:lstStyle/>
          <a:p>
            <a:endParaRPr lang="en-US"/>
          </a:p>
        </p:txBody>
      </p:sp>
      <p:sp>
        <p:nvSpPr>
          <p:cNvPr id="3" name="Footer Placeholder 2">
            <a:extLst>
              <a:ext uri="{FF2B5EF4-FFF2-40B4-BE49-F238E27FC236}">
                <a16:creationId xmlns:a16="http://schemas.microsoft.com/office/drawing/2014/main" id="{16CEE7C8-6B80-8313-5C4E-61C3E8CD2CC5}"/>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828CFA1D-333A-CF11-37A1-CDD318CBDF72}"/>
              </a:ext>
            </a:extLst>
          </p:cNvPr>
          <p:cNvSpPr>
            <a:spLocks noGrp="1"/>
          </p:cNvSpPr>
          <p:nvPr>
            <p:ph type="sldNum" sz="quarter" idx="12"/>
          </p:nvPr>
        </p:nvSpPr>
        <p:spPr/>
        <p:txBody>
          <a:bodyPr/>
          <a:lstStyle/>
          <a:p>
            <a:fld id="{95E664E9-BB0A-4932-9D77-E0DDE5779A37}" type="slidenum">
              <a:rPr lang="en-US" smtClean="0"/>
              <a:pPr/>
              <a:t>41</a:t>
            </a:fld>
            <a:endParaRPr lang="en-US" dirty="0"/>
          </a:p>
        </p:txBody>
      </p:sp>
    </p:spTree>
  </p:cSld>
  <p:clrMapOvr>
    <a:masterClrMapping/>
  </p:clrMapOvr>
  <p:transition advTm="1000"/>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2" name="Line 2"/>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17123"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17124"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7125"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17126"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7127"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17128"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7129"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17130"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7131"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17132"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7133"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17134"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7135"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17136"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7137"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17138"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7139"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17140"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7141"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17142" name="Oval 22"/>
          <p:cNvSpPr>
            <a:spLocks noChangeArrowheads="1"/>
          </p:cNvSpPr>
          <p:nvPr/>
        </p:nvSpPr>
        <p:spPr bwMode="auto">
          <a:xfrm>
            <a:off x="29987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17143"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17144"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7145"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17146"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7147"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17148"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7149"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17150"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7151"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17152"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7153"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17154"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17155"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17156"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17157"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17158"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17159"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17160"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17161" name="Line 41"/>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17162"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17163"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17164"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17165"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17166"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17167"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17168"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17169" name="Line 49"/>
          <p:cNvSpPr>
            <a:spLocks noChangeShapeType="1"/>
          </p:cNvSpPr>
          <p:nvPr/>
        </p:nvSpPr>
        <p:spPr bwMode="auto">
          <a:xfrm>
            <a:off x="2970213" y="3187700"/>
            <a:ext cx="500062" cy="69850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17170" name="Rectangle 50"/>
          <p:cNvSpPr>
            <a:spLocks noChangeArrowheads="1"/>
          </p:cNvSpPr>
          <p:nvPr/>
        </p:nvSpPr>
        <p:spPr bwMode="auto">
          <a:xfrm>
            <a:off x="3036888" y="5568950"/>
            <a:ext cx="3251200"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  E  J</a:t>
            </a:r>
          </a:p>
        </p:txBody>
      </p:sp>
      <p:sp>
        <p:nvSpPr>
          <p:cNvPr id="517171" name="Line 51"/>
          <p:cNvSpPr>
            <a:spLocks noChangeShapeType="1"/>
          </p:cNvSpPr>
          <p:nvPr/>
        </p:nvSpPr>
        <p:spPr bwMode="auto">
          <a:xfrm flipH="1">
            <a:off x="3141663" y="4221163"/>
            <a:ext cx="373062" cy="795337"/>
          </a:xfrm>
          <a:prstGeom prst="line">
            <a:avLst/>
          </a:prstGeom>
          <a:noFill/>
          <a:ln w="25400">
            <a:solidFill>
              <a:schemeClr val="tx2"/>
            </a:solidFill>
            <a:round/>
            <a:headEnd/>
            <a:tailEnd type="triangle" w="med" len="med"/>
          </a:ln>
          <a:effectLst/>
        </p:spPr>
        <p:txBody>
          <a:bodyPr wrap="none" anchor="ctr"/>
          <a:lstStyle/>
          <a:p>
            <a:endParaRPr lang="en-US"/>
          </a:p>
        </p:txBody>
      </p:sp>
      <p:sp>
        <p:nvSpPr>
          <p:cNvPr id="517172" name="Line 52"/>
          <p:cNvSpPr>
            <a:spLocks noChangeShapeType="1"/>
          </p:cNvSpPr>
          <p:nvPr/>
        </p:nvSpPr>
        <p:spPr bwMode="auto">
          <a:xfrm>
            <a:off x="2546350" y="5273675"/>
            <a:ext cx="3810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3" name="Footer Placeholder 2">
            <a:extLst>
              <a:ext uri="{FF2B5EF4-FFF2-40B4-BE49-F238E27FC236}">
                <a16:creationId xmlns:a16="http://schemas.microsoft.com/office/drawing/2014/main" id="{6C412E69-C815-A5C5-2758-7C3E9C8BE99D}"/>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900C893C-E266-247F-8250-8D68F9E9E823}"/>
              </a:ext>
            </a:extLst>
          </p:cNvPr>
          <p:cNvSpPr>
            <a:spLocks noGrp="1"/>
          </p:cNvSpPr>
          <p:nvPr>
            <p:ph type="sldNum" sz="quarter" idx="12"/>
          </p:nvPr>
        </p:nvSpPr>
        <p:spPr/>
        <p:txBody>
          <a:bodyPr/>
          <a:lstStyle/>
          <a:p>
            <a:fld id="{95E664E9-BB0A-4932-9D77-E0DDE5779A37}" type="slidenum">
              <a:rPr lang="en-US" smtClean="0"/>
              <a:pPr/>
              <a:t>42</a:t>
            </a:fld>
            <a:endParaRPr lang="en-US" dirty="0"/>
          </a:p>
        </p:txBody>
      </p:sp>
    </p:spTree>
  </p:cSld>
  <p:clrMapOvr>
    <a:masterClrMapping/>
  </p:clrMapOvr>
  <p:transition advTm="1000"/>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6" name="Line 2"/>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18147"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18148"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8149"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18150"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8151"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18152"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8153"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18154"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8155"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18156"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8157"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18158"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8159"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18160"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8161"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18162"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8163"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18164"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8165"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18166" name="Oval 22"/>
          <p:cNvSpPr>
            <a:spLocks noChangeArrowheads="1"/>
          </p:cNvSpPr>
          <p:nvPr/>
        </p:nvSpPr>
        <p:spPr bwMode="auto">
          <a:xfrm>
            <a:off x="29987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18167"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18168"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8169"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18170"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8171"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18172"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8173"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18174"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8175"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18176"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8177"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18178"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18179"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18180"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18181"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18182"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18183"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18184"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18185" name="Line 41"/>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18186"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18187"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18188"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18189"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18190"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18191"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18192"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18193" name="Line 49"/>
          <p:cNvSpPr>
            <a:spLocks noChangeShapeType="1"/>
          </p:cNvSpPr>
          <p:nvPr/>
        </p:nvSpPr>
        <p:spPr bwMode="auto">
          <a:xfrm>
            <a:off x="2970213" y="3187700"/>
            <a:ext cx="500062" cy="69850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18194" name="Rectangle 50"/>
          <p:cNvSpPr>
            <a:spLocks noChangeArrowheads="1"/>
          </p:cNvSpPr>
          <p:nvPr/>
        </p:nvSpPr>
        <p:spPr bwMode="auto">
          <a:xfrm>
            <a:off x="3036888" y="5568950"/>
            <a:ext cx="3251200"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  E  J</a:t>
            </a:r>
          </a:p>
        </p:txBody>
      </p:sp>
      <p:sp>
        <p:nvSpPr>
          <p:cNvPr id="518195" name="Line 51"/>
          <p:cNvSpPr>
            <a:spLocks noChangeShapeType="1"/>
          </p:cNvSpPr>
          <p:nvPr/>
        </p:nvSpPr>
        <p:spPr bwMode="auto">
          <a:xfrm flipH="1">
            <a:off x="3408363" y="4338638"/>
            <a:ext cx="298450" cy="711200"/>
          </a:xfrm>
          <a:prstGeom prst="line">
            <a:avLst/>
          </a:prstGeom>
          <a:noFill/>
          <a:ln w="25400">
            <a:solidFill>
              <a:schemeClr val="tx2"/>
            </a:solidFill>
            <a:round/>
            <a:headEnd type="triangle" w="med" len="med"/>
            <a:tailEnd/>
          </a:ln>
          <a:effectLst/>
        </p:spPr>
        <p:txBody>
          <a:bodyPr wrap="none" anchor="ctr"/>
          <a:lstStyle/>
          <a:p>
            <a:endParaRPr lang="en-US"/>
          </a:p>
        </p:txBody>
      </p:sp>
      <p:sp>
        <p:nvSpPr>
          <p:cNvPr id="3" name="Footer Placeholder 2">
            <a:extLst>
              <a:ext uri="{FF2B5EF4-FFF2-40B4-BE49-F238E27FC236}">
                <a16:creationId xmlns:a16="http://schemas.microsoft.com/office/drawing/2014/main" id="{1317EAB1-873A-9E94-552E-E0A6986D8480}"/>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E4B73F33-2239-CFEB-2676-D870E792E9DE}"/>
              </a:ext>
            </a:extLst>
          </p:cNvPr>
          <p:cNvSpPr>
            <a:spLocks noGrp="1"/>
          </p:cNvSpPr>
          <p:nvPr>
            <p:ph type="sldNum" sz="quarter" idx="12"/>
          </p:nvPr>
        </p:nvSpPr>
        <p:spPr/>
        <p:txBody>
          <a:bodyPr/>
          <a:lstStyle/>
          <a:p>
            <a:fld id="{95E664E9-BB0A-4932-9D77-E0DDE5779A37}" type="slidenum">
              <a:rPr lang="en-US" smtClean="0"/>
              <a:pPr/>
              <a:t>43</a:t>
            </a:fld>
            <a:endParaRPr lang="en-US" dirty="0"/>
          </a:p>
        </p:txBody>
      </p:sp>
    </p:spTree>
  </p:cSld>
  <p:clrMapOvr>
    <a:masterClrMapping/>
  </p:clrMapOvr>
  <p:transition advTm="1000"/>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70" name="Line 2"/>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19171"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19172"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9173"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19174"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9175"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19176"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9177"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19178"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9179"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19180"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9181"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19182"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9183"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19184"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9185"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19186"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9187"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19188"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9189"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19190"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9191"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19192" name="Oval 24"/>
          <p:cNvSpPr>
            <a:spLocks noChangeArrowheads="1"/>
          </p:cNvSpPr>
          <p:nvPr/>
        </p:nvSpPr>
        <p:spPr bwMode="auto">
          <a:xfrm>
            <a:off x="39893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19193"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19194"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9195"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19196"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9197"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19198"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9199"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19200"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19201"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19202"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19203"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19204"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19205"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19206"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19207"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19208"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19209"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19210"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19211"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19212"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19213"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19214"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19215"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19216"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19217" name="Line 49"/>
          <p:cNvSpPr>
            <a:spLocks noChangeShapeType="1"/>
          </p:cNvSpPr>
          <p:nvPr/>
        </p:nvSpPr>
        <p:spPr bwMode="auto">
          <a:xfrm>
            <a:off x="2970213" y="3187700"/>
            <a:ext cx="500062" cy="69850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19218" name="Rectangle 50"/>
          <p:cNvSpPr>
            <a:spLocks noChangeArrowheads="1"/>
          </p:cNvSpPr>
          <p:nvPr/>
        </p:nvSpPr>
        <p:spPr bwMode="auto">
          <a:xfrm>
            <a:off x="3036888" y="5568950"/>
            <a:ext cx="3251200"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  E  J</a:t>
            </a:r>
          </a:p>
        </p:txBody>
      </p:sp>
      <p:sp>
        <p:nvSpPr>
          <p:cNvPr id="519219" name="Line 51"/>
          <p:cNvSpPr>
            <a:spLocks noChangeShapeType="1"/>
          </p:cNvSpPr>
          <p:nvPr/>
        </p:nvSpPr>
        <p:spPr bwMode="auto">
          <a:xfrm>
            <a:off x="3794125" y="4337050"/>
            <a:ext cx="252413" cy="700088"/>
          </a:xfrm>
          <a:prstGeom prst="line">
            <a:avLst/>
          </a:prstGeom>
          <a:noFill/>
          <a:ln w="25400">
            <a:solidFill>
              <a:schemeClr val="tx2"/>
            </a:solidFill>
            <a:round/>
            <a:headEnd/>
            <a:tailEnd type="triangle" w="med" len="med"/>
          </a:ln>
          <a:effectLst/>
        </p:spPr>
        <p:txBody>
          <a:bodyPr wrap="none" anchor="ctr"/>
          <a:lstStyle/>
          <a:p>
            <a:endParaRPr lang="en-US"/>
          </a:p>
        </p:txBody>
      </p:sp>
      <p:sp>
        <p:nvSpPr>
          <p:cNvPr id="3" name="Footer Placeholder 2">
            <a:extLst>
              <a:ext uri="{FF2B5EF4-FFF2-40B4-BE49-F238E27FC236}">
                <a16:creationId xmlns:a16="http://schemas.microsoft.com/office/drawing/2014/main" id="{86A544B9-A917-A48E-8F58-CE2DBA0ABB58}"/>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57A29891-F60E-A142-7E0F-B8AC6B3EDD86}"/>
              </a:ext>
            </a:extLst>
          </p:cNvPr>
          <p:cNvSpPr>
            <a:spLocks noGrp="1"/>
          </p:cNvSpPr>
          <p:nvPr>
            <p:ph type="sldNum" sz="quarter" idx="12"/>
          </p:nvPr>
        </p:nvSpPr>
        <p:spPr/>
        <p:txBody>
          <a:bodyPr/>
          <a:lstStyle/>
          <a:p>
            <a:fld id="{95E664E9-BB0A-4932-9D77-E0DDE5779A37}" type="slidenum">
              <a:rPr lang="en-US" smtClean="0"/>
              <a:pPr/>
              <a:t>44</a:t>
            </a:fld>
            <a:endParaRPr lang="en-US" dirty="0"/>
          </a:p>
        </p:txBody>
      </p:sp>
    </p:spTree>
  </p:cSld>
  <p:clrMapOvr>
    <a:masterClrMapping/>
  </p:clrMapOvr>
  <p:transition advTm="1000"/>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4" name="Line 2"/>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20195"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20196"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0197"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20198"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0199"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20200"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0201"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20202"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0203"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20204"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0205"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20206"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0207"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20208"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0209"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20210"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0211"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20212"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0213"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20214"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0215"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20216" name="Oval 24"/>
          <p:cNvSpPr>
            <a:spLocks noChangeArrowheads="1"/>
          </p:cNvSpPr>
          <p:nvPr/>
        </p:nvSpPr>
        <p:spPr bwMode="auto">
          <a:xfrm>
            <a:off x="39893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20217"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20218"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0219"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20220"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0221"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20222"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0223"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20224"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0225"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20226"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20227"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20228"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20229"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20230"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20231"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20232"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20233"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20234"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20235"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20236"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20237"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20238"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20239"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20240"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20241" name="Line 49"/>
          <p:cNvSpPr>
            <a:spLocks noChangeShapeType="1"/>
          </p:cNvSpPr>
          <p:nvPr/>
        </p:nvSpPr>
        <p:spPr bwMode="auto">
          <a:xfrm>
            <a:off x="2970213" y="3187700"/>
            <a:ext cx="500062" cy="69850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20242" name="Rectangle 50"/>
          <p:cNvSpPr>
            <a:spLocks noChangeArrowheads="1"/>
          </p:cNvSpPr>
          <p:nvPr/>
        </p:nvSpPr>
        <p:spPr bwMode="auto">
          <a:xfrm>
            <a:off x="2790825" y="5568950"/>
            <a:ext cx="3748088"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  E  J  K</a:t>
            </a:r>
          </a:p>
        </p:txBody>
      </p:sp>
      <p:sp>
        <p:nvSpPr>
          <p:cNvPr id="520243" name="Line 51"/>
          <p:cNvSpPr>
            <a:spLocks noChangeShapeType="1"/>
          </p:cNvSpPr>
          <p:nvPr/>
        </p:nvSpPr>
        <p:spPr bwMode="auto">
          <a:xfrm>
            <a:off x="3794125" y="4337050"/>
            <a:ext cx="252413" cy="700088"/>
          </a:xfrm>
          <a:prstGeom prst="line">
            <a:avLst/>
          </a:prstGeom>
          <a:noFill/>
          <a:ln w="25400">
            <a:solidFill>
              <a:schemeClr val="tx2"/>
            </a:solidFill>
            <a:round/>
            <a:headEnd/>
            <a:tailEnd type="triangle" w="med" len="med"/>
          </a:ln>
          <a:effectLst/>
        </p:spPr>
        <p:txBody>
          <a:bodyPr wrap="none" anchor="ctr"/>
          <a:lstStyle/>
          <a:p>
            <a:endParaRPr lang="en-US"/>
          </a:p>
        </p:txBody>
      </p:sp>
      <p:sp>
        <p:nvSpPr>
          <p:cNvPr id="520244" name="Line 52"/>
          <p:cNvSpPr>
            <a:spLocks noChangeShapeType="1"/>
          </p:cNvSpPr>
          <p:nvPr/>
        </p:nvSpPr>
        <p:spPr bwMode="auto">
          <a:xfrm>
            <a:off x="3527425" y="5273675"/>
            <a:ext cx="3810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3" name="Footer Placeholder 2">
            <a:extLst>
              <a:ext uri="{FF2B5EF4-FFF2-40B4-BE49-F238E27FC236}">
                <a16:creationId xmlns:a16="http://schemas.microsoft.com/office/drawing/2014/main" id="{FA24185E-6B40-CEC9-FEDF-B1D00CFB4224}"/>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CB9FDE38-6820-5474-FCD5-6F056F6AFAB9}"/>
              </a:ext>
            </a:extLst>
          </p:cNvPr>
          <p:cNvSpPr>
            <a:spLocks noGrp="1"/>
          </p:cNvSpPr>
          <p:nvPr>
            <p:ph type="sldNum" sz="quarter" idx="12"/>
          </p:nvPr>
        </p:nvSpPr>
        <p:spPr/>
        <p:txBody>
          <a:bodyPr/>
          <a:lstStyle/>
          <a:p>
            <a:fld id="{95E664E9-BB0A-4932-9D77-E0DDE5779A37}" type="slidenum">
              <a:rPr lang="en-US" smtClean="0"/>
              <a:pPr/>
              <a:t>45</a:t>
            </a:fld>
            <a:endParaRPr lang="en-US" dirty="0"/>
          </a:p>
        </p:txBody>
      </p:sp>
    </p:spTree>
  </p:cSld>
  <p:clrMapOvr>
    <a:masterClrMapping/>
  </p:clrMapOvr>
  <p:transition advTm="1000"/>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18" name="Line 2"/>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21219"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21220"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1221"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21222"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1223"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21224"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1225"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21226"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1227"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21228"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1229"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21230"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1231"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21232"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1233"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21234"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1235"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21236"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1237"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21238"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1239"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21240" name="Oval 24"/>
          <p:cNvSpPr>
            <a:spLocks noChangeArrowheads="1"/>
          </p:cNvSpPr>
          <p:nvPr/>
        </p:nvSpPr>
        <p:spPr bwMode="auto">
          <a:xfrm>
            <a:off x="39893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21241"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21242"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1243"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21244"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1245"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21246"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1247"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21248"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1249"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21250"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21251"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21252"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21253"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21254"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21255"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21256"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21257"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21258"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21259"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21260"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21261"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21262"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21263"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21264"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21265" name="Line 49"/>
          <p:cNvSpPr>
            <a:spLocks noChangeShapeType="1"/>
          </p:cNvSpPr>
          <p:nvPr/>
        </p:nvSpPr>
        <p:spPr bwMode="auto">
          <a:xfrm>
            <a:off x="2970213" y="3187700"/>
            <a:ext cx="500062" cy="69850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21266" name="Rectangle 50"/>
          <p:cNvSpPr>
            <a:spLocks noChangeArrowheads="1"/>
          </p:cNvSpPr>
          <p:nvPr/>
        </p:nvSpPr>
        <p:spPr bwMode="auto">
          <a:xfrm>
            <a:off x="2790825" y="5568950"/>
            <a:ext cx="3748088"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  E  J  K</a:t>
            </a:r>
          </a:p>
        </p:txBody>
      </p:sp>
      <p:sp>
        <p:nvSpPr>
          <p:cNvPr id="521267" name="Line 51"/>
          <p:cNvSpPr>
            <a:spLocks noChangeShapeType="1"/>
          </p:cNvSpPr>
          <p:nvPr/>
        </p:nvSpPr>
        <p:spPr bwMode="auto">
          <a:xfrm>
            <a:off x="4011613" y="4213225"/>
            <a:ext cx="280987" cy="782638"/>
          </a:xfrm>
          <a:prstGeom prst="line">
            <a:avLst/>
          </a:prstGeom>
          <a:noFill/>
          <a:ln w="25400">
            <a:solidFill>
              <a:schemeClr val="tx2"/>
            </a:solidFill>
            <a:round/>
            <a:headEnd type="triangle" w="med" len="med"/>
            <a:tailEnd/>
          </a:ln>
          <a:effectLst/>
        </p:spPr>
        <p:txBody>
          <a:bodyPr wrap="none" anchor="ctr"/>
          <a:lstStyle/>
          <a:p>
            <a:endParaRPr lang="en-US"/>
          </a:p>
        </p:txBody>
      </p:sp>
      <p:sp>
        <p:nvSpPr>
          <p:cNvPr id="3" name="Footer Placeholder 2">
            <a:extLst>
              <a:ext uri="{FF2B5EF4-FFF2-40B4-BE49-F238E27FC236}">
                <a16:creationId xmlns:a16="http://schemas.microsoft.com/office/drawing/2014/main" id="{63E0C939-F49E-728A-B58F-0D71E013DE24}"/>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465DC10E-8B04-B462-4589-70216FEA1AB0}"/>
              </a:ext>
            </a:extLst>
          </p:cNvPr>
          <p:cNvSpPr>
            <a:spLocks noGrp="1"/>
          </p:cNvSpPr>
          <p:nvPr>
            <p:ph type="sldNum" sz="quarter" idx="12"/>
          </p:nvPr>
        </p:nvSpPr>
        <p:spPr/>
        <p:txBody>
          <a:bodyPr/>
          <a:lstStyle/>
          <a:p>
            <a:fld id="{95E664E9-BB0A-4932-9D77-E0DDE5779A37}" type="slidenum">
              <a:rPr lang="en-US" smtClean="0"/>
              <a:pPr/>
              <a:t>46</a:t>
            </a:fld>
            <a:endParaRPr lang="en-US" dirty="0"/>
          </a:p>
        </p:txBody>
      </p:sp>
    </p:spTree>
  </p:cSld>
  <p:clrMapOvr>
    <a:masterClrMapping/>
  </p:clrMapOvr>
  <p:transition advTm="1000"/>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2" name="Line 2"/>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22243"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22244"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2245"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22246"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2247"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22248"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2249"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22250"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2251"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22252"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2253"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22254"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2255"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22256"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2257"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22258"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2259"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22260"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2261"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22262"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2263"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22264" name="Oval 24"/>
          <p:cNvSpPr>
            <a:spLocks noChangeArrowheads="1"/>
          </p:cNvSpPr>
          <p:nvPr/>
        </p:nvSpPr>
        <p:spPr bwMode="auto">
          <a:xfrm>
            <a:off x="3989388" y="5078413"/>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522265"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22266"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2267"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22268"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2269"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22270"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2271"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22272"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2273"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22274"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22275"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22276"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22277"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22278"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22279"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22280"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22281"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22282"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22283"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22284"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22285"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22286"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22287"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22288"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22289" name="Line 49"/>
          <p:cNvSpPr>
            <a:spLocks noChangeShapeType="1"/>
          </p:cNvSpPr>
          <p:nvPr/>
        </p:nvSpPr>
        <p:spPr bwMode="auto">
          <a:xfrm>
            <a:off x="3186113" y="3006725"/>
            <a:ext cx="573087" cy="773113"/>
          </a:xfrm>
          <a:prstGeom prst="line">
            <a:avLst/>
          </a:prstGeom>
          <a:noFill/>
          <a:ln w="25400">
            <a:solidFill>
              <a:schemeClr val="tx2"/>
            </a:solidFill>
            <a:round/>
            <a:headEnd type="triangle" w="med" len="med"/>
            <a:tailEnd/>
          </a:ln>
          <a:effectLst/>
        </p:spPr>
        <p:txBody>
          <a:bodyPr wrap="none" anchor="ctr"/>
          <a:lstStyle/>
          <a:p>
            <a:endParaRPr lang="en-US"/>
          </a:p>
        </p:txBody>
      </p:sp>
      <p:sp>
        <p:nvSpPr>
          <p:cNvPr id="522290" name="Rectangle 50"/>
          <p:cNvSpPr>
            <a:spLocks noChangeArrowheads="1"/>
          </p:cNvSpPr>
          <p:nvPr/>
        </p:nvSpPr>
        <p:spPr bwMode="auto">
          <a:xfrm>
            <a:off x="2790825" y="5568950"/>
            <a:ext cx="3748088"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  E  J  K</a:t>
            </a:r>
          </a:p>
        </p:txBody>
      </p:sp>
      <p:sp>
        <p:nvSpPr>
          <p:cNvPr id="3" name="Footer Placeholder 2">
            <a:extLst>
              <a:ext uri="{FF2B5EF4-FFF2-40B4-BE49-F238E27FC236}">
                <a16:creationId xmlns:a16="http://schemas.microsoft.com/office/drawing/2014/main" id="{0DC9EDBC-70A7-7FC7-FEF6-83E5E4675F2B}"/>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6666896D-E7F2-635C-D175-97E00C1A1174}"/>
              </a:ext>
            </a:extLst>
          </p:cNvPr>
          <p:cNvSpPr>
            <a:spLocks noGrp="1"/>
          </p:cNvSpPr>
          <p:nvPr>
            <p:ph type="sldNum" sz="quarter" idx="12"/>
          </p:nvPr>
        </p:nvSpPr>
        <p:spPr/>
        <p:txBody>
          <a:bodyPr/>
          <a:lstStyle/>
          <a:p>
            <a:fld id="{95E664E9-BB0A-4932-9D77-E0DDE5779A37}" type="slidenum">
              <a:rPr lang="en-US" smtClean="0"/>
              <a:pPr/>
              <a:t>47</a:t>
            </a:fld>
            <a:endParaRPr lang="en-US" dirty="0"/>
          </a:p>
        </p:txBody>
      </p:sp>
    </p:spTree>
  </p:cSld>
  <p:clrMapOvr>
    <a:masterClrMapping/>
  </p:clrMapOvr>
  <p:transition advTm="1000"/>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6" name="Line 2"/>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23267"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23268"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3269"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23270"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3271"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23272"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3273"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23274"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3275"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23276"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3277"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23278"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3279"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23280"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3281"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23282"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3283"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23284" name="Oval 20"/>
          <p:cNvSpPr>
            <a:spLocks noChangeArrowheads="1"/>
          </p:cNvSpPr>
          <p:nvPr/>
        </p:nvSpPr>
        <p:spPr bwMode="auto">
          <a:xfrm>
            <a:off x="2008188" y="5078413"/>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523285"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23286"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3287"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23288"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3289"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23290"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3291"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23292"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3293"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23294"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3295"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23296"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3297"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23298"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23299"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23300"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23301"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23302"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23303"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23304"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23305"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23306"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23307"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23308"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23309"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23310"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23311"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23312" name="Line 48"/>
          <p:cNvSpPr>
            <a:spLocks noChangeShapeType="1"/>
          </p:cNvSpPr>
          <p:nvPr/>
        </p:nvSpPr>
        <p:spPr bwMode="auto">
          <a:xfrm flipH="1">
            <a:off x="3205163" y="2333625"/>
            <a:ext cx="1370012" cy="569913"/>
          </a:xfrm>
          <a:prstGeom prst="line">
            <a:avLst/>
          </a:prstGeom>
          <a:noFill/>
          <a:ln w="25400">
            <a:solidFill>
              <a:schemeClr val="tx2"/>
            </a:solidFill>
            <a:round/>
            <a:headEnd type="triangle" w="med" len="med"/>
            <a:tailEnd/>
          </a:ln>
          <a:effectLst/>
        </p:spPr>
        <p:txBody>
          <a:bodyPr wrap="none" anchor="ctr"/>
          <a:lstStyle/>
          <a:p>
            <a:endParaRPr lang="en-US"/>
          </a:p>
        </p:txBody>
      </p:sp>
      <p:sp>
        <p:nvSpPr>
          <p:cNvPr id="523313" name="Rectangle 49"/>
          <p:cNvSpPr>
            <a:spLocks noChangeArrowheads="1"/>
          </p:cNvSpPr>
          <p:nvPr/>
        </p:nvSpPr>
        <p:spPr bwMode="auto">
          <a:xfrm>
            <a:off x="2790825" y="5568950"/>
            <a:ext cx="3748088"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  E  J  K</a:t>
            </a:r>
          </a:p>
        </p:txBody>
      </p:sp>
      <p:sp>
        <p:nvSpPr>
          <p:cNvPr id="3" name="Footer Placeholder 2">
            <a:extLst>
              <a:ext uri="{FF2B5EF4-FFF2-40B4-BE49-F238E27FC236}">
                <a16:creationId xmlns:a16="http://schemas.microsoft.com/office/drawing/2014/main" id="{6301D055-F095-8205-04C1-731930D0EEEB}"/>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E33B6BAA-1DB5-35D4-4BE5-9AB31531A351}"/>
              </a:ext>
            </a:extLst>
          </p:cNvPr>
          <p:cNvSpPr>
            <a:spLocks noGrp="1"/>
          </p:cNvSpPr>
          <p:nvPr>
            <p:ph type="sldNum" sz="quarter" idx="12"/>
          </p:nvPr>
        </p:nvSpPr>
        <p:spPr/>
        <p:txBody>
          <a:bodyPr/>
          <a:lstStyle/>
          <a:p>
            <a:fld id="{95E664E9-BB0A-4932-9D77-E0DDE5779A37}" type="slidenum">
              <a:rPr lang="en-US" smtClean="0"/>
              <a:pPr/>
              <a:t>48</a:t>
            </a:fld>
            <a:endParaRPr lang="en-US" dirty="0"/>
          </a:p>
        </p:txBody>
      </p:sp>
    </p:spTree>
  </p:cSld>
  <p:clrMapOvr>
    <a:masterClrMapping/>
  </p:clrMapOvr>
  <p:transition advTm="1000"/>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290" name="Line 2"/>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24291" name="Line 3"/>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24292" name="Line 4"/>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24293"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24294" name="Oval 6"/>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4295"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24296" name="Oval 8"/>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4297"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24298" name="Oval 10"/>
          <p:cNvSpPr>
            <a:spLocks noChangeArrowheads="1"/>
          </p:cNvSpPr>
          <p:nvPr/>
        </p:nvSpPr>
        <p:spPr bwMode="auto">
          <a:xfrm>
            <a:off x="6254750" y="2744788"/>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24299"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24300" name="Oval 12"/>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4301"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24302" name="Oval 14"/>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4303"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24304" name="Oval 16"/>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4305"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24306" name="Oval 18"/>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4307"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24308"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4309"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24310"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4311"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24312"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4313"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24314"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4315"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24316"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4317"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24318"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4319"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24320"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4321"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24322"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4323"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24324" name="Line 36"/>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24325" name="Line 37"/>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24326" name="Line 38"/>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24327" name="Line 39"/>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24328" name="Line 40"/>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24329" name="Line 41"/>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24330"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24331"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24332"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24333"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24334"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24335"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24336"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24337" name="Rectangle 49"/>
          <p:cNvSpPr>
            <a:spLocks noChangeArrowheads="1"/>
          </p:cNvSpPr>
          <p:nvPr/>
        </p:nvSpPr>
        <p:spPr bwMode="auto">
          <a:xfrm>
            <a:off x="2790825" y="5568950"/>
            <a:ext cx="3748088"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  E  J  K</a:t>
            </a:r>
          </a:p>
        </p:txBody>
      </p:sp>
      <p:sp>
        <p:nvSpPr>
          <p:cNvPr id="3" name="Footer Placeholder 2">
            <a:extLst>
              <a:ext uri="{FF2B5EF4-FFF2-40B4-BE49-F238E27FC236}">
                <a16:creationId xmlns:a16="http://schemas.microsoft.com/office/drawing/2014/main" id="{2FE7DA53-9782-D2D8-E1C1-042B9EC27DFC}"/>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064B6BAC-E199-B378-7E00-270B4B3D67BC}"/>
              </a:ext>
            </a:extLst>
          </p:cNvPr>
          <p:cNvSpPr>
            <a:spLocks noGrp="1"/>
          </p:cNvSpPr>
          <p:nvPr>
            <p:ph type="sldNum" sz="quarter" idx="12"/>
          </p:nvPr>
        </p:nvSpPr>
        <p:spPr/>
        <p:txBody>
          <a:bodyPr/>
          <a:lstStyle/>
          <a:p>
            <a:fld id="{95E664E9-BB0A-4932-9D77-E0DDE5779A37}" type="slidenum">
              <a:rPr lang="en-US" smtClean="0"/>
              <a:pPr/>
              <a:t>49</a:t>
            </a:fld>
            <a:endParaRPr lang="en-US" dirty="0"/>
          </a:p>
        </p:txBody>
      </p:sp>
    </p:spTree>
  </p:cSld>
  <p:clrMapOvr>
    <a:masterClrMapping/>
  </p:clrMapOvr>
  <p:transition advTm="1000"/>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4" name="Line 2"/>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25315" name="Line 3"/>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25316" name="Line 4"/>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25317"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25318" name="Oval 6"/>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5319"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25320" name="Oval 8"/>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5321"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25322" name="Oval 10"/>
          <p:cNvSpPr>
            <a:spLocks noChangeArrowheads="1"/>
          </p:cNvSpPr>
          <p:nvPr/>
        </p:nvSpPr>
        <p:spPr bwMode="auto">
          <a:xfrm>
            <a:off x="6254750" y="2744788"/>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25323"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25324" name="Oval 12"/>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5325"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25326" name="Oval 14"/>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5327"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25328" name="Oval 16"/>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5329"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25330" name="Oval 18"/>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5331"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25332"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5333"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25334"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5335"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25336"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5337"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25338"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5339"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25340"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5341"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25342"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5343"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25344"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5345"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25346"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5347"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25348" name="Line 36"/>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25349" name="Line 37"/>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25350" name="Line 38"/>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25351" name="Line 39"/>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25352" name="Line 40"/>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25353" name="Line 41"/>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25354"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25355"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25356"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25357"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25358"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25359"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25360"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25361" name="Rectangle 49"/>
          <p:cNvSpPr>
            <a:spLocks noChangeArrowheads="1"/>
          </p:cNvSpPr>
          <p:nvPr/>
        </p:nvSpPr>
        <p:spPr bwMode="auto">
          <a:xfrm>
            <a:off x="2530475" y="5568950"/>
            <a:ext cx="4267200"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  E  J  K  C</a:t>
            </a:r>
          </a:p>
        </p:txBody>
      </p:sp>
      <p:sp>
        <p:nvSpPr>
          <p:cNvPr id="525362" name="Line 50"/>
          <p:cNvSpPr>
            <a:spLocks noChangeShapeType="1"/>
          </p:cNvSpPr>
          <p:nvPr/>
        </p:nvSpPr>
        <p:spPr bwMode="auto">
          <a:xfrm>
            <a:off x="5373688" y="2970213"/>
            <a:ext cx="6477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3" name="Footer Placeholder 2">
            <a:extLst>
              <a:ext uri="{FF2B5EF4-FFF2-40B4-BE49-F238E27FC236}">
                <a16:creationId xmlns:a16="http://schemas.microsoft.com/office/drawing/2014/main" id="{52A390F4-2CB4-9AD0-5DA4-0E2DD059DF14}"/>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3C52FB7B-BC19-9911-9422-6D8E52260187}"/>
              </a:ext>
            </a:extLst>
          </p:cNvPr>
          <p:cNvSpPr>
            <a:spLocks noGrp="1"/>
          </p:cNvSpPr>
          <p:nvPr>
            <p:ph type="sldNum" sz="quarter" idx="12"/>
          </p:nvPr>
        </p:nvSpPr>
        <p:spPr/>
        <p:txBody>
          <a:bodyPr/>
          <a:lstStyle/>
          <a:p>
            <a:fld id="{95E664E9-BB0A-4932-9D77-E0DDE5779A37}" type="slidenum">
              <a:rPr lang="en-US" smtClean="0"/>
              <a:pPr/>
              <a:t>50</a:t>
            </a:fld>
            <a:endParaRPr lang="en-US" dirty="0"/>
          </a:p>
        </p:txBody>
      </p:sp>
    </p:spTree>
  </p:cSld>
  <p:clrMapOvr>
    <a:masterClrMapping/>
  </p:clrMapOvr>
  <p:transition advTm="1000"/>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38" name="Line 2"/>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26339" name="Line 3"/>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26340" name="Line 4"/>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26341"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26342" name="Oval 6"/>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6343"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26344" name="Oval 8"/>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6345"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26346" name="Oval 10"/>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6347"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26348" name="Oval 12"/>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6349"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26350" name="Oval 14"/>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6351"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26352" name="Oval 16"/>
          <p:cNvSpPr>
            <a:spLocks noChangeArrowheads="1"/>
          </p:cNvSpPr>
          <p:nvPr/>
        </p:nvSpPr>
        <p:spPr bwMode="auto">
          <a:xfrm>
            <a:off x="5340350" y="3863975"/>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26353"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26354" name="Oval 18"/>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6355"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26356"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6357"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26358"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6359"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26360"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6361"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26362"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6363"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26364"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6365"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26366"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6367"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26368"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6369"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26370"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6371"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26372" name="Line 36"/>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26373" name="Line 37"/>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26374" name="Line 38"/>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26375" name="Line 39"/>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26376" name="Line 40"/>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26377" name="Line 41"/>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26378" name="Line 42"/>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26379"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26380"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26381"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26382"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26383"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26384"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26385" name="Rectangle 49"/>
          <p:cNvSpPr>
            <a:spLocks noChangeArrowheads="1"/>
          </p:cNvSpPr>
          <p:nvPr/>
        </p:nvSpPr>
        <p:spPr bwMode="auto">
          <a:xfrm>
            <a:off x="2530475" y="5568950"/>
            <a:ext cx="4267200"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  E  J  K  C</a:t>
            </a:r>
          </a:p>
        </p:txBody>
      </p:sp>
      <p:sp>
        <p:nvSpPr>
          <p:cNvPr id="526386" name="Line 50"/>
          <p:cNvSpPr>
            <a:spLocks noChangeShapeType="1"/>
          </p:cNvSpPr>
          <p:nvPr/>
        </p:nvSpPr>
        <p:spPr bwMode="auto">
          <a:xfrm flipH="1">
            <a:off x="5564188" y="3011488"/>
            <a:ext cx="604837" cy="768350"/>
          </a:xfrm>
          <a:prstGeom prst="line">
            <a:avLst/>
          </a:prstGeom>
          <a:noFill/>
          <a:ln w="25400">
            <a:solidFill>
              <a:schemeClr val="tx2"/>
            </a:solidFill>
            <a:round/>
            <a:headEnd/>
            <a:tailEnd type="triangle" w="med" len="med"/>
          </a:ln>
          <a:effectLst/>
        </p:spPr>
        <p:txBody>
          <a:bodyPr wrap="none" anchor="ctr"/>
          <a:lstStyle/>
          <a:p>
            <a:endParaRPr lang="en-US"/>
          </a:p>
        </p:txBody>
      </p:sp>
      <p:sp>
        <p:nvSpPr>
          <p:cNvPr id="3" name="Footer Placeholder 2">
            <a:extLst>
              <a:ext uri="{FF2B5EF4-FFF2-40B4-BE49-F238E27FC236}">
                <a16:creationId xmlns:a16="http://schemas.microsoft.com/office/drawing/2014/main" id="{73643FBA-AFB4-9A61-F4B4-2AFAD464D758}"/>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39E4F347-A790-3AE4-7A59-B3C231059465}"/>
              </a:ext>
            </a:extLst>
          </p:cNvPr>
          <p:cNvSpPr>
            <a:spLocks noGrp="1"/>
          </p:cNvSpPr>
          <p:nvPr>
            <p:ph type="sldNum" sz="quarter" idx="12"/>
          </p:nvPr>
        </p:nvSpPr>
        <p:spPr/>
        <p:txBody>
          <a:bodyPr/>
          <a:lstStyle/>
          <a:p>
            <a:fld id="{95E664E9-BB0A-4932-9D77-E0DDE5779A37}" type="slidenum">
              <a:rPr lang="en-US" smtClean="0"/>
              <a:pPr/>
              <a:t>51</a:t>
            </a:fld>
            <a:endParaRPr lang="en-US" dirty="0"/>
          </a:p>
        </p:txBody>
      </p:sp>
    </p:spTree>
  </p:cSld>
  <p:clrMapOvr>
    <a:masterClrMapping/>
  </p:clrMapOvr>
  <p:transition advTm="1000"/>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2" name="Line 2"/>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27363" name="Line 3"/>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27364" name="Line 4"/>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27365"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27366" name="Oval 6"/>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7367"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27368" name="Oval 8"/>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7369"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27370" name="Oval 10"/>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7371"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27372" name="Oval 12"/>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7373"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27374" name="Oval 14"/>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7375"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27376" name="Oval 16"/>
          <p:cNvSpPr>
            <a:spLocks noChangeArrowheads="1"/>
          </p:cNvSpPr>
          <p:nvPr/>
        </p:nvSpPr>
        <p:spPr bwMode="auto">
          <a:xfrm>
            <a:off x="5340350" y="3863975"/>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27377"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27378" name="Oval 18"/>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7379"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27380"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7381"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27382"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7383"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27384"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7385"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27386"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7387"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27388"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7389"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27390"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7391"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27392"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7393"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27394"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7395"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27396" name="Line 36"/>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27397" name="Line 37"/>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27398" name="Line 38"/>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27399" name="Line 39"/>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27400" name="Line 40"/>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27401" name="Line 41"/>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27402" name="Line 42"/>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27403"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27404"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27405"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27406"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27407"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27408"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27409" name="Rectangle 49"/>
          <p:cNvSpPr>
            <a:spLocks noChangeArrowheads="1"/>
          </p:cNvSpPr>
          <p:nvPr/>
        </p:nvSpPr>
        <p:spPr bwMode="auto">
          <a:xfrm>
            <a:off x="2293938" y="5568950"/>
            <a:ext cx="4740275"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  E  J  K  C  F</a:t>
            </a:r>
          </a:p>
        </p:txBody>
      </p:sp>
      <p:sp>
        <p:nvSpPr>
          <p:cNvPr id="527410" name="Line 50"/>
          <p:cNvSpPr>
            <a:spLocks noChangeShapeType="1"/>
          </p:cNvSpPr>
          <p:nvPr/>
        </p:nvSpPr>
        <p:spPr bwMode="auto">
          <a:xfrm flipH="1">
            <a:off x="5564188" y="3011488"/>
            <a:ext cx="604837" cy="76835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27411" name="Line 51"/>
          <p:cNvSpPr>
            <a:spLocks noChangeShapeType="1"/>
          </p:cNvSpPr>
          <p:nvPr/>
        </p:nvSpPr>
        <p:spPr bwMode="auto">
          <a:xfrm>
            <a:off x="4584700" y="4046538"/>
            <a:ext cx="6477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3" name="Footer Placeholder 2">
            <a:extLst>
              <a:ext uri="{FF2B5EF4-FFF2-40B4-BE49-F238E27FC236}">
                <a16:creationId xmlns:a16="http://schemas.microsoft.com/office/drawing/2014/main" id="{3364BFEC-4A2D-D5C9-84D1-284EE966FBD2}"/>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8711E1C1-550C-CB90-9BFA-94FF6BCA97A6}"/>
              </a:ext>
            </a:extLst>
          </p:cNvPr>
          <p:cNvSpPr>
            <a:spLocks noGrp="1"/>
          </p:cNvSpPr>
          <p:nvPr>
            <p:ph type="sldNum" sz="quarter" idx="12"/>
          </p:nvPr>
        </p:nvSpPr>
        <p:spPr/>
        <p:txBody>
          <a:bodyPr/>
          <a:lstStyle/>
          <a:p>
            <a:fld id="{95E664E9-BB0A-4932-9D77-E0DDE5779A37}" type="slidenum">
              <a:rPr lang="en-US" smtClean="0"/>
              <a:pPr/>
              <a:t>52</a:t>
            </a:fld>
            <a:endParaRPr lang="en-US" dirty="0"/>
          </a:p>
        </p:txBody>
      </p:sp>
    </p:spTree>
  </p:cSld>
  <p:clrMapOvr>
    <a:masterClrMapping/>
  </p:clrMapOvr>
  <p:transition advTm="1000"/>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386" name="Line 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28387"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28388"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8389"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28390"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8391"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28392"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8393"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28394"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8395"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28396"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8397"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28398"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8399"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28400"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8401"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28402"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8403"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28404"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8405"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28406"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8407"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28408"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8409"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28410" name="Oval 26"/>
          <p:cNvSpPr>
            <a:spLocks noChangeArrowheads="1"/>
          </p:cNvSpPr>
          <p:nvPr/>
        </p:nvSpPr>
        <p:spPr bwMode="auto">
          <a:xfrm>
            <a:off x="48275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28411"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28412"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8413"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28414"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8415"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28416"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8417"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28418"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28419"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28420"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28421"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28422"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28423"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28424"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28425"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28426"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28427"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28428"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28429"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28430"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28431"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28432"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28433" name="Line 49"/>
          <p:cNvSpPr>
            <a:spLocks noChangeShapeType="1"/>
          </p:cNvSpPr>
          <p:nvPr/>
        </p:nvSpPr>
        <p:spPr bwMode="auto">
          <a:xfrm flipH="1">
            <a:off x="5564188" y="3011488"/>
            <a:ext cx="604837" cy="76835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28434" name="Rectangle 50"/>
          <p:cNvSpPr>
            <a:spLocks noChangeArrowheads="1"/>
          </p:cNvSpPr>
          <p:nvPr/>
        </p:nvSpPr>
        <p:spPr bwMode="auto">
          <a:xfrm>
            <a:off x="2293938" y="5568950"/>
            <a:ext cx="4740275"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  E  J  K  C  F</a:t>
            </a:r>
          </a:p>
        </p:txBody>
      </p:sp>
      <p:sp>
        <p:nvSpPr>
          <p:cNvPr id="528435" name="Line 51"/>
          <p:cNvSpPr>
            <a:spLocks noChangeShapeType="1"/>
          </p:cNvSpPr>
          <p:nvPr/>
        </p:nvSpPr>
        <p:spPr bwMode="auto">
          <a:xfrm flipH="1">
            <a:off x="4956175" y="4232275"/>
            <a:ext cx="373063" cy="795338"/>
          </a:xfrm>
          <a:prstGeom prst="line">
            <a:avLst/>
          </a:prstGeom>
          <a:noFill/>
          <a:ln w="25400">
            <a:solidFill>
              <a:schemeClr val="tx2"/>
            </a:solidFill>
            <a:round/>
            <a:headEnd/>
            <a:tailEnd type="triangle" w="med" len="med"/>
          </a:ln>
          <a:effectLst/>
        </p:spPr>
        <p:txBody>
          <a:bodyPr wrap="none" anchor="ctr"/>
          <a:lstStyle/>
          <a:p>
            <a:endParaRPr lang="en-US"/>
          </a:p>
        </p:txBody>
      </p:sp>
      <p:sp>
        <p:nvSpPr>
          <p:cNvPr id="3" name="Footer Placeholder 2">
            <a:extLst>
              <a:ext uri="{FF2B5EF4-FFF2-40B4-BE49-F238E27FC236}">
                <a16:creationId xmlns:a16="http://schemas.microsoft.com/office/drawing/2014/main" id="{7396080D-8D8F-A08E-B142-170222D3B7C5}"/>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37032D66-1495-9584-13FF-81FCFA41CFDB}"/>
              </a:ext>
            </a:extLst>
          </p:cNvPr>
          <p:cNvSpPr>
            <a:spLocks noGrp="1"/>
          </p:cNvSpPr>
          <p:nvPr>
            <p:ph type="sldNum" sz="quarter" idx="12"/>
          </p:nvPr>
        </p:nvSpPr>
        <p:spPr/>
        <p:txBody>
          <a:bodyPr/>
          <a:lstStyle/>
          <a:p>
            <a:fld id="{95E664E9-BB0A-4932-9D77-E0DDE5779A37}" type="slidenum">
              <a:rPr lang="en-US" smtClean="0"/>
              <a:pPr/>
              <a:t>53</a:t>
            </a:fld>
            <a:endParaRPr lang="en-US" dirty="0"/>
          </a:p>
        </p:txBody>
      </p:sp>
    </p:spTree>
  </p:cSld>
  <p:clrMapOvr>
    <a:masterClrMapping/>
  </p:clrMapOvr>
  <p:transition advTm="1000"/>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0" name="Line 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29411"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29412"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9413"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29414"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9415"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29416"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9417"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29418"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9419"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29420"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9421"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29422"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9423"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29424"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9425"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29426"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9427"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29428"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9429"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29430"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9431"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29432"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9433"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29434" name="Oval 26"/>
          <p:cNvSpPr>
            <a:spLocks noChangeArrowheads="1"/>
          </p:cNvSpPr>
          <p:nvPr/>
        </p:nvSpPr>
        <p:spPr bwMode="auto">
          <a:xfrm>
            <a:off x="48275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29435"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29436"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9437"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29438"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9439"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29440"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29441"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29442"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29443"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29444"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29445"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29446"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29447"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29448"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29449"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29450"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29451"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29452"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29453"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29454"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29455"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29456"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29457" name="Line 49"/>
          <p:cNvSpPr>
            <a:spLocks noChangeShapeType="1"/>
          </p:cNvSpPr>
          <p:nvPr/>
        </p:nvSpPr>
        <p:spPr bwMode="auto">
          <a:xfrm flipH="1">
            <a:off x="5564188" y="3011488"/>
            <a:ext cx="604837" cy="76835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29458" name="Rectangle 50"/>
          <p:cNvSpPr>
            <a:spLocks noChangeArrowheads="1"/>
          </p:cNvSpPr>
          <p:nvPr/>
        </p:nvSpPr>
        <p:spPr bwMode="auto">
          <a:xfrm>
            <a:off x="2070100" y="5568950"/>
            <a:ext cx="5191125"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  E  J  K  C  F  L</a:t>
            </a:r>
          </a:p>
        </p:txBody>
      </p:sp>
      <p:sp>
        <p:nvSpPr>
          <p:cNvPr id="529459" name="Line 51"/>
          <p:cNvSpPr>
            <a:spLocks noChangeShapeType="1"/>
          </p:cNvSpPr>
          <p:nvPr/>
        </p:nvSpPr>
        <p:spPr bwMode="auto">
          <a:xfrm flipH="1">
            <a:off x="4956175" y="4232275"/>
            <a:ext cx="373063" cy="795338"/>
          </a:xfrm>
          <a:prstGeom prst="line">
            <a:avLst/>
          </a:prstGeom>
          <a:noFill/>
          <a:ln w="25400">
            <a:solidFill>
              <a:schemeClr val="tx2"/>
            </a:solidFill>
            <a:round/>
            <a:headEnd/>
            <a:tailEnd type="triangle" w="med" len="med"/>
          </a:ln>
          <a:effectLst/>
        </p:spPr>
        <p:txBody>
          <a:bodyPr wrap="none" anchor="ctr"/>
          <a:lstStyle/>
          <a:p>
            <a:endParaRPr lang="en-US"/>
          </a:p>
        </p:txBody>
      </p:sp>
      <p:sp>
        <p:nvSpPr>
          <p:cNvPr id="529460" name="Line 52"/>
          <p:cNvSpPr>
            <a:spLocks noChangeShapeType="1"/>
          </p:cNvSpPr>
          <p:nvPr/>
        </p:nvSpPr>
        <p:spPr bwMode="auto">
          <a:xfrm>
            <a:off x="4498975" y="5275263"/>
            <a:ext cx="295275"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3" name="Footer Placeholder 2">
            <a:extLst>
              <a:ext uri="{FF2B5EF4-FFF2-40B4-BE49-F238E27FC236}">
                <a16:creationId xmlns:a16="http://schemas.microsoft.com/office/drawing/2014/main" id="{B006FDD9-F17D-9794-2BF8-4E6FA42F93BB}"/>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6B968CEA-D7C7-67BC-9F02-D7755BFF2CB2}"/>
              </a:ext>
            </a:extLst>
          </p:cNvPr>
          <p:cNvSpPr>
            <a:spLocks noGrp="1"/>
          </p:cNvSpPr>
          <p:nvPr>
            <p:ph type="sldNum" sz="quarter" idx="12"/>
          </p:nvPr>
        </p:nvSpPr>
        <p:spPr/>
        <p:txBody>
          <a:bodyPr/>
          <a:lstStyle/>
          <a:p>
            <a:fld id="{95E664E9-BB0A-4932-9D77-E0DDE5779A37}" type="slidenum">
              <a:rPr lang="en-US" smtClean="0"/>
              <a:pPr/>
              <a:t>54</a:t>
            </a:fld>
            <a:endParaRPr lang="en-US" dirty="0"/>
          </a:p>
        </p:txBody>
      </p:sp>
    </p:spTree>
  </p:cSld>
  <p:clrMapOvr>
    <a:masterClrMapping/>
  </p:clrMapOvr>
  <p:transition advTm="1000"/>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4" name="Line 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30435"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30436"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0437"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30438"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0439"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30440"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0441"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30442"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0443"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30444"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0445"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30446"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0447"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30448"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0449"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30450"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0451"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30452"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0453"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30454"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0455"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30456"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0457"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30458" name="Oval 26"/>
          <p:cNvSpPr>
            <a:spLocks noChangeArrowheads="1"/>
          </p:cNvSpPr>
          <p:nvPr/>
        </p:nvSpPr>
        <p:spPr bwMode="auto">
          <a:xfrm>
            <a:off x="48275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30459"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30460"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0461"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30462"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0463"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30464"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0465"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30466"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30467"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30468"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30469"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30470"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30471"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30472"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30473"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30474"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30475"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30476"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30477"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30478"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30479"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30480"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30481" name="Line 49"/>
          <p:cNvSpPr>
            <a:spLocks noChangeShapeType="1"/>
          </p:cNvSpPr>
          <p:nvPr/>
        </p:nvSpPr>
        <p:spPr bwMode="auto">
          <a:xfrm flipH="1">
            <a:off x="5564188" y="3011488"/>
            <a:ext cx="604837" cy="76835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30482" name="Rectangle 50"/>
          <p:cNvSpPr>
            <a:spLocks noChangeArrowheads="1"/>
          </p:cNvSpPr>
          <p:nvPr/>
        </p:nvSpPr>
        <p:spPr bwMode="auto">
          <a:xfrm>
            <a:off x="2070100" y="5568950"/>
            <a:ext cx="5191125"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  E  J  K  C  F  L</a:t>
            </a:r>
          </a:p>
        </p:txBody>
      </p:sp>
      <p:sp>
        <p:nvSpPr>
          <p:cNvPr id="530483" name="Line 51"/>
          <p:cNvSpPr>
            <a:spLocks noChangeShapeType="1"/>
          </p:cNvSpPr>
          <p:nvPr/>
        </p:nvSpPr>
        <p:spPr bwMode="auto">
          <a:xfrm flipH="1">
            <a:off x="5202238" y="4327525"/>
            <a:ext cx="298450" cy="711200"/>
          </a:xfrm>
          <a:prstGeom prst="line">
            <a:avLst/>
          </a:prstGeom>
          <a:noFill/>
          <a:ln w="25400">
            <a:solidFill>
              <a:schemeClr val="tx2"/>
            </a:solidFill>
            <a:round/>
            <a:headEnd type="triangle" w="med" len="med"/>
            <a:tailEnd/>
          </a:ln>
          <a:effectLst/>
        </p:spPr>
        <p:txBody>
          <a:bodyPr wrap="none" anchor="ctr"/>
          <a:lstStyle/>
          <a:p>
            <a:endParaRPr lang="en-US"/>
          </a:p>
        </p:txBody>
      </p:sp>
      <p:sp>
        <p:nvSpPr>
          <p:cNvPr id="3" name="Footer Placeholder 2">
            <a:extLst>
              <a:ext uri="{FF2B5EF4-FFF2-40B4-BE49-F238E27FC236}">
                <a16:creationId xmlns:a16="http://schemas.microsoft.com/office/drawing/2014/main" id="{10669F0B-B8C2-7CC6-1125-1D563AE2BA0B}"/>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11B9756E-00F1-4A51-6318-80EC7D1D8A4E}"/>
              </a:ext>
            </a:extLst>
          </p:cNvPr>
          <p:cNvSpPr>
            <a:spLocks noGrp="1"/>
          </p:cNvSpPr>
          <p:nvPr>
            <p:ph type="sldNum" sz="quarter" idx="12"/>
          </p:nvPr>
        </p:nvSpPr>
        <p:spPr/>
        <p:txBody>
          <a:bodyPr/>
          <a:lstStyle/>
          <a:p>
            <a:fld id="{95E664E9-BB0A-4932-9D77-E0DDE5779A37}" type="slidenum">
              <a:rPr lang="en-US" smtClean="0"/>
              <a:pPr/>
              <a:t>55</a:t>
            </a:fld>
            <a:endParaRPr lang="en-US" dirty="0"/>
          </a:p>
        </p:txBody>
      </p:sp>
    </p:spTree>
  </p:cSld>
  <p:clrMapOvr>
    <a:masterClrMapping/>
  </p:clrMapOvr>
  <p:transition advTm="1000"/>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58" name="Line 2"/>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31459"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31460"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1461"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31462"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1463"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31464"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1465"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31466"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1467"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31468"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1469"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31470"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1471"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31472"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1473"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31474"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1475"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31476"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1477"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31478"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1479"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31480"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1481"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31482"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1483"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31484" name="Oval 28"/>
          <p:cNvSpPr>
            <a:spLocks noChangeArrowheads="1"/>
          </p:cNvSpPr>
          <p:nvPr/>
        </p:nvSpPr>
        <p:spPr bwMode="auto">
          <a:xfrm>
            <a:off x="58181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31485"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31486"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1487"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31488"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1489"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31490"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31491"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31492"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31493"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31494"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31495"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31496"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31497"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31498"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31499"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31500"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31501"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31502"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31503"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31504" name="Line 48"/>
          <p:cNvSpPr>
            <a:spLocks noChangeShapeType="1"/>
          </p:cNvSpPr>
          <p:nvPr/>
        </p:nvSpPr>
        <p:spPr bwMode="auto">
          <a:xfrm>
            <a:off x="5608638" y="4313238"/>
            <a:ext cx="252412" cy="7000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531505" name="Line 49"/>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31506" name="Line 50"/>
          <p:cNvSpPr>
            <a:spLocks noChangeShapeType="1"/>
          </p:cNvSpPr>
          <p:nvPr/>
        </p:nvSpPr>
        <p:spPr bwMode="auto">
          <a:xfrm flipH="1">
            <a:off x="5564188" y="3011488"/>
            <a:ext cx="604837" cy="76835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31507" name="Rectangle 51"/>
          <p:cNvSpPr>
            <a:spLocks noChangeArrowheads="1"/>
          </p:cNvSpPr>
          <p:nvPr/>
        </p:nvSpPr>
        <p:spPr bwMode="auto">
          <a:xfrm>
            <a:off x="2070100" y="5568950"/>
            <a:ext cx="5191125"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  E  J  K  C  F  L</a:t>
            </a:r>
          </a:p>
        </p:txBody>
      </p:sp>
      <p:sp>
        <p:nvSpPr>
          <p:cNvPr id="3" name="Footer Placeholder 2">
            <a:extLst>
              <a:ext uri="{FF2B5EF4-FFF2-40B4-BE49-F238E27FC236}">
                <a16:creationId xmlns:a16="http://schemas.microsoft.com/office/drawing/2014/main" id="{F16748A7-9984-170B-1F78-6839165EE26A}"/>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4E710958-CDA0-00AA-72C6-F91401B438DF}"/>
              </a:ext>
            </a:extLst>
          </p:cNvPr>
          <p:cNvSpPr>
            <a:spLocks noGrp="1"/>
          </p:cNvSpPr>
          <p:nvPr>
            <p:ph type="sldNum" sz="quarter" idx="12"/>
          </p:nvPr>
        </p:nvSpPr>
        <p:spPr/>
        <p:txBody>
          <a:bodyPr/>
          <a:lstStyle/>
          <a:p>
            <a:fld id="{95E664E9-BB0A-4932-9D77-E0DDE5779A37}" type="slidenum">
              <a:rPr lang="en-US" smtClean="0"/>
              <a:pPr/>
              <a:t>56</a:t>
            </a:fld>
            <a:endParaRPr lang="en-US" dirty="0"/>
          </a:p>
        </p:txBody>
      </p:sp>
    </p:spTree>
  </p:cSld>
  <p:clrMapOvr>
    <a:masterClrMapping/>
  </p:clrMapOvr>
  <p:transition advTm="1000"/>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82" name="Line 2"/>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32483"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32484"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2485"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32486"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2487"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32488"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2489"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32490"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2491"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32492"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2493"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32494"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2495"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32496"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2497"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32498"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2499"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32500"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2501"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32502"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2503"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32504"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2505"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32506"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2507"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32508" name="Oval 28"/>
          <p:cNvSpPr>
            <a:spLocks noChangeArrowheads="1"/>
          </p:cNvSpPr>
          <p:nvPr/>
        </p:nvSpPr>
        <p:spPr bwMode="auto">
          <a:xfrm>
            <a:off x="58181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32509"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32510"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2511"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32512"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2513"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32514"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32515"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32516"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32517"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32518"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32519"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32520"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32521"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32522"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32523"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32524"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32525"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32526"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32527"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32528" name="Line 48"/>
          <p:cNvSpPr>
            <a:spLocks noChangeShapeType="1"/>
          </p:cNvSpPr>
          <p:nvPr/>
        </p:nvSpPr>
        <p:spPr bwMode="auto">
          <a:xfrm>
            <a:off x="5608638" y="4313238"/>
            <a:ext cx="252412" cy="7000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532529" name="Line 49"/>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32530" name="Line 50"/>
          <p:cNvSpPr>
            <a:spLocks noChangeShapeType="1"/>
          </p:cNvSpPr>
          <p:nvPr/>
        </p:nvSpPr>
        <p:spPr bwMode="auto">
          <a:xfrm flipH="1">
            <a:off x="5564188" y="3011488"/>
            <a:ext cx="604837" cy="76835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32531" name="Rectangle 51"/>
          <p:cNvSpPr>
            <a:spLocks noChangeArrowheads="1"/>
          </p:cNvSpPr>
          <p:nvPr/>
        </p:nvSpPr>
        <p:spPr bwMode="auto">
          <a:xfrm>
            <a:off x="1789113" y="5568950"/>
            <a:ext cx="5754687"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  E  J  K  C  F  L  M</a:t>
            </a:r>
          </a:p>
        </p:txBody>
      </p:sp>
      <p:sp>
        <p:nvSpPr>
          <p:cNvPr id="532532" name="Line 52"/>
          <p:cNvSpPr>
            <a:spLocks noChangeShapeType="1"/>
          </p:cNvSpPr>
          <p:nvPr/>
        </p:nvSpPr>
        <p:spPr bwMode="auto">
          <a:xfrm>
            <a:off x="5364163" y="5283200"/>
            <a:ext cx="3810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3" name="Footer Placeholder 2">
            <a:extLst>
              <a:ext uri="{FF2B5EF4-FFF2-40B4-BE49-F238E27FC236}">
                <a16:creationId xmlns:a16="http://schemas.microsoft.com/office/drawing/2014/main" id="{9D079C16-39E3-8119-0B8A-F00035E6C12C}"/>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62DC0BE5-BFF9-91CE-6EE5-FBDB239BA6EB}"/>
              </a:ext>
            </a:extLst>
          </p:cNvPr>
          <p:cNvSpPr>
            <a:spLocks noGrp="1"/>
          </p:cNvSpPr>
          <p:nvPr>
            <p:ph type="sldNum" sz="quarter" idx="12"/>
          </p:nvPr>
        </p:nvSpPr>
        <p:spPr/>
        <p:txBody>
          <a:bodyPr/>
          <a:lstStyle/>
          <a:p>
            <a:fld id="{95E664E9-BB0A-4932-9D77-E0DDE5779A37}" type="slidenum">
              <a:rPr lang="en-US" smtClean="0"/>
              <a:pPr/>
              <a:t>57</a:t>
            </a:fld>
            <a:endParaRPr lang="en-US" dirty="0"/>
          </a:p>
        </p:txBody>
      </p:sp>
    </p:spTree>
  </p:cSld>
  <p:clrMapOvr>
    <a:masterClrMapping/>
  </p:clrMapOvr>
  <p:transition advTm="1000"/>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6" name="Line 2"/>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33507"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33508"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3509"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33510"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3511"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33512"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3513"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33514"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3515"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33516"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3517"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33518"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3519"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33520"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3521"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33522"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3523"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33524"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3525"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33526"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3527"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33528"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3529"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33530"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3531"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33532" name="Oval 28"/>
          <p:cNvSpPr>
            <a:spLocks noChangeArrowheads="1"/>
          </p:cNvSpPr>
          <p:nvPr/>
        </p:nvSpPr>
        <p:spPr bwMode="auto">
          <a:xfrm>
            <a:off x="58181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33533"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33534"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3535"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33536"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3537"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33538"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33539"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33540"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33541"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33542"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33543"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33544"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33545"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33546"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33547"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33548"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33549"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33550"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33551"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33552"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33553" name="Line 49"/>
          <p:cNvSpPr>
            <a:spLocks noChangeShapeType="1"/>
          </p:cNvSpPr>
          <p:nvPr/>
        </p:nvSpPr>
        <p:spPr bwMode="auto">
          <a:xfrm flipH="1">
            <a:off x="5564188" y="3011488"/>
            <a:ext cx="604837" cy="76835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33554" name="Rectangle 50"/>
          <p:cNvSpPr>
            <a:spLocks noChangeArrowheads="1"/>
          </p:cNvSpPr>
          <p:nvPr/>
        </p:nvSpPr>
        <p:spPr bwMode="auto">
          <a:xfrm>
            <a:off x="1789113" y="5568950"/>
            <a:ext cx="5754687"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  E  J  K  C  F  L  M</a:t>
            </a:r>
          </a:p>
        </p:txBody>
      </p:sp>
      <p:sp>
        <p:nvSpPr>
          <p:cNvPr id="533555" name="Line 51"/>
          <p:cNvSpPr>
            <a:spLocks noChangeShapeType="1"/>
          </p:cNvSpPr>
          <p:nvPr/>
        </p:nvSpPr>
        <p:spPr bwMode="auto">
          <a:xfrm>
            <a:off x="5803900" y="4224338"/>
            <a:ext cx="280988" cy="782637"/>
          </a:xfrm>
          <a:prstGeom prst="line">
            <a:avLst/>
          </a:prstGeom>
          <a:noFill/>
          <a:ln w="25400">
            <a:solidFill>
              <a:schemeClr val="tx2"/>
            </a:solidFill>
            <a:round/>
            <a:headEnd type="triangle" w="med" len="med"/>
            <a:tailEnd/>
          </a:ln>
          <a:effectLst/>
        </p:spPr>
        <p:txBody>
          <a:bodyPr wrap="none" anchor="ctr"/>
          <a:lstStyle/>
          <a:p>
            <a:endParaRPr lang="en-US"/>
          </a:p>
        </p:txBody>
      </p:sp>
      <p:sp>
        <p:nvSpPr>
          <p:cNvPr id="3" name="Footer Placeholder 2">
            <a:extLst>
              <a:ext uri="{FF2B5EF4-FFF2-40B4-BE49-F238E27FC236}">
                <a16:creationId xmlns:a16="http://schemas.microsoft.com/office/drawing/2014/main" id="{C10F80E6-2BAE-C79C-85A1-D3FA6D31A340}"/>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38939C3A-AAC9-6FF1-FBD7-DC0D4444F363}"/>
              </a:ext>
            </a:extLst>
          </p:cNvPr>
          <p:cNvSpPr>
            <a:spLocks noGrp="1"/>
          </p:cNvSpPr>
          <p:nvPr>
            <p:ph type="sldNum" sz="quarter" idx="12"/>
          </p:nvPr>
        </p:nvSpPr>
        <p:spPr/>
        <p:txBody>
          <a:bodyPr/>
          <a:lstStyle/>
          <a:p>
            <a:fld id="{95E664E9-BB0A-4932-9D77-E0DDE5779A37}" type="slidenum">
              <a:rPr lang="en-US" smtClean="0"/>
              <a:pPr/>
              <a:t>58</a:t>
            </a:fld>
            <a:endParaRPr lang="en-US" dirty="0"/>
          </a:p>
        </p:txBody>
      </p:sp>
    </p:spTree>
  </p:cSld>
  <p:clrMapOvr>
    <a:masterClrMapping/>
  </p:clrMapOvr>
  <p:transition advTm="1000"/>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0" name="Line 2"/>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34531"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34532"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4533"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34534"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4535"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34536"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4537"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34538"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4539"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34540"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4541"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34542"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4543"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34544"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4545"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34546"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4547"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34548"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4549"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34550"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4551"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34552"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4553"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34554"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4555"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34556" name="Oval 28"/>
          <p:cNvSpPr>
            <a:spLocks noChangeArrowheads="1"/>
          </p:cNvSpPr>
          <p:nvPr/>
        </p:nvSpPr>
        <p:spPr bwMode="auto">
          <a:xfrm>
            <a:off x="5818188" y="5078413"/>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534557"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34558"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4559"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34560"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4561"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34562"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34563"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34564"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34565"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34566"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34567"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34568"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34569"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34570"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34571"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34572"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34573"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34574"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34575"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34576"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34577" name="Line 49"/>
          <p:cNvSpPr>
            <a:spLocks noChangeShapeType="1"/>
          </p:cNvSpPr>
          <p:nvPr/>
        </p:nvSpPr>
        <p:spPr bwMode="auto">
          <a:xfrm flipH="1">
            <a:off x="5862638" y="3214688"/>
            <a:ext cx="561975" cy="714375"/>
          </a:xfrm>
          <a:prstGeom prst="line">
            <a:avLst/>
          </a:prstGeom>
          <a:noFill/>
          <a:ln w="25400">
            <a:solidFill>
              <a:schemeClr val="tx2"/>
            </a:solidFill>
            <a:round/>
            <a:headEnd type="triangle" w="med" len="med"/>
            <a:tailEnd/>
          </a:ln>
          <a:effectLst/>
        </p:spPr>
        <p:txBody>
          <a:bodyPr wrap="none" anchor="ctr"/>
          <a:lstStyle/>
          <a:p>
            <a:endParaRPr lang="en-US"/>
          </a:p>
        </p:txBody>
      </p:sp>
      <p:sp>
        <p:nvSpPr>
          <p:cNvPr id="534578" name="Rectangle 50"/>
          <p:cNvSpPr>
            <a:spLocks noChangeArrowheads="1"/>
          </p:cNvSpPr>
          <p:nvPr/>
        </p:nvSpPr>
        <p:spPr bwMode="auto">
          <a:xfrm>
            <a:off x="1789113" y="5568950"/>
            <a:ext cx="5754687"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  E  J  K  C  F  L  M</a:t>
            </a:r>
          </a:p>
        </p:txBody>
      </p:sp>
      <p:sp>
        <p:nvSpPr>
          <p:cNvPr id="3" name="Footer Placeholder 2">
            <a:extLst>
              <a:ext uri="{FF2B5EF4-FFF2-40B4-BE49-F238E27FC236}">
                <a16:creationId xmlns:a16="http://schemas.microsoft.com/office/drawing/2014/main" id="{23742843-7C54-42B3-8976-D9855BC888BD}"/>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E14A8ABE-FBA9-D4E3-1289-7039D46C32CF}"/>
              </a:ext>
            </a:extLst>
          </p:cNvPr>
          <p:cNvSpPr>
            <a:spLocks noGrp="1"/>
          </p:cNvSpPr>
          <p:nvPr>
            <p:ph type="sldNum" sz="quarter" idx="12"/>
          </p:nvPr>
        </p:nvSpPr>
        <p:spPr/>
        <p:txBody>
          <a:bodyPr/>
          <a:lstStyle/>
          <a:p>
            <a:fld id="{95E664E9-BB0A-4932-9D77-E0DDE5779A37}" type="slidenum">
              <a:rPr lang="en-US" smtClean="0"/>
              <a:pPr/>
              <a:t>59</a:t>
            </a:fld>
            <a:endParaRPr lang="en-US" dirty="0"/>
          </a:p>
        </p:txBody>
      </p:sp>
    </p:spTree>
  </p:cSld>
  <p:clrMapOvr>
    <a:masterClrMapping/>
  </p:clrMapOvr>
  <p:transition advTm="1000"/>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4" name="Line 2"/>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35555" name="Line 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35556" name="Line 4"/>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35557"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35558" name="Oval 6"/>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5559"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35560" name="Oval 8"/>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5561"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35562" name="Oval 10"/>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5563"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35564" name="Oval 12"/>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5565"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35566" name="Oval 14"/>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5567"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35568" name="Oval 16"/>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5569"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35570" name="Oval 18"/>
          <p:cNvSpPr>
            <a:spLocks noChangeArrowheads="1"/>
          </p:cNvSpPr>
          <p:nvPr/>
        </p:nvSpPr>
        <p:spPr bwMode="auto">
          <a:xfrm>
            <a:off x="7169150" y="3863975"/>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35571"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35572"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5573"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35574"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5575"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35576"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5577"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35578"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5579"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35580"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5581"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35582"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5583"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35584"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5585"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35586"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5587"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35588" name="Line 36"/>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35589" name="Line 37"/>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35590" name="Line 38"/>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35591" name="Line 39"/>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35592" name="Line 40"/>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35593" name="Line 41"/>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35594" name="Line 42"/>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35595" name="Line 43"/>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35596"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35597"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35598" name="Line 46"/>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35599"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35600"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35601" name="Rectangle 49"/>
          <p:cNvSpPr>
            <a:spLocks noChangeArrowheads="1"/>
          </p:cNvSpPr>
          <p:nvPr/>
        </p:nvSpPr>
        <p:spPr bwMode="auto">
          <a:xfrm>
            <a:off x="1789113" y="5568950"/>
            <a:ext cx="5754687"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  E  J  K  C  F  L  M</a:t>
            </a:r>
          </a:p>
        </p:txBody>
      </p:sp>
      <p:sp>
        <p:nvSpPr>
          <p:cNvPr id="535602" name="Line 50"/>
          <p:cNvSpPr>
            <a:spLocks noChangeShapeType="1"/>
          </p:cNvSpPr>
          <p:nvPr/>
        </p:nvSpPr>
        <p:spPr bwMode="auto">
          <a:xfrm>
            <a:off x="6584950" y="3182938"/>
            <a:ext cx="525463" cy="735012"/>
          </a:xfrm>
          <a:prstGeom prst="line">
            <a:avLst/>
          </a:prstGeom>
          <a:noFill/>
          <a:ln w="25400">
            <a:solidFill>
              <a:schemeClr val="tx2"/>
            </a:solidFill>
            <a:round/>
            <a:headEnd/>
            <a:tailEnd type="triangle" w="med" len="med"/>
          </a:ln>
          <a:effectLst/>
        </p:spPr>
        <p:txBody>
          <a:bodyPr wrap="none" anchor="ctr"/>
          <a:lstStyle/>
          <a:p>
            <a:endParaRPr lang="en-US"/>
          </a:p>
        </p:txBody>
      </p:sp>
      <p:sp>
        <p:nvSpPr>
          <p:cNvPr id="3" name="Footer Placeholder 2">
            <a:extLst>
              <a:ext uri="{FF2B5EF4-FFF2-40B4-BE49-F238E27FC236}">
                <a16:creationId xmlns:a16="http://schemas.microsoft.com/office/drawing/2014/main" id="{BB5B499A-F27A-D679-E4E0-8C30194F9AC0}"/>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A283F800-BE64-F4EE-CA1D-F4E92918768C}"/>
              </a:ext>
            </a:extLst>
          </p:cNvPr>
          <p:cNvSpPr>
            <a:spLocks noGrp="1"/>
          </p:cNvSpPr>
          <p:nvPr>
            <p:ph type="sldNum" sz="quarter" idx="12"/>
          </p:nvPr>
        </p:nvSpPr>
        <p:spPr/>
        <p:txBody>
          <a:bodyPr/>
          <a:lstStyle/>
          <a:p>
            <a:fld id="{95E664E9-BB0A-4932-9D77-E0DDE5779A37}" type="slidenum">
              <a:rPr lang="en-US" smtClean="0"/>
              <a:pPr/>
              <a:t>60</a:t>
            </a:fld>
            <a:endParaRPr lang="en-US" dirty="0"/>
          </a:p>
        </p:txBody>
      </p:sp>
    </p:spTree>
  </p:cSld>
  <p:clrMapOvr>
    <a:masterClrMapping/>
  </p:clrMapOvr>
  <p:transition advTm="1000"/>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78" name="Line 2"/>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36579" name="Line 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36580" name="Line 4"/>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36581"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36582" name="Oval 6"/>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6583"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36584" name="Oval 8"/>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6585"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36586" name="Oval 10"/>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6587"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36588" name="Oval 12"/>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6589"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36590" name="Oval 14"/>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6591"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36592" name="Oval 16"/>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6593"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36594" name="Oval 18"/>
          <p:cNvSpPr>
            <a:spLocks noChangeArrowheads="1"/>
          </p:cNvSpPr>
          <p:nvPr/>
        </p:nvSpPr>
        <p:spPr bwMode="auto">
          <a:xfrm>
            <a:off x="7169150" y="3863975"/>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36595"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36596"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6597"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36598"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6599"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36600"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6601"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36602"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6603"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36604"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6605"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36606"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6607"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36608"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6609"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36610"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6611"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36612" name="Line 36"/>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36613" name="Line 37"/>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36614" name="Line 38"/>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36615" name="Line 39"/>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36616" name="Line 40"/>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36617" name="Line 41"/>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36618" name="Line 42"/>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36619" name="Line 43"/>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36620"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36621"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36622" name="Line 46"/>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36623"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36624"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36625" name="Rectangle 49"/>
          <p:cNvSpPr>
            <a:spLocks noChangeArrowheads="1"/>
          </p:cNvSpPr>
          <p:nvPr/>
        </p:nvSpPr>
        <p:spPr bwMode="auto">
          <a:xfrm>
            <a:off x="1517650" y="5568950"/>
            <a:ext cx="6296025"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  E  J  K  C  F  L  M  G</a:t>
            </a:r>
          </a:p>
        </p:txBody>
      </p:sp>
      <p:sp>
        <p:nvSpPr>
          <p:cNvPr id="536626" name="Line 50"/>
          <p:cNvSpPr>
            <a:spLocks noChangeShapeType="1"/>
          </p:cNvSpPr>
          <p:nvPr/>
        </p:nvSpPr>
        <p:spPr bwMode="auto">
          <a:xfrm>
            <a:off x="6584950" y="3182938"/>
            <a:ext cx="525463" cy="73501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36627" name="Line 51"/>
          <p:cNvSpPr>
            <a:spLocks noChangeShapeType="1"/>
          </p:cNvSpPr>
          <p:nvPr/>
        </p:nvSpPr>
        <p:spPr bwMode="auto">
          <a:xfrm>
            <a:off x="6430963" y="4057650"/>
            <a:ext cx="6477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3" name="Footer Placeholder 2">
            <a:extLst>
              <a:ext uri="{FF2B5EF4-FFF2-40B4-BE49-F238E27FC236}">
                <a16:creationId xmlns:a16="http://schemas.microsoft.com/office/drawing/2014/main" id="{F9E6EF87-1E6F-8E2F-0368-16CE9E99F827}"/>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2EB57BCF-1653-E5F6-9DCE-5F643FD21058}"/>
              </a:ext>
            </a:extLst>
          </p:cNvPr>
          <p:cNvSpPr>
            <a:spLocks noGrp="1"/>
          </p:cNvSpPr>
          <p:nvPr>
            <p:ph type="sldNum" sz="quarter" idx="12"/>
          </p:nvPr>
        </p:nvSpPr>
        <p:spPr/>
        <p:txBody>
          <a:bodyPr/>
          <a:lstStyle/>
          <a:p>
            <a:fld id="{95E664E9-BB0A-4932-9D77-E0DDE5779A37}" type="slidenum">
              <a:rPr lang="en-US" smtClean="0"/>
              <a:pPr/>
              <a:t>61</a:t>
            </a:fld>
            <a:endParaRPr lang="en-US" dirty="0"/>
          </a:p>
        </p:txBody>
      </p:sp>
    </p:spTree>
  </p:cSld>
  <p:clrMapOvr>
    <a:masterClrMapping/>
  </p:clrMapOvr>
  <p:transition advTm="1000"/>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602" name="Line 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37603"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37604"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7605"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37606"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7607"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37608"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7609"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37610"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7611"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37612"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7613"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37614"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7615"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37616"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7617"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37618"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7619"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37620"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7621"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37622"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7623"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37624"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7625"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37626"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7627"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37628"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7629"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37630" name="Oval 30"/>
          <p:cNvSpPr>
            <a:spLocks noChangeArrowheads="1"/>
          </p:cNvSpPr>
          <p:nvPr/>
        </p:nvSpPr>
        <p:spPr bwMode="auto">
          <a:xfrm>
            <a:off x="67325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37631"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37632"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7633"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37634"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37635"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37636"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37637"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37638"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37639"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37640"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37641"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37642"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37643"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37644"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37645"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37646"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37647"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37648"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37649" name="Line 49"/>
          <p:cNvSpPr>
            <a:spLocks noChangeShapeType="1"/>
          </p:cNvSpPr>
          <p:nvPr/>
        </p:nvSpPr>
        <p:spPr bwMode="auto">
          <a:xfrm flipH="1">
            <a:off x="6888163" y="4264025"/>
            <a:ext cx="330200" cy="731838"/>
          </a:xfrm>
          <a:prstGeom prst="line">
            <a:avLst/>
          </a:prstGeom>
          <a:noFill/>
          <a:ln w="25400">
            <a:solidFill>
              <a:schemeClr val="tx2"/>
            </a:solidFill>
            <a:round/>
            <a:headEnd/>
            <a:tailEnd type="triangle" w="med" len="med"/>
          </a:ln>
          <a:effectLst/>
        </p:spPr>
        <p:txBody>
          <a:bodyPr wrap="none" anchor="ctr"/>
          <a:lstStyle/>
          <a:p>
            <a:endParaRPr lang="en-US"/>
          </a:p>
        </p:txBody>
      </p:sp>
      <p:sp>
        <p:nvSpPr>
          <p:cNvPr id="537650" name="Line 50"/>
          <p:cNvSpPr>
            <a:spLocks noChangeShapeType="1"/>
          </p:cNvSpPr>
          <p:nvPr/>
        </p:nvSpPr>
        <p:spPr bwMode="auto">
          <a:xfrm>
            <a:off x="6584950" y="3182938"/>
            <a:ext cx="525463" cy="73501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37651" name="Rectangle 51"/>
          <p:cNvSpPr>
            <a:spLocks noChangeArrowheads="1"/>
          </p:cNvSpPr>
          <p:nvPr/>
        </p:nvSpPr>
        <p:spPr bwMode="auto">
          <a:xfrm>
            <a:off x="1517650" y="5568950"/>
            <a:ext cx="6296025"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  E  J  K  C  F  L  M  G</a:t>
            </a:r>
          </a:p>
        </p:txBody>
      </p:sp>
      <p:sp>
        <p:nvSpPr>
          <p:cNvPr id="3" name="Footer Placeholder 2">
            <a:extLst>
              <a:ext uri="{FF2B5EF4-FFF2-40B4-BE49-F238E27FC236}">
                <a16:creationId xmlns:a16="http://schemas.microsoft.com/office/drawing/2014/main" id="{C5A5255F-B0F8-1621-3C70-10EBA7E4C713}"/>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E8830A66-CE96-0285-77E8-41F29273FECA}"/>
              </a:ext>
            </a:extLst>
          </p:cNvPr>
          <p:cNvSpPr>
            <a:spLocks noGrp="1"/>
          </p:cNvSpPr>
          <p:nvPr>
            <p:ph type="sldNum" sz="quarter" idx="12"/>
          </p:nvPr>
        </p:nvSpPr>
        <p:spPr/>
        <p:txBody>
          <a:bodyPr/>
          <a:lstStyle/>
          <a:p>
            <a:fld id="{95E664E9-BB0A-4932-9D77-E0DDE5779A37}" type="slidenum">
              <a:rPr lang="en-US" smtClean="0"/>
              <a:pPr/>
              <a:t>62</a:t>
            </a:fld>
            <a:endParaRPr lang="en-US" dirty="0"/>
          </a:p>
        </p:txBody>
      </p:sp>
    </p:spTree>
  </p:cSld>
  <p:clrMapOvr>
    <a:masterClrMapping/>
  </p:clrMapOvr>
  <p:transition advTm="1000"/>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626" name="Line 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38627"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38628"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8629"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38630"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8631"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38632"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8633"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38634"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8635"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38636"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8637"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38638"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8639"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38640"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8641"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38642"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8643"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38644"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8645"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38646"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8647"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38648"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8649"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38650"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8651"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38652"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8653"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38654" name="Oval 30"/>
          <p:cNvSpPr>
            <a:spLocks noChangeArrowheads="1"/>
          </p:cNvSpPr>
          <p:nvPr/>
        </p:nvSpPr>
        <p:spPr bwMode="auto">
          <a:xfrm>
            <a:off x="67325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38655"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38656"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8657"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38658"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38659"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38660"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38661"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38662"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38663"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38664"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38665"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38666"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38667"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38668"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38669"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38670"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38671"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38672"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38673" name="Line 49"/>
          <p:cNvSpPr>
            <a:spLocks noChangeShapeType="1"/>
          </p:cNvSpPr>
          <p:nvPr/>
        </p:nvSpPr>
        <p:spPr bwMode="auto">
          <a:xfrm flipH="1">
            <a:off x="6888163" y="4264025"/>
            <a:ext cx="330200" cy="731838"/>
          </a:xfrm>
          <a:prstGeom prst="line">
            <a:avLst/>
          </a:prstGeom>
          <a:noFill/>
          <a:ln w="25400">
            <a:solidFill>
              <a:schemeClr val="tx2"/>
            </a:solidFill>
            <a:round/>
            <a:headEnd/>
            <a:tailEnd type="triangle" w="med" len="med"/>
          </a:ln>
          <a:effectLst/>
        </p:spPr>
        <p:txBody>
          <a:bodyPr wrap="none" anchor="ctr"/>
          <a:lstStyle/>
          <a:p>
            <a:endParaRPr lang="en-US"/>
          </a:p>
        </p:txBody>
      </p:sp>
      <p:sp>
        <p:nvSpPr>
          <p:cNvPr id="538674" name="Line 50"/>
          <p:cNvSpPr>
            <a:spLocks noChangeShapeType="1"/>
          </p:cNvSpPr>
          <p:nvPr/>
        </p:nvSpPr>
        <p:spPr bwMode="auto">
          <a:xfrm>
            <a:off x="6335713" y="5254625"/>
            <a:ext cx="338137" cy="7938"/>
          </a:xfrm>
          <a:prstGeom prst="line">
            <a:avLst/>
          </a:prstGeom>
          <a:noFill/>
          <a:ln w="25400">
            <a:solidFill>
              <a:schemeClr val="tx2"/>
            </a:solidFill>
            <a:round/>
            <a:headEnd/>
            <a:tailEnd type="triangle" w="med" len="med"/>
          </a:ln>
          <a:effectLst/>
        </p:spPr>
        <p:txBody>
          <a:bodyPr wrap="none" anchor="ctr"/>
          <a:lstStyle/>
          <a:p>
            <a:endParaRPr lang="en-US"/>
          </a:p>
        </p:txBody>
      </p:sp>
      <p:sp>
        <p:nvSpPr>
          <p:cNvPr id="538675" name="Line 51"/>
          <p:cNvSpPr>
            <a:spLocks noChangeShapeType="1"/>
          </p:cNvSpPr>
          <p:nvPr/>
        </p:nvSpPr>
        <p:spPr bwMode="auto">
          <a:xfrm>
            <a:off x="6584950" y="3182938"/>
            <a:ext cx="525463" cy="73501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38676" name="Rectangle 52"/>
          <p:cNvSpPr>
            <a:spLocks noChangeArrowheads="1"/>
          </p:cNvSpPr>
          <p:nvPr/>
        </p:nvSpPr>
        <p:spPr bwMode="auto">
          <a:xfrm>
            <a:off x="1260475" y="5568950"/>
            <a:ext cx="6815138"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  E  J  K  C  F  L  M  G  N</a:t>
            </a:r>
          </a:p>
        </p:txBody>
      </p:sp>
      <p:sp>
        <p:nvSpPr>
          <p:cNvPr id="3" name="Footer Placeholder 2">
            <a:extLst>
              <a:ext uri="{FF2B5EF4-FFF2-40B4-BE49-F238E27FC236}">
                <a16:creationId xmlns:a16="http://schemas.microsoft.com/office/drawing/2014/main" id="{722ED34F-1D49-39B1-D202-ACB686B05494}"/>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845860CF-F522-8138-25D8-113DB1C49983}"/>
              </a:ext>
            </a:extLst>
          </p:cNvPr>
          <p:cNvSpPr>
            <a:spLocks noGrp="1"/>
          </p:cNvSpPr>
          <p:nvPr>
            <p:ph type="sldNum" sz="quarter" idx="12"/>
          </p:nvPr>
        </p:nvSpPr>
        <p:spPr/>
        <p:txBody>
          <a:bodyPr/>
          <a:lstStyle/>
          <a:p>
            <a:fld id="{95E664E9-BB0A-4932-9D77-E0DDE5779A37}" type="slidenum">
              <a:rPr lang="en-US" smtClean="0"/>
              <a:pPr/>
              <a:t>63</a:t>
            </a:fld>
            <a:endParaRPr lang="en-US" dirty="0"/>
          </a:p>
        </p:txBody>
      </p:sp>
    </p:spTree>
  </p:cSld>
  <p:clrMapOvr>
    <a:masterClrMapping/>
  </p:clrMapOvr>
  <p:transition advTm="1000"/>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0" name="Line 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39651"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39652"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9653"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39654"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9655"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39656"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9657"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39658"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9659"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39660"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9661"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39662"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9663"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39664"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9665"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39666"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9667"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39668"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9669"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39670"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9671"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39672"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9673"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39674"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9675"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39676"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9677"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39678" name="Oval 30"/>
          <p:cNvSpPr>
            <a:spLocks noChangeArrowheads="1"/>
          </p:cNvSpPr>
          <p:nvPr/>
        </p:nvSpPr>
        <p:spPr bwMode="auto">
          <a:xfrm>
            <a:off x="67325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39679"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39680"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39681"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39682"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39683"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39684"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39685"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39686"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39687"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39688"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39689"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39690"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39691"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39692"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39693"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39694"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39695"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39696"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39697" name="Line 49"/>
          <p:cNvSpPr>
            <a:spLocks noChangeShapeType="1"/>
          </p:cNvSpPr>
          <p:nvPr/>
        </p:nvSpPr>
        <p:spPr bwMode="auto">
          <a:xfrm>
            <a:off x="6584950" y="3182938"/>
            <a:ext cx="525463" cy="73501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39698" name="Rectangle 50"/>
          <p:cNvSpPr>
            <a:spLocks noChangeArrowheads="1"/>
          </p:cNvSpPr>
          <p:nvPr/>
        </p:nvSpPr>
        <p:spPr bwMode="auto">
          <a:xfrm>
            <a:off x="1260475" y="5568950"/>
            <a:ext cx="6815138"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  E  J  K  C  F  L  M  G  N</a:t>
            </a:r>
          </a:p>
        </p:txBody>
      </p:sp>
      <p:sp>
        <p:nvSpPr>
          <p:cNvPr id="539699" name="Line 51"/>
          <p:cNvSpPr>
            <a:spLocks noChangeShapeType="1"/>
          </p:cNvSpPr>
          <p:nvPr/>
        </p:nvSpPr>
        <p:spPr bwMode="auto">
          <a:xfrm flipH="1">
            <a:off x="7091363" y="4327525"/>
            <a:ext cx="298450" cy="711200"/>
          </a:xfrm>
          <a:prstGeom prst="line">
            <a:avLst/>
          </a:prstGeom>
          <a:noFill/>
          <a:ln w="25400">
            <a:solidFill>
              <a:schemeClr val="tx2"/>
            </a:solidFill>
            <a:round/>
            <a:headEnd type="triangle" w="med" len="med"/>
            <a:tailEnd/>
          </a:ln>
          <a:effectLst/>
        </p:spPr>
        <p:txBody>
          <a:bodyPr wrap="none" anchor="ctr"/>
          <a:lstStyle/>
          <a:p>
            <a:endParaRPr lang="en-US"/>
          </a:p>
        </p:txBody>
      </p:sp>
      <p:sp>
        <p:nvSpPr>
          <p:cNvPr id="3" name="Footer Placeholder 2">
            <a:extLst>
              <a:ext uri="{FF2B5EF4-FFF2-40B4-BE49-F238E27FC236}">
                <a16:creationId xmlns:a16="http://schemas.microsoft.com/office/drawing/2014/main" id="{FD4BEEE1-D058-02C3-5927-4D2390A3E846}"/>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5E4ED245-A889-E6F2-5838-9E50AFC5F2FB}"/>
              </a:ext>
            </a:extLst>
          </p:cNvPr>
          <p:cNvSpPr>
            <a:spLocks noGrp="1"/>
          </p:cNvSpPr>
          <p:nvPr>
            <p:ph type="sldNum" sz="quarter" idx="12"/>
          </p:nvPr>
        </p:nvSpPr>
        <p:spPr/>
        <p:txBody>
          <a:bodyPr/>
          <a:lstStyle/>
          <a:p>
            <a:fld id="{95E664E9-BB0A-4932-9D77-E0DDE5779A37}" type="slidenum">
              <a:rPr lang="en-US" smtClean="0"/>
              <a:pPr/>
              <a:t>64</a:t>
            </a:fld>
            <a:endParaRPr lang="en-US" dirty="0"/>
          </a:p>
        </p:txBody>
      </p:sp>
    </p:spTree>
  </p:cSld>
  <p:clrMapOvr>
    <a:masterClrMapping/>
  </p:clrMapOvr>
  <p:transition advTm="1000"/>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674" name="Line 2"/>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40675"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40676"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0677"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40678"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0679"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40680"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0681"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40682"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0683"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40684"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0685"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40686"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0687"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40688"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0689"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40690"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0691"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40692"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0693"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40694"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0695"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40696"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0697"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40698"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0699"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40700"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0701"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40702"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0703"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40704" name="Oval 32"/>
          <p:cNvSpPr>
            <a:spLocks noChangeArrowheads="1"/>
          </p:cNvSpPr>
          <p:nvPr/>
        </p:nvSpPr>
        <p:spPr bwMode="auto">
          <a:xfrm>
            <a:off x="77231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40705"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40706"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40707"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40708"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40709"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40710"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40711"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40712"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40713"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40714"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40715"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40716"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40717"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40718" name="Line 46"/>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40719"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40720" name="Line 48"/>
          <p:cNvSpPr>
            <a:spLocks noChangeShapeType="1"/>
          </p:cNvSpPr>
          <p:nvPr/>
        </p:nvSpPr>
        <p:spPr bwMode="auto">
          <a:xfrm>
            <a:off x="7507288" y="4344988"/>
            <a:ext cx="252412" cy="7000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540721" name="Line 49"/>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40722" name="Line 50"/>
          <p:cNvSpPr>
            <a:spLocks noChangeShapeType="1"/>
          </p:cNvSpPr>
          <p:nvPr/>
        </p:nvSpPr>
        <p:spPr bwMode="auto">
          <a:xfrm>
            <a:off x="6584950" y="3182938"/>
            <a:ext cx="525463" cy="73501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40723" name="Rectangle 51"/>
          <p:cNvSpPr>
            <a:spLocks noChangeArrowheads="1"/>
          </p:cNvSpPr>
          <p:nvPr/>
        </p:nvSpPr>
        <p:spPr bwMode="auto">
          <a:xfrm>
            <a:off x="1260475" y="5568950"/>
            <a:ext cx="6815138"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  E  J  K  C  F  L  M  G  N</a:t>
            </a:r>
          </a:p>
        </p:txBody>
      </p:sp>
      <p:sp>
        <p:nvSpPr>
          <p:cNvPr id="3" name="Footer Placeholder 2">
            <a:extLst>
              <a:ext uri="{FF2B5EF4-FFF2-40B4-BE49-F238E27FC236}">
                <a16:creationId xmlns:a16="http://schemas.microsoft.com/office/drawing/2014/main" id="{F9441043-1902-7921-63AC-E2C99532C6B6}"/>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F3F932F0-7756-FC1B-1209-EB769FC45C50}"/>
              </a:ext>
            </a:extLst>
          </p:cNvPr>
          <p:cNvSpPr>
            <a:spLocks noGrp="1"/>
          </p:cNvSpPr>
          <p:nvPr>
            <p:ph type="sldNum" sz="quarter" idx="12"/>
          </p:nvPr>
        </p:nvSpPr>
        <p:spPr/>
        <p:txBody>
          <a:bodyPr/>
          <a:lstStyle/>
          <a:p>
            <a:fld id="{95E664E9-BB0A-4932-9D77-E0DDE5779A37}" type="slidenum">
              <a:rPr lang="en-US" smtClean="0"/>
              <a:pPr/>
              <a:t>65</a:t>
            </a:fld>
            <a:endParaRPr lang="en-US" dirty="0"/>
          </a:p>
        </p:txBody>
      </p:sp>
    </p:spTree>
  </p:cSld>
  <p:clrMapOvr>
    <a:masterClrMapping/>
  </p:clrMapOvr>
  <p:transition advTm="1000"/>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698" name="Line 2"/>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41699"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41700"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1701"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41702"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1703"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41704"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1705"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41706"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1707"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41708"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1709"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41710"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1711"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41712"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1713"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41714"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1715"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41716"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1717"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41718"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1719"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41720"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1721"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41722"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1723"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41724"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1725"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41726"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1727"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41728" name="Oval 32"/>
          <p:cNvSpPr>
            <a:spLocks noChangeArrowheads="1"/>
          </p:cNvSpPr>
          <p:nvPr/>
        </p:nvSpPr>
        <p:spPr bwMode="auto">
          <a:xfrm>
            <a:off x="77231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41729"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41730"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41731"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41732"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41733"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41734"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41735"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41736"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41737"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41738"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41739"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41740"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41741"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41742" name="Line 46"/>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41743"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41744" name="Line 48"/>
          <p:cNvSpPr>
            <a:spLocks noChangeShapeType="1"/>
          </p:cNvSpPr>
          <p:nvPr/>
        </p:nvSpPr>
        <p:spPr bwMode="auto">
          <a:xfrm>
            <a:off x="7507288" y="4344988"/>
            <a:ext cx="252412" cy="7000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541745" name="Line 49"/>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41746" name="Line 50"/>
          <p:cNvSpPr>
            <a:spLocks noChangeShapeType="1"/>
          </p:cNvSpPr>
          <p:nvPr/>
        </p:nvSpPr>
        <p:spPr bwMode="auto">
          <a:xfrm>
            <a:off x="6584950" y="3182938"/>
            <a:ext cx="525463" cy="73501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41747" name="Rectangle 51"/>
          <p:cNvSpPr>
            <a:spLocks noChangeArrowheads="1"/>
          </p:cNvSpPr>
          <p:nvPr/>
        </p:nvSpPr>
        <p:spPr bwMode="auto">
          <a:xfrm>
            <a:off x="989013" y="5568950"/>
            <a:ext cx="7356475"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  E  J  K  C  F  L  M  G  N  O</a:t>
            </a:r>
          </a:p>
        </p:txBody>
      </p:sp>
      <p:sp>
        <p:nvSpPr>
          <p:cNvPr id="541748" name="Line 52"/>
          <p:cNvSpPr>
            <a:spLocks noChangeShapeType="1"/>
          </p:cNvSpPr>
          <p:nvPr/>
        </p:nvSpPr>
        <p:spPr bwMode="auto">
          <a:xfrm>
            <a:off x="7273925" y="5262563"/>
            <a:ext cx="3810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3" name="Footer Placeholder 2">
            <a:extLst>
              <a:ext uri="{FF2B5EF4-FFF2-40B4-BE49-F238E27FC236}">
                <a16:creationId xmlns:a16="http://schemas.microsoft.com/office/drawing/2014/main" id="{EE94095B-F64A-3339-E566-75ABE93E3CAF}"/>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798181D1-304E-1243-6B39-3EA69BB9DAF8}"/>
              </a:ext>
            </a:extLst>
          </p:cNvPr>
          <p:cNvSpPr>
            <a:spLocks noGrp="1"/>
          </p:cNvSpPr>
          <p:nvPr>
            <p:ph type="sldNum" sz="quarter" idx="12"/>
          </p:nvPr>
        </p:nvSpPr>
        <p:spPr/>
        <p:txBody>
          <a:bodyPr/>
          <a:lstStyle/>
          <a:p>
            <a:fld id="{95E664E9-BB0A-4932-9D77-E0DDE5779A37}" type="slidenum">
              <a:rPr lang="en-US" smtClean="0"/>
              <a:pPr/>
              <a:t>66</a:t>
            </a:fld>
            <a:endParaRPr lang="en-US" dirty="0"/>
          </a:p>
        </p:txBody>
      </p:sp>
    </p:spTree>
  </p:cSld>
  <p:clrMapOvr>
    <a:masterClrMapping/>
  </p:clrMapOvr>
  <p:transition advTm="1000"/>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2" name="Line 2"/>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42723"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42724"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2725"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42726"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2727"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42728"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2729"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42730"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2731"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42732"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2733"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42734"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2735"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42736"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2737"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42738"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2739"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42740"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2741"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42742"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2743"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42744"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2745"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42746"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2747"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42748"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2749"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42750"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2751"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42752" name="Oval 32"/>
          <p:cNvSpPr>
            <a:spLocks noChangeArrowheads="1"/>
          </p:cNvSpPr>
          <p:nvPr/>
        </p:nvSpPr>
        <p:spPr bwMode="auto">
          <a:xfrm>
            <a:off x="77231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42753"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42754"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42755"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42756"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42757"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42758"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42759"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42760"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42761"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42762"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42763"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42764"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42765"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42766" name="Line 46"/>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42767"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42768" name="Line 48"/>
          <p:cNvSpPr>
            <a:spLocks noChangeShapeType="1"/>
          </p:cNvSpPr>
          <p:nvPr/>
        </p:nvSpPr>
        <p:spPr bwMode="auto">
          <a:xfrm>
            <a:off x="7721600" y="4205288"/>
            <a:ext cx="295275" cy="811212"/>
          </a:xfrm>
          <a:prstGeom prst="line">
            <a:avLst/>
          </a:prstGeom>
          <a:noFill/>
          <a:ln w="25400">
            <a:solidFill>
              <a:schemeClr val="tx2"/>
            </a:solidFill>
            <a:round/>
            <a:headEnd type="triangle" w="med" len="med"/>
            <a:tailEnd/>
          </a:ln>
          <a:effectLst/>
        </p:spPr>
        <p:txBody>
          <a:bodyPr wrap="none" anchor="ctr"/>
          <a:lstStyle/>
          <a:p>
            <a:endParaRPr lang="en-US"/>
          </a:p>
        </p:txBody>
      </p:sp>
      <p:sp>
        <p:nvSpPr>
          <p:cNvPr id="542769" name="Line 49"/>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42770" name="Line 50"/>
          <p:cNvSpPr>
            <a:spLocks noChangeShapeType="1"/>
          </p:cNvSpPr>
          <p:nvPr/>
        </p:nvSpPr>
        <p:spPr bwMode="auto">
          <a:xfrm>
            <a:off x="6584950" y="3182938"/>
            <a:ext cx="525463" cy="73501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42771" name="Rectangle 51"/>
          <p:cNvSpPr>
            <a:spLocks noChangeArrowheads="1"/>
          </p:cNvSpPr>
          <p:nvPr/>
        </p:nvSpPr>
        <p:spPr bwMode="auto">
          <a:xfrm>
            <a:off x="989013" y="5568950"/>
            <a:ext cx="7356475"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  E  J  K  C  F  L  M  G  N  O</a:t>
            </a:r>
          </a:p>
        </p:txBody>
      </p:sp>
      <p:sp>
        <p:nvSpPr>
          <p:cNvPr id="3" name="Footer Placeholder 2">
            <a:extLst>
              <a:ext uri="{FF2B5EF4-FFF2-40B4-BE49-F238E27FC236}">
                <a16:creationId xmlns:a16="http://schemas.microsoft.com/office/drawing/2014/main" id="{AF3C3E35-6ED5-5F4A-44AF-56B94B194ECB}"/>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12FE3BCE-951E-D91B-3B76-253E02AA3725}"/>
              </a:ext>
            </a:extLst>
          </p:cNvPr>
          <p:cNvSpPr>
            <a:spLocks noGrp="1"/>
          </p:cNvSpPr>
          <p:nvPr>
            <p:ph type="sldNum" sz="quarter" idx="12"/>
          </p:nvPr>
        </p:nvSpPr>
        <p:spPr/>
        <p:txBody>
          <a:bodyPr/>
          <a:lstStyle/>
          <a:p>
            <a:fld id="{95E664E9-BB0A-4932-9D77-E0DDE5779A37}" type="slidenum">
              <a:rPr lang="en-US" smtClean="0"/>
              <a:pPr/>
              <a:t>67</a:t>
            </a:fld>
            <a:endParaRPr lang="en-US" dirty="0"/>
          </a:p>
        </p:txBody>
      </p:sp>
    </p:spTree>
  </p:cSld>
  <p:clrMapOvr>
    <a:masterClrMapping/>
  </p:clrMapOvr>
  <p:transition advTm="1000"/>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Line 2"/>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43747"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43748"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3749"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43750"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3751"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43752"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3753"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43754"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3755"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43756"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3757"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43758"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3759"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43760"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3761"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43762"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3763"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43764"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3765"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43766"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3767"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43768"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3769"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43770"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3771"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43772"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3773"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43774"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3775"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43776" name="Oval 32"/>
          <p:cNvSpPr>
            <a:spLocks noChangeArrowheads="1"/>
          </p:cNvSpPr>
          <p:nvPr/>
        </p:nvSpPr>
        <p:spPr bwMode="auto">
          <a:xfrm>
            <a:off x="7723188" y="5078413"/>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543777"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43778"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43779"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43780"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43781"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43782"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43783"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43784"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43785"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43786"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43787"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43788"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43789"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43790" name="Line 46"/>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43791"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43792"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43793" name="Line 49"/>
          <p:cNvSpPr>
            <a:spLocks noChangeShapeType="1"/>
          </p:cNvSpPr>
          <p:nvPr/>
        </p:nvSpPr>
        <p:spPr bwMode="auto">
          <a:xfrm>
            <a:off x="6808788" y="3011488"/>
            <a:ext cx="557212" cy="777875"/>
          </a:xfrm>
          <a:prstGeom prst="line">
            <a:avLst/>
          </a:prstGeom>
          <a:noFill/>
          <a:ln w="25400">
            <a:solidFill>
              <a:schemeClr val="tx2"/>
            </a:solidFill>
            <a:round/>
            <a:headEnd type="triangle" w="med" len="med"/>
            <a:tailEnd/>
          </a:ln>
          <a:effectLst/>
        </p:spPr>
        <p:txBody>
          <a:bodyPr wrap="none" anchor="ctr"/>
          <a:lstStyle/>
          <a:p>
            <a:endParaRPr lang="en-US"/>
          </a:p>
        </p:txBody>
      </p:sp>
      <p:sp>
        <p:nvSpPr>
          <p:cNvPr id="543794" name="Rectangle 50"/>
          <p:cNvSpPr>
            <a:spLocks noChangeArrowheads="1"/>
          </p:cNvSpPr>
          <p:nvPr/>
        </p:nvSpPr>
        <p:spPr bwMode="auto">
          <a:xfrm>
            <a:off x="989013" y="5568950"/>
            <a:ext cx="7356475"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  E  J  K  C  F  L  M  G  N  O</a:t>
            </a:r>
          </a:p>
        </p:txBody>
      </p:sp>
      <p:sp>
        <p:nvSpPr>
          <p:cNvPr id="3" name="Footer Placeholder 2">
            <a:extLst>
              <a:ext uri="{FF2B5EF4-FFF2-40B4-BE49-F238E27FC236}">
                <a16:creationId xmlns:a16="http://schemas.microsoft.com/office/drawing/2014/main" id="{8547F2C9-42F2-F58D-25ED-C65429DDCDE4}"/>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81CFBEF6-3485-1B77-8CDE-7DCB38E0C402}"/>
              </a:ext>
            </a:extLst>
          </p:cNvPr>
          <p:cNvSpPr>
            <a:spLocks noGrp="1"/>
          </p:cNvSpPr>
          <p:nvPr>
            <p:ph type="sldNum" sz="quarter" idx="12"/>
          </p:nvPr>
        </p:nvSpPr>
        <p:spPr/>
        <p:txBody>
          <a:bodyPr/>
          <a:lstStyle/>
          <a:p>
            <a:fld id="{95E664E9-BB0A-4932-9D77-E0DDE5779A37}" type="slidenum">
              <a:rPr lang="en-US" smtClean="0"/>
              <a:pPr/>
              <a:t>68</a:t>
            </a:fld>
            <a:endParaRPr lang="en-US" dirty="0"/>
          </a:p>
        </p:txBody>
      </p:sp>
    </p:spTree>
  </p:cSld>
  <p:clrMapOvr>
    <a:masterClrMapping/>
  </p:clrMapOvr>
  <p:transition advTm="1000"/>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Line 2"/>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44771"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44772"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4773"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44774"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4775"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44776"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4777"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44778"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4779"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44780"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4781"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44782"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4783"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44784"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4785"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44786"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4787"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44788"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4789"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44790"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4791"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44792"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4793"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44794"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4795"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44796"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4797"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44798"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4799"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44800" name="Oval 32"/>
          <p:cNvSpPr>
            <a:spLocks noChangeArrowheads="1"/>
          </p:cNvSpPr>
          <p:nvPr/>
        </p:nvSpPr>
        <p:spPr bwMode="auto">
          <a:xfrm>
            <a:off x="7723188" y="5078413"/>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544801"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44802"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44803"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44804"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44805"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44806"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44807"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44808"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44809"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44810"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44811"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44812"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44813"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44814" name="Line 46"/>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44815" name="Rectangle 47"/>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44816" name="Line 48"/>
          <p:cNvSpPr>
            <a:spLocks noChangeShapeType="1"/>
          </p:cNvSpPr>
          <p:nvPr/>
        </p:nvSpPr>
        <p:spPr bwMode="auto">
          <a:xfrm>
            <a:off x="5041900" y="2095500"/>
            <a:ext cx="1331913" cy="563563"/>
          </a:xfrm>
          <a:prstGeom prst="line">
            <a:avLst/>
          </a:prstGeom>
          <a:noFill/>
          <a:ln w="25400">
            <a:solidFill>
              <a:schemeClr val="tx2"/>
            </a:solidFill>
            <a:round/>
            <a:headEnd type="triangle" w="med" len="med"/>
            <a:tailEnd/>
          </a:ln>
          <a:effectLst/>
        </p:spPr>
        <p:txBody>
          <a:bodyPr wrap="none" anchor="ctr"/>
          <a:lstStyle/>
          <a:p>
            <a:endParaRPr lang="en-US"/>
          </a:p>
        </p:txBody>
      </p:sp>
      <p:sp>
        <p:nvSpPr>
          <p:cNvPr id="544817" name="Rectangle 49"/>
          <p:cNvSpPr>
            <a:spLocks noChangeArrowheads="1"/>
          </p:cNvSpPr>
          <p:nvPr/>
        </p:nvSpPr>
        <p:spPr bwMode="auto">
          <a:xfrm>
            <a:off x="989013" y="5568950"/>
            <a:ext cx="7356475"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  E  J  K  C  F  L  M  G  N  O</a:t>
            </a:r>
          </a:p>
        </p:txBody>
      </p:sp>
      <p:sp>
        <p:nvSpPr>
          <p:cNvPr id="3" name="Footer Placeholder 2">
            <a:extLst>
              <a:ext uri="{FF2B5EF4-FFF2-40B4-BE49-F238E27FC236}">
                <a16:creationId xmlns:a16="http://schemas.microsoft.com/office/drawing/2014/main" id="{75965ED4-D945-B7C3-64BD-B5EB6C8BCD9C}"/>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62A1C79D-6507-D272-31C0-1041120D12A4}"/>
              </a:ext>
            </a:extLst>
          </p:cNvPr>
          <p:cNvSpPr>
            <a:spLocks noGrp="1"/>
          </p:cNvSpPr>
          <p:nvPr>
            <p:ph type="sldNum" sz="quarter" idx="12"/>
          </p:nvPr>
        </p:nvSpPr>
        <p:spPr/>
        <p:txBody>
          <a:bodyPr/>
          <a:lstStyle/>
          <a:p>
            <a:fld id="{95E664E9-BB0A-4932-9D77-E0DDE5779A37}" type="slidenum">
              <a:rPr lang="en-US" smtClean="0"/>
              <a:pPr/>
              <a:t>69</a:t>
            </a:fld>
            <a:endParaRPr lang="en-US" dirty="0"/>
          </a:p>
        </p:txBody>
      </p:sp>
    </p:spTree>
  </p:cSld>
  <p:clrMapOvr>
    <a:masterClrMapping/>
  </p:clrMapOvr>
  <p:transition advTm="1000"/>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Line 2"/>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45795" name="Line 3"/>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45796" name="Rectangle 4"/>
          <p:cNvSpPr>
            <a:spLocks noGrp="1" noChangeArrowheads="1"/>
          </p:cNvSpPr>
          <p:nvPr>
            <p:ph type="title"/>
          </p:nvPr>
        </p:nvSpPr>
        <p:spPr>
          <a:noFill/>
          <a:ln/>
        </p:spPr>
        <p:txBody>
          <a:bodyPr lIns="90487" tIns="44450" rIns="90487" bIns="44450" anchor="ctr">
            <a:normAutofit fontScale="90000"/>
          </a:bodyPr>
          <a:lstStyle/>
          <a:p>
            <a:r>
              <a:rPr lang="en-US" u="sng"/>
              <a:t>Pre-order Traversal:</a:t>
            </a:r>
            <a:br>
              <a:rPr lang="en-US"/>
            </a:br>
            <a:r>
              <a:rPr lang="en-US"/>
              <a:t>Root - Left Child - Right Child</a:t>
            </a:r>
          </a:p>
        </p:txBody>
      </p:sp>
      <p:sp>
        <p:nvSpPr>
          <p:cNvPr id="545797"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45798" name="Oval 6"/>
          <p:cNvSpPr>
            <a:spLocks noChangeArrowheads="1"/>
          </p:cNvSpPr>
          <p:nvPr/>
        </p:nvSpPr>
        <p:spPr bwMode="auto">
          <a:xfrm>
            <a:off x="4502150" y="1868488"/>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545799"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45800" name="Oval 8"/>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5801"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45802" name="Oval 10"/>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5803"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45804" name="Oval 12"/>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5805"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45806" name="Oval 14"/>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5807"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45808" name="Oval 16"/>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5809"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45810" name="Oval 18"/>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5811"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45812"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5813"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45814"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5815"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45816"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5817"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45818"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5819"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45820"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5821"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45822"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5823"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45824"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5825"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45826"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5827"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45828"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45829"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45830"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45831"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45832"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45833"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45834"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45835"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45836"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45837"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45838" name="Line 46"/>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45839" name="Line 47"/>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45840" name="Rectangle 48"/>
          <p:cNvSpPr>
            <a:spLocks noChangeArrowheads="1"/>
          </p:cNvSpPr>
          <p:nvPr/>
        </p:nvSpPr>
        <p:spPr bwMode="auto">
          <a:xfrm>
            <a:off x="979488" y="5568950"/>
            <a:ext cx="7356475"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A  B  D  H  I  E  J  K  C  F  L  M  G  N  O</a:t>
            </a:r>
          </a:p>
        </p:txBody>
      </p:sp>
      <p:sp>
        <p:nvSpPr>
          <p:cNvPr id="3" name="Footer Placeholder 2">
            <a:extLst>
              <a:ext uri="{FF2B5EF4-FFF2-40B4-BE49-F238E27FC236}">
                <a16:creationId xmlns:a16="http://schemas.microsoft.com/office/drawing/2014/main" id="{4C4D5E84-1ADC-0924-5D36-33B39A514D37}"/>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CB59292D-6190-37D3-A9CF-A2F9B67CA6B0}"/>
              </a:ext>
            </a:extLst>
          </p:cNvPr>
          <p:cNvSpPr>
            <a:spLocks noGrp="1"/>
          </p:cNvSpPr>
          <p:nvPr>
            <p:ph type="sldNum" sz="quarter" idx="12"/>
          </p:nvPr>
        </p:nvSpPr>
        <p:spPr/>
        <p:txBody>
          <a:bodyPr/>
          <a:lstStyle/>
          <a:p>
            <a:fld id="{95E664E9-BB0A-4932-9D77-E0DDE5779A37}" type="slidenum">
              <a:rPr lang="en-US" smtClean="0"/>
              <a:pPr/>
              <a:t>70</a:t>
            </a:fld>
            <a:endParaRPr lang="en-US" dirty="0"/>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6466" name="Rectangle 2"/>
          <p:cNvSpPr>
            <a:spLocks noGrp="1" noChangeArrowheads="1"/>
          </p:cNvSpPr>
          <p:nvPr>
            <p:ph type="title"/>
          </p:nvPr>
        </p:nvSpPr>
        <p:spPr/>
        <p:txBody>
          <a:bodyPr/>
          <a:lstStyle/>
          <a:p>
            <a:r>
              <a:rPr lang="en-US"/>
              <a:t>Depth First Traversal</a:t>
            </a:r>
          </a:p>
        </p:txBody>
      </p:sp>
      <p:sp>
        <p:nvSpPr>
          <p:cNvPr id="446467" name="Rectangle 3"/>
          <p:cNvSpPr>
            <a:spLocks noGrp="1" noChangeArrowheads="1"/>
          </p:cNvSpPr>
          <p:nvPr>
            <p:ph type="body" idx="1"/>
          </p:nvPr>
        </p:nvSpPr>
        <p:spPr/>
        <p:txBody>
          <a:bodyPr/>
          <a:lstStyle/>
          <a:p>
            <a:pPr marL="609600" indent="-609600"/>
            <a:r>
              <a:rPr lang="en-US" sz="3500"/>
              <a:t>Inorder Tree Traversal:</a:t>
            </a:r>
          </a:p>
          <a:p>
            <a:pPr marL="990600" lvl="1" indent="-646113">
              <a:buFontTx/>
              <a:buAutoNum type="arabicPeriod"/>
            </a:pPr>
            <a:r>
              <a:rPr lang="en-US" sz="3000"/>
              <a:t>Traverse the left sub-tree in inorder</a:t>
            </a:r>
          </a:p>
          <a:p>
            <a:pPr marL="990600" lvl="1" indent="-646113">
              <a:buFontTx/>
              <a:buAutoNum type="arabicPeriod"/>
            </a:pPr>
            <a:r>
              <a:rPr lang="en-US" sz="3000"/>
              <a:t>Visit the root</a:t>
            </a:r>
          </a:p>
          <a:p>
            <a:pPr marL="990600" lvl="1" indent="-646113">
              <a:buFontTx/>
              <a:buAutoNum type="arabicPeriod"/>
            </a:pPr>
            <a:r>
              <a:rPr lang="en-US" sz="3000"/>
              <a:t>Traverse the right sub-tree in inorder</a:t>
            </a:r>
          </a:p>
          <a:p>
            <a:pPr marL="609600" indent="-609600"/>
            <a:endParaRPr lang="en-US" sz="3500"/>
          </a:p>
          <a:p>
            <a:pPr marL="609600" indent="-609600"/>
            <a:endParaRPr lang="en-US" sz="3500"/>
          </a:p>
          <a:p>
            <a:pPr marL="609600" indent="-609600"/>
            <a:endParaRPr lang="en-US" sz="3500"/>
          </a:p>
        </p:txBody>
      </p:sp>
      <p:grpSp>
        <p:nvGrpSpPr>
          <p:cNvPr id="2" name="Group 4"/>
          <p:cNvGrpSpPr>
            <a:grpSpLocks/>
          </p:cNvGrpSpPr>
          <p:nvPr/>
        </p:nvGrpSpPr>
        <p:grpSpPr bwMode="auto">
          <a:xfrm>
            <a:off x="1419225" y="4343400"/>
            <a:ext cx="7038975" cy="1447800"/>
            <a:chOff x="1038" y="1872"/>
            <a:chExt cx="4434" cy="912"/>
          </a:xfrm>
        </p:grpSpPr>
        <p:sp>
          <p:nvSpPr>
            <p:cNvPr id="446469" name="Text Box 5"/>
            <p:cNvSpPr txBox="1">
              <a:spLocks noChangeArrowheads="1"/>
            </p:cNvSpPr>
            <p:nvPr/>
          </p:nvSpPr>
          <p:spPr bwMode="auto">
            <a:xfrm>
              <a:off x="1038" y="2189"/>
              <a:ext cx="905" cy="288"/>
            </a:xfrm>
            <a:prstGeom prst="rect">
              <a:avLst/>
            </a:prstGeom>
            <a:solidFill>
              <a:schemeClr val="bg2"/>
            </a:solidFill>
            <a:ln w="9525">
              <a:noFill/>
              <a:miter lim="800000"/>
              <a:headEnd/>
              <a:tailEnd/>
            </a:ln>
            <a:effectLst/>
          </p:spPr>
          <p:txBody>
            <a:bodyPr wrap="none" anchor="ctr">
              <a:spAutoFit/>
            </a:bodyPr>
            <a:lstStyle/>
            <a:p>
              <a:pPr algn="ctr">
                <a:spcBef>
                  <a:spcPct val="50000"/>
                </a:spcBef>
              </a:pPr>
              <a:r>
                <a:rPr lang="en-US" sz="2400" b="1">
                  <a:solidFill>
                    <a:schemeClr val="accent1"/>
                  </a:solidFill>
                  <a:latin typeface="Times New Roman" pitchFamily="18" charset="0"/>
                </a:rPr>
                <a:t>Example:</a:t>
              </a:r>
            </a:p>
          </p:txBody>
        </p:sp>
        <p:grpSp>
          <p:nvGrpSpPr>
            <p:cNvPr id="3" name="Group 6"/>
            <p:cNvGrpSpPr>
              <a:grpSpLocks/>
            </p:cNvGrpSpPr>
            <p:nvPr/>
          </p:nvGrpSpPr>
          <p:grpSpPr bwMode="auto">
            <a:xfrm>
              <a:off x="4560" y="1872"/>
              <a:ext cx="912" cy="912"/>
              <a:chOff x="1968" y="480"/>
              <a:chExt cx="912" cy="912"/>
            </a:xfrm>
          </p:grpSpPr>
          <p:sp>
            <p:nvSpPr>
              <p:cNvPr id="446471" name="Oval 7"/>
              <p:cNvSpPr>
                <a:spLocks noChangeArrowheads="1"/>
              </p:cNvSpPr>
              <p:nvPr/>
            </p:nvSpPr>
            <p:spPr bwMode="auto">
              <a:xfrm>
                <a:off x="2208" y="480"/>
                <a:ext cx="240" cy="192"/>
              </a:xfrm>
              <a:prstGeom prst="ellipse">
                <a:avLst/>
              </a:prstGeom>
              <a:solidFill>
                <a:schemeClr val="bg2"/>
              </a:solidFill>
              <a:ln w="9525">
                <a:solidFill>
                  <a:schemeClr val="tx1"/>
                </a:solidFill>
                <a:round/>
                <a:headEnd/>
                <a:tailEnd/>
              </a:ln>
              <a:effectLst/>
            </p:spPr>
            <p:txBody>
              <a:bodyPr wrap="none" anchor="ctr"/>
              <a:lstStyle/>
              <a:p>
                <a:pPr algn="ctr"/>
                <a:r>
                  <a:rPr lang="en-US" sz="2400" b="1">
                    <a:solidFill>
                      <a:schemeClr val="accent1"/>
                    </a:solidFill>
                    <a:latin typeface="Times New Roman" pitchFamily="18" charset="0"/>
                  </a:rPr>
                  <a:t>A</a:t>
                </a:r>
              </a:p>
            </p:txBody>
          </p:sp>
          <p:sp>
            <p:nvSpPr>
              <p:cNvPr id="446472" name="Oval 8"/>
              <p:cNvSpPr>
                <a:spLocks noChangeArrowheads="1"/>
              </p:cNvSpPr>
              <p:nvPr/>
            </p:nvSpPr>
            <p:spPr bwMode="auto">
              <a:xfrm>
                <a:off x="2640" y="624"/>
                <a:ext cx="240" cy="192"/>
              </a:xfrm>
              <a:prstGeom prst="ellipse">
                <a:avLst/>
              </a:prstGeom>
              <a:solidFill>
                <a:schemeClr val="bg2"/>
              </a:solidFill>
              <a:ln w="9525">
                <a:solidFill>
                  <a:schemeClr val="tx1"/>
                </a:solidFill>
                <a:round/>
                <a:headEnd/>
                <a:tailEnd/>
              </a:ln>
              <a:effectLst/>
            </p:spPr>
            <p:txBody>
              <a:bodyPr wrap="none" anchor="ctr"/>
              <a:lstStyle/>
              <a:p>
                <a:pPr algn="ctr"/>
                <a:r>
                  <a:rPr lang="en-US" sz="2400" b="1">
                    <a:solidFill>
                      <a:schemeClr val="accent1"/>
                    </a:solidFill>
                    <a:latin typeface="Times New Roman" pitchFamily="18" charset="0"/>
                  </a:rPr>
                  <a:t>B</a:t>
                </a:r>
              </a:p>
            </p:txBody>
          </p:sp>
          <p:sp>
            <p:nvSpPr>
              <p:cNvPr id="446473" name="Oval 9"/>
              <p:cNvSpPr>
                <a:spLocks noChangeArrowheads="1"/>
              </p:cNvSpPr>
              <p:nvPr/>
            </p:nvSpPr>
            <p:spPr bwMode="auto">
              <a:xfrm>
                <a:off x="2256" y="864"/>
                <a:ext cx="240" cy="192"/>
              </a:xfrm>
              <a:prstGeom prst="ellipse">
                <a:avLst/>
              </a:prstGeom>
              <a:solidFill>
                <a:schemeClr val="bg2"/>
              </a:solidFill>
              <a:ln w="9525">
                <a:solidFill>
                  <a:schemeClr val="tx1"/>
                </a:solidFill>
                <a:round/>
                <a:headEnd/>
                <a:tailEnd/>
              </a:ln>
              <a:effectLst/>
            </p:spPr>
            <p:txBody>
              <a:bodyPr wrap="none" anchor="ctr"/>
              <a:lstStyle/>
              <a:p>
                <a:pPr algn="ctr"/>
                <a:r>
                  <a:rPr lang="en-US" sz="2400" b="1">
                    <a:solidFill>
                      <a:schemeClr val="accent1"/>
                    </a:solidFill>
                    <a:latin typeface="Times New Roman" pitchFamily="18" charset="0"/>
                  </a:rPr>
                  <a:t>C</a:t>
                </a:r>
              </a:p>
            </p:txBody>
          </p:sp>
          <p:sp>
            <p:nvSpPr>
              <p:cNvPr id="446474" name="Oval 10"/>
              <p:cNvSpPr>
                <a:spLocks noChangeArrowheads="1"/>
              </p:cNvSpPr>
              <p:nvPr/>
            </p:nvSpPr>
            <p:spPr bwMode="auto">
              <a:xfrm>
                <a:off x="2592" y="1152"/>
                <a:ext cx="240" cy="192"/>
              </a:xfrm>
              <a:prstGeom prst="ellipse">
                <a:avLst/>
              </a:prstGeom>
              <a:solidFill>
                <a:schemeClr val="bg2"/>
              </a:solidFill>
              <a:ln w="9525">
                <a:solidFill>
                  <a:schemeClr val="tx1"/>
                </a:solidFill>
                <a:round/>
                <a:headEnd/>
                <a:tailEnd/>
              </a:ln>
              <a:effectLst/>
            </p:spPr>
            <p:txBody>
              <a:bodyPr wrap="none" anchor="ctr"/>
              <a:lstStyle/>
              <a:p>
                <a:pPr algn="ctr"/>
                <a:r>
                  <a:rPr lang="en-US" sz="2400" b="1">
                    <a:solidFill>
                      <a:schemeClr val="accent1"/>
                    </a:solidFill>
                    <a:latin typeface="Times New Roman" pitchFamily="18" charset="0"/>
                  </a:rPr>
                  <a:t>E</a:t>
                </a:r>
              </a:p>
            </p:txBody>
          </p:sp>
          <p:sp>
            <p:nvSpPr>
              <p:cNvPr id="446475" name="Oval 11"/>
              <p:cNvSpPr>
                <a:spLocks noChangeArrowheads="1"/>
              </p:cNvSpPr>
              <p:nvPr/>
            </p:nvSpPr>
            <p:spPr bwMode="auto">
              <a:xfrm>
                <a:off x="1968" y="1200"/>
                <a:ext cx="240" cy="192"/>
              </a:xfrm>
              <a:prstGeom prst="ellipse">
                <a:avLst/>
              </a:prstGeom>
              <a:solidFill>
                <a:schemeClr val="bg2"/>
              </a:solidFill>
              <a:ln w="9525">
                <a:solidFill>
                  <a:schemeClr val="tx1"/>
                </a:solidFill>
                <a:round/>
                <a:headEnd/>
                <a:tailEnd/>
              </a:ln>
              <a:effectLst/>
            </p:spPr>
            <p:txBody>
              <a:bodyPr wrap="none" anchor="ctr"/>
              <a:lstStyle/>
              <a:p>
                <a:pPr algn="ctr"/>
                <a:r>
                  <a:rPr lang="en-US" sz="2400" b="1">
                    <a:solidFill>
                      <a:schemeClr val="accent1"/>
                    </a:solidFill>
                    <a:latin typeface="Times New Roman" pitchFamily="18" charset="0"/>
                  </a:rPr>
                  <a:t>D</a:t>
                </a:r>
              </a:p>
            </p:txBody>
          </p:sp>
          <p:sp>
            <p:nvSpPr>
              <p:cNvPr id="446476" name="Line 12"/>
              <p:cNvSpPr>
                <a:spLocks noChangeShapeType="1"/>
              </p:cNvSpPr>
              <p:nvPr/>
            </p:nvSpPr>
            <p:spPr bwMode="auto">
              <a:xfrm>
                <a:off x="2448" y="624"/>
                <a:ext cx="192" cy="96"/>
              </a:xfrm>
              <a:prstGeom prst="line">
                <a:avLst/>
              </a:prstGeom>
              <a:noFill/>
              <a:ln w="9525">
                <a:solidFill>
                  <a:schemeClr val="tx1"/>
                </a:solidFill>
                <a:round/>
                <a:headEnd/>
                <a:tailEnd/>
              </a:ln>
              <a:effectLst/>
            </p:spPr>
            <p:txBody>
              <a:bodyPr wrap="none" anchor="ctr"/>
              <a:lstStyle/>
              <a:p>
                <a:endParaRPr lang="en-US"/>
              </a:p>
            </p:txBody>
          </p:sp>
          <p:sp>
            <p:nvSpPr>
              <p:cNvPr id="446477" name="Line 13"/>
              <p:cNvSpPr>
                <a:spLocks noChangeShapeType="1"/>
              </p:cNvSpPr>
              <p:nvPr/>
            </p:nvSpPr>
            <p:spPr bwMode="auto">
              <a:xfrm flipH="1">
                <a:off x="2496" y="768"/>
                <a:ext cx="144" cy="144"/>
              </a:xfrm>
              <a:prstGeom prst="line">
                <a:avLst/>
              </a:prstGeom>
              <a:noFill/>
              <a:ln w="9525">
                <a:solidFill>
                  <a:schemeClr val="tx1"/>
                </a:solidFill>
                <a:round/>
                <a:headEnd/>
                <a:tailEnd/>
              </a:ln>
              <a:effectLst/>
            </p:spPr>
            <p:txBody>
              <a:bodyPr wrap="none" anchor="ctr"/>
              <a:lstStyle/>
              <a:p>
                <a:endParaRPr lang="en-US"/>
              </a:p>
            </p:txBody>
          </p:sp>
          <p:sp>
            <p:nvSpPr>
              <p:cNvPr id="446478" name="Line 14"/>
              <p:cNvSpPr>
                <a:spLocks noChangeShapeType="1"/>
              </p:cNvSpPr>
              <p:nvPr/>
            </p:nvSpPr>
            <p:spPr bwMode="auto">
              <a:xfrm>
                <a:off x="2448" y="1056"/>
                <a:ext cx="144" cy="144"/>
              </a:xfrm>
              <a:prstGeom prst="line">
                <a:avLst/>
              </a:prstGeom>
              <a:noFill/>
              <a:ln w="9525">
                <a:solidFill>
                  <a:schemeClr val="tx1"/>
                </a:solidFill>
                <a:round/>
                <a:headEnd/>
                <a:tailEnd/>
              </a:ln>
              <a:effectLst/>
            </p:spPr>
            <p:txBody>
              <a:bodyPr wrap="none" anchor="ctr"/>
              <a:lstStyle/>
              <a:p>
                <a:endParaRPr lang="en-US"/>
              </a:p>
            </p:txBody>
          </p:sp>
          <p:sp>
            <p:nvSpPr>
              <p:cNvPr id="446479" name="Line 15"/>
              <p:cNvSpPr>
                <a:spLocks noChangeShapeType="1"/>
              </p:cNvSpPr>
              <p:nvPr/>
            </p:nvSpPr>
            <p:spPr bwMode="auto">
              <a:xfrm flipH="1">
                <a:off x="2160" y="1008"/>
                <a:ext cx="144" cy="192"/>
              </a:xfrm>
              <a:prstGeom prst="line">
                <a:avLst/>
              </a:prstGeom>
              <a:noFill/>
              <a:ln w="9525">
                <a:solidFill>
                  <a:schemeClr val="tx1"/>
                </a:solidFill>
                <a:round/>
                <a:headEnd/>
                <a:tailEnd/>
              </a:ln>
              <a:effectLst/>
            </p:spPr>
            <p:txBody>
              <a:bodyPr wrap="none" anchor="ctr"/>
              <a:lstStyle/>
              <a:p>
                <a:endParaRPr lang="en-US"/>
              </a:p>
            </p:txBody>
          </p:sp>
        </p:grpSp>
      </p:grpSp>
      <p:sp>
        <p:nvSpPr>
          <p:cNvPr id="446480" name="Text Box 16"/>
          <p:cNvSpPr txBox="1">
            <a:spLocks noChangeArrowheads="1"/>
          </p:cNvSpPr>
          <p:nvPr/>
        </p:nvSpPr>
        <p:spPr bwMode="auto">
          <a:xfrm>
            <a:off x="1447800" y="5562600"/>
            <a:ext cx="533400" cy="519113"/>
          </a:xfrm>
          <a:prstGeom prst="rect">
            <a:avLst/>
          </a:prstGeom>
          <a:noFill/>
          <a:ln w="9525">
            <a:noFill/>
            <a:miter lim="800000"/>
            <a:headEnd/>
            <a:tailEnd/>
          </a:ln>
          <a:effectLst/>
        </p:spPr>
        <p:txBody>
          <a:bodyPr>
            <a:spAutoFit/>
          </a:bodyPr>
          <a:lstStyle/>
          <a:p>
            <a:pPr eaLnBrk="1" hangingPunct="1">
              <a:spcBef>
                <a:spcPct val="50000"/>
              </a:spcBef>
            </a:pPr>
            <a:r>
              <a:rPr lang="en-US" sz="2800"/>
              <a:t>A</a:t>
            </a:r>
          </a:p>
        </p:txBody>
      </p:sp>
      <p:sp>
        <p:nvSpPr>
          <p:cNvPr id="446481" name="Text Box 17"/>
          <p:cNvSpPr txBox="1">
            <a:spLocks noChangeArrowheads="1"/>
          </p:cNvSpPr>
          <p:nvPr/>
        </p:nvSpPr>
        <p:spPr bwMode="auto">
          <a:xfrm>
            <a:off x="1828800" y="5576888"/>
            <a:ext cx="533400" cy="519112"/>
          </a:xfrm>
          <a:prstGeom prst="rect">
            <a:avLst/>
          </a:prstGeom>
          <a:noFill/>
          <a:ln w="9525">
            <a:noFill/>
            <a:miter lim="800000"/>
            <a:headEnd/>
            <a:tailEnd/>
          </a:ln>
          <a:effectLst/>
        </p:spPr>
        <p:txBody>
          <a:bodyPr>
            <a:spAutoFit/>
          </a:bodyPr>
          <a:lstStyle/>
          <a:p>
            <a:pPr>
              <a:spcBef>
                <a:spcPct val="50000"/>
              </a:spcBef>
            </a:pPr>
            <a:r>
              <a:rPr lang="en-US" sz="2800"/>
              <a:t>D</a:t>
            </a:r>
          </a:p>
        </p:txBody>
      </p:sp>
      <p:sp>
        <p:nvSpPr>
          <p:cNvPr id="446482" name="Text Box 18"/>
          <p:cNvSpPr txBox="1">
            <a:spLocks noChangeArrowheads="1"/>
          </p:cNvSpPr>
          <p:nvPr/>
        </p:nvSpPr>
        <p:spPr bwMode="auto">
          <a:xfrm>
            <a:off x="2209800" y="5576888"/>
            <a:ext cx="533400" cy="519112"/>
          </a:xfrm>
          <a:prstGeom prst="rect">
            <a:avLst/>
          </a:prstGeom>
          <a:noFill/>
          <a:ln w="9525">
            <a:noFill/>
            <a:miter lim="800000"/>
            <a:headEnd/>
            <a:tailEnd/>
          </a:ln>
          <a:effectLst/>
        </p:spPr>
        <p:txBody>
          <a:bodyPr>
            <a:spAutoFit/>
          </a:bodyPr>
          <a:lstStyle/>
          <a:p>
            <a:pPr>
              <a:spcBef>
                <a:spcPct val="50000"/>
              </a:spcBef>
            </a:pPr>
            <a:r>
              <a:rPr lang="en-US" sz="2800"/>
              <a:t>C</a:t>
            </a:r>
          </a:p>
        </p:txBody>
      </p:sp>
      <p:sp>
        <p:nvSpPr>
          <p:cNvPr id="446483" name="Text Box 19"/>
          <p:cNvSpPr txBox="1">
            <a:spLocks noChangeArrowheads="1"/>
          </p:cNvSpPr>
          <p:nvPr/>
        </p:nvSpPr>
        <p:spPr bwMode="auto">
          <a:xfrm>
            <a:off x="2590800" y="5576888"/>
            <a:ext cx="533400" cy="519112"/>
          </a:xfrm>
          <a:prstGeom prst="rect">
            <a:avLst/>
          </a:prstGeom>
          <a:noFill/>
          <a:ln w="9525">
            <a:noFill/>
            <a:miter lim="800000"/>
            <a:headEnd/>
            <a:tailEnd/>
          </a:ln>
          <a:effectLst/>
        </p:spPr>
        <p:txBody>
          <a:bodyPr>
            <a:spAutoFit/>
          </a:bodyPr>
          <a:lstStyle/>
          <a:p>
            <a:pPr>
              <a:spcBef>
                <a:spcPct val="50000"/>
              </a:spcBef>
            </a:pPr>
            <a:r>
              <a:rPr lang="en-US" sz="2800"/>
              <a:t>E</a:t>
            </a:r>
          </a:p>
        </p:txBody>
      </p:sp>
      <p:sp>
        <p:nvSpPr>
          <p:cNvPr id="446484" name="Text Box 20"/>
          <p:cNvSpPr txBox="1">
            <a:spLocks noChangeArrowheads="1"/>
          </p:cNvSpPr>
          <p:nvPr/>
        </p:nvSpPr>
        <p:spPr bwMode="auto">
          <a:xfrm>
            <a:off x="2971800" y="5576888"/>
            <a:ext cx="533400" cy="519112"/>
          </a:xfrm>
          <a:prstGeom prst="rect">
            <a:avLst/>
          </a:prstGeom>
          <a:noFill/>
          <a:ln w="9525">
            <a:noFill/>
            <a:miter lim="800000"/>
            <a:headEnd/>
            <a:tailEnd/>
          </a:ln>
          <a:effectLst/>
        </p:spPr>
        <p:txBody>
          <a:bodyPr>
            <a:spAutoFit/>
          </a:bodyPr>
          <a:lstStyle/>
          <a:p>
            <a:pPr>
              <a:spcBef>
                <a:spcPct val="50000"/>
              </a:spcBef>
            </a:pPr>
            <a:r>
              <a:rPr lang="en-US" sz="2800"/>
              <a:t>B</a:t>
            </a:r>
          </a:p>
        </p:txBody>
      </p:sp>
      <p:sp>
        <p:nvSpPr>
          <p:cNvPr id="5" name="Footer Placeholder 4">
            <a:extLst>
              <a:ext uri="{FF2B5EF4-FFF2-40B4-BE49-F238E27FC236}">
                <a16:creationId xmlns:a16="http://schemas.microsoft.com/office/drawing/2014/main" id="{808BCF83-BE13-6C59-D3CF-BBE941E00095}"/>
              </a:ext>
            </a:extLst>
          </p:cNvPr>
          <p:cNvSpPr>
            <a:spLocks noGrp="1"/>
          </p:cNvSpPr>
          <p:nvPr>
            <p:ph type="ftr" sz="quarter" idx="11"/>
          </p:nvPr>
        </p:nvSpPr>
        <p:spPr/>
        <p:txBody>
          <a:bodyPr/>
          <a:lstStyle/>
          <a:p>
            <a:r>
              <a:rPr lang="en-US"/>
              <a:t>Algorithm and Data Structure </a:t>
            </a:r>
            <a:endParaRPr lang="en-US" dirty="0"/>
          </a:p>
        </p:txBody>
      </p:sp>
      <p:sp>
        <p:nvSpPr>
          <p:cNvPr id="6" name="Slide Number Placeholder 5">
            <a:extLst>
              <a:ext uri="{FF2B5EF4-FFF2-40B4-BE49-F238E27FC236}">
                <a16:creationId xmlns:a16="http://schemas.microsoft.com/office/drawing/2014/main" id="{4C9E0D6F-B488-EB31-648D-140ABB89ACC1}"/>
              </a:ext>
            </a:extLst>
          </p:cNvPr>
          <p:cNvSpPr>
            <a:spLocks noGrp="1"/>
          </p:cNvSpPr>
          <p:nvPr>
            <p:ph type="sldNum" sz="quarter" idx="12"/>
          </p:nvPr>
        </p:nvSpPr>
        <p:spPr/>
        <p:txBody>
          <a:bodyPr/>
          <a:lstStyle/>
          <a:p>
            <a:fld id="{95E664E9-BB0A-4932-9D77-E0DDE5779A37}" type="slidenum">
              <a:rPr lang="en-US" smtClean="0"/>
              <a:pPr/>
              <a:t>71</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446467">
                                            <p:txEl>
                                              <p:pRg st="0" end="0"/>
                                            </p:txEl>
                                          </p:spTgt>
                                        </p:tgtEl>
                                        <p:attrNameLst>
                                          <p:attrName>style.visibility</p:attrName>
                                        </p:attrNameLst>
                                      </p:cBhvr>
                                      <p:to>
                                        <p:strVal val="visible"/>
                                      </p:to>
                                    </p:set>
                                    <p:animEffect transition="in" filter="slide(fromTop)">
                                      <p:cBhvr>
                                        <p:cTn id="7" dur="500"/>
                                        <p:tgtEl>
                                          <p:spTgt spid="4464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446467">
                                            <p:txEl>
                                              <p:pRg st="1" end="1"/>
                                            </p:txEl>
                                          </p:spTgt>
                                        </p:tgtEl>
                                        <p:attrNameLst>
                                          <p:attrName>style.visibility</p:attrName>
                                        </p:attrNameLst>
                                      </p:cBhvr>
                                      <p:to>
                                        <p:strVal val="visible"/>
                                      </p:to>
                                    </p:set>
                                    <p:animEffect transition="in" filter="slide(fromTop)">
                                      <p:cBhvr>
                                        <p:cTn id="12" dur="500"/>
                                        <p:tgtEl>
                                          <p:spTgt spid="4464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childTnLst>
                                    <p:set>
                                      <p:cBhvr>
                                        <p:cTn id="16" dur="1" fill="hold">
                                          <p:stCondLst>
                                            <p:cond delay="0"/>
                                          </p:stCondLst>
                                        </p:cTn>
                                        <p:tgtEl>
                                          <p:spTgt spid="446467">
                                            <p:txEl>
                                              <p:pRg st="2" end="2"/>
                                            </p:txEl>
                                          </p:spTgt>
                                        </p:tgtEl>
                                        <p:attrNameLst>
                                          <p:attrName>style.visibility</p:attrName>
                                        </p:attrNameLst>
                                      </p:cBhvr>
                                      <p:to>
                                        <p:strVal val="visible"/>
                                      </p:to>
                                    </p:set>
                                    <p:animEffect transition="in" filter="slide(fromTop)">
                                      <p:cBhvr>
                                        <p:cTn id="17" dur="500"/>
                                        <p:tgtEl>
                                          <p:spTgt spid="4464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1" fill="hold" grpId="0" nodeType="clickEffect">
                                  <p:stCondLst>
                                    <p:cond delay="0"/>
                                  </p:stCondLst>
                                  <p:childTnLst>
                                    <p:set>
                                      <p:cBhvr>
                                        <p:cTn id="21" dur="1" fill="hold">
                                          <p:stCondLst>
                                            <p:cond delay="0"/>
                                          </p:stCondLst>
                                        </p:cTn>
                                        <p:tgtEl>
                                          <p:spTgt spid="446467">
                                            <p:txEl>
                                              <p:pRg st="3" end="3"/>
                                            </p:txEl>
                                          </p:spTgt>
                                        </p:tgtEl>
                                        <p:attrNameLst>
                                          <p:attrName>style.visibility</p:attrName>
                                        </p:attrNameLst>
                                      </p:cBhvr>
                                      <p:to>
                                        <p:strVal val="visible"/>
                                      </p:to>
                                    </p:set>
                                    <p:animEffect transition="in" filter="slide(fromTop)">
                                      <p:cBhvr>
                                        <p:cTn id="22" dur="500"/>
                                        <p:tgtEl>
                                          <p:spTgt spid="44646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dissolve">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446480">
                                            <p:txEl>
                                              <p:pRg st="0" end="0"/>
                                            </p:txEl>
                                          </p:spTgt>
                                        </p:tgtEl>
                                        <p:attrNameLst>
                                          <p:attrName>style.visibility</p:attrName>
                                        </p:attrNameLst>
                                      </p:cBhvr>
                                      <p:to>
                                        <p:strVal val="visible"/>
                                      </p:to>
                                    </p:set>
                                    <p:animEffect transition="in" filter="box(in)">
                                      <p:cBhvr>
                                        <p:cTn id="32" dur="500"/>
                                        <p:tgtEl>
                                          <p:spTgt spid="446480">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446481">
                                            <p:txEl>
                                              <p:pRg st="0" end="0"/>
                                            </p:txEl>
                                          </p:spTgt>
                                        </p:tgtEl>
                                        <p:attrNameLst>
                                          <p:attrName>style.visibility</p:attrName>
                                        </p:attrNameLst>
                                      </p:cBhvr>
                                      <p:to>
                                        <p:strVal val="visible"/>
                                      </p:to>
                                    </p:set>
                                    <p:animEffect transition="in" filter="box(in)">
                                      <p:cBhvr>
                                        <p:cTn id="37" dur="500"/>
                                        <p:tgtEl>
                                          <p:spTgt spid="446481">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446482">
                                            <p:txEl>
                                              <p:pRg st="0" end="0"/>
                                            </p:txEl>
                                          </p:spTgt>
                                        </p:tgtEl>
                                        <p:attrNameLst>
                                          <p:attrName>style.visibility</p:attrName>
                                        </p:attrNameLst>
                                      </p:cBhvr>
                                      <p:to>
                                        <p:strVal val="visible"/>
                                      </p:to>
                                    </p:set>
                                    <p:animEffect transition="in" filter="box(in)">
                                      <p:cBhvr>
                                        <p:cTn id="42" dur="500"/>
                                        <p:tgtEl>
                                          <p:spTgt spid="446482">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nodeType="clickEffect">
                                  <p:stCondLst>
                                    <p:cond delay="0"/>
                                  </p:stCondLst>
                                  <p:childTnLst>
                                    <p:set>
                                      <p:cBhvr>
                                        <p:cTn id="46" dur="1" fill="hold">
                                          <p:stCondLst>
                                            <p:cond delay="0"/>
                                          </p:stCondLst>
                                        </p:cTn>
                                        <p:tgtEl>
                                          <p:spTgt spid="446483">
                                            <p:txEl>
                                              <p:pRg st="0" end="0"/>
                                            </p:txEl>
                                          </p:spTgt>
                                        </p:tgtEl>
                                        <p:attrNameLst>
                                          <p:attrName>style.visibility</p:attrName>
                                        </p:attrNameLst>
                                      </p:cBhvr>
                                      <p:to>
                                        <p:strVal val="visible"/>
                                      </p:to>
                                    </p:set>
                                    <p:animEffect transition="in" filter="box(in)">
                                      <p:cBhvr>
                                        <p:cTn id="47" dur="500"/>
                                        <p:tgtEl>
                                          <p:spTgt spid="446483">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nodeType="clickEffect">
                                  <p:stCondLst>
                                    <p:cond delay="0"/>
                                  </p:stCondLst>
                                  <p:childTnLst>
                                    <p:set>
                                      <p:cBhvr>
                                        <p:cTn id="51" dur="1" fill="hold">
                                          <p:stCondLst>
                                            <p:cond delay="0"/>
                                          </p:stCondLst>
                                        </p:cTn>
                                        <p:tgtEl>
                                          <p:spTgt spid="446484">
                                            <p:txEl>
                                              <p:pRg st="0" end="0"/>
                                            </p:txEl>
                                          </p:spTgt>
                                        </p:tgtEl>
                                        <p:attrNameLst>
                                          <p:attrName>style.visibility</p:attrName>
                                        </p:attrNameLst>
                                      </p:cBhvr>
                                      <p:to>
                                        <p:strVal val="visible"/>
                                      </p:to>
                                    </p:set>
                                    <p:animEffect transition="in" filter="box(in)">
                                      <p:cBhvr>
                                        <p:cTn id="52" dur="500"/>
                                        <p:tgtEl>
                                          <p:spTgt spid="44648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6467" grpId="0" build="p" bldLvl="3"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8" name="Line 2"/>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46819"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46820"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6821"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46822"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6823"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46824"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6825"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46826"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6827"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46828"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6829"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46830"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6831"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46832"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6833"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46834" name="Oval 18"/>
          <p:cNvSpPr>
            <a:spLocks noChangeArrowheads="1"/>
          </p:cNvSpPr>
          <p:nvPr/>
        </p:nvSpPr>
        <p:spPr bwMode="auto">
          <a:xfrm>
            <a:off x="1017588" y="5078413"/>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546835"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46836"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6837"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46838"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6839"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46840"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6841"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46842"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6843"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46844"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6845"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46846"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6847"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46848"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6849"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46850"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46851"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46852"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46853"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46854"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46855"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46856" name="Line 40"/>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46857" name="Line 41"/>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46858"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46859"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46860"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46861"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46862"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46863" name="Rectangle 47"/>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46864"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3" name="Footer Placeholder 2">
            <a:extLst>
              <a:ext uri="{FF2B5EF4-FFF2-40B4-BE49-F238E27FC236}">
                <a16:creationId xmlns:a16="http://schemas.microsoft.com/office/drawing/2014/main" id="{F8EC103E-8EF5-32A7-EDD4-657FCD3185C0}"/>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21300134-B9DA-890E-EBBE-15D6670E4C98}"/>
              </a:ext>
            </a:extLst>
          </p:cNvPr>
          <p:cNvSpPr>
            <a:spLocks noGrp="1"/>
          </p:cNvSpPr>
          <p:nvPr>
            <p:ph type="sldNum" sz="quarter" idx="12"/>
          </p:nvPr>
        </p:nvSpPr>
        <p:spPr/>
        <p:txBody>
          <a:bodyPr/>
          <a:lstStyle/>
          <a:p>
            <a:fld id="{95E664E9-BB0A-4932-9D77-E0DDE5779A37}" type="slidenum">
              <a:rPr lang="en-US" smtClean="0"/>
              <a:pPr/>
              <a:t>72</a:t>
            </a:fld>
            <a:endParaRPr lang="en-US" dirty="0"/>
          </a:p>
        </p:txBody>
      </p:sp>
    </p:spTree>
  </p:cSld>
  <p:clrMapOvr>
    <a:masterClrMapping/>
  </p:clrMapOvr>
  <p:transition advTm="1000"/>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Line 2"/>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47843"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47844"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7845"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47846"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7847"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47848"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7849"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47850"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7851"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47852"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7853"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47854"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7855"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47856"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7857"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47858" name="Oval 18"/>
          <p:cNvSpPr>
            <a:spLocks noChangeArrowheads="1"/>
          </p:cNvSpPr>
          <p:nvPr/>
        </p:nvSpPr>
        <p:spPr bwMode="auto">
          <a:xfrm>
            <a:off x="1017588" y="5078413"/>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547859"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47860"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7861"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47862"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7863"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47864"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7865"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47866"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7867"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47868"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7869"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47870"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7871"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47872"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7873"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47874"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47875"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47876"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47877"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47878"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47879"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47880" name="Line 40"/>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47881" name="Line 41"/>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47882"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47883"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47884"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47885"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47886"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47887" name="Rectangle 47"/>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47888"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47889" name="Line 49"/>
          <p:cNvSpPr>
            <a:spLocks noChangeShapeType="1"/>
          </p:cNvSpPr>
          <p:nvPr/>
        </p:nvSpPr>
        <p:spPr bwMode="auto">
          <a:xfrm flipH="1">
            <a:off x="1651000" y="2979738"/>
            <a:ext cx="952500" cy="8143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3" name="Footer Placeholder 2">
            <a:extLst>
              <a:ext uri="{FF2B5EF4-FFF2-40B4-BE49-F238E27FC236}">
                <a16:creationId xmlns:a16="http://schemas.microsoft.com/office/drawing/2014/main" id="{6D76D3B6-2938-2EED-D4C8-37D466849D40}"/>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D6B30A38-FD3E-1D8C-BB3D-A7053C476B38}"/>
              </a:ext>
            </a:extLst>
          </p:cNvPr>
          <p:cNvSpPr>
            <a:spLocks noGrp="1"/>
          </p:cNvSpPr>
          <p:nvPr>
            <p:ph type="sldNum" sz="quarter" idx="12"/>
          </p:nvPr>
        </p:nvSpPr>
        <p:spPr/>
        <p:txBody>
          <a:bodyPr/>
          <a:lstStyle/>
          <a:p>
            <a:fld id="{95E664E9-BB0A-4932-9D77-E0DDE5779A37}" type="slidenum">
              <a:rPr lang="en-US" smtClean="0"/>
              <a:pPr/>
              <a:t>73</a:t>
            </a:fld>
            <a:endParaRPr lang="en-US" dirty="0"/>
          </a:p>
        </p:txBody>
      </p:sp>
    </p:spTree>
  </p:cSld>
  <p:clrMapOvr>
    <a:masterClrMapping/>
  </p:clrMapOvr>
  <p:transition advTm="1000"/>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6" name="Line 2"/>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48867"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48868"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8869"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48870"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8871"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48872"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8873"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48874"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8875"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48876"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8877"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48878"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8879"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48880"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8881"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48882" name="Oval 18"/>
          <p:cNvSpPr>
            <a:spLocks noChangeArrowheads="1"/>
          </p:cNvSpPr>
          <p:nvPr/>
        </p:nvSpPr>
        <p:spPr bwMode="auto">
          <a:xfrm>
            <a:off x="1017588" y="5078413"/>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548883"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48884"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8885"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48886"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8887"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48888"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8889"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48890"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8891"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48892"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8893"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48894"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8895"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48896"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8897"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48898"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48899"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48900"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48901"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48902"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48903"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48904" name="Line 40"/>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48905" name="Line 41"/>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48906"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48907"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48908"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48909"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48910"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48911" name="Rectangle 47"/>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48912"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48913" name="Line 49"/>
          <p:cNvSpPr>
            <a:spLocks noChangeShapeType="1"/>
          </p:cNvSpPr>
          <p:nvPr/>
        </p:nvSpPr>
        <p:spPr bwMode="auto">
          <a:xfrm flipH="1">
            <a:off x="1651000" y="2979738"/>
            <a:ext cx="952500" cy="8143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548914" name="Line 50"/>
          <p:cNvSpPr>
            <a:spLocks noChangeShapeType="1"/>
          </p:cNvSpPr>
          <p:nvPr/>
        </p:nvSpPr>
        <p:spPr bwMode="auto">
          <a:xfrm flipH="1">
            <a:off x="1042988" y="4143375"/>
            <a:ext cx="409575" cy="908050"/>
          </a:xfrm>
          <a:prstGeom prst="line">
            <a:avLst/>
          </a:prstGeom>
          <a:noFill/>
          <a:ln w="25400">
            <a:solidFill>
              <a:schemeClr val="tx2"/>
            </a:solidFill>
            <a:round/>
            <a:headEnd/>
            <a:tailEnd type="triangle" w="med" len="med"/>
          </a:ln>
          <a:effectLst/>
        </p:spPr>
        <p:txBody>
          <a:bodyPr wrap="none" anchor="ctr"/>
          <a:lstStyle/>
          <a:p>
            <a:endParaRPr lang="en-US"/>
          </a:p>
        </p:txBody>
      </p:sp>
      <p:sp>
        <p:nvSpPr>
          <p:cNvPr id="3" name="Footer Placeholder 2">
            <a:extLst>
              <a:ext uri="{FF2B5EF4-FFF2-40B4-BE49-F238E27FC236}">
                <a16:creationId xmlns:a16="http://schemas.microsoft.com/office/drawing/2014/main" id="{0EB3C791-9534-7AFB-60BE-5AEB51F86349}"/>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10604303-1A8D-4720-C535-7D7EE8F6CC13}"/>
              </a:ext>
            </a:extLst>
          </p:cNvPr>
          <p:cNvSpPr>
            <a:spLocks noGrp="1"/>
          </p:cNvSpPr>
          <p:nvPr>
            <p:ph type="sldNum" sz="quarter" idx="12"/>
          </p:nvPr>
        </p:nvSpPr>
        <p:spPr/>
        <p:txBody>
          <a:bodyPr/>
          <a:lstStyle/>
          <a:p>
            <a:fld id="{95E664E9-BB0A-4932-9D77-E0DDE5779A37}" type="slidenum">
              <a:rPr lang="en-US" smtClean="0"/>
              <a:pPr/>
              <a:t>74</a:t>
            </a:fld>
            <a:endParaRPr lang="en-US" dirty="0"/>
          </a:p>
        </p:txBody>
      </p:sp>
    </p:spTree>
  </p:cSld>
  <p:clrMapOvr>
    <a:masterClrMapping/>
  </p:clrMapOvr>
  <p:transition advTm="1000"/>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Line 2"/>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49891"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49892"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9893"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49894"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9895"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49896"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9897"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49898"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9899"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49900"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9901"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49902"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9903"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49904"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9905"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49906" name="Oval 18"/>
          <p:cNvSpPr>
            <a:spLocks noChangeArrowheads="1"/>
          </p:cNvSpPr>
          <p:nvPr/>
        </p:nvSpPr>
        <p:spPr bwMode="auto">
          <a:xfrm>
            <a:off x="10175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49907"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49908"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9909"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49910"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9911"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49912"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9913"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49914"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9915"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49916"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9917"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49918"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9919"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49920"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49921"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49922"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49923"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49924"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49925"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49926"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49927"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49928" name="Line 40"/>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49929" name="Line 41"/>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49930"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49931"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49932"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49933"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49934"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49935" name="Line 47"/>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49936" name="Line 48"/>
          <p:cNvSpPr>
            <a:spLocks noChangeShapeType="1"/>
          </p:cNvSpPr>
          <p:nvPr/>
        </p:nvSpPr>
        <p:spPr bwMode="auto">
          <a:xfrm flipH="1">
            <a:off x="1651000" y="2979738"/>
            <a:ext cx="952500" cy="8143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549937" name="Rectangle 49"/>
          <p:cNvSpPr>
            <a:spLocks noChangeArrowheads="1"/>
          </p:cNvSpPr>
          <p:nvPr/>
        </p:nvSpPr>
        <p:spPr bwMode="auto">
          <a:xfrm>
            <a:off x="4422775" y="5568950"/>
            <a:ext cx="474663"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a:t>
            </a:r>
          </a:p>
        </p:txBody>
      </p:sp>
      <p:sp>
        <p:nvSpPr>
          <p:cNvPr id="549938" name="Line 50"/>
          <p:cNvSpPr>
            <a:spLocks noChangeShapeType="1"/>
          </p:cNvSpPr>
          <p:nvPr/>
        </p:nvSpPr>
        <p:spPr bwMode="auto">
          <a:xfrm flipH="1">
            <a:off x="1042988" y="4143375"/>
            <a:ext cx="409575" cy="90805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49939" name="Line 51"/>
          <p:cNvSpPr>
            <a:spLocks noChangeShapeType="1"/>
          </p:cNvSpPr>
          <p:nvPr/>
        </p:nvSpPr>
        <p:spPr bwMode="auto">
          <a:xfrm>
            <a:off x="550863" y="5243513"/>
            <a:ext cx="3810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49940" name="Rectangle 52"/>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3" name="Footer Placeholder 2">
            <a:extLst>
              <a:ext uri="{FF2B5EF4-FFF2-40B4-BE49-F238E27FC236}">
                <a16:creationId xmlns:a16="http://schemas.microsoft.com/office/drawing/2014/main" id="{6F881B2C-E361-12E2-A4C5-7F8B01B624D5}"/>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5129038F-E6EB-10CD-EB92-8CA31646D3BA}"/>
              </a:ext>
            </a:extLst>
          </p:cNvPr>
          <p:cNvSpPr>
            <a:spLocks noGrp="1"/>
          </p:cNvSpPr>
          <p:nvPr>
            <p:ph type="sldNum" sz="quarter" idx="12"/>
          </p:nvPr>
        </p:nvSpPr>
        <p:spPr/>
        <p:txBody>
          <a:bodyPr/>
          <a:lstStyle/>
          <a:p>
            <a:fld id="{95E664E9-BB0A-4932-9D77-E0DDE5779A37}" type="slidenum">
              <a:rPr lang="en-US" smtClean="0"/>
              <a:pPr/>
              <a:t>75</a:t>
            </a:fld>
            <a:endParaRPr lang="en-US" dirty="0"/>
          </a:p>
        </p:txBody>
      </p:sp>
    </p:spTree>
  </p:cSld>
  <p:clrMapOvr>
    <a:masterClrMapping/>
  </p:clrMapOvr>
  <p:transition advTm="1000"/>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4" name="Line 2"/>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50915"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50916"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0917"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50918"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0919"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50920"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0921"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50922"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0923"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50924"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0925"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50926"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0927"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50928"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0929"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50930" name="Oval 18"/>
          <p:cNvSpPr>
            <a:spLocks noChangeArrowheads="1"/>
          </p:cNvSpPr>
          <p:nvPr/>
        </p:nvSpPr>
        <p:spPr bwMode="auto">
          <a:xfrm>
            <a:off x="10175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50931"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50932"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0933"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50934"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0935"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50936"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0937"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50938"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0939"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50940"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0941"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50942"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0943"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50944"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0945"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50946"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50947"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50948"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50949"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50950"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50951"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50952" name="Line 40"/>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50953" name="Line 41"/>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50954"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50955"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50956"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50957"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50958"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50959" name="Line 47"/>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50960" name="Line 48"/>
          <p:cNvSpPr>
            <a:spLocks noChangeShapeType="1"/>
          </p:cNvSpPr>
          <p:nvPr/>
        </p:nvSpPr>
        <p:spPr bwMode="auto">
          <a:xfrm flipH="1">
            <a:off x="1651000" y="2979738"/>
            <a:ext cx="952500" cy="8143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550961" name="Rectangle 49"/>
          <p:cNvSpPr>
            <a:spLocks noChangeArrowheads="1"/>
          </p:cNvSpPr>
          <p:nvPr/>
        </p:nvSpPr>
        <p:spPr bwMode="auto">
          <a:xfrm>
            <a:off x="4422775" y="5568950"/>
            <a:ext cx="474663"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a:t>
            </a:r>
          </a:p>
        </p:txBody>
      </p:sp>
      <p:sp>
        <p:nvSpPr>
          <p:cNvPr id="550962" name="Line 50"/>
          <p:cNvSpPr>
            <a:spLocks noChangeShapeType="1"/>
          </p:cNvSpPr>
          <p:nvPr/>
        </p:nvSpPr>
        <p:spPr bwMode="auto">
          <a:xfrm flipH="1">
            <a:off x="1412875" y="4335463"/>
            <a:ext cx="328613" cy="703262"/>
          </a:xfrm>
          <a:prstGeom prst="line">
            <a:avLst/>
          </a:prstGeom>
          <a:noFill/>
          <a:ln w="25400">
            <a:solidFill>
              <a:schemeClr val="tx2"/>
            </a:solidFill>
            <a:round/>
            <a:headEnd type="triangle" w="med" len="med"/>
            <a:tailEnd/>
          </a:ln>
          <a:effectLst/>
        </p:spPr>
        <p:txBody>
          <a:bodyPr wrap="none" anchor="ctr"/>
          <a:lstStyle/>
          <a:p>
            <a:endParaRPr lang="en-US"/>
          </a:p>
        </p:txBody>
      </p:sp>
      <p:sp>
        <p:nvSpPr>
          <p:cNvPr id="550963" name="Rectangle 51"/>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3" name="Footer Placeholder 2">
            <a:extLst>
              <a:ext uri="{FF2B5EF4-FFF2-40B4-BE49-F238E27FC236}">
                <a16:creationId xmlns:a16="http://schemas.microsoft.com/office/drawing/2014/main" id="{9C952898-2E00-D051-567A-93D54BBCB61E}"/>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522C1AEF-28CF-B628-FE8B-66B10A884A58}"/>
              </a:ext>
            </a:extLst>
          </p:cNvPr>
          <p:cNvSpPr>
            <a:spLocks noGrp="1"/>
          </p:cNvSpPr>
          <p:nvPr>
            <p:ph type="sldNum" sz="quarter" idx="12"/>
          </p:nvPr>
        </p:nvSpPr>
        <p:spPr/>
        <p:txBody>
          <a:bodyPr/>
          <a:lstStyle/>
          <a:p>
            <a:fld id="{95E664E9-BB0A-4932-9D77-E0DDE5779A37}" type="slidenum">
              <a:rPr lang="en-US" smtClean="0"/>
              <a:pPr/>
              <a:t>76</a:t>
            </a:fld>
            <a:endParaRPr lang="en-US" dirty="0"/>
          </a:p>
        </p:txBody>
      </p:sp>
    </p:spTree>
  </p:cSld>
  <p:clrMapOvr>
    <a:masterClrMapping/>
  </p:clrMapOvr>
  <p:transition advTm="1000"/>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Line 2"/>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51939" name="Line 3"/>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51940" name="Line 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51941"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51942" name="Oval 6"/>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1943"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51944" name="Oval 8"/>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1945"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51946" name="Oval 10"/>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1947"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51948" name="Oval 12"/>
          <p:cNvSpPr>
            <a:spLocks noChangeArrowheads="1"/>
          </p:cNvSpPr>
          <p:nvPr/>
        </p:nvSpPr>
        <p:spPr bwMode="auto">
          <a:xfrm>
            <a:off x="1530350" y="3863975"/>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51949"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51950" name="Oval 14"/>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1951"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51952" name="Oval 16"/>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1953"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51954" name="Oval 18"/>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1955"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51956"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1957"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51958"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1959"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51960"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1961"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51962"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1963"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51964"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1965"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51966"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1967"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51968"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1969"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51970"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1971"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51972" name="Line 36"/>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51973" name="Line 37"/>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51974" name="Line 38"/>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51975" name="Line 39"/>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51976" name="Line 40"/>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51977"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51978"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51979"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51980"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51981"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51982"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51983" name="Line 47"/>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51984" name="Line 48"/>
          <p:cNvSpPr>
            <a:spLocks noChangeShapeType="1"/>
          </p:cNvSpPr>
          <p:nvPr/>
        </p:nvSpPr>
        <p:spPr bwMode="auto">
          <a:xfrm flipH="1">
            <a:off x="1651000" y="2979738"/>
            <a:ext cx="952500" cy="8143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551985" name="Line 49"/>
          <p:cNvSpPr>
            <a:spLocks noChangeShapeType="1"/>
          </p:cNvSpPr>
          <p:nvPr/>
        </p:nvSpPr>
        <p:spPr bwMode="auto">
          <a:xfrm>
            <a:off x="774700" y="4025900"/>
            <a:ext cx="6477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51986" name="Rectangle 50"/>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51987" name="Rectangle 51"/>
          <p:cNvSpPr>
            <a:spLocks noChangeArrowheads="1"/>
          </p:cNvSpPr>
          <p:nvPr/>
        </p:nvSpPr>
        <p:spPr bwMode="auto">
          <a:xfrm>
            <a:off x="4157663" y="5568950"/>
            <a:ext cx="993775"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a:t>
            </a:r>
          </a:p>
        </p:txBody>
      </p:sp>
      <p:sp>
        <p:nvSpPr>
          <p:cNvPr id="3" name="Footer Placeholder 2">
            <a:extLst>
              <a:ext uri="{FF2B5EF4-FFF2-40B4-BE49-F238E27FC236}">
                <a16:creationId xmlns:a16="http://schemas.microsoft.com/office/drawing/2014/main" id="{9DF9309A-97AE-48A6-EFD1-10261A1BB3C1}"/>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AC2520E2-0939-FE8D-F78B-CF98EEC3B1A4}"/>
              </a:ext>
            </a:extLst>
          </p:cNvPr>
          <p:cNvSpPr>
            <a:spLocks noGrp="1"/>
          </p:cNvSpPr>
          <p:nvPr>
            <p:ph type="sldNum" sz="quarter" idx="12"/>
          </p:nvPr>
        </p:nvSpPr>
        <p:spPr/>
        <p:txBody>
          <a:bodyPr/>
          <a:lstStyle/>
          <a:p>
            <a:fld id="{95E664E9-BB0A-4932-9D77-E0DDE5779A37}" type="slidenum">
              <a:rPr lang="en-US" smtClean="0"/>
              <a:pPr/>
              <a:t>77</a:t>
            </a:fld>
            <a:endParaRPr lang="en-US" dirty="0"/>
          </a:p>
        </p:txBody>
      </p:sp>
    </p:spTree>
  </p:cSld>
  <p:clrMapOvr>
    <a:masterClrMapping/>
  </p:clrMapOvr>
  <p:transition advTm="1000"/>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62" name="Line 2"/>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52963"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52964"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2965"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52966"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2967"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52968"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2969"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52970"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2971"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52972"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2973"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52974"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2975"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52976"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2977"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52978"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2979"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52980" name="Oval 20"/>
          <p:cNvSpPr>
            <a:spLocks noChangeArrowheads="1"/>
          </p:cNvSpPr>
          <p:nvPr/>
        </p:nvSpPr>
        <p:spPr bwMode="auto">
          <a:xfrm>
            <a:off x="2008188" y="5078413"/>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552981"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52982"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2983"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52984"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2985"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52986"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2987"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52988"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2989"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52990"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2991"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52992"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2993"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52994"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52995"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52996"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52997"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52998"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52999"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53000"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53001"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53002"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53003"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53004"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53005"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53006"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53007" name="Line 47"/>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53008" name="Line 48"/>
          <p:cNvSpPr>
            <a:spLocks noChangeShapeType="1"/>
          </p:cNvSpPr>
          <p:nvPr/>
        </p:nvSpPr>
        <p:spPr bwMode="auto">
          <a:xfrm flipH="1">
            <a:off x="1651000" y="2979738"/>
            <a:ext cx="952500" cy="8143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553009" name="Line 49"/>
          <p:cNvSpPr>
            <a:spLocks noChangeShapeType="1"/>
          </p:cNvSpPr>
          <p:nvPr/>
        </p:nvSpPr>
        <p:spPr bwMode="auto">
          <a:xfrm>
            <a:off x="1766888" y="4327525"/>
            <a:ext cx="252412" cy="700088"/>
          </a:xfrm>
          <a:prstGeom prst="line">
            <a:avLst/>
          </a:prstGeom>
          <a:noFill/>
          <a:ln w="25400">
            <a:solidFill>
              <a:schemeClr val="tx2"/>
            </a:solidFill>
            <a:round/>
            <a:headEnd/>
            <a:tailEnd type="triangle" w="med" len="med"/>
          </a:ln>
          <a:effectLst/>
        </p:spPr>
        <p:txBody>
          <a:bodyPr wrap="none" anchor="ctr"/>
          <a:lstStyle/>
          <a:p>
            <a:endParaRPr lang="en-US"/>
          </a:p>
        </p:txBody>
      </p:sp>
      <p:sp>
        <p:nvSpPr>
          <p:cNvPr id="553010" name="Rectangle 50"/>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53011" name="Rectangle 51"/>
          <p:cNvSpPr>
            <a:spLocks noChangeArrowheads="1"/>
          </p:cNvSpPr>
          <p:nvPr/>
        </p:nvSpPr>
        <p:spPr bwMode="auto">
          <a:xfrm>
            <a:off x="4157663" y="5568950"/>
            <a:ext cx="993775"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a:t>
            </a:r>
          </a:p>
        </p:txBody>
      </p:sp>
      <p:sp>
        <p:nvSpPr>
          <p:cNvPr id="3" name="Footer Placeholder 2">
            <a:extLst>
              <a:ext uri="{FF2B5EF4-FFF2-40B4-BE49-F238E27FC236}">
                <a16:creationId xmlns:a16="http://schemas.microsoft.com/office/drawing/2014/main" id="{55B98B21-282F-4D3D-6BF6-EE9E93E24FD2}"/>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81FEA591-E8BC-0C8D-CF2F-9BB91C599F1A}"/>
              </a:ext>
            </a:extLst>
          </p:cNvPr>
          <p:cNvSpPr>
            <a:spLocks noGrp="1"/>
          </p:cNvSpPr>
          <p:nvPr>
            <p:ph type="sldNum" sz="quarter" idx="12"/>
          </p:nvPr>
        </p:nvSpPr>
        <p:spPr/>
        <p:txBody>
          <a:bodyPr/>
          <a:lstStyle/>
          <a:p>
            <a:fld id="{95E664E9-BB0A-4932-9D77-E0DDE5779A37}" type="slidenum">
              <a:rPr lang="en-US" smtClean="0"/>
              <a:pPr/>
              <a:t>78</a:t>
            </a:fld>
            <a:endParaRPr lang="en-US" dirty="0"/>
          </a:p>
        </p:txBody>
      </p:sp>
    </p:spTree>
  </p:cSld>
  <p:clrMapOvr>
    <a:masterClrMapping/>
  </p:clrMapOvr>
  <p:transition advTm="1000"/>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Line 2"/>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53987"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53988"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3989"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53990"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3991"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53992"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3993"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53994"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3995"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53996"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3997"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53998"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3999"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54000"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4001"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54002"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4003"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54004" name="Oval 20"/>
          <p:cNvSpPr>
            <a:spLocks noChangeArrowheads="1"/>
          </p:cNvSpPr>
          <p:nvPr/>
        </p:nvSpPr>
        <p:spPr bwMode="auto">
          <a:xfrm>
            <a:off x="20081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54005"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54006"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4007"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54008"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4009"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54010"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4011"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54012"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4013"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54014"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4015"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54016"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4017"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54018"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54019"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54020"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54021"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54022"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54023"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54024"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54025"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54026"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54027"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54028"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54029"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54030"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54031" name="Line 47"/>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54032" name="Line 48"/>
          <p:cNvSpPr>
            <a:spLocks noChangeShapeType="1"/>
          </p:cNvSpPr>
          <p:nvPr/>
        </p:nvSpPr>
        <p:spPr bwMode="auto">
          <a:xfrm flipH="1">
            <a:off x="1651000" y="2979738"/>
            <a:ext cx="952500" cy="8143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554033" name="Line 49"/>
          <p:cNvSpPr>
            <a:spLocks noChangeShapeType="1"/>
          </p:cNvSpPr>
          <p:nvPr/>
        </p:nvSpPr>
        <p:spPr bwMode="auto">
          <a:xfrm>
            <a:off x="1766888" y="4327525"/>
            <a:ext cx="252412" cy="700088"/>
          </a:xfrm>
          <a:prstGeom prst="line">
            <a:avLst/>
          </a:prstGeom>
          <a:noFill/>
          <a:ln w="25400">
            <a:solidFill>
              <a:schemeClr val="tx2"/>
            </a:solidFill>
            <a:round/>
            <a:headEnd/>
            <a:tailEnd type="triangle" w="med" len="med"/>
          </a:ln>
          <a:effectLst/>
        </p:spPr>
        <p:txBody>
          <a:bodyPr wrap="none" anchor="ctr"/>
          <a:lstStyle/>
          <a:p>
            <a:endParaRPr lang="en-US"/>
          </a:p>
        </p:txBody>
      </p:sp>
      <p:sp>
        <p:nvSpPr>
          <p:cNvPr id="554034" name="Line 50"/>
          <p:cNvSpPr>
            <a:spLocks noChangeShapeType="1"/>
          </p:cNvSpPr>
          <p:nvPr/>
        </p:nvSpPr>
        <p:spPr bwMode="auto">
          <a:xfrm>
            <a:off x="1554163" y="5264150"/>
            <a:ext cx="3810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54035" name="Rectangle 51"/>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54036" name="Rectangle 52"/>
          <p:cNvSpPr>
            <a:spLocks noChangeArrowheads="1"/>
          </p:cNvSpPr>
          <p:nvPr/>
        </p:nvSpPr>
        <p:spPr bwMode="auto">
          <a:xfrm>
            <a:off x="3989388" y="5568950"/>
            <a:ext cx="1331912"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a:t>
            </a:r>
          </a:p>
        </p:txBody>
      </p:sp>
      <p:sp>
        <p:nvSpPr>
          <p:cNvPr id="3" name="Footer Placeholder 2">
            <a:extLst>
              <a:ext uri="{FF2B5EF4-FFF2-40B4-BE49-F238E27FC236}">
                <a16:creationId xmlns:a16="http://schemas.microsoft.com/office/drawing/2014/main" id="{6F559758-6862-8B70-A5E7-908001ABCC04}"/>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A8A8DB99-484D-4441-0E7B-7B764979975F}"/>
              </a:ext>
            </a:extLst>
          </p:cNvPr>
          <p:cNvSpPr>
            <a:spLocks noGrp="1"/>
          </p:cNvSpPr>
          <p:nvPr>
            <p:ph type="sldNum" sz="quarter" idx="12"/>
          </p:nvPr>
        </p:nvSpPr>
        <p:spPr/>
        <p:txBody>
          <a:bodyPr/>
          <a:lstStyle/>
          <a:p>
            <a:fld id="{95E664E9-BB0A-4932-9D77-E0DDE5779A37}" type="slidenum">
              <a:rPr lang="en-US" smtClean="0"/>
              <a:pPr/>
              <a:t>79</a:t>
            </a:fld>
            <a:endParaRPr lang="en-US" dirty="0"/>
          </a:p>
        </p:txBody>
      </p:sp>
    </p:spTree>
  </p:cSld>
  <p:clrMapOvr>
    <a:masterClrMapping/>
  </p:clrMapOvr>
  <p:transition advTm="1000"/>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0" name="Line 2"/>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55011"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55012"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5013"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55014"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5015"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55016"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5017"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55018"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5019"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55020"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5021"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55022"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5023"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55024"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5025"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55026"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5027"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55028" name="Oval 20"/>
          <p:cNvSpPr>
            <a:spLocks noChangeArrowheads="1"/>
          </p:cNvSpPr>
          <p:nvPr/>
        </p:nvSpPr>
        <p:spPr bwMode="auto">
          <a:xfrm>
            <a:off x="20081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55029"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55030"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5031"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55032"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5033"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55034"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5035"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55036"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5037"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55038"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5039"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55040"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5041"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55042"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55043"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55044"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55045"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55046"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55047"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55048"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55049"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55050"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55051"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55052"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55053"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55054"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55055" name="Line 47"/>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55056" name="Line 48"/>
          <p:cNvSpPr>
            <a:spLocks noChangeShapeType="1"/>
          </p:cNvSpPr>
          <p:nvPr/>
        </p:nvSpPr>
        <p:spPr bwMode="auto">
          <a:xfrm flipH="1">
            <a:off x="1651000" y="2979738"/>
            <a:ext cx="952500" cy="8143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555057" name="Line 49"/>
          <p:cNvSpPr>
            <a:spLocks noChangeShapeType="1"/>
          </p:cNvSpPr>
          <p:nvPr/>
        </p:nvSpPr>
        <p:spPr bwMode="auto">
          <a:xfrm>
            <a:off x="2047875" y="4224338"/>
            <a:ext cx="280988" cy="782637"/>
          </a:xfrm>
          <a:prstGeom prst="line">
            <a:avLst/>
          </a:prstGeom>
          <a:noFill/>
          <a:ln w="25400">
            <a:solidFill>
              <a:schemeClr val="tx2"/>
            </a:solidFill>
            <a:round/>
            <a:headEnd type="triangle" w="med" len="med"/>
            <a:tailEnd/>
          </a:ln>
          <a:effectLst/>
        </p:spPr>
        <p:txBody>
          <a:bodyPr wrap="none" anchor="ctr"/>
          <a:lstStyle/>
          <a:p>
            <a:endParaRPr lang="en-US"/>
          </a:p>
        </p:txBody>
      </p:sp>
      <p:sp>
        <p:nvSpPr>
          <p:cNvPr id="555058" name="Rectangle 50"/>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55059" name="Rectangle 51"/>
          <p:cNvSpPr>
            <a:spLocks noChangeArrowheads="1"/>
          </p:cNvSpPr>
          <p:nvPr/>
        </p:nvSpPr>
        <p:spPr bwMode="auto">
          <a:xfrm>
            <a:off x="3989388" y="5568950"/>
            <a:ext cx="1331912"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a:t>
            </a:r>
          </a:p>
        </p:txBody>
      </p:sp>
      <p:sp>
        <p:nvSpPr>
          <p:cNvPr id="3" name="Footer Placeholder 2">
            <a:extLst>
              <a:ext uri="{FF2B5EF4-FFF2-40B4-BE49-F238E27FC236}">
                <a16:creationId xmlns:a16="http://schemas.microsoft.com/office/drawing/2014/main" id="{7F78F517-2EEC-3E30-F5A8-053FAF5AE4A0}"/>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B79EE8F8-160A-C26B-054F-D00FB7157C69}"/>
              </a:ext>
            </a:extLst>
          </p:cNvPr>
          <p:cNvSpPr>
            <a:spLocks noGrp="1"/>
          </p:cNvSpPr>
          <p:nvPr>
            <p:ph type="sldNum" sz="quarter" idx="12"/>
          </p:nvPr>
        </p:nvSpPr>
        <p:spPr/>
        <p:txBody>
          <a:bodyPr/>
          <a:lstStyle/>
          <a:p>
            <a:fld id="{95E664E9-BB0A-4932-9D77-E0DDE5779A37}" type="slidenum">
              <a:rPr lang="en-US" smtClean="0"/>
              <a:pPr/>
              <a:t>80</a:t>
            </a:fld>
            <a:endParaRPr lang="en-US" dirty="0"/>
          </a:p>
        </p:txBody>
      </p:sp>
    </p:spTree>
  </p:cSld>
  <p:clrMapOvr>
    <a:masterClrMapping/>
  </p:clrMapOvr>
  <p:transition advTm="1000"/>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4" name="Line 2"/>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56035"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56036"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6037"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56038"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6039"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56040"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6041"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56042"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6043"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56044"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6045"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56046"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6047"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56048"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6049"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56050"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6051"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56052" name="Oval 20"/>
          <p:cNvSpPr>
            <a:spLocks noChangeArrowheads="1"/>
          </p:cNvSpPr>
          <p:nvPr/>
        </p:nvSpPr>
        <p:spPr bwMode="auto">
          <a:xfrm>
            <a:off x="2008188" y="5078413"/>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556053"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56054"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6055"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56056"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6057"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56058"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6059"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56060"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6061"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56062"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6063"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56064"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6065"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56066"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56067"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56068"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56069"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56070"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56071"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56072"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56073"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56074"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56075"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56076"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56077"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56078"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56079" name="Line 47"/>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56080" name="Line 48"/>
          <p:cNvSpPr>
            <a:spLocks noChangeShapeType="1"/>
          </p:cNvSpPr>
          <p:nvPr/>
        </p:nvSpPr>
        <p:spPr bwMode="auto">
          <a:xfrm flipH="1">
            <a:off x="2043113" y="3214688"/>
            <a:ext cx="795337" cy="692150"/>
          </a:xfrm>
          <a:prstGeom prst="line">
            <a:avLst/>
          </a:prstGeom>
          <a:noFill/>
          <a:ln w="25400">
            <a:solidFill>
              <a:schemeClr val="tx2"/>
            </a:solidFill>
            <a:round/>
            <a:headEnd type="triangle" w="med" len="med"/>
            <a:tailEnd/>
          </a:ln>
          <a:effectLst/>
        </p:spPr>
        <p:txBody>
          <a:bodyPr wrap="none" anchor="ctr"/>
          <a:lstStyle/>
          <a:p>
            <a:endParaRPr lang="en-US"/>
          </a:p>
        </p:txBody>
      </p:sp>
      <p:sp>
        <p:nvSpPr>
          <p:cNvPr id="556081" name="Rectangle 49"/>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56082" name="Rectangle 50"/>
          <p:cNvSpPr>
            <a:spLocks noChangeArrowheads="1"/>
          </p:cNvSpPr>
          <p:nvPr/>
        </p:nvSpPr>
        <p:spPr bwMode="auto">
          <a:xfrm>
            <a:off x="3989388" y="5568950"/>
            <a:ext cx="1331912"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a:t>
            </a:r>
          </a:p>
        </p:txBody>
      </p:sp>
      <p:sp>
        <p:nvSpPr>
          <p:cNvPr id="3" name="Footer Placeholder 2">
            <a:extLst>
              <a:ext uri="{FF2B5EF4-FFF2-40B4-BE49-F238E27FC236}">
                <a16:creationId xmlns:a16="http://schemas.microsoft.com/office/drawing/2014/main" id="{7E496AB9-08E8-0915-ED65-8BEC23D38894}"/>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D7851E64-FBFC-B596-FA61-F2F29D5FE695}"/>
              </a:ext>
            </a:extLst>
          </p:cNvPr>
          <p:cNvSpPr>
            <a:spLocks noGrp="1"/>
          </p:cNvSpPr>
          <p:nvPr>
            <p:ph type="sldNum" sz="quarter" idx="12"/>
          </p:nvPr>
        </p:nvSpPr>
        <p:spPr/>
        <p:txBody>
          <a:bodyPr/>
          <a:lstStyle/>
          <a:p>
            <a:fld id="{95E664E9-BB0A-4932-9D77-E0DDE5779A37}" type="slidenum">
              <a:rPr lang="en-US" smtClean="0"/>
              <a:pPr/>
              <a:t>81</a:t>
            </a:fld>
            <a:endParaRPr lang="en-US" dirty="0"/>
          </a:p>
        </p:txBody>
      </p:sp>
    </p:spTree>
  </p:cSld>
  <p:clrMapOvr>
    <a:masterClrMapping/>
  </p:clrMapOvr>
  <p:transition advTm="1000"/>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Line 2"/>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57059" name="Line 3"/>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57060" name="Line 4"/>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57061"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57062" name="Oval 6"/>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7063"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57064" name="Oval 8"/>
          <p:cNvSpPr>
            <a:spLocks noChangeArrowheads="1"/>
          </p:cNvSpPr>
          <p:nvPr/>
        </p:nvSpPr>
        <p:spPr bwMode="auto">
          <a:xfrm>
            <a:off x="2673350" y="2744788"/>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57065"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57066" name="Oval 10"/>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7067"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57068" name="Oval 12"/>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7069"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57070" name="Oval 14"/>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7071"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57072" name="Oval 16"/>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7073"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57074" name="Oval 18"/>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7075"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57076"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7077"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57078"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7079"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57080"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7081"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57082"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7083"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57084"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7085"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57086"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7087"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57088"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7089"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57090"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7091"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57092" name="Line 36"/>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57093"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57094"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57095" name="Line 39"/>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57096" name="Line 40"/>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57097" name="Line 41"/>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57098"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57099"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57100"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57101"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57102"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57103" name="Line 47"/>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57104" name="Line 48"/>
          <p:cNvSpPr>
            <a:spLocks noChangeShapeType="1"/>
          </p:cNvSpPr>
          <p:nvPr/>
        </p:nvSpPr>
        <p:spPr bwMode="auto">
          <a:xfrm>
            <a:off x="1927225" y="2873375"/>
            <a:ext cx="6477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57105" name="Rectangle 49"/>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57106" name="Rectangle 50"/>
          <p:cNvSpPr>
            <a:spLocks noChangeArrowheads="1"/>
          </p:cNvSpPr>
          <p:nvPr/>
        </p:nvSpPr>
        <p:spPr bwMode="auto">
          <a:xfrm>
            <a:off x="3741738" y="5568950"/>
            <a:ext cx="1828800"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  B</a:t>
            </a:r>
          </a:p>
        </p:txBody>
      </p:sp>
      <p:sp>
        <p:nvSpPr>
          <p:cNvPr id="3" name="Footer Placeholder 2">
            <a:extLst>
              <a:ext uri="{FF2B5EF4-FFF2-40B4-BE49-F238E27FC236}">
                <a16:creationId xmlns:a16="http://schemas.microsoft.com/office/drawing/2014/main" id="{2479001F-A347-5791-4FBD-F30F1D9A2D36}"/>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3F905C31-50F6-8409-5F71-E2BC8914C3C0}"/>
              </a:ext>
            </a:extLst>
          </p:cNvPr>
          <p:cNvSpPr>
            <a:spLocks noGrp="1"/>
          </p:cNvSpPr>
          <p:nvPr>
            <p:ph type="sldNum" sz="quarter" idx="12"/>
          </p:nvPr>
        </p:nvSpPr>
        <p:spPr/>
        <p:txBody>
          <a:bodyPr/>
          <a:lstStyle/>
          <a:p>
            <a:fld id="{95E664E9-BB0A-4932-9D77-E0DDE5779A37}" type="slidenum">
              <a:rPr lang="en-US" smtClean="0"/>
              <a:pPr/>
              <a:t>82</a:t>
            </a:fld>
            <a:endParaRPr lang="en-US" dirty="0"/>
          </a:p>
        </p:txBody>
      </p:sp>
    </p:spTree>
  </p:cSld>
  <p:clrMapOvr>
    <a:masterClrMapping/>
  </p:clrMapOvr>
  <p:transition advTm="1000"/>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2" name="Line 2"/>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58083" name="Line 3"/>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58084" name="Line 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58085"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58086" name="Oval 6"/>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8087"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58088" name="Oval 8"/>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8089"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58090" name="Oval 10"/>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8091"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58092" name="Oval 12"/>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8093"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58094" name="Oval 14"/>
          <p:cNvSpPr>
            <a:spLocks noChangeArrowheads="1"/>
          </p:cNvSpPr>
          <p:nvPr/>
        </p:nvSpPr>
        <p:spPr bwMode="auto">
          <a:xfrm>
            <a:off x="3511550" y="3863975"/>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558095"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58096" name="Oval 16"/>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8097"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58098" name="Oval 18"/>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8099"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58100"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8101"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58102"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8103"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58104"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8105"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58106"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8107"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58108"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8109"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58110"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8111"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58112"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8113"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58114"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8115"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58116" name="Line 36"/>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58117" name="Line 37"/>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58118" name="Line 38"/>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58119" name="Line 39"/>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58120" name="Line 40"/>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58121" name="Line 41"/>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58122"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58123"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58124"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58125"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58126"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58127" name="Line 47"/>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58128" name="Line 48"/>
          <p:cNvSpPr>
            <a:spLocks noChangeShapeType="1"/>
          </p:cNvSpPr>
          <p:nvPr/>
        </p:nvSpPr>
        <p:spPr bwMode="auto">
          <a:xfrm>
            <a:off x="2970213" y="3187700"/>
            <a:ext cx="500062" cy="69850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58129" name="Rectangle 49"/>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58130" name="Rectangle 50"/>
          <p:cNvSpPr>
            <a:spLocks noChangeArrowheads="1"/>
          </p:cNvSpPr>
          <p:nvPr/>
        </p:nvSpPr>
        <p:spPr bwMode="auto">
          <a:xfrm>
            <a:off x="3741738" y="5568950"/>
            <a:ext cx="1828800"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  B</a:t>
            </a:r>
          </a:p>
        </p:txBody>
      </p:sp>
      <p:sp>
        <p:nvSpPr>
          <p:cNvPr id="3" name="Footer Placeholder 2">
            <a:extLst>
              <a:ext uri="{FF2B5EF4-FFF2-40B4-BE49-F238E27FC236}">
                <a16:creationId xmlns:a16="http://schemas.microsoft.com/office/drawing/2014/main" id="{7B4E0DAD-048E-44A1-AEF5-D55001B23735}"/>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D3A44A44-5118-E59D-8E6A-E0A79EB341DF}"/>
              </a:ext>
            </a:extLst>
          </p:cNvPr>
          <p:cNvSpPr>
            <a:spLocks noGrp="1"/>
          </p:cNvSpPr>
          <p:nvPr>
            <p:ph type="sldNum" sz="quarter" idx="12"/>
          </p:nvPr>
        </p:nvSpPr>
        <p:spPr/>
        <p:txBody>
          <a:bodyPr/>
          <a:lstStyle/>
          <a:p>
            <a:fld id="{95E664E9-BB0A-4932-9D77-E0DDE5779A37}" type="slidenum">
              <a:rPr lang="en-US" smtClean="0"/>
              <a:pPr/>
              <a:t>83</a:t>
            </a:fld>
            <a:endParaRPr lang="en-US" dirty="0"/>
          </a:p>
        </p:txBody>
      </p:sp>
    </p:spTree>
  </p:cSld>
  <p:clrMapOvr>
    <a:masterClrMapping/>
  </p:clrMapOvr>
  <p:transition advTm="1000"/>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Line 2"/>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59107"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59108"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9109"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59110"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9111"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59112"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9113"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59114"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9115"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59116"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9117"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59118"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9119"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59120"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9121"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59122"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9123"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59124"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9125"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59126" name="Oval 22"/>
          <p:cNvSpPr>
            <a:spLocks noChangeArrowheads="1"/>
          </p:cNvSpPr>
          <p:nvPr/>
        </p:nvSpPr>
        <p:spPr bwMode="auto">
          <a:xfrm>
            <a:off x="2998788" y="5078413"/>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559127"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59128"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9129"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59130"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9131"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59132"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9133"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59134"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9135"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59136"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59137"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59138"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59139"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59140"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59141"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59142"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59143"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59144"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59145" name="Line 41"/>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59146"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59147"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59148"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59149"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59150"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59151" name="Line 47"/>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59152" name="Line 48"/>
          <p:cNvSpPr>
            <a:spLocks noChangeShapeType="1"/>
          </p:cNvSpPr>
          <p:nvPr/>
        </p:nvSpPr>
        <p:spPr bwMode="auto">
          <a:xfrm>
            <a:off x="2970213" y="3187700"/>
            <a:ext cx="500062" cy="69850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59153" name="Line 49"/>
          <p:cNvSpPr>
            <a:spLocks noChangeShapeType="1"/>
          </p:cNvSpPr>
          <p:nvPr/>
        </p:nvSpPr>
        <p:spPr bwMode="auto">
          <a:xfrm flipH="1">
            <a:off x="3141663" y="4221163"/>
            <a:ext cx="373062" cy="795337"/>
          </a:xfrm>
          <a:prstGeom prst="line">
            <a:avLst/>
          </a:prstGeom>
          <a:noFill/>
          <a:ln w="25400">
            <a:solidFill>
              <a:schemeClr val="tx2"/>
            </a:solidFill>
            <a:round/>
            <a:headEnd/>
            <a:tailEnd type="triangle" w="med" len="med"/>
          </a:ln>
          <a:effectLst/>
        </p:spPr>
        <p:txBody>
          <a:bodyPr wrap="none" anchor="ctr"/>
          <a:lstStyle/>
          <a:p>
            <a:endParaRPr lang="en-US"/>
          </a:p>
        </p:txBody>
      </p:sp>
      <p:sp>
        <p:nvSpPr>
          <p:cNvPr id="559154" name="Rectangle 50"/>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59155" name="Rectangle 51"/>
          <p:cNvSpPr>
            <a:spLocks noChangeArrowheads="1"/>
          </p:cNvSpPr>
          <p:nvPr/>
        </p:nvSpPr>
        <p:spPr bwMode="auto">
          <a:xfrm>
            <a:off x="3741738" y="5568950"/>
            <a:ext cx="1828800"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  B</a:t>
            </a:r>
          </a:p>
        </p:txBody>
      </p:sp>
      <p:sp>
        <p:nvSpPr>
          <p:cNvPr id="3" name="Footer Placeholder 2">
            <a:extLst>
              <a:ext uri="{FF2B5EF4-FFF2-40B4-BE49-F238E27FC236}">
                <a16:creationId xmlns:a16="http://schemas.microsoft.com/office/drawing/2014/main" id="{47ECCEAE-6353-2B08-1EBF-D8B5DA0574B1}"/>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7E60AB5D-5AA5-FCB0-6C0E-154281FB690B}"/>
              </a:ext>
            </a:extLst>
          </p:cNvPr>
          <p:cNvSpPr>
            <a:spLocks noGrp="1"/>
          </p:cNvSpPr>
          <p:nvPr>
            <p:ph type="sldNum" sz="quarter" idx="12"/>
          </p:nvPr>
        </p:nvSpPr>
        <p:spPr/>
        <p:txBody>
          <a:bodyPr/>
          <a:lstStyle/>
          <a:p>
            <a:fld id="{95E664E9-BB0A-4932-9D77-E0DDE5779A37}" type="slidenum">
              <a:rPr lang="en-US" smtClean="0"/>
              <a:pPr/>
              <a:t>84</a:t>
            </a:fld>
            <a:endParaRPr lang="en-US" dirty="0"/>
          </a:p>
        </p:txBody>
      </p:sp>
    </p:spTree>
  </p:cSld>
  <p:clrMapOvr>
    <a:masterClrMapping/>
  </p:clrMapOvr>
  <p:transition advTm="1000"/>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0" name="Line 2"/>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60131"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60132"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0133"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60134"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0135"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60136"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0137"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60138"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0139"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60140"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0141"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60142"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0143"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60144"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0145"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60146"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0147"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60148"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0149"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60150" name="Oval 22"/>
          <p:cNvSpPr>
            <a:spLocks noChangeArrowheads="1"/>
          </p:cNvSpPr>
          <p:nvPr/>
        </p:nvSpPr>
        <p:spPr bwMode="auto">
          <a:xfrm>
            <a:off x="29987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60151"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60152"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0153"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60154"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0155"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60156"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0157"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60158"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0159"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60160"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0161"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60162"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60163"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60164"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60165"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60166"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60167"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60168"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60169" name="Line 41"/>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60170"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60171"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60172"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60173"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60174"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60175" name="Line 47"/>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60176" name="Line 48"/>
          <p:cNvSpPr>
            <a:spLocks noChangeShapeType="1"/>
          </p:cNvSpPr>
          <p:nvPr/>
        </p:nvSpPr>
        <p:spPr bwMode="auto">
          <a:xfrm>
            <a:off x="2970213" y="3187700"/>
            <a:ext cx="500062" cy="69850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60177" name="Line 49"/>
          <p:cNvSpPr>
            <a:spLocks noChangeShapeType="1"/>
          </p:cNvSpPr>
          <p:nvPr/>
        </p:nvSpPr>
        <p:spPr bwMode="auto">
          <a:xfrm flipH="1">
            <a:off x="3141663" y="4221163"/>
            <a:ext cx="373062" cy="795337"/>
          </a:xfrm>
          <a:prstGeom prst="line">
            <a:avLst/>
          </a:prstGeom>
          <a:noFill/>
          <a:ln w="25400">
            <a:solidFill>
              <a:schemeClr val="tx2"/>
            </a:solidFill>
            <a:round/>
            <a:headEnd/>
            <a:tailEnd type="triangle" w="med" len="med"/>
          </a:ln>
          <a:effectLst/>
        </p:spPr>
        <p:txBody>
          <a:bodyPr wrap="none" anchor="ctr"/>
          <a:lstStyle/>
          <a:p>
            <a:endParaRPr lang="en-US"/>
          </a:p>
        </p:txBody>
      </p:sp>
      <p:sp>
        <p:nvSpPr>
          <p:cNvPr id="560178" name="Line 50"/>
          <p:cNvSpPr>
            <a:spLocks noChangeShapeType="1"/>
          </p:cNvSpPr>
          <p:nvPr/>
        </p:nvSpPr>
        <p:spPr bwMode="auto">
          <a:xfrm>
            <a:off x="2546350" y="5273675"/>
            <a:ext cx="3810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60179" name="Rectangle 51"/>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60180" name="Rectangle 52"/>
          <p:cNvSpPr>
            <a:spLocks noChangeArrowheads="1"/>
          </p:cNvSpPr>
          <p:nvPr/>
        </p:nvSpPr>
        <p:spPr bwMode="auto">
          <a:xfrm>
            <a:off x="3527425" y="5568950"/>
            <a:ext cx="2257425"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  B  J</a:t>
            </a:r>
          </a:p>
        </p:txBody>
      </p:sp>
      <p:sp>
        <p:nvSpPr>
          <p:cNvPr id="3" name="Footer Placeholder 2">
            <a:extLst>
              <a:ext uri="{FF2B5EF4-FFF2-40B4-BE49-F238E27FC236}">
                <a16:creationId xmlns:a16="http://schemas.microsoft.com/office/drawing/2014/main" id="{3D1D4658-5B3C-C899-7C07-5CA8B4C415A2}"/>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449E654D-9824-4A89-69D9-B14CEA3CC811}"/>
              </a:ext>
            </a:extLst>
          </p:cNvPr>
          <p:cNvSpPr>
            <a:spLocks noGrp="1"/>
          </p:cNvSpPr>
          <p:nvPr>
            <p:ph type="sldNum" sz="quarter" idx="12"/>
          </p:nvPr>
        </p:nvSpPr>
        <p:spPr/>
        <p:txBody>
          <a:bodyPr/>
          <a:lstStyle/>
          <a:p>
            <a:fld id="{95E664E9-BB0A-4932-9D77-E0DDE5779A37}" type="slidenum">
              <a:rPr lang="en-US" smtClean="0"/>
              <a:pPr/>
              <a:t>85</a:t>
            </a:fld>
            <a:endParaRPr lang="en-US" dirty="0"/>
          </a:p>
        </p:txBody>
      </p:sp>
    </p:spTree>
  </p:cSld>
  <p:clrMapOvr>
    <a:masterClrMapping/>
  </p:clrMapOvr>
  <p:transition advTm="1000"/>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4" name="Line 2"/>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61155"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61156"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1157"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61158"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1159"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61160"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1161"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61162"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1163"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61164"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1165"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61166"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1167"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61168"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1169"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61170"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1171"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61172"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1173"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61174" name="Oval 22"/>
          <p:cNvSpPr>
            <a:spLocks noChangeArrowheads="1"/>
          </p:cNvSpPr>
          <p:nvPr/>
        </p:nvSpPr>
        <p:spPr bwMode="auto">
          <a:xfrm>
            <a:off x="29987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61175"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61176"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1177"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61178"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1179"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61180"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1181"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61182"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1183"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61184"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1185"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61186"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61187"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61188"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61189"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61190"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61191"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61192"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61193" name="Line 41"/>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61194"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61195"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61196"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61197"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61198"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61199" name="Line 47"/>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61200" name="Line 48"/>
          <p:cNvSpPr>
            <a:spLocks noChangeShapeType="1"/>
          </p:cNvSpPr>
          <p:nvPr/>
        </p:nvSpPr>
        <p:spPr bwMode="auto">
          <a:xfrm>
            <a:off x="2970213" y="3187700"/>
            <a:ext cx="500062" cy="69850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61201" name="Line 49"/>
          <p:cNvSpPr>
            <a:spLocks noChangeShapeType="1"/>
          </p:cNvSpPr>
          <p:nvPr/>
        </p:nvSpPr>
        <p:spPr bwMode="auto">
          <a:xfrm flipH="1">
            <a:off x="3408363" y="4338638"/>
            <a:ext cx="298450" cy="711200"/>
          </a:xfrm>
          <a:prstGeom prst="line">
            <a:avLst/>
          </a:prstGeom>
          <a:noFill/>
          <a:ln w="25400">
            <a:solidFill>
              <a:schemeClr val="tx2"/>
            </a:solidFill>
            <a:round/>
            <a:headEnd type="triangle" w="med" len="med"/>
            <a:tailEnd/>
          </a:ln>
          <a:effectLst/>
        </p:spPr>
        <p:txBody>
          <a:bodyPr wrap="none" anchor="ctr"/>
          <a:lstStyle/>
          <a:p>
            <a:endParaRPr lang="en-US"/>
          </a:p>
        </p:txBody>
      </p:sp>
      <p:sp>
        <p:nvSpPr>
          <p:cNvPr id="561202" name="Rectangle 50"/>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61203" name="Rectangle 51"/>
          <p:cNvSpPr>
            <a:spLocks noChangeArrowheads="1"/>
          </p:cNvSpPr>
          <p:nvPr/>
        </p:nvSpPr>
        <p:spPr bwMode="auto">
          <a:xfrm>
            <a:off x="3527425" y="5568950"/>
            <a:ext cx="2257425"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  B  J</a:t>
            </a:r>
          </a:p>
        </p:txBody>
      </p:sp>
      <p:sp>
        <p:nvSpPr>
          <p:cNvPr id="3" name="Footer Placeholder 2">
            <a:extLst>
              <a:ext uri="{FF2B5EF4-FFF2-40B4-BE49-F238E27FC236}">
                <a16:creationId xmlns:a16="http://schemas.microsoft.com/office/drawing/2014/main" id="{A1402CFC-954A-28AD-B035-DCDA2EA72986}"/>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220F1D25-1CD8-DB92-C2A4-620E29491EBE}"/>
              </a:ext>
            </a:extLst>
          </p:cNvPr>
          <p:cNvSpPr>
            <a:spLocks noGrp="1"/>
          </p:cNvSpPr>
          <p:nvPr>
            <p:ph type="sldNum" sz="quarter" idx="12"/>
          </p:nvPr>
        </p:nvSpPr>
        <p:spPr/>
        <p:txBody>
          <a:bodyPr/>
          <a:lstStyle/>
          <a:p>
            <a:fld id="{95E664E9-BB0A-4932-9D77-E0DDE5779A37}" type="slidenum">
              <a:rPr lang="en-US" smtClean="0"/>
              <a:pPr/>
              <a:t>86</a:t>
            </a:fld>
            <a:endParaRPr lang="en-US" dirty="0"/>
          </a:p>
        </p:txBody>
      </p:sp>
    </p:spTree>
  </p:cSld>
  <p:clrMapOvr>
    <a:masterClrMapping/>
  </p:clrMapOvr>
  <p:transition advTm="1000"/>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8" name="Line 2"/>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62179" name="Line 3"/>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62180" name="Line 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62181"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62182" name="Oval 6"/>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2183"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62184" name="Oval 8"/>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2185"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62186" name="Oval 10"/>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2187"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62188" name="Oval 12"/>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2189"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62190" name="Oval 14"/>
          <p:cNvSpPr>
            <a:spLocks noChangeArrowheads="1"/>
          </p:cNvSpPr>
          <p:nvPr/>
        </p:nvSpPr>
        <p:spPr bwMode="auto">
          <a:xfrm>
            <a:off x="3511550" y="3863975"/>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62191"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62192" name="Oval 16"/>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2193"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62194" name="Oval 18"/>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2195"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62196"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2197"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62198"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2199"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62200"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2201"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62202"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2203"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62204"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2205"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62206"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2207"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62208"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2209"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62210"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2211"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62212" name="Line 36"/>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62213" name="Line 37"/>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62214" name="Line 38"/>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62215" name="Line 39"/>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62216" name="Line 40"/>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62217" name="Line 41"/>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62218"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62219"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62220"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62221"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62222"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62223" name="Line 47"/>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62224" name="Line 48"/>
          <p:cNvSpPr>
            <a:spLocks noChangeShapeType="1"/>
          </p:cNvSpPr>
          <p:nvPr/>
        </p:nvSpPr>
        <p:spPr bwMode="auto">
          <a:xfrm>
            <a:off x="2970213" y="3187700"/>
            <a:ext cx="500062" cy="69850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62225" name="Line 49"/>
          <p:cNvSpPr>
            <a:spLocks noChangeShapeType="1"/>
          </p:cNvSpPr>
          <p:nvPr/>
        </p:nvSpPr>
        <p:spPr bwMode="auto">
          <a:xfrm>
            <a:off x="2759075" y="4037013"/>
            <a:ext cx="6477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62226" name="Rectangle 50"/>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62227" name="Rectangle 51"/>
          <p:cNvSpPr>
            <a:spLocks noChangeArrowheads="1"/>
          </p:cNvSpPr>
          <p:nvPr/>
        </p:nvSpPr>
        <p:spPr bwMode="auto">
          <a:xfrm>
            <a:off x="3279775" y="5568950"/>
            <a:ext cx="2754313"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  B  J  E</a:t>
            </a:r>
          </a:p>
        </p:txBody>
      </p:sp>
      <p:sp>
        <p:nvSpPr>
          <p:cNvPr id="3" name="Footer Placeholder 2">
            <a:extLst>
              <a:ext uri="{FF2B5EF4-FFF2-40B4-BE49-F238E27FC236}">
                <a16:creationId xmlns:a16="http://schemas.microsoft.com/office/drawing/2014/main" id="{749B9E17-2EC7-DED2-1177-C2F3436F2A08}"/>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7C369ED3-248E-C73A-111D-80E87C49EEC0}"/>
              </a:ext>
            </a:extLst>
          </p:cNvPr>
          <p:cNvSpPr>
            <a:spLocks noGrp="1"/>
          </p:cNvSpPr>
          <p:nvPr>
            <p:ph type="sldNum" sz="quarter" idx="12"/>
          </p:nvPr>
        </p:nvSpPr>
        <p:spPr/>
        <p:txBody>
          <a:bodyPr/>
          <a:lstStyle/>
          <a:p>
            <a:fld id="{95E664E9-BB0A-4932-9D77-E0DDE5779A37}" type="slidenum">
              <a:rPr lang="en-US" smtClean="0"/>
              <a:pPr/>
              <a:t>87</a:t>
            </a:fld>
            <a:endParaRPr lang="en-US" dirty="0"/>
          </a:p>
        </p:txBody>
      </p:sp>
    </p:spTree>
  </p:cSld>
  <p:clrMapOvr>
    <a:masterClrMapping/>
  </p:clrMapOvr>
  <p:transition advTm="1000"/>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Line 2"/>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63203"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63204"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3205"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63206"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3207"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63208"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3209"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63210"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3211"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63212"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3213"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63214"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3215"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63216"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3217"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63218"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3219"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63220"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3221"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63222"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3223"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63224" name="Oval 24"/>
          <p:cNvSpPr>
            <a:spLocks noChangeArrowheads="1"/>
          </p:cNvSpPr>
          <p:nvPr/>
        </p:nvSpPr>
        <p:spPr bwMode="auto">
          <a:xfrm>
            <a:off x="3989388" y="5078413"/>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563225"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63226"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3227"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63228"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3229"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63230"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3231"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63232"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3233"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63234"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63235"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63236"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63237"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63238"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63239"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63240"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63241"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63242"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63243"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63244"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63245"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63246"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63247" name="Line 47"/>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63248" name="Line 48"/>
          <p:cNvSpPr>
            <a:spLocks noChangeShapeType="1"/>
          </p:cNvSpPr>
          <p:nvPr/>
        </p:nvSpPr>
        <p:spPr bwMode="auto">
          <a:xfrm>
            <a:off x="2970213" y="3187700"/>
            <a:ext cx="500062" cy="69850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63249" name="Line 49"/>
          <p:cNvSpPr>
            <a:spLocks noChangeShapeType="1"/>
          </p:cNvSpPr>
          <p:nvPr/>
        </p:nvSpPr>
        <p:spPr bwMode="auto">
          <a:xfrm>
            <a:off x="3794125" y="4337050"/>
            <a:ext cx="252413" cy="700088"/>
          </a:xfrm>
          <a:prstGeom prst="line">
            <a:avLst/>
          </a:prstGeom>
          <a:noFill/>
          <a:ln w="25400">
            <a:solidFill>
              <a:schemeClr val="tx2"/>
            </a:solidFill>
            <a:round/>
            <a:headEnd/>
            <a:tailEnd type="triangle" w="med" len="med"/>
          </a:ln>
          <a:effectLst/>
        </p:spPr>
        <p:txBody>
          <a:bodyPr wrap="none" anchor="ctr"/>
          <a:lstStyle/>
          <a:p>
            <a:endParaRPr lang="en-US"/>
          </a:p>
        </p:txBody>
      </p:sp>
      <p:sp>
        <p:nvSpPr>
          <p:cNvPr id="563250" name="Rectangle 50"/>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63251" name="Rectangle 51"/>
          <p:cNvSpPr>
            <a:spLocks noChangeArrowheads="1"/>
          </p:cNvSpPr>
          <p:nvPr/>
        </p:nvSpPr>
        <p:spPr bwMode="auto">
          <a:xfrm>
            <a:off x="3279775" y="5568950"/>
            <a:ext cx="2754313"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  B  J  E</a:t>
            </a:r>
          </a:p>
        </p:txBody>
      </p:sp>
      <p:sp>
        <p:nvSpPr>
          <p:cNvPr id="3" name="Footer Placeholder 2">
            <a:extLst>
              <a:ext uri="{FF2B5EF4-FFF2-40B4-BE49-F238E27FC236}">
                <a16:creationId xmlns:a16="http://schemas.microsoft.com/office/drawing/2014/main" id="{687AD734-EF72-4D1A-AC5B-DEB14E90E7C5}"/>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F419DB49-1E05-FD28-8B64-5B064EA6123D}"/>
              </a:ext>
            </a:extLst>
          </p:cNvPr>
          <p:cNvSpPr>
            <a:spLocks noGrp="1"/>
          </p:cNvSpPr>
          <p:nvPr>
            <p:ph type="sldNum" sz="quarter" idx="12"/>
          </p:nvPr>
        </p:nvSpPr>
        <p:spPr/>
        <p:txBody>
          <a:bodyPr/>
          <a:lstStyle/>
          <a:p>
            <a:fld id="{95E664E9-BB0A-4932-9D77-E0DDE5779A37}" type="slidenum">
              <a:rPr lang="en-US" smtClean="0"/>
              <a:pPr/>
              <a:t>88</a:t>
            </a:fld>
            <a:endParaRPr lang="en-US" dirty="0"/>
          </a:p>
        </p:txBody>
      </p:sp>
    </p:spTree>
  </p:cSld>
  <p:clrMapOvr>
    <a:masterClrMapping/>
  </p:clrMapOvr>
  <p:transition advTm="1000"/>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6" name="Line 2"/>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64227"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64228"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4229"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64230"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4231"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64232"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4233"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64234"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4235"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64236"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4237"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64238"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4239"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64240"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4241"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64242"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4243"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64244"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4245"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64246"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4247"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64248" name="Oval 24"/>
          <p:cNvSpPr>
            <a:spLocks noChangeArrowheads="1"/>
          </p:cNvSpPr>
          <p:nvPr/>
        </p:nvSpPr>
        <p:spPr bwMode="auto">
          <a:xfrm>
            <a:off x="39893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64249"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64250"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4251"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64252"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4253"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64254"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4255"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64256"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4257"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64258"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64259"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64260"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64261"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64262"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64263"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64264"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64265"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64266"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64267"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64268"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64269"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64270"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64271" name="Line 47"/>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64272" name="Line 48"/>
          <p:cNvSpPr>
            <a:spLocks noChangeShapeType="1"/>
          </p:cNvSpPr>
          <p:nvPr/>
        </p:nvSpPr>
        <p:spPr bwMode="auto">
          <a:xfrm>
            <a:off x="2970213" y="3187700"/>
            <a:ext cx="500062" cy="69850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64273" name="Line 49"/>
          <p:cNvSpPr>
            <a:spLocks noChangeShapeType="1"/>
          </p:cNvSpPr>
          <p:nvPr/>
        </p:nvSpPr>
        <p:spPr bwMode="auto">
          <a:xfrm>
            <a:off x="3794125" y="4337050"/>
            <a:ext cx="252413" cy="700088"/>
          </a:xfrm>
          <a:prstGeom prst="line">
            <a:avLst/>
          </a:prstGeom>
          <a:noFill/>
          <a:ln w="25400">
            <a:solidFill>
              <a:schemeClr val="tx2"/>
            </a:solidFill>
            <a:round/>
            <a:headEnd/>
            <a:tailEnd type="triangle" w="med" len="med"/>
          </a:ln>
          <a:effectLst/>
        </p:spPr>
        <p:txBody>
          <a:bodyPr wrap="none" anchor="ctr"/>
          <a:lstStyle/>
          <a:p>
            <a:endParaRPr lang="en-US"/>
          </a:p>
        </p:txBody>
      </p:sp>
      <p:sp>
        <p:nvSpPr>
          <p:cNvPr id="564274" name="Line 50"/>
          <p:cNvSpPr>
            <a:spLocks noChangeShapeType="1"/>
          </p:cNvSpPr>
          <p:nvPr/>
        </p:nvSpPr>
        <p:spPr bwMode="auto">
          <a:xfrm>
            <a:off x="3527425" y="5273675"/>
            <a:ext cx="3810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64275" name="Rectangle 51"/>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64276" name="Rectangle 52"/>
          <p:cNvSpPr>
            <a:spLocks noChangeArrowheads="1"/>
          </p:cNvSpPr>
          <p:nvPr/>
        </p:nvSpPr>
        <p:spPr bwMode="auto">
          <a:xfrm>
            <a:off x="3030538" y="5568950"/>
            <a:ext cx="3251200"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  B  J  E  K</a:t>
            </a:r>
          </a:p>
        </p:txBody>
      </p:sp>
      <p:sp>
        <p:nvSpPr>
          <p:cNvPr id="3" name="Footer Placeholder 2">
            <a:extLst>
              <a:ext uri="{FF2B5EF4-FFF2-40B4-BE49-F238E27FC236}">
                <a16:creationId xmlns:a16="http://schemas.microsoft.com/office/drawing/2014/main" id="{184A3C26-5CEB-5C17-8B47-2BB97BEB27BB}"/>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00D858EE-794B-837B-6D1B-E8AFA5554688}"/>
              </a:ext>
            </a:extLst>
          </p:cNvPr>
          <p:cNvSpPr>
            <a:spLocks noGrp="1"/>
          </p:cNvSpPr>
          <p:nvPr>
            <p:ph type="sldNum" sz="quarter" idx="12"/>
          </p:nvPr>
        </p:nvSpPr>
        <p:spPr/>
        <p:txBody>
          <a:bodyPr/>
          <a:lstStyle/>
          <a:p>
            <a:fld id="{95E664E9-BB0A-4932-9D77-E0DDE5779A37}" type="slidenum">
              <a:rPr lang="en-US" smtClean="0"/>
              <a:pPr/>
              <a:t>89</a:t>
            </a:fld>
            <a:endParaRPr lang="en-US" dirty="0"/>
          </a:p>
        </p:txBody>
      </p:sp>
    </p:spTree>
  </p:cSld>
  <p:clrMapOvr>
    <a:masterClrMapping/>
  </p:clrMapOvr>
  <p:transition advTm="1000"/>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50" name="Line 2"/>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65251"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65252"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5253"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65254"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5255"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65256"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5257"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65258"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5259"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65260"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5261"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65262"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5263"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65264"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5265"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65266"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5267"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65268"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5269"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65270"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5271"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65272" name="Oval 24"/>
          <p:cNvSpPr>
            <a:spLocks noChangeArrowheads="1"/>
          </p:cNvSpPr>
          <p:nvPr/>
        </p:nvSpPr>
        <p:spPr bwMode="auto">
          <a:xfrm>
            <a:off x="39893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65273"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65274"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5275"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65276"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5277"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65278"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5279"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65280"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5281"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65282"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65283"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65284"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65285"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65286"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65287"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65288"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65289"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65290"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65291"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65292"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65293"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65294"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65295" name="Line 47"/>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65296" name="Line 48"/>
          <p:cNvSpPr>
            <a:spLocks noChangeShapeType="1"/>
          </p:cNvSpPr>
          <p:nvPr/>
        </p:nvSpPr>
        <p:spPr bwMode="auto">
          <a:xfrm>
            <a:off x="2970213" y="3187700"/>
            <a:ext cx="500062" cy="69850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65297" name="Line 49"/>
          <p:cNvSpPr>
            <a:spLocks noChangeShapeType="1"/>
          </p:cNvSpPr>
          <p:nvPr/>
        </p:nvSpPr>
        <p:spPr bwMode="auto">
          <a:xfrm>
            <a:off x="4011613" y="4213225"/>
            <a:ext cx="280987" cy="782638"/>
          </a:xfrm>
          <a:prstGeom prst="line">
            <a:avLst/>
          </a:prstGeom>
          <a:noFill/>
          <a:ln w="25400">
            <a:solidFill>
              <a:schemeClr val="tx2"/>
            </a:solidFill>
            <a:round/>
            <a:headEnd type="triangle" w="med" len="med"/>
            <a:tailEnd/>
          </a:ln>
          <a:effectLst/>
        </p:spPr>
        <p:txBody>
          <a:bodyPr wrap="none" anchor="ctr"/>
          <a:lstStyle/>
          <a:p>
            <a:endParaRPr lang="en-US"/>
          </a:p>
        </p:txBody>
      </p:sp>
      <p:sp>
        <p:nvSpPr>
          <p:cNvPr id="565298" name="Rectangle 50"/>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65299" name="Rectangle 51"/>
          <p:cNvSpPr>
            <a:spLocks noChangeArrowheads="1"/>
          </p:cNvSpPr>
          <p:nvPr/>
        </p:nvSpPr>
        <p:spPr bwMode="auto">
          <a:xfrm>
            <a:off x="3030538" y="5568950"/>
            <a:ext cx="3251200"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  B  J  E  K</a:t>
            </a:r>
          </a:p>
        </p:txBody>
      </p:sp>
      <p:sp>
        <p:nvSpPr>
          <p:cNvPr id="3" name="Footer Placeholder 2">
            <a:extLst>
              <a:ext uri="{FF2B5EF4-FFF2-40B4-BE49-F238E27FC236}">
                <a16:creationId xmlns:a16="http://schemas.microsoft.com/office/drawing/2014/main" id="{78560D79-7674-F38B-0A2B-121225E00BD5}"/>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E0BFF0F4-D9D1-B6B3-1D22-A0E74EE40407}"/>
              </a:ext>
            </a:extLst>
          </p:cNvPr>
          <p:cNvSpPr>
            <a:spLocks noGrp="1"/>
          </p:cNvSpPr>
          <p:nvPr>
            <p:ph type="sldNum" sz="quarter" idx="12"/>
          </p:nvPr>
        </p:nvSpPr>
        <p:spPr/>
        <p:txBody>
          <a:bodyPr/>
          <a:lstStyle/>
          <a:p>
            <a:fld id="{95E664E9-BB0A-4932-9D77-E0DDE5779A37}" type="slidenum">
              <a:rPr lang="en-US" smtClean="0"/>
              <a:pPr/>
              <a:t>90</a:t>
            </a:fld>
            <a:endParaRPr lang="en-US" dirty="0"/>
          </a:p>
        </p:txBody>
      </p:sp>
    </p:spTree>
  </p:cSld>
  <p:clrMapOvr>
    <a:masterClrMapping/>
  </p:clrMapOvr>
  <p:transition advTm="1000"/>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274" name="Line 2"/>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66275"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66276"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6277"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66278"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6279"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66280"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6281"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66282"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6283"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66284"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6285"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66286"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6287"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66288"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6289"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66290"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6291"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66292"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6293"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66294"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6295"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66296" name="Oval 24"/>
          <p:cNvSpPr>
            <a:spLocks noChangeArrowheads="1"/>
          </p:cNvSpPr>
          <p:nvPr/>
        </p:nvSpPr>
        <p:spPr bwMode="auto">
          <a:xfrm>
            <a:off x="3989388" y="5078413"/>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566297"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66298"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6299"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66300"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6301"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66302"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6303"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66304"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6305"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66306"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66307"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66308"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66309"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66310"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66311"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66312"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66313"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66314"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66315"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66316"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66317"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66318"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66319" name="Line 47"/>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66320" name="Line 48"/>
          <p:cNvSpPr>
            <a:spLocks noChangeShapeType="1"/>
          </p:cNvSpPr>
          <p:nvPr/>
        </p:nvSpPr>
        <p:spPr bwMode="auto">
          <a:xfrm>
            <a:off x="3186113" y="3006725"/>
            <a:ext cx="573087" cy="773113"/>
          </a:xfrm>
          <a:prstGeom prst="line">
            <a:avLst/>
          </a:prstGeom>
          <a:noFill/>
          <a:ln w="25400">
            <a:solidFill>
              <a:schemeClr val="tx2"/>
            </a:solidFill>
            <a:round/>
            <a:headEnd type="triangle" w="med" len="med"/>
            <a:tailEnd/>
          </a:ln>
          <a:effectLst/>
        </p:spPr>
        <p:txBody>
          <a:bodyPr wrap="none" anchor="ctr"/>
          <a:lstStyle/>
          <a:p>
            <a:endParaRPr lang="en-US"/>
          </a:p>
        </p:txBody>
      </p:sp>
      <p:sp>
        <p:nvSpPr>
          <p:cNvPr id="566321" name="Rectangle 49"/>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66322" name="Rectangle 50"/>
          <p:cNvSpPr>
            <a:spLocks noChangeArrowheads="1"/>
          </p:cNvSpPr>
          <p:nvPr/>
        </p:nvSpPr>
        <p:spPr bwMode="auto">
          <a:xfrm>
            <a:off x="3030538" y="5568950"/>
            <a:ext cx="3251200"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  B  J  E  K</a:t>
            </a:r>
          </a:p>
        </p:txBody>
      </p:sp>
      <p:sp>
        <p:nvSpPr>
          <p:cNvPr id="3" name="Footer Placeholder 2">
            <a:extLst>
              <a:ext uri="{FF2B5EF4-FFF2-40B4-BE49-F238E27FC236}">
                <a16:creationId xmlns:a16="http://schemas.microsoft.com/office/drawing/2014/main" id="{933E132E-F007-96E3-7F6A-BD060888A491}"/>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93B5E4A7-1B9D-8B14-5A05-1467207AF141}"/>
              </a:ext>
            </a:extLst>
          </p:cNvPr>
          <p:cNvSpPr>
            <a:spLocks noGrp="1"/>
          </p:cNvSpPr>
          <p:nvPr>
            <p:ph type="sldNum" sz="quarter" idx="12"/>
          </p:nvPr>
        </p:nvSpPr>
        <p:spPr/>
        <p:txBody>
          <a:bodyPr/>
          <a:lstStyle/>
          <a:p>
            <a:fld id="{95E664E9-BB0A-4932-9D77-E0DDE5779A37}" type="slidenum">
              <a:rPr lang="en-US" smtClean="0"/>
              <a:pPr/>
              <a:t>91</a:t>
            </a:fld>
            <a:endParaRPr lang="en-US" dirty="0"/>
          </a:p>
        </p:txBody>
      </p:sp>
    </p:spTree>
  </p:cSld>
  <p:clrMapOvr>
    <a:masterClrMapping/>
  </p:clrMapOvr>
  <p:transition advTm="1000"/>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298" name="Line 2"/>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67299"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67300"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7301"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67302"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7303"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67304"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7305"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67306"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7307"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67308"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7309"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67310"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7311"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67312"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7313"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67314"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7315"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67316" name="Oval 20"/>
          <p:cNvSpPr>
            <a:spLocks noChangeArrowheads="1"/>
          </p:cNvSpPr>
          <p:nvPr/>
        </p:nvSpPr>
        <p:spPr bwMode="auto">
          <a:xfrm>
            <a:off x="2008188" y="5078413"/>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567317"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67318"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7319"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67320"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7321"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67322"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7323"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67324"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7325"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67326"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7327"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67328"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7329"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67330"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67331"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67332"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67333"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67334"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67335"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67336"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67337"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67338"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67339"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67340"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67341"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67342"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67343" name="Line 47"/>
          <p:cNvSpPr>
            <a:spLocks noChangeShapeType="1"/>
          </p:cNvSpPr>
          <p:nvPr/>
        </p:nvSpPr>
        <p:spPr bwMode="auto">
          <a:xfrm flipH="1">
            <a:off x="3205163" y="2333625"/>
            <a:ext cx="1370012" cy="569913"/>
          </a:xfrm>
          <a:prstGeom prst="line">
            <a:avLst/>
          </a:prstGeom>
          <a:noFill/>
          <a:ln w="25400">
            <a:solidFill>
              <a:schemeClr val="tx2"/>
            </a:solidFill>
            <a:round/>
            <a:headEnd type="triangle" w="med" len="med"/>
            <a:tailEnd/>
          </a:ln>
          <a:effectLst/>
        </p:spPr>
        <p:txBody>
          <a:bodyPr wrap="none" anchor="ctr"/>
          <a:lstStyle/>
          <a:p>
            <a:endParaRPr lang="en-US"/>
          </a:p>
        </p:txBody>
      </p:sp>
      <p:sp>
        <p:nvSpPr>
          <p:cNvPr id="567344" name="Rectangle 48"/>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67345" name="Rectangle 49"/>
          <p:cNvSpPr>
            <a:spLocks noChangeArrowheads="1"/>
          </p:cNvSpPr>
          <p:nvPr/>
        </p:nvSpPr>
        <p:spPr bwMode="auto">
          <a:xfrm>
            <a:off x="3030538" y="5568950"/>
            <a:ext cx="3251200"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  B  J  E  K</a:t>
            </a:r>
          </a:p>
        </p:txBody>
      </p:sp>
      <p:sp>
        <p:nvSpPr>
          <p:cNvPr id="3" name="Footer Placeholder 2">
            <a:extLst>
              <a:ext uri="{FF2B5EF4-FFF2-40B4-BE49-F238E27FC236}">
                <a16:creationId xmlns:a16="http://schemas.microsoft.com/office/drawing/2014/main" id="{F13FF2AC-D3E0-C445-FD92-AFC00C3EB951}"/>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8D8B8928-02EF-0470-EF6F-7BD7A5DD6DF8}"/>
              </a:ext>
            </a:extLst>
          </p:cNvPr>
          <p:cNvSpPr>
            <a:spLocks noGrp="1"/>
          </p:cNvSpPr>
          <p:nvPr>
            <p:ph type="sldNum" sz="quarter" idx="12"/>
          </p:nvPr>
        </p:nvSpPr>
        <p:spPr/>
        <p:txBody>
          <a:bodyPr/>
          <a:lstStyle/>
          <a:p>
            <a:fld id="{95E664E9-BB0A-4932-9D77-E0DDE5779A37}" type="slidenum">
              <a:rPr lang="en-US" smtClean="0"/>
              <a:pPr/>
              <a:t>92</a:t>
            </a:fld>
            <a:endParaRPr lang="en-US" dirty="0"/>
          </a:p>
        </p:txBody>
      </p:sp>
    </p:spTree>
  </p:cSld>
  <p:clrMapOvr>
    <a:masterClrMapping/>
  </p:clrMapOvr>
  <p:transition advTm="1000"/>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2" name="Line 2"/>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68323" name="Line 3"/>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68324" name="Rectangle 4"/>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68325" name="Oval 5"/>
          <p:cNvSpPr>
            <a:spLocks noChangeArrowheads="1"/>
          </p:cNvSpPr>
          <p:nvPr/>
        </p:nvSpPr>
        <p:spPr bwMode="auto">
          <a:xfrm>
            <a:off x="4502150" y="1868488"/>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68326" name="Rectangle 6"/>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68327" name="Oval 7"/>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8328" name="Rectangle 8"/>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68329" name="Oval 9"/>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8330" name="Rectangle 10"/>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68331" name="Oval 11"/>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8332" name="Rectangle 12"/>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68333" name="Oval 13"/>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8334" name="Rectangle 14"/>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68335" name="Oval 15"/>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8336" name="Rectangle 16"/>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68337" name="Oval 17"/>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8338" name="Rectangle 18"/>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68339" name="Oval 19"/>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8340" name="Rectangle 20"/>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68341" name="Oval 21"/>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8342" name="Rectangle 22"/>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68343" name="Oval 23"/>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8344" name="Rectangle 24"/>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68345" name="Oval 25"/>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8346" name="Rectangle 26"/>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68347" name="Oval 27"/>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8348" name="Rectangle 28"/>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68349" name="Oval 29"/>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8350" name="Rectangle 30"/>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68351" name="Oval 31"/>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8352" name="Rectangle 32"/>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68353" name="Oval 33"/>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8354" name="Rectangle 34"/>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68355" name="Line 35"/>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68356" name="Line 36"/>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68357" name="Line 37"/>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68358" name="Line 38"/>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68359" name="Line 39"/>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68360" name="Line 40"/>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68361" name="Line 41"/>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68362"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68363"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68364"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68365"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68366"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68367" name="Line 47"/>
          <p:cNvSpPr>
            <a:spLocks noChangeShapeType="1"/>
          </p:cNvSpPr>
          <p:nvPr/>
        </p:nvSpPr>
        <p:spPr bwMode="auto">
          <a:xfrm>
            <a:off x="3752850" y="1998663"/>
            <a:ext cx="6477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68368" name="Rectangle 48"/>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68369" name="Rectangle 49"/>
          <p:cNvSpPr>
            <a:spLocks noChangeArrowheads="1"/>
          </p:cNvSpPr>
          <p:nvPr/>
        </p:nvSpPr>
        <p:spPr bwMode="auto">
          <a:xfrm>
            <a:off x="2784475" y="5568950"/>
            <a:ext cx="3748088"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  B  J  E  K  A</a:t>
            </a:r>
          </a:p>
        </p:txBody>
      </p:sp>
      <p:sp>
        <p:nvSpPr>
          <p:cNvPr id="3" name="Footer Placeholder 2">
            <a:extLst>
              <a:ext uri="{FF2B5EF4-FFF2-40B4-BE49-F238E27FC236}">
                <a16:creationId xmlns:a16="http://schemas.microsoft.com/office/drawing/2014/main" id="{C1645AF6-7CA5-861A-3C3C-0CABF2AF1F80}"/>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372806DC-C083-C358-0234-0E89E1682F78}"/>
              </a:ext>
            </a:extLst>
          </p:cNvPr>
          <p:cNvSpPr>
            <a:spLocks noGrp="1"/>
          </p:cNvSpPr>
          <p:nvPr>
            <p:ph type="sldNum" sz="quarter" idx="12"/>
          </p:nvPr>
        </p:nvSpPr>
        <p:spPr/>
        <p:txBody>
          <a:bodyPr/>
          <a:lstStyle/>
          <a:p>
            <a:fld id="{95E664E9-BB0A-4932-9D77-E0DDE5779A37}" type="slidenum">
              <a:rPr lang="en-US" smtClean="0"/>
              <a:pPr/>
              <a:t>93</a:t>
            </a:fld>
            <a:endParaRPr lang="en-US" dirty="0"/>
          </a:p>
        </p:txBody>
      </p:sp>
    </p:spTree>
  </p:cSld>
  <p:clrMapOvr>
    <a:masterClrMapping/>
  </p:clrMapOvr>
  <p:transition advTm="1000"/>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9346" name="Line 2"/>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69347" name="Line 3"/>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69348" name="Line 4"/>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69349"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69350" name="Oval 6"/>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9351"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69352" name="Oval 8"/>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9353"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69354" name="Oval 10"/>
          <p:cNvSpPr>
            <a:spLocks noChangeArrowheads="1"/>
          </p:cNvSpPr>
          <p:nvPr/>
        </p:nvSpPr>
        <p:spPr bwMode="auto">
          <a:xfrm>
            <a:off x="6254750" y="2744788"/>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569355"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69356" name="Oval 12"/>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9357"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69358" name="Oval 14"/>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9359"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69360" name="Oval 16"/>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9361"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69362" name="Oval 18"/>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9363"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69364"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9365"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69366"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9367"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69368"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9369"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69370"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9371"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69372"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9373"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69374"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9375"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69376"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9377"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69378"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69379"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69380" name="Line 36"/>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69381" name="Line 37"/>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69382" name="Line 38"/>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69383" name="Line 39"/>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69384" name="Line 40"/>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69385" name="Line 41"/>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69386"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69387"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69388"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69389"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69390"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69391" name="Line 47"/>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69392" name="Rectangle 48"/>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69393" name="Rectangle 49"/>
          <p:cNvSpPr>
            <a:spLocks noChangeArrowheads="1"/>
          </p:cNvSpPr>
          <p:nvPr/>
        </p:nvSpPr>
        <p:spPr bwMode="auto">
          <a:xfrm>
            <a:off x="2784475" y="5568950"/>
            <a:ext cx="3748088"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  B  J  E  K  A</a:t>
            </a:r>
          </a:p>
        </p:txBody>
      </p:sp>
      <p:sp>
        <p:nvSpPr>
          <p:cNvPr id="3" name="Footer Placeholder 2">
            <a:extLst>
              <a:ext uri="{FF2B5EF4-FFF2-40B4-BE49-F238E27FC236}">
                <a16:creationId xmlns:a16="http://schemas.microsoft.com/office/drawing/2014/main" id="{BC2E8C3E-FB4D-CB6A-EEB4-BFCF0477E5AE}"/>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6300A926-73E7-AF6B-514B-FCB180FB5130}"/>
              </a:ext>
            </a:extLst>
          </p:cNvPr>
          <p:cNvSpPr>
            <a:spLocks noGrp="1"/>
          </p:cNvSpPr>
          <p:nvPr>
            <p:ph type="sldNum" sz="quarter" idx="12"/>
          </p:nvPr>
        </p:nvSpPr>
        <p:spPr/>
        <p:txBody>
          <a:bodyPr/>
          <a:lstStyle/>
          <a:p>
            <a:fld id="{95E664E9-BB0A-4932-9D77-E0DDE5779A37}" type="slidenum">
              <a:rPr lang="en-US" smtClean="0"/>
              <a:pPr/>
              <a:t>94</a:t>
            </a:fld>
            <a:endParaRPr lang="en-US" dirty="0"/>
          </a:p>
        </p:txBody>
      </p:sp>
    </p:spTree>
  </p:cSld>
  <p:clrMapOvr>
    <a:masterClrMapping/>
  </p:clrMapOvr>
  <p:transition advTm="1000"/>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70" name="Line 2"/>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70371" name="Line 3"/>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70372" name="Line 4"/>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70373"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70374" name="Oval 6"/>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0375"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70376" name="Oval 8"/>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0377"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70378" name="Oval 10"/>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0379"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70380" name="Oval 12"/>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0381"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70382" name="Oval 14"/>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0383"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70384" name="Oval 16"/>
          <p:cNvSpPr>
            <a:spLocks noChangeArrowheads="1"/>
          </p:cNvSpPr>
          <p:nvPr/>
        </p:nvSpPr>
        <p:spPr bwMode="auto">
          <a:xfrm>
            <a:off x="5340350" y="3863975"/>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570385"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70386" name="Oval 18"/>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0387"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70388"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0389"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70390"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0391"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70392"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0393"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70394"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0395"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70396"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0397"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70398"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0399"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70400"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0401"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70402"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0403"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70404" name="Line 36"/>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70405" name="Line 37"/>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70406" name="Line 38"/>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70407" name="Line 39"/>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70408" name="Line 40"/>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70409" name="Line 41"/>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70410" name="Line 42"/>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70411"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70412"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70413"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70414"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70415" name="Line 47"/>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70416" name="Line 48"/>
          <p:cNvSpPr>
            <a:spLocks noChangeShapeType="1"/>
          </p:cNvSpPr>
          <p:nvPr/>
        </p:nvSpPr>
        <p:spPr bwMode="auto">
          <a:xfrm flipH="1">
            <a:off x="5564188" y="3011488"/>
            <a:ext cx="604837" cy="76835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70417" name="Rectangle 49"/>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70418" name="Rectangle 50"/>
          <p:cNvSpPr>
            <a:spLocks noChangeArrowheads="1"/>
          </p:cNvSpPr>
          <p:nvPr/>
        </p:nvSpPr>
        <p:spPr bwMode="auto">
          <a:xfrm>
            <a:off x="2784475" y="5568950"/>
            <a:ext cx="3748088"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  B  J  E  K  A</a:t>
            </a:r>
          </a:p>
        </p:txBody>
      </p:sp>
      <p:sp>
        <p:nvSpPr>
          <p:cNvPr id="3" name="Footer Placeholder 2">
            <a:extLst>
              <a:ext uri="{FF2B5EF4-FFF2-40B4-BE49-F238E27FC236}">
                <a16:creationId xmlns:a16="http://schemas.microsoft.com/office/drawing/2014/main" id="{367E057F-EF96-011C-5E07-4278617C45A9}"/>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D6784AB1-E5DF-2A3D-C33E-3047330CCB93}"/>
              </a:ext>
            </a:extLst>
          </p:cNvPr>
          <p:cNvSpPr>
            <a:spLocks noGrp="1"/>
          </p:cNvSpPr>
          <p:nvPr>
            <p:ph type="sldNum" sz="quarter" idx="12"/>
          </p:nvPr>
        </p:nvSpPr>
        <p:spPr/>
        <p:txBody>
          <a:bodyPr/>
          <a:lstStyle/>
          <a:p>
            <a:fld id="{95E664E9-BB0A-4932-9D77-E0DDE5779A37}" type="slidenum">
              <a:rPr lang="en-US" smtClean="0"/>
              <a:pPr/>
              <a:t>95</a:t>
            </a:fld>
            <a:endParaRPr lang="en-US" dirty="0"/>
          </a:p>
        </p:txBody>
      </p:sp>
    </p:spTree>
  </p:cSld>
  <p:clrMapOvr>
    <a:masterClrMapping/>
  </p:clrMapOvr>
  <p:transition advTm="1000"/>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394" name="Line 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71395"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71396"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1397"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71398"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1399"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71400"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1401"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71402"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1403"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71404"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1405"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71406"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1407"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71408"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1409"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71410"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1411"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71412"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1413"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71414"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1415"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71416"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1417"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71418" name="Oval 26"/>
          <p:cNvSpPr>
            <a:spLocks noChangeArrowheads="1"/>
          </p:cNvSpPr>
          <p:nvPr/>
        </p:nvSpPr>
        <p:spPr bwMode="auto">
          <a:xfrm>
            <a:off x="4827588" y="5078413"/>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571419"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71420"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1421"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71422"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1423"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71424"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1425"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71426"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71427"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71428"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71429"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71430"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71431"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71432"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71433"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71434"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71435"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71436"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71437"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71438"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71439" name="Line 47"/>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71440" name="Line 48"/>
          <p:cNvSpPr>
            <a:spLocks noChangeShapeType="1"/>
          </p:cNvSpPr>
          <p:nvPr/>
        </p:nvSpPr>
        <p:spPr bwMode="auto">
          <a:xfrm flipH="1">
            <a:off x="5564188" y="3011488"/>
            <a:ext cx="604837" cy="76835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71441" name="Line 49"/>
          <p:cNvSpPr>
            <a:spLocks noChangeShapeType="1"/>
          </p:cNvSpPr>
          <p:nvPr/>
        </p:nvSpPr>
        <p:spPr bwMode="auto">
          <a:xfrm flipH="1">
            <a:off x="4956175" y="4232275"/>
            <a:ext cx="373063" cy="795338"/>
          </a:xfrm>
          <a:prstGeom prst="line">
            <a:avLst/>
          </a:prstGeom>
          <a:noFill/>
          <a:ln w="25400">
            <a:solidFill>
              <a:schemeClr val="tx2"/>
            </a:solidFill>
            <a:round/>
            <a:headEnd/>
            <a:tailEnd type="triangle" w="med" len="med"/>
          </a:ln>
          <a:effectLst/>
        </p:spPr>
        <p:txBody>
          <a:bodyPr wrap="none" anchor="ctr"/>
          <a:lstStyle/>
          <a:p>
            <a:endParaRPr lang="en-US"/>
          </a:p>
        </p:txBody>
      </p:sp>
      <p:sp>
        <p:nvSpPr>
          <p:cNvPr id="571442" name="Rectangle 50"/>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71443" name="Rectangle 51"/>
          <p:cNvSpPr>
            <a:spLocks noChangeArrowheads="1"/>
          </p:cNvSpPr>
          <p:nvPr/>
        </p:nvSpPr>
        <p:spPr bwMode="auto">
          <a:xfrm>
            <a:off x="2784475" y="5568950"/>
            <a:ext cx="3748088"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  B  J  E  K  A</a:t>
            </a:r>
          </a:p>
        </p:txBody>
      </p:sp>
      <p:sp>
        <p:nvSpPr>
          <p:cNvPr id="3" name="Footer Placeholder 2">
            <a:extLst>
              <a:ext uri="{FF2B5EF4-FFF2-40B4-BE49-F238E27FC236}">
                <a16:creationId xmlns:a16="http://schemas.microsoft.com/office/drawing/2014/main" id="{A17536D6-F67E-1F12-31C9-DE38A442B207}"/>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BEA82F0C-21F2-6668-5D37-04703819DD62}"/>
              </a:ext>
            </a:extLst>
          </p:cNvPr>
          <p:cNvSpPr>
            <a:spLocks noGrp="1"/>
          </p:cNvSpPr>
          <p:nvPr>
            <p:ph type="sldNum" sz="quarter" idx="12"/>
          </p:nvPr>
        </p:nvSpPr>
        <p:spPr/>
        <p:txBody>
          <a:bodyPr/>
          <a:lstStyle/>
          <a:p>
            <a:fld id="{95E664E9-BB0A-4932-9D77-E0DDE5779A37}" type="slidenum">
              <a:rPr lang="en-US" smtClean="0"/>
              <a:pPr/>
              <a:t>96</a:t>
            </a:fld>
            <a:endParaRPr lang="en-US" dirty="0"/>
          </a:p>
        </p:txBody>
      </p:sp>
    </p:spTree>
  </p:cSld>
  <p:clrMapOvr>
    <a:masterClrMapping/>
  </p:clrMapOvr>
  <p:transition advTm="1000"/>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Line 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72419"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72420"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2421"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72422"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2423"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72424"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2425"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72426"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2427"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72428"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2429"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72430"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2431"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72432"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2433"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72434"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2435"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72436"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2437"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72438"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2439"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72440"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2441"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72442" name="Oval 26"/>
          <p:cNvSpPr>
            <a:spLocks noChangeArrowheads="1"/>
          </p:cNvSpPr>
          <p:nvPr/>
        </p:nvSpPr>
        <p:spPr bwMode="auto">
          <a:xfrm>
            <a:off x="48275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72443"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72444"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2445"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72446"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2447"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72448"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2449"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72450"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72451"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72452"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72453"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72454"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72455"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72456"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72457"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72458"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72459"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72460"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72461"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72462"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72463" name="Line 47"/>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72464" name="Line 48"/>
          <p:cNvSpPr>
            <a:spLocks noChangeShapeType="1"/>
          </p:cNvSpPr>
          <p:nvPr/>
        </p:nvSpPr>
        <p:spPr bwMode="auto">
          <a:xfrm flipH="1">
            <a:off x="5564188" y="3011488"/>
            <a:ext cx="604837" cy="76835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72465" name="Line 49"/>
          <p:cNvSpPr>
            <a:spLocks noChangeShapeType="1"/>
          </p:cNvSpPr>
          <p:nvPr/>
        </p:nvSpPr>
        <p:spPr bwMode="auto">
          <a:xfrm flipH="1">
            <a:off x="4956175" y="4232275"/>
            <a:ext cx="373063" cy="795338"/>
          </a:xfrm>
          <a:prstGeom prst="line">
            <a:avLst/>
          </a:prstGeom>
          <a:noFill/>
          <a:ln w="25400">
            <a:solidFill>
              <a:schemeClr val="tx2"/>
            </a:solidFill>
            <a:round/>
            <a:headEnd/>
            <a:tailEnd type="triangle" w="med" len="med"/>
          </a:ln>
          <a:effectLst/>
        </p:spPr>
        <p:txBody>
          <a:bodyPr wrap="none" anchor="ctr"/>
          <a:lstStyle/>
          <a:p>
            <a:endParaRPr lang="en-US"/>
          </a:p>
        </p:txBody>
      </p:sp>
      <p:sp>
        <p:nvSpPr>
          <p:cNvPr id="572466" name="Line 50"/>
          <p:cNvSpPr>
            <a:spLocks noChangeShapeType="1"/>
          </p:cNvSpPr>
          <p:nvPr/>
        </p:nvSpPr>
        <p:spPr bwMode="auto">
          <a:xfrm>
            <a:off x="4498975" y="5275263"/>
            <a:ext cx="295275"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72467" name="Rectangle 51"/>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72468" name="Rectangle 52"/>
          <p:cNvSpPr>
            <a:spLocks noChangeArrowheads="1"/>
          </p:cNvSpPr>
          <p:nvPr/>
        </p:nvSpPr>
        <p:spPr bwMode="auto">
          <a:xfrm>
            <a:off x="2559050" y="5568950"/>
            <a:ext cx="4198938"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  B  J  E  K  A  L</a:t>
            </a:r>
          </a:p>
        </p:txBody>
      </p:sp>
      <p:sp>
        <p:nvSpPr>
          <p:cNvPr id="3" name="Footer Placeholder 2">
            <a:extLst>
              <a:ext uri="{FF2B5EF4-FFF2-40B4-BE49-F238E27FC236}">
                <a16:creationId xmlns:a16="http://schemas.microsoft.com/office/drawing/2014/main" id="{FE47FCAE-59FD-8205-3EEB-B7F0D9387463}"/>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13331874-F14C-F948-AA0B-83EF30B3A7C1}"/>
              </a:ext>
            </a:extLst>
          </p:cNvPr>
          <p:cNvSpPr>
            <a:spLocks noGrp="1"/>
          </p:cNvSpPr>
          <p:nvPr>
            <p:ph type="sldNum" sz="quarter" idx="12"/>
          </p:nvPr>
        </p:nvSpPr>
        <p:spPr/>
        <p:txBody>
          <a:bodyPr/>
          <a:lstStyle/>
          <a:p>
            <a:fld id="{95E664E9-BB0A-4932-9D77-E0DDE5779A37}" type="slidenum">
              <a:rPr lang="en-US" smtClean="0"/>
              <a:pPr/>
              <a:t>97</a:t>
            </a:fld>
            <a:endParaRPr lang="en-US" dirty="0"/>
          </a:p>
        </p:txBody>
      </p:sp>
    </p:spTree>
  </p:cSld>
  <p:clrMapOvr>
    <a:masterClrMapping/>
  </p:clrMapOvr>
  <p:transition advTm="1000"/>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2" name="Line 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73443"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73444"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3445"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73446"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3447"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73448"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3449"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73450"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3451"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73452"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3453"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73454"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3455"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73456"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3457"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73458"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3459"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73460"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3461"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73462"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3463"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73464"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3465"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73466" name="Oval 26"/>
          <p:cNvSpPr>
            <a:spLocks noChangeArrowheads="1"/>
          </p:cNvSpPr>
          <p:nvPr/>
        </p:nvSpPr>
        <p:spPr bwMode="auto">
          <a:xfrm>
            <a:off x="48275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73467"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73468"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3469"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73470"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3471"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73472"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3473"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73474"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73475"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73476"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73477"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73478"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73479"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73480"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73481"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73482"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73483"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73484"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73485"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73486"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73487" name="Line 47"/>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73488" name="Line 48"/>
          <p:cNvSpPr>
            <a:spLocks noChangeShapeType="1"/>
          </p:cNvSpPr>
          <p:nvPr/>
        </p:nvSpPr>
        <p:spPr bwMode="auto">
          <a:xfrm flipH="1">
            <a:off x="5564188" y="3011488"/>
            <a:ext cx="604837" cy="76835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73489" name="Line 49"/>
          <p:cNvSpPr>
            <a:spLocks noChangeShapeType="1"/>
          </p:cNvSpPr>
          <p:nvPr/>
        </p:nvSpPr>
        <p:spPr bwMode="auto">
          <a:xfrm flipH="1">
            <a:off x="5202238" y="4327525"/>
            <a:ext cx="298450" cy="711200"/>
          </a:xfrm>
          <a:prstGeom prst="line">
            <a:avLst/>
          </a:prstGeom>
          <a:noFill/>
          <a:ln w="25400">
            <a:solidFill>
              <a:schemeClr val="tx2"/>
            </a:solidFill>
            <a:round/>
            <a:headEnd type="triangle" w="med" len="med"/>
            <a:tailEnd/>
          </a:ln>
          <a:effectLst/>
        </p:spPr>
        <p:txBody>
          <a:bodyPr wrap="none" anchor="ctr"/>
          <a:lstStyle/>
          <a:p>
            <a:endParaRPr lang="en-US"/>
          </a:p>
        </p:txBody>
      </p:sp>
      <p:sp>
        <p:nvSpPr>
          <p:cNvPr id="573490" name="Rectangle 50"/>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73491" name="Rectangle 51"/>
          <p:cNvSpPr>
            <a:spLocks noChangeArrowheads="1"/>
          </p:cNvSpPr>
          <p:nvPr/>
        </p:nvSpPr>
        <p:spPr bwMode="auto">
          <a:xfrm>
            <a:off x="2559050" y="5568950"/>
            <a:ext cx="4198938"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  B  J  E  K  A  L</a:t>
            </a:r>
          </a:p>
        </p:txBody>
      </p:sp>
      <p:sp>
        <p:nvSpPr>
          <p:cNvPr id="3" name="Footer Placeholder 2">
            <a:extLst>
              <a:ext uri="{FF2B5EF4-FFF2-40B4-BE49-F238E27FC236}">
                <a16:creationId xmlns:a16="http://schemas.microsoft.com/office/drawing/2014/main" id="{8087D405-6567-CDDD-6B69-96801170769B}"/>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7C8C1CCB-88AF-41FA-D133-EB1A085D3CF8}"/>
              </a:ext>
            </a:extLst>
          </p:cNvPr>
          <p:cNvSpPr>
            <a:spLocks noGrp="1"/>
          </p:cNvSpPr>
          <p:nvPr>
            <p:ph type="sldNum" sz="quarter" idx="12"/>
          </p:nvPr>
        </p:nvSpPr>
        <p:spPr/>
        <p:txBody>
          <a:bodyPr/>
          <a:lstStyle/>
          <a:p>
            <a:fld id="{95E664E9-BB0A-4932-9D77-E0DDE5779A37}" type="slidenum">
              <a:rPr lang="en-US" smtClean="0"/>
              <a:pPr/>
              <a:t>98</a:t>
            </a:fld>
            <a:endParaRPr lang="en-US" dirty="0"/>
          </a:p>
        </p:txBody>
      </p:sp>
    </p:spTree>
  </p:cSld>
  <p:clrMapOvr>
    <a:masterClrMapping/>
  </p:clrMapOvr>
  <p:transition advTm="1000"/>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466" name="Line 2"/>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74467" name="Line 3"/>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74468" name="Line 4"/>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74469"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74470" name="Oval 6"/>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4471"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74472" name="Oval 8"/>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4473"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74474" name="Oval 10"/>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4475"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74476" name="Oval 12"/>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4477"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74478" name="Oval 14"/>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4479"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74480" name="Oval 16"/>
          <p:cNvSpPr>
            <a:spLocks noChangeArrowheads="1"/>
          </p:cNvSpPr>
          <p:nvPr/>
        </p:nvSpPr>
        <p:spPr bwMode="auto">
          <a:xfrm>
            <a:off x="5340350" y="3863975"/>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74481"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74482" name="Oval 18"/>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4483"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74484"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4485"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74486"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4487"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74488"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4489"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74490"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4491"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74492"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4493"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74494"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4495"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74496"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4497"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74498"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4499"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74500" name="Line 36"/>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74501" name="Line 37"/>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74502" name="Line 38"/>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74503" name="Line 39"/>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74504" name="Line 40"/>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74505" name="Line 41"/>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74506" name="Line 42"/>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74507"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74508"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74509"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74510"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74511" name="Line 47"/>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74512" name="Line 48"/>
          <p:cNvSpPr>
            <a:spLocks noChangeShapeType="1"/>
          </p:cNvSpPr>
          <p:nvPr/>
        </p:nvSpPr>
        <p:spPr bwMode="auto">
          <a:xfrm flipH="1">
            <a:off x="5564188" y="3011488"/>
            <a:ext cx="604837" cy="76835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74513" name="Line 49"/>
          <p:cNvSpPr>
            <a:spLocks noChangeShapeType="1"/>
          </p:cNvSpPr>
          <p:nvPr/>
        </p:nvSpPr>
        <p:spPr bwMode="auto">
          <a:xfrm>
            <a:off x="4584700" y="4046538"/>
            <a:ext cx="6477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74514" name="Rectangle 50"/>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74515" name="Rectangle 51"/>
          <p:cNvSpPr>
            <a:spLocks noChangeArrowheads="1"/>
          </p:cNvSpPr>
          <p:nvPr/>
        </p:nvSpPr>
        <p:spPr bwMode="auto">
          <a:xfrm>
            <a:off x="2320925" y="5568950"/>
            <a:ext cx="4672013"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  B  J  E  K  A  L  F</a:t>
            </a:r>
          </a:p>
        </p:txBody>
      </p:sp>
      <p:sp>
        <p:nvSpPr>
          <p:cNvPr id="3" name="Footer Placeholder 2">
            <a:extLst>
              <a:ext uri="{FF2B5EF4-FFF2-40B4-BE49-F238E27FC236}">
                <a16:creationId xmlns:a16="http://schemas.microsoft.com/office/drawing/2014/main" id="{B2E0F2FC-06A0-BEE3-589C-8E199B6D9541}"/>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5B33F890-4183-93CC-C576-5E024FE53F1F}"/>
              </a:ext>
            </a:extLst>
          </p:cNvPr>
          <p:cNvSpPr>
            <a:spLocks noGrp="1"/>
          </p:cNvSpPr>
          <p:nvPr>
            <p:ph type="sldNum" sz="quarter" idx="12"/>
          </p:nvPr>
        </p:nvSpPr>
        <p:spPr/>
        <p:txBody>
          <a:bodyPr/>
          <a:lstStyle/>
          <a:p>
            <a:fld id="{95E664E9-BB0A-4932-9D77-E0DDE5779A37}" type="slidenum">
              <a:rPr lang="en-US" smtClean="0"/>
              <a:pPr/>
              <a:t>99</a:t>
            </a:fld>
            <a:endParaRPr lang="en-US" dirty="0"/>
          </a:p>
        </p:txBody>
      </p:sp>
    </p:spTree>
  </p:cSld>
  <p:clrMapOvr>
    <a:masterClrMapping/>
  </p:clrMapOvr>
  <p:transition advTm="1000"/>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90" name="Line 2"/>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75491"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75492"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5493"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75494"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5495"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75496"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5497"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75498"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5499"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75500"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5501"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75502"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5503"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75504"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5505"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75506"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5507"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75508"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5509"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75510"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5511"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75512"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5513"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75514"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5515"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75516" name="Oval 28"/>
          <p:cNvSpPr>
            <a:spLocks noChangeArrowheads="1"/>
          </p:cNvSpPr>
          <p:nvPr/>
        </p:nvSpPr>
        <p:spPr bwMode="auto">
          <a:xfrm>
            <a:off x="5818188" y="5078413"/>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575517"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75518"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5519"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75520"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5521"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75522"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75523"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75524"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75525"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75526"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75527"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75528"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75529"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75530"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75531"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75532"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75533"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75534"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75535" name="Line 47"/>
          <p:cNvSpPr>
            <a:spLocks noChangeShapeType="1"/>
          </p:cNvSpPr>
          <p:nvPr/>
        </p:nvSpPr>
        <p:spPr bwMode="auto">
          <a:xfrm>
            <a:off x="5608638" y="4313238"/>
            <a:ext cx="252412" cy="7000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575536"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75537" name="Line 49"/>
          <p:cNvSpPr>
            <a:spLocks noChangeShapeType="1"/>
          </p:cNvSpPr>
          <p:nvPr/>
        </p:nvSpPr>
        <p:spPr bwMode="auto">
          <a:xfrm flipH="1">
            <a:off x="5564188" y="3011488"/>
            <a:ext cx="604837" cy="76835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75538" name="Rectangle 50"/>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75539" name="Rectangle 51"/>
          <p:cNvSpPr>
            <a:spLocks noChangeArrowheads="1"/>
          </p:cNvSpPr>
          <p:nvPr/>
        </p:nvSpPr>
        <p:spPr bwMode="auto">
          <a:xfrm>
            <a:off x="2320925" y="5568950"/>
            <a:ext cx="4672013"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  B  J  E  K  A  L  F</a:t>
            </a:r>
          </a:p>
        </p:txBody>
      </p:sp>
      <p:sp>
        <p:nvSpPr>
          <p:cNvPr id="3" name="Footer Placeholder 2">
            <a:extLst>
              <a:ext uri="{FF2B5EF4-FFF2-40B4-BE49-F238E27FC236}">
                <a16:creationId xmlns:a16="http://schemas.microsoft.com/office/drawing/2014/main" id="{6CD2EE5C-2974-0F24-12DC-B8CE0FE03360}"/>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709E8B59-4419-5F9D-693E-78CAB347CE29}"/>
              </a:ext>
            </a:extLst>
          </p:cNvPr>
          <p:cNvSpPr>
            <a:spLocks noGrp="1"/>
          </p:cNvSpPr>
          <p:nvPr>
            <p:ph type="sldNum" sz="quarter" idx="12"/>
          </p:nvPr>
        </p:nvSpPr>
        <p:spPr/>
        <p:txBody>
          <a:bodyPr/>
          <a:lstStyle/>
          <a:p>
            <a:fld id="{95E664E9-BB0A-4932-9D77-E0DDE5779A37}" type="slidenum">
              <a:rPr lang="en-US" smtClean="0"/>
              <a:pPr/>
              <a:t>100</a:t>
            </a:fld>
            <a:endParaRPr lang="en-US" dirty="0"/>
          </a:p>
        </p:txBody>
      </p:sp>
    </p:spTree>
  </p:cSld>
  <p:clrMapOvr>
    <a:masterClrMapping/>
  </p:clrMapOvr>
  <p:transition advTm="1000"/>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514" name="Line 2"/>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76515"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76516"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6517"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76518"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6519"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76520"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6521"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76522"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6523"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76524"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6525"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76526"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6527"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76528"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6529"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76530"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6531"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76532"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6533"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76534"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6535"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76536"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6537"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76538"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6539"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76540" name="Oval 28"/>
          <p:cNvSpPr>
            <a:spLocks noChangeArrowheads="1"/>
          </p:cNvSpPr>
          <p:nvPr/>
        </p:nvSpPr>
        <p:spPr bwMode="auto">
          <a:xfrm>
            <a:off x="58181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76541"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76542"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6543"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76544"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6545"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76546"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76547"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76548"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76549"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76550"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76551"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76552"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76553"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76554"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76555"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76556"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76557"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76558"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76559" name="Line 47"/>
          <p:cNvSpPr>
            <a:spLocks noChangeShapeType="1"/>
          </p:cNvSpPr>
          <p:nvPr/>
        </p:nvSpPr>
        <p:spPr bwMode="auto">
          <a:xfrm>
            <a:off x="5608638" y="4313238"/>
            <a:ext cx="252412" cy="7000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576560"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76561" name="Line 49"/>
          <p:cNvSpPr>
            <a:spLocks noChangeShapeType="1"/>
          </p:cNvSpPr>
          <p:nvPr/>
        </p:nvSpPr>
        <p:spPr bwMode="auto">
          <a:xfrm flipH="1">
            <a:off x="5564188" y="3011488"/>
            <a:ext cx="604837" cy="76835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76562" name="Line 50"/>
          <p:cNvSpPr>
            <a:spLocks noChangeShapeType="1"/>
          </p:cNvSpPr>
          <p:nvPr/>
        </p:nvSpPr>
        <p:spPr bwMode="auto">
          <a:xfrm>
            <a:off x="5364163" y="5283200"/>
            <a:ext cx="3810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76563" name="Rectangle 51"/>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76564" name="Rectangle 52"/>
          <p:cNvSpPr>
            <a:spLocks noChangeArrowheads="1"/>
          </p:cNvSpPr>
          <p:nvPr/>
        </p:nvSpPr>
        <p:spPr bwMode="auto">
          <a:xfrm>
            <a:off x="2039938" y="5568950"/>
            <a:ext cx="5235575"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  B  J  E  K  A  L  F  M</a:t>
            </a:r>
          </a:p>
        </p:txBody>
      </p:sp>
      <p:sp>
        <p:nvSpPr>
          <p:cNvPr id="3" name="Footer Placeholder 2">
            <a:extLst>
              <a:ext uri="{FF2B5EF4-FFF2-40B4-BE49-F238E27FC236}">
                <a16:creationId xmlns:a16="http://schemas.microsoft.com/office/drawing/2014/main" id="{BB1EC276-23D5-BD79-9850-C5F8B3A6E094}"/>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F1C3C8C4-3267-29F6-F9FE-26EDD1247E19}"/>
              </a:ext>
            </a:extLst>
          </p:cNvPr>
          <p:cNvSpPr>
            <a:spLocks noGrp="1"/>
          </p:cNvSpPr>
          <p:nvPr>
            <p:ph type="sldNum" sz="quarter" idx="12"/>
          </p:nvPr>
        </p:nvSpPr>
        <p:spPr/>
        <p:txBody>
          <a:bodyPr/>
          <a:lstStyle/>
          <a:p>
            <a:fld id="{95E664E9-BB0A-4932-9D77-E0DDE5779A37}" type="slidenum">
              <a:rPr lang="en-US" smtClean="0"/>
              <a:pPr/>
              <a:t>101</a:t>
            </a:fld>
            <a:endParaRPr lang="en-US" dirty="0"/>
          </a:p>
        </p:txBody>
      </p:sp>
    </p:spTree>
  </p:cSld>
  <p:clrMapOvr>
    <a:masterClrMapping/>
  </p:clrMapOvr>
  <p:transition advTm="1000"/>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538" name="Line 2"/>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77539"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77540"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7541"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77542"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7543"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77544"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7545"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77546"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7547"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77548"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7549"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77550"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7551"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77552"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7553"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77554"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7555"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77556"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7557"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77558"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7559"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77560"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7561"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77562"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7563"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77564" name="Oval 28"/>
          <p:cNvSpPr>
            <a:spLocks noChangeArrowheads="1"/>
          </p:cNvSpPr>
          <p:nvPr/>
        </p:nvSpPr>
        <p:spPr bwMode="auto">
          <a:xfrm>
            <a:off x="58181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77565"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77566"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7567"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77568"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7569"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77570"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77571"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77572"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77573"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77574"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77575"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77576"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77577"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77578"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77579"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77580"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77581"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77582"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77583" name="Line 47"/>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77584" name="Line 48"/>
          <p:cNvSpPr>
            <a:spLocks noChangeShapeType="1"/>
          </p:cNvSpPr>
          <p:nvPr/>
        </p:nvSpPr>
        <p:spPr bwMode="auto">
          <a:xfrm flipH="1">
            <a:off x="5564188" y="3011488"/>
            <a:ext cx="604837" cy="76835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77585" name="Line 49"/>
          <p:cNvSpPr>
            <a:spLocks noChangeShapeType="1"/>
          </p:cNvSpPr>
          <p:nvPr/>
        </p:nvSpPr>
        <p:spPr bwMode="auto">
          <a:xfrm>
            <a:off x="5803900" y="4224338"/>
            <a:ext cx="280988" cy="782637"/>
          </a:xfrm>
          <a:prstGeom prst="line">
            <a:avLst/>
          </a:prstGeom>
          <a:noFill/>
          <a:ln w="25400">
            <a:solidFill>
              <a:schemeClr val="tx2"/>
            </a:solidFill>
            <a:round/>
            <a:headEnd type="triangle" w="med" len="med"/>
            <a:tailEnd/>
          </a:ln>
          <a:effectLst/>
        </p:spPr>
        <p:txBody>
          <a:bodyPr wrap="none" anchor="ctr"/>
          <a:lstStyle/>
          <a:p>
            <a:endParaRPr lang="en-US"/>
          </a:p>
        </p:txBody>
      </p:sp>
      <p:sp>
        <p:nvSpPr>
          <p:cNvPr id="577586" name="Rectangle 50"/>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77587" name="Rectangle 51"/>
          <p:cNvSpPr>
            <a:spLocks noChangeArrowheads="1"/>
          </p:cNvSpPr>
          <p:nvPr/>
        </p:nvSpPr>
        <p:spPr bwMode="auto">
          <a:xfrm>
            <a:off x="2039938" y="5568950"/>
            <a:ext cx="5235575"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  B  J  E  K  A  L  F  M</a:t>
            </a:r>
          </a:p>
        </p:txBody>
      </p:sp>
      <p:sp>
        <p:nvSpPr>
          <p:cNvPr id="3" name="Footer Placeholder 2">
            <a:extLst>
              <a:ext uri="{FF2B5EF4-FFF2-40B4-BE49-F238E27FC236}">
                <a16:creationId xmlns:a16="http://schemas.microsoft.com/office/drawing/2014/main" id="{5643B530-4774-B46C-27FB-6874B3C81C2C}"/>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2C79C0DF-FE19-4581-6CCB-E08D5C5C3FB5}"/>
              </a:ext>
            </a:extLst>
          </p:cNvPr>
          <p:cNvSpPr>
            <a:spLocks noGrp="1"/>
          </p:cNvSpPr>
          <p:nvPr>
            <p:ph type="sldNum" sz="quarter" idx="12"/>
          </p:nvPr>
        </p:nvSpPr>
        <p:spPr/>
        <p:txBody>
          <a:bodyPr/>
          <a:lstStyle/>
          <a:p>
            <a:fld id="{95E664E9-BB0A-4932-9D77-E0DDE5779A37}" type="slidenum">
              <a:rPr lang="en-US" smtClean="0"/>
              <a:pPr/>
              <a:t>102</a:t>
            </a:fld>
            <a:endParaRPr lang="en-US" dirty="0"/>
          </a:p>
        </p:txBody>
      </p:sp>
    </p:spTree>
  </p:cSld>
  <p:clrMapOvr>
    <a:masterClrMapping/>
  </p:clrMapOvr>
  <p:transition advTm="1000"/>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2" name="Line 2"/>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78563"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78564"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8565"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78566"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8567"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78568"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8569"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78570"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8571"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78572"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8573"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78574"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8575"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78576"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8577"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78578"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8579"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78580"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8581"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78582"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8583"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78584"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8585"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78586"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8587"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78588" name="Oval 28"/>
          <p:cNvSpPr>
            <a:spLocks noChangeArrowheads="1"/>
          </p:cNvSpPr>
          <p:nvPr/>
        </p:nvSpPr>
        <p:spPr bwMode="auto">
          <a:xfrm>
            <a:off x="5818188" y="5078413"/>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578589"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78590"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8591"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78592"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8593"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78594"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78595"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78596"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78597"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78598"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78599"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78600"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78601"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78602"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78603"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78604"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78605"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78606"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78607" name="Line 47"/>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78608" name="Line 48"/>
          <p:cNvSpPr>
            <a:spLocks noChangeShapeType="1"/>
          </p:cNvSpPr>
          <p:nvPr/>
        </p:nvSpPr>
        <p:spPr bwMode="auto">
          <a:xfrm flipH="1">
            <a:off x="5862638" y="3214688"/>
            <a:ext cx="561975" cy="714375"/>
          </a:xfrm>
          <a:prstGeom prst="line">
            <a:avLst/>
          </a:prstGeom>
          <a:noFill/>
          <a:ln w="25400">
            <a:solidFill>
              <a:schemeClr val="tx2"/>
            </a:solidFill>
            <a:round/>
            <a:headEnd type="triangle" w="med" len="med"/>
            <a:tailEnd/>
          </a:ln>
          <a:effectLst/>
        </p:spPr>
        <p:txBody>
          <a:bodyPr wrap="none" anchor="ctr"/>
          <a:lstStyle/>
          <a:p>
            <a:endParaRPr lang="en-US"/>
          </a:p>
        </p:txBody>
      </p:sp>
      <p:sp>
        <p:nvSpPr>
          <p:cNvPr id="578609" name="Rectangle 49"/>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78610" name="Rectangle 50"/>
          <p:cNvSpPr>
            <a:spLocks noChangeArrowheads="1"/>
          </p:cNvSpPr>
          <p:nvPr/>
        </p:nvSpPr>
        <p:spPr bwMode="auto">
          <a:xfrm>
            <a:off x="2039938" y="5568950"/>
            <a:ext cx="5235575"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  B  J  E  K  A  L  F  M</a:t>
            </a:r>
          </a:p>
        </p:txBody>
      </p:sp>
      <p:sp>
        <p:nvSpPr>
          <p:cNvPr id="3" name="Footer Placeholder 2">
            <a:extLst>
              <a:ext uri="{FF2B5EF4-FFF2-40B4-BE49-F238E27FC236}">
                <a16:creationId xmlns:a16="http://schemas.microsoft.com/office/drawing/2014/main" id="{A55B6DE8-4C8B-E693-A086-0FC43494EAE4}"/>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31C91667-3AB0-B874-7892-EA47E4FE1F79}"/>
              </a:ext>
            </a:extLst>
          </p:cNvPr>
          <p:cNvSpPr>
            <a:spLocks noGrp="1"/>
          </p:cNvSpPr>
          <p:nvPr>
            <p:ph type="sldNum" sz="quarter" idx="12"/>
          </p:nvPr>
        </p:nvSpPr>
        <p:spPr/>
        <p:txBody>
          <a:bodyPr/>
          <a:lstStyle/>
          <a:p>
            <a:fld id="{95E664E9-BB0A-4932-9D77-E0DDE5779A37}" type="slidenum">
              <a:rPr lang="en-US" smtClean="0"/>
              <a:pPr/>
              <a:t>103</a:t>
            </a:fld>
            <a:endParaRPr lang="en-US" dirty="0"/>
          </a:p>
        </p:txBody>
      </p:sp>
    </p:spTree>
  </p:cSld>
  <p:clrMapOvr>
    <a:masterClrMapping/>
  </p:clrMapOvr>
  <p:transition advTm="1000"/>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6" name="Line 2"/>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79587" name="Line 3"/>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79588" name="Line 4"/>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79589"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79590" name="Oval 6"/>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9591"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79592" name="Oval 8"/>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9593"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79594" name="Oval 10"/>
          <p:cNvSpPr>
            <a:spLocks noChangeArrowheads="1"/>
          </p:cNvSpPr>
          <p:nvPr/>
        </p:nvSpPr>
        <p:spPr bwMode="auto">
          <a:xfrm>
            <a:off x="6254750" y="2744788"/>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79595"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79596" name="Oval 12"/>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9597"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79598" name="Oval 14"/>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9599"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79600" name="Oval 16"/>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9601"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79602" name="Oval 18"/>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9603"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79604"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9605"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79606"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9607"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79608"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9609"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79610"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9611"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79612"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9613"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79614"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9615"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79616"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9617"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79618"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79619"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79620" name="Line 36"/>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79621" name="Line 37"/>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79622" name="Line 38"/>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79623" name="Line 39"/>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79624" name="Line 40"/>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79625" name="Line 41"/>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79626"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79627"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79628"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79629"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79630"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79631" name="Line 47"/>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79632" name="Line 48"/>
          <p:cNvSpPr>
            <a:spLocks noChangeShapeType="1"/>
          </p:cNvSpPr>
          <p:nvPr/>
        </p:nvSpPr>
        <p:spPr bwMode="auto">
          <a:xfrm>
            <a:off x="5373688" y="2970213"/>
            <a:ext cx="6477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79633" name="Rectangle 49"/>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79634" name="Rectangle 50"/>
          <p:cNvSpPr>
            <a:spLocks noChangeArrowheads="1"/>
          </p:cNvSpPr>
          <p:nvPr/>
        </p:nvSpPr>
        <p:spPr bwMode="auto">
          <a:xfrm>
            <a:off x="1781175" y="5568950"/>
            <a:ext cx="5754688"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  B  J  E  K  A  L  F  M  C</a:t>
            </a:r>
          </a:p>
        </p:txBody>
      </p:sp>
      <p:sp>
        <p:nvSpPr>
          <p:cNvPr id="3" name="Footer Placeholder 2">
            <a:extLst>
              <a:ext uri="{FF2B5EF4-FFF2-40B4-BE49-F238E27FC236}">
                <a16:creationId xmlns:a16="http://schemas.microsoft.com/office/drawing/2014/main" id="{820966C7-AAB1-72C6-AE70-F181F5768BE6}"/>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D1DBEF75-8CF2-9D4C-713A-E43FA182277A}"/>
              </a:ext>
            </a:extLst>
          </p:cNvPr>
          <p:cNvSpPr>
            <a:spLocks noGrp="1"/>
          </p:cNvSpPr>
          <p:nvPr>
            <p:ph type="sldNum" sz="quarter" idx="12"/>
          </p:nvPr>
        </p:nvSpPr>
        <p:spPr/>
        <p:txBody>
          <a:bodyPr/>
          <a:lstStyle/>
          <a:p>
            <a:fld id="{95E664E9-BB0A-4932-9D77-E0DDE5779A37}" type="slidenum">
              <a:rPr lang="en-US" smtClean="0"/>
              <a:pPr/>
              <a:t>104</a:t>
            </a:fld>
            <a:endParaRPr lang="en-US" dirty="0"/>
          </a:p>
        </p:txBody>
      </p:sp>
    </p:spTree>
  </p:cSld>
  <p:clrMapOvr>
    <a:masterClrMapping/>
  </p:clrMapOvr>
  <p:transition advTm="1000"/>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Line 2"/>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80611" name="Line 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80612" name="Line 4"/>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80613"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80614" name="Oval 6"/>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0615"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80616" name="Oval 8"/>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0617"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80618" name="Oval 10"/>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0619"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80620" name="Oval 12"/>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0621"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80622" name="Oval 14"/>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0623"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80624" name="Oval 16"/>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0625"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80626" name="Oval 18"/>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0627"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80628"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0629"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80630"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0631"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80632"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0633"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80634"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0635"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80636"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0637"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80638"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0639"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80640"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0641"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80642"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0643"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80644" name="Line 36"/>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80645" name="Line 37"/>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80646" name="Line 38"/>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80647" name="Line 39"/>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80648" name="Line 40"/>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80649" name="Line 41"/>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80650" name="Line 42"/>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80651" name="Line 43"/>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80652"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80653"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80654" name="Line 46"/>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80655" name="Line 47"/>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80656" name="Line 48"/>
          <p:cNvSpPr>
            <a:spLocks noChangeShapeType="1"/>
          </p:cNvSpPr>
          <p:nvPr/>
        </p:nvSpPr>
        <p:spPr bwMode="auto">
          <a:xfrm>
            <a:off x="6584950" y="3182938"/>
            <a:ext cx="525463" cy="73501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80657" name="Rectangle 49"/>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80658" name="Rectangle 50"/>
          <p:cNvSpPr>
            <a:spLocks noChangeArrowheads="1"/>
          </p:cNvSpPr>
          <p:nvPr/>
        </p:nvSpPr>
        <p:spPr bwMode="auto">
          <a:xfrm>
            <a:off x="1781175" y="5568950"/>
            <a:ext cx="5754688"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  B  J  E  K  A  L  F  M  C</a:t>
            </a:r>
          </a:p>
        </p:txBody>
      </p:sp>
      <p:sp>
        <p:nvSpPr>
          <p:cNvPr id="3" name="Footer Placeholder 2">
            <a:extLst>
              <a:ext uri="{FF2B5EF4-FFF2-40B4-BE49-F238E27FC236}">
                <a16:creationId xmlns:a16="http://schemas.microsoft.com/office/drawing/2014/main" id="{4671D79E-C2C3-F904-CD8A-58F2A94B4BE5}"/>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8694C840-8985-66E1-201A-73BF751873C3}"/>
              </a:ext>
            </a:extLst>
          </p:cNvPr>
          <p:cNvSpPr>
            <a:spLocks noGrp="1"/>
          </p:cNvSpPr>
          <p:nvPr>
            <p:ph type="sldNum" sz="quarter" idx="12"/>
          </p:nvPr>
        </p:nvSpPr>
        <p:spPr/>
        <p:txBody>
          <a:bodyPr/>
          <a:lstStyle/>
          <a:p>
            <a:fld id="{95E664E9-BB0A-4932-9D77-E0DDE5779A37}" type="slidenum">
              <a:rPr lang="en-US" smtClean="0"/>
              <a:pPr/>
              <a:t>105</a:t>
            </a:fld>
            <a:endParaRPr lang="en-US" dirty="0"/>
          </a:p>
        </p:txBody>
      </p:sp>
    </p:spTree>
  </p:cSld>
  <p:clrMapOvr>
    <a:masterClrMapping/>
  </p:clrMapOvr>
  <p:transition advTm="1000"/>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Line 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81635"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81636"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1637"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81638"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1639"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81640"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1641"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81642"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1643"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81644"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1645"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81646"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1647"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81648"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1649"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81650"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1651"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81652"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1653"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81654"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1655"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81656"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1657"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81658"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1659"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81660"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1661"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81662"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1663"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81664"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1665"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81666"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81667"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81668"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81669"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81670"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81671"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81672"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81673"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81674"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81675"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81676"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81677"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81678"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81679" name="Line 47"/>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81680" name="Line 48"/>
          <p:cNvSpPr>
            <a:spLocks noChangeShapeType="1"/>
          </p:cNvSpPr>
          <p:nvPr/>
        </p:nvSpPr>
        <p:spPr bwMode="auto">
          <a:xfrm flipH="1">
            <a:off x="6888163" y="4264025"/>
            <a:ext cx="330200" cy="731838"/>
          </a:xfrm>
          <a:prstGeom prst="line">
            <a:avLst/>
          </a:prstGeom>
          <a:noFill/>
          <a:ln w="25400">
            <a:solidFill>
              <a:schemeClr val="tx2"/>
            </a:solidFill>
            <a:round/>
            <a:headEnd/>
            <a:tailEnd type="triangle" w="med" len="med"/>
          </a:ln>
          <a:effectLst/>
        </p:spPr>
        <p:txBody>
          <a:bodyPr wrap="none" anchor="ctr"/>
          <a:lstStyle/>
          <a:p>
            <a:endParaRPr lang="en-US"/>
          </a:p>
        </p:txBody>
      </p:sp>
      <p:sp>
        <p:nvSpPr>
          <p:cNvPr id="581681" name="Line 49"/>
          <p:cNvSpPr>
            <a:spLocks noChangeShapeType="1"/>
          </p:cNvSpPr>
          <p:nvPr/>
        </p:nvSpPr>
        <p:spPr bwMode="auto">
          <a:xfrm>
            <a:off x="6584950" y="3182938"/>
            <a:ext cx="525463" cy="73501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81682" name="Rectangle 50"/>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81683" name="Rectangle 51"/>
          <p:cNvSpPr>
            <a:spLocks noChangeArrowheads="1"/>
          </p:cNvSpPr>
          <p:nvPr/>
        </p:nvSpPr>
        <p:spPr bwMode="auto">
          <a:xfrm>
            <a:off x="1781175" y="5568950"/>
            <a:ext cx="5754688"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  B  J  E  K  A  L  F  M  C</a:t>
            </a:r>
          </a:p>
        </p:txBody>
      </p:sp>
      <p:sp>
        <p:nvSpPr>
          <p:cNvPr id="3" name="Footer Placeholder 2">
            <a:extLst>
              <a:ext uri="{FF2B5EF4-FFF2-40B4-BE49-F238E27FC236}">
                <a16:creationId xmlns:a16="http://schemas.microsoft.com/office/drawing/2014/main" id="{74260680-7D15-9BBC-4904-07BDC2031008}"/>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89C2EE0D-BA04-EC32-3804-ECE8D92F82EE}"/>
              </a:ext>
            </a:extLst>
          </p:cNvPr>
          <p:cNvSpPr>
            <a:spLocks noGrp="1"/>
          </p:cNvSpPr>
          <p:nvPr>
            <p:ph type="sldNum" sz="quarter" idx="12"/>
          </p:nvPr>
        </p:nvSpPr>
        <p:spPr/>
        <p:txBody>
          <a:bodyPr/>
          <a:lstStyle/>
          <a:p>
            <a:fld id="{95E664E9-BB0A-4932-9D77-E0DDE5779A37}" type="slidenum">
              <a:rPr lang="en-US" smtClean="0"/>
              <a:pPr/>
              <a:t>106</a:t>
            </a:fld>
            <a:endParaRPr lang="en-US" dirty="0"/>
          </a:p>
        </p:txBody>
      </p:sp>
    </p:spTree>
  </p:cSld>
  <p:clrMapOvr>
    <a:masterClrMapping/>
  </p:clrMapOvr>
  <p:transition advTm="1000"/>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Line 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82659"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82660"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2661"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82662"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2663"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82664"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2665"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82666"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2667"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82668"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2669"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82670"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2671"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82672"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2673"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82674"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2675"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82676"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2677"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82678"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2679"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82680"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2681"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82682"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2683"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82684"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2685"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82686" name="Oval 30"/>
          <p:cNvSpPr>
            <a:spLocks noChangeArrowheads="1"/>
          </p:cNvSpPr>
          <p:nvPr/>
        </p:nvSpPr>
        <p:spPr bwMode="auto">
          <a:xfrm>
            <a:off x="67325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82687"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82688"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2689"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82690"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82691"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82692"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82693"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82694"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82695"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82696"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82697"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82698"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82699"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82700"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82701"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82702"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82703" name="Line 47"/>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82704" name="Line 48"/>
          <p:cNvSpPr>
            <a:spLocks noChangeShapeType="1"/>
          </p:cNvSpPr>
          <p:nvPr/>
        </p:nvSpPr>
        <p:spPr bwMode="auto">
          <a:xfrm flipH="1">
            <a:off x="6888163" y="4264025"/>
            <a:ext cx="330200" cy="731838"/>
          </a:xfrm>
          <a:prstGeom prst="line">
            <a:avLst/>
          </a:prstGeom>
          <a:noFill/>
          <a:ln w="25400">
            <a:solidFill>
              <a:schemeClr val="tx2"/>
            </a:solidFill>
            <a:round/>
            <a:headEnd/>
            <a:tailEnd type="triangle" w="med" len="med"/>
          </a:ln>
          <a:effectLst/>
        </p:spPr>
        <p:txBody>
          <a:bodyPr wrap="none" anchor="ctr"/>
          <a:lstStyle/>
          <a:p>
            <a:endParaRPr lang="en-US"/>
          </a:p>
        </p:txBody>
      </p:sp>
      <p:sp>
        <p:nvSpPr>
          <p:cNvPr id="582705" name="Line 49"/>
          <p:cNvSpPr>
            <a:spLocks noChangeShapeType="1"/>
          </p:cNvSpPr>
          <p:nvPr/>
        </p:nvSpPr>
        <p:spPr bwMode="auto">
          <a:xfrm>
            <a:off x="6335713" y="5254625"/>
            <a:ext cx="338137" cy="7938"/>
          </a:xfrm>
          <a:prstGeom prst="line">
            <a:avLst/>
          </a:prstGeom>
          <a:noFill/>
          <a:ln w="25400">
            <a:solidFill>
              <a:schemeClr val="tx2"/>
            </a:solidFill>
            <a:round/>
            <a:headEnd/>
            <a:tailEnd type="triangle" w="med" len="med"/>
          </a:ln>
          <a:effectLst/>
        </p:spPr>
        <p:txBody>
          <a:bodyPr wrap="none" anchor="ctr"/>
          <a:lstStyle/>
          <a:p>
            <a:endParaRPr lang="en-US"/>
          </a:p>
        </p:txBody>
      </p:sp>
      <p:sp>
        <p:nvSpPr>
          <p:cNvPr id="582706" name="Line 50"/>
          <p:cNvSpPr>
            <a:spLocks noChangeShapeType="1"/>
          </p:cNvSpPr>
          <p:nvPr/>
        </p:nvSpPr>
        <p:spPr bwMode="auto">
          <a:xfrm>
            <a:off x="6584950" y="3182938"/>
            <a:ext cx="525463" cy="73501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82707" name="Rectangle 51"/>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82708" name="Rectangle 52"/>
          <p:cNvSpPr>
            <a:spLocks noChangeArrowheads="1"/>
          </p:cNvSpPr>
          <p:nvPr/>
        </p:nvSpPr>
        <p:spPr bwMode="auto">
          <a:xfrm>
            <a:off x="1520825" y="5568950"/>
            <a:ext cx="6273800"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  B  J  E  K  A  L  F  M  C  N</a:t>
            </a:r>
          </a:p>
        </p:txBody>
      </p:sp>
      <p:sp>
        <p:nvSpPr>
          <p:cNvPr id="3" name="Footer Placeholder 2">
            <a:extLst>
              <a:ext uri="{FF2B5EF4-FFF2-40B4-BE49-F238E27FC236}">
                <a16:creationId xmlns:a16="http://schemas.microsoft.com/office/drawing/2014/main" id="{CA409BAA-D4AC-F6E9-A7B0-D3F171F77FF1}"/>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99EDD4AB-4616-2A46-5A9D-A2FC8A2876BD}"/>
              </a:ext>
            </a:extLst>
          </p:cNvPr>
          <p:cNvSpPr>
            <a:spLocks noGrp="1"/>
          </p:cNvSpPr>
          <p:nvPr>
            <p:ph type="sldNum" sz="quarter" idx="12"/>
          </p:nvPr>
        </p:nvSpPr>
        <p:spPr/>
        <p:txBody>
          <a:bodyPr/>
          <a:lstStyle/>
          <a:p>
            <a:fld id="{95E664E9-BB0A-4932-9D77-E0DDE5779A37}" type="slidenum">
              <a:rPr lang="en-US" smtClean="0"/>
              <a:pPr/>
              <a:t>107</a:t>
            </a:fld>
            <a:endParaRPr lang="en-US" dirty="0"/>
          </a:p>
        </p:txBody>
      </p:sp>
    </p:spTree>
  </p:cSld>
  <p:clrMapOvr>
    <a:masterClrMapping/>
  </p:clrMapOvr>
  <p:transition advTm="1000"/>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2" name="Line 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83683"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83684"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3685"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83686"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3687"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83688"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3689"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83690"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3691"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83692"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3693"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83694"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3695"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83696"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3697"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83698"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3699"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83700"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3701"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83702"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3703"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83704"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3705"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83706"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3707"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83708"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3709"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83710" name="Oval 30"/>
          <p:cNvSpPr>
            <a:spLocks noChangeArrowheads="1"/>
          </p:cNvSpPr>
          <p:nvPr/>
        </p:nvSpPr>
        <p:spPr bwMode="auto">
          <a:xfrm>
            <a:off x="67325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83711"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83712"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3713"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83714"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83715"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83716"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83717"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83718"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83719"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83720"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83721"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83722"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83723"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83724"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83725"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83726"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83727" name="Line 47"/>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83728" name="Line 48"/>
          <p:cNvSpPr>
            <a:spLocks noChangeShapeType="1"/>
          </p:cNvSpPr>
          <p:nvPr/>
        </p:nvSpPr>
        <p:spPr bwMode="auto">
          <a:xfrm>
            <a:off x="6584950" y="3182938"/>
            <a:ext cx="525463" cy="73501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83729" name="Line 49"/>
          <p:cNvSpPr>
            <a:spLocks noChangeShapeType="1"/>
          </p:cNvSpPr>
          <p:nvPr/>
        </p:nvSpPr>
        <p:spPr bwMode="auto">
          <a:xfrm flipH="1">
            <a:off x="7091363" y="4327525"/>
            <a:ext cx="298450" cy="711200"/>
          </a:xfrm>
          <a:prstGeom prst="line">
            <a:avLst/>
          </a:prstGeom>
          <a:noFill/>
          <a:ln w="25400">
            <a:solidFill>
              <a:schemeClr val="tx2"/>
            </a:solidFill>
            <a:round/>
            <a:headEnd type="triangle" w="med" len="med"/>
            <a:tailEnd/>
          </a:ln>
          <a:effectLst/>
        </p:spPr>
        <p:txBody>
          <a:bodyPr wrap="none" anchor="ctr"/>
          <a:lstStyle/>
          <a:p>
            <a:endParaRPr lang="en-US"/>
          </a:p>
        </p:txBody>
      </p:sp>
      <p:sp>
        <p:nvSpPr>
          <p:cNvPr id="583730" name="Rectangle 50"/>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83731" name="Rectangle 51"/>
          <p:cNvSpPr>
            <a:spLocks noChangeArrowheads="1"/>
          </p:cNvSpPr>
          <p:nvPr/>
        </p:nvSpPr>
        <p:spPr bwMode="auto">
          <a:xfrm>
            <a:off x="1520825" y="5568950"/>
            <a:ext cx="6273800"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  B  J  E  K  A  L  F  M  C  N</a:t>
            </a:r>
          </a:p>
        </p:txBody>
      </p:sp>
      <p:sp>
        <p:nvSpPr>
          <p:cNvPr id="3" name="Footer Placeholder 2">
            <a:extLst>
              <a:ext uri="{FF2B5EF4-FFF2-40B4-BE49-F238E27FC236}">
                <a16:creationId xmlns:a16="http://schemas.microsoft.com/office/drawing/2014/main" id="{6F92FA66-1517-D0A5-4AC1-34E50366DCB5}"/>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CAAC99A0-7E9E-3A06-C44C-F5E62A69E3E2}"/>
              </a:ext>
            </a:extLst>
          </p:cNvPr>
          <p:cNvSpPr>
            <a:spLocks noGrp="1"/>
          </p:cNvSpPr>
          <p:nvPr>
            <p:ph type="sldNum" sz="quarter" idx="12"/>
          </p:nvPr>
        </p:nvSpPr>
        <p:spPr/>
        <p:txBody>
          <a:bodyPr/>
          <a:lstStyle/>
          <a:p>
            <a:fld id="{95E664E9-BB0A-4932-9D77-E0DDE5779A37}" type="slidenum">
              <a:rPr lang="en-US" smtClean="0"/>
              <a:pPr/>
              <a:t>108</a:t>
            </a:fld>
            <a:endParaRPr lang="en-US" dirty="0"/>
          </a:p>
        </p:txBody>
      </p:sp>
    </p:spTree>
  </p:cSld>
  <p:clrMapOvr>
    <a:masterClrMapping/>
  </p:clrMapOvr>
  <p:transition advTm="1000"/>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Line 2"/>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84707" name="Line 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84708" name="Line 4"/>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84709"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84710" name="Oval 6"/>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4711"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84712" name="Oval 8"/>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4713"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84714" name="Oval 10"/>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4715"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84716" name="Oval 12"/>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4717"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84718" name="Oval 14"/>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4719"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84720" name="Oval 16"/>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4721"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84722" name="Oval 18"/>
          <p:cNvSpPr>
            <a:spLocks noChangeArrowheads="1"/>
          </p:cNvSpPr>
          <p:nvPr/>
        </p:nvSpPr>
        <p:spPr bwMode="auto">
          <a:xfrm>
            <a:off x="7169150" y="3863975"/>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84723"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84724"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4725"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84726"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4727"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84728"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4729"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84730"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4731"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84732"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4733"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84734"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4735"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84736"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4737"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84738"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4739"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84740" name="Line 36"/>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84741" name="Line 37"/>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84742" name="Line 38"/>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84743" name="Line 39"/>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84744" name="Line 40"/>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84745" name="Line 41"/>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84746" name="Line 42"/>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84747" name="Line 43"/>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84748"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84749"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84750" name="Line 46"/>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84751" name="Line 47"/>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84752" name="Line 48"/>
          <p:cNvSpPr>
            <a:spLocks noChangeShapeType="1"/>
          </p:cNvSpPr>
          <p:nvPr/>
        </p:nvSpPr>
        <p:spPr bwMode="auto">
          <a:xfrm>
            <a:off x="6584950" y="3182938"/>
            <a:ext cx="525463" cy="73501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84753" name="Line 49"/>
          <p:cNvSpPr>
            <a:spLocks noChangeShapeType="1"/>
          </p:cNvSpPr>
          <p:nvPr/>
        </p:nvSpPr>
        <p:spPr bwMode="auto">
          <a:xfrm>
            <a:off x="6430963" y="4057650"/>
            <a:ext cx="6477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84754" name="Rectangle 50"/>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84755" name="Rectangle 51"/>
          <p:cNvSpPr>
            <a:spLocks noChangeArrowheads="1"/>
          </p:cNvSpPr>
          <p:nvPr/>
        </p:nvSpPr>
        <p:spPr bwMode="auto">
          <a:xfrm>
            <a:off x="1250950" y="5568950"/>
            <a:ext cx="6815138"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  B  J  E  K  A  L  F  M  C  N  G</a:t>
            </a:r>
          </a:p>
        </p:txBody>
      </p:sp>
      <p:sp>
        <p:nvSpPr>
          <p:cNvPr id="3" name="Footer Placeholder 2">
            <a:extLst>
              <a:ext uri="{FF2B5EF4-FFF2-40B4-BE49-F238E27FC236}">
                <a16:creationId xmlns:a16="http://schemas.microsoft.com/office/drawing/2014/main" id="{4159509A-6F3A-9B1F-B38B-25D24E0BB4E7}"/>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8912086A-F3CD-7917-4F9C-E8BED2015DF4}"/>
              </a:ext>
            </a:extLst>
          </p:cNvPr>
          <p:cNvSpPr>
            <a:spLocks noGrp="1"/>
          </p:cNvSpPr>
          <p:nvPr>
            <p:ph type="sldNum" sz="quarter" idx="12"/>
          </p:nvPr>
        </p:nvSpPr>
        <p:spPr/>
        <p:txBody>
          <a:bodyPr/>
          <a:lstStyle/>
          <a:p>
            <a:fld id="{95E664E9-BB0A-4932-9D77-E0DDE5779A37}" type="slidenum">
              <a:rPr lang="en-US" smtClean="0"/>
              <a:pPr/>
              <a:t>109</a:t>
            </a:fld>
            <a:endParaRPr lang="en-US" dirty="0"/>
          </a:p>
        </p:txBody>
      </p:sp>
    </p:spTree>
  </p:cSld>
  <p:clrMapOvr>
    <a:masterClrMapping/>
  </p:clrMapOvr>
  <p:transition advTm="1000"/>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0" name="Line 2"/>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85731"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85732"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5733"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85734"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5735"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85736"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5737"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85738"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5739"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85740"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5741"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85742"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5743"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85744"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5745"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85746"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5747"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85748"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5749"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85750"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5751"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85752"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5753"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85754"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5755"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85756"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5757"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85758"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5759"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85760"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5761"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85762"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85763"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85764"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85765"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85766"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85767"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85768"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85769"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85770"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85771"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85772"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85773"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85774" name="Line 46"/>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85775" name="Line 47"/>
          <p:cNvSpPr>
            <a:spLocks noChangeShapeType="1"/>
          </p:cNvSpPr>
          <p:nvPr/>
        </p:nvSpPr>
        <p:spPr bwMode="auto">
          <a:xfrm>
            <a:off x="7507288" y="4344988"/>
            <a:ext cx="252412" cy="7000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585776"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85777" name="Line 49"/>
          <p:cNvSpPr>
            <a:spLocks noChangeShapeType="1"/>
          </p:cNvSpPr>
          <p:nvPr/>
        </p:nvSpPr>
        <p:spPr bwMode="auto">
          <a:xfrm>
            <a:off x="6584950" y="3182938"/>
            <a:ext cx="525463" cy="73501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85778" name="Rectangle 50"/>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85779" name="Rectangle 51"/>
          <p:cNvSpPr>
            <a:spLocks noChangeArrowheads="1"/>
          </p:cNvSpPr>
          <p:nvPr/>
        </p:nvSpPr>
        <p:spPr bwMode="auto">
          <a:xfrm>
            <a:off x="1250950" y="5568950"/>
            <a:ext cx="6815138"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  B  J  E  K  A  L  F  M  C  N  G</a:t>
            </a:r>
          </a:p>
        </p:txBody>
      </p:sp>
      <p:sp>
        <p:nvSpPr>
          <p:cNvPr id="3" name="Footer Placeholder 2">
            <a:extLst>
              <a:ext uri="{FF2B5EF4-FFF2-40B4-BE49-F238E27FC236}">
                <a16:creationId xmlns:a16="http://schemas.microsoft.com/office/drawing/2014/main" id="{6553638A-2B0F-8ECE-03C3-82222B09AD73}"/>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24A6150F-28D5-6492-E834-B2D5E2796488}"/>
              </a:ext>
            </a:extLst>
          </p:cNvPr>
          <p:cNvSpPr>
            <a:spLocks noGrp="1"/>
          </p:cNvSpPr>
          <p:nvPr>
            <p:ph type="sldNum" sz="quarter" idx="12"/>
          </p:nvPr>
        </p:nvSpPr>
        <p:spPr/>
        <p:txBody>
          <a:bodyPr/>
          <a:lstStyle/>
          <a:p>
            <a:fld id="{95E664E9-BB0A-4932-9D77-E0DDE5779A37}" type="slidenum">
              <a:rPr lang="en-US" smtClean="0"/>
              <a:pPr/>
              <a:t>110</a:t>
            </a:fld>
            <a:endParaRPr lang="en-US" dirty="0"/>
          </a:p>
        </p:txBody>
      </p:sp>
    </p:spTree>
  </p:cSld>
  <p:clrMapOvr>
    <a:masterClrMapping/>
  </p:clrMapOvr>
  <p:transition advTm="1000"/>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754" name="Line 2"/>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86755"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86756"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6757"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86758"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6759"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86760"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6761"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86762"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6763"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86764"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6765"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86766"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6767"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86768"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6769"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86770"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6771"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86772"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6773"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86774"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6775"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86776"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6777"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86778"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6779"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86780"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6781"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86782"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6783"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86784" name="Oval 32"/>
          <p:cNvSpPr>
            <a:spLocks noChangeArrowheads="1"/>
          </p:cNvSpPr>
          <p:nvPr/>
        </p:nvSpPr>
        <p:spPr bwMode="auto">
          <a:xfrm>
            <a:off x="77231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86785"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86786"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86787"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86788"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86789"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86790"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86791"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86792"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86793"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86794"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86795"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86796"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86797"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86798" name="Line 46"/>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86799" name="Line 47"/>
          <p:cNvSpPr>
            <a:spLocks noChangeShapeType="1"/>
          </p:cNvSpPr>
          <p:nvPr/>
        </p:nvSpPr>
        <p:spPr bwMode="auto">
          <a:xfrm>
            <a:off x="7507288" y="4344988"/>
            <a:ext cx="252412" cy="7000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586800"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86801" name="Line 49"/>
          <p:cNvSpPr>
            <a:spLocks noChangeShapeType="1"/>
          </p:cNvSpPr>
          <p:nvPr/>
        </p:nvSpPr>
        <p:spPr bwMode="auto">
          <a:xfrm>
            <a:off x="6584950" y="3182938"/>
            <a:ext cx="525463" cy="73501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86802" name="Line 50"/>
          <p:cNvSpPr>
            <a:spLocks noChangeShapeType="1"/>
          </p:cNvSpPr>
          <p:nvPr/>
        </p:nvSpPr>
        <p:spPr bwMode="auto">
          <a:xfrm>
            <a:off x="7273925" y="5262563"/>
            <a:ext cx="3810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86803" name="Rectangle 51"/>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86804" name="Rectangle 52"/>
          <p:cNvSpPr>
            <a:spLocks noChangeArrowheads="1"/>
          </p:cNvSpPr>
          <p:nvPr/>
        </p:nvSpPr>
        <p:spPr bwMode="auto">
          <a:xfrm>
            <a:off x="979488" y="5568950"/>
            <a:ext cx="7356475"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  B  J  E  K  A  L  F  M  C  N  G  O</a:t>
            </a:r>
          </a:p>
        </p:txBody>
      </p:sp>
      <p:sp>
        <p:nvSpPr>
          <p:cNvPr id="3" name="Footer Placeholder 2">
            <a:extLst>
              <a:ext uri="{FF2B5EF4-FFF2-40B4-BE49-F238E27FC236}">
                <a16:creationId xmlns:a16="http://schemas.microsoft.com/office/drawing/2014/main" id="{C91FA8D3-3BBE-8677-67C6-4BC3A8BACB4A}"/>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6AE5204D-81CF-2FB3-E88B-8F76F8D91C69}"/>
              </a:ext>
            </a:extLst>
          </p:cNvPr>
          <p:cNvSpPr>
            <a:spLocks noGrp="1"/>
          </p:cNvSpPr>
          <p:nvPr>
            <p:ph type="sldNum" sz="quarter" idx="12"/>
          </p:nvPr>
        </p:nvSpPr>
        <p:spPr/>
        <p:txBody>
          <a:bodyPr/>
          <a:lstStyle/>
          <a:p>
            <a:fld id="{95E664E9-BB0A-4932-9D77-E0DDE5779A37}" type="slidenum">
              <a:rPr lang="en-US" smtClean="0"/>
              <a:pPr/>
              <a:t>111</a:t>
            </a:fld>
            <a:endParaRPr lang="en-US" dirty="0"/>
          </a:p>
        </p:txBody>
      </p:sp>
    </p:spTree>
  </p:cSld>
  <p:clrMapOvr>
    <a:masterClrMapping/>
  </p:clrMapOvr>
  <p:transition advTm="1000"/>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8" name="Line 2"/>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87779"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87780"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7781"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87782"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7783"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87784"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7785"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87786"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7787"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87788"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7789"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87790"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7791"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87792"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7793"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87794"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7795"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87796"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7797"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87798"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7799"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87800"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7801"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87802"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7803"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87804"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7805"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87806"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7807"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87808" name="Oval 32"/>
          <p:cNvSpPr>
            <a:spLocks noChangeArrowheads="1"/>
          </p:cNvSpPr>
          <p:nvPr/>
        </p:nvSpPr>
        <p:spPr bwMode="auto">
          <a:xfrm>
            <a:off x="77231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87809"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87810"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87811"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87812"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87813"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87814"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87815"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87816"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87817"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87818"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87819"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87820"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87821"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87822" name="Line 46"/>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87823" name="Line 47"/>
          <p:cNvSpPr>
            <a:spLocks noChangeShapeType="1"/>
          </p:cNvSpPr>
          <p:nvPr/>
        </p:nvSpPr>
        <p:spPr bwMode="auto">
          <a:xfrm>
            <a:off x="7721600" y="4205288"/>
            <a:ext cx="295275" cy="811212"/>
          </a:xfrm>
          <a:prstGeom prst="line">
            <a:avLst/>
          </a:prstGeom>
          <a:noFill/>
          <a:ln w="25400">
            <a:solidFill>
              <a:schemeClr val="tx2"/>
            </a:solidFill>
            <a:round/>
            <a:headEnd type="triangle" w="med" len="med"/>
            <a:tailEnd/>
          </a:ln>
          <a:effectLst/>
        </p:spPr>
        <p:txBody>
          <a:bodyPr wrap="none" anchor="ctr"/>
          <a:lstStyle/>
          <a:p>
            <a:endParaRPr lang="en-US"/>
          </a:p>
        </p:txBody>
      </p:sp>
      <p:sp>
        <p:nvSpPr>
          <p:cNvPr id="587824"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87825" name="Line 49"/>
          <p:cNvSpPr>
            <a:spLocks noChangeShapeType="1"/>
          </p:cNvSpPr>
          <p:nvPr/>
        </p:nvSpPr>
        <p:spPr bwMode="auto">
          <a:xfrm>
            <a:off x="6584950" y="3182938"/>
            <a:ext cx="525463" cy="73501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87826" name="Rectangle 50"/>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87827" name="Rectangle 51"/>
          <p:cNvSpPr>
            <a:spLocks noChangeArrowheads="1"/>
          </p:cNvSpPr>
          <p:nvPr/>
        </p:nvSpPr>
        <p:spPr bwMode="auto">
          <a:xfrm>
            <a:off x="979488" y="5568950"/>
            <a:ext cx="7356475"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  B  J  E  K  A  L  F  M  C  N  G  O</a:t>
            </a:r>
          </a:p>
        </p:txBody>
      </p:sp>
      <p:sp>
        <p:nvSpPr>
          <p:cNvPr id="3" name="Footer Placeholder 2">
            <a:extLst>
              <a:ext uri="{FF2B5EF4-FFF2-40B4-BE49-F238E27FC236}">
                <a16:creationId xmlns:a16="http://schemas.microsoft.com/office/drawing/2014/main" id="{A37F67D4-DE45-5F2C-0385-96E2CB0BA64C}"/>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2F71421C-2C3D-E704-68C6-1FEEE21ACB77}"/>
              </a:ext>
            </a:extLst>
          </p:cNvPr>
          <p:cNvSpPr>
            <a:spLocks noGrp="1"/>
          </p:cNvSpPr>
          <p:nvPr>
            <p:ph type="sldNum" sz="quarter" idx="12"/>
          </p:nvPr>
        </p:nvSpPr>
        <p:spPr/>
        <p:txBody>
          <a:bodyPr/>
          <a:lstStyle/>
          <a:p>
            <a:fld id="{95E664E9-BB0A-4932-9D77-E0DDE5779A37}" type="slidenum">
              <a:rPr lang="en-US" smtClean="0"/>
              <a:pPr/>
              <a:t>112</a:t>
            </a:fld>
            <a:endParaRPr lang="en-US" dirty="0"/>
          </a:p>
        </p:txBody>
      </p:sp>
    </p:spTree>
  </p:cSld>
  <p:clrMapOvr>
    <a:masterClrMapping/>
  </p:clrMapOvr>
  <p:transition advTm="1000"/>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2" name="Line 2"/>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88803"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88804"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8805"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88806"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8807"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88808"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8809"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88810"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8811"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88812"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8813"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88814"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8815"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88816"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8817"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88818"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8819"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88820"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8821"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88822"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8823"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88824"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8825"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88826"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8827"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88828"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8829"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88830"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8831"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88832" name="Oval 32"/>
          <p:cNvSpPr>
            <a:spLocks noChangeArrowheads="1"/>
          </p:cNvSpPr>
          <p:nvPr/>
        </p:nvSpPr>
        <p:spPr bwMode="auto">
          <a:xfrm>
            <a:off x="7723188" y="5078413"/>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588833"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88834"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88835"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88836"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88837"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88838"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88839"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88840"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88841"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88842"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88843"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88844"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88845"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88846" name="Line 46"/>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88847" name="Line 47"/>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588848" name="Line 48"/>
          <p:cNvSpPr>
            <a:spLocks noChangeShapeType="1"/>
          </p:cNvSpPr>
          <p:nvPr/>
        </p:nvSpPr>
        <p:spPr bwMode="auto">
          <a:xfrm>
            <a:off x="6808788" y="3011488"/>
            <a:ext cx="557212" cy="777875"/>
          </a:xfrm>
          <a:prstGeom prst="line">
            <a:avLst/>
          </a:prstGeom>
          <a:noFill/>
          <a:ln w="25400">
            <a:solidFill>
              <a:schemeClr val="tx2"/>
            </a:solidFill>
            <a:round/>
            <a:headEnd type="triangle" w="med" len="med"/>
            <a:tailEnd/>
          </a:ln>
          <a:effectLst/>
        </p:spPr>
        <p:txBody>
          <a:bodyPr wrap="none" anchor="ctr"/>
          <a:lstStyle/>
          <a:p>
            <a:endParaRPr lang="en-US"/>
          </a:p>
        </p:txBody>
      </p:sp>
      <p:sp>
        <p:nvSpPr>
          <p:cNvPr id="588849" name="Rectangle 49"/>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88850" name="Rectangle 50"/>
          <p:cNvSpPr>
            <a:spLocks noChangeArrowheads="1"/>
          </p:cNvSpPr>
          <p:nvPr/>
        </p:nvSpPr>
        <p:spPr bwMode="auto">
          <a:xfrm>
            <a:off x="979488" y="5568950"/>
            <a:ext cx="7356475"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  B  J  E  K  A  L  F  M  C  N  G  O</a:t>
            </a:r>
          </a:p>
        </p:txBody>
      </p:sp>
      <p:sp>
        <p:nvSpPr>
          <p:cNvPr id="3" name="Footer Placeholder 2">
            <a:extLst>
              <a:ext uri="{FF2B5EF4-FFF2-40B4-BE49-F238E27FC236}">
                <a16:creationId xmlns:a16="http://schemas.microsoft.com/office/drawing/2014/main" id="{6A779B42-F918-55D7-9448-24D5499BC5C9}"/>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882F507C-1AD9-931C-3F27-3EC32BE945C8}"/>
              </a:ext>
            </a:extLst>
          </p:cNvPr>
          <p:cNvSpPr>
            <a:spLocks noGrp="1"/>
          </p:cNvSpPr>
          <p:nvPr>
            <p:ph type="sldNum" sz="quarter" idx="12"/>
          </p:nvPr>
        </p:nvSpPr>
        <p:spPr/>
        <p:txBody>
          <a:bodyPr/>
          <a:lstStyle/>
          <a:p>
            <a:fld id="{95E664E9-BB0A-4932-9D77-E0DDE5779A37}" type="slidenum">
              <a:rPr lang="en-US" smtClean="0"/>
              <a:pPr/>
              <a:t>113</a:t>
            </a:fld>
            <a:endParaRPr lang="en-US" dirty="0"/>
          </a:p>
        </p:txBody>
      </p:sp>
    </p:spTree>
  </p:cSld>
  <p:clrMapOvr>
    <a:masterClrMapping/>
  </p:clrMapOvr>
  <p:transition advTm="1000"/>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6" name="Line 2"/>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89827"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89828"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9829"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89830"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9831"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89832"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9833"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89834"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9835"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89836"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9837"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89838"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9839"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89840"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9841"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89842"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9843"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89844"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9845"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89846"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9847"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89848"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9849"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89850"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9851"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89852"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9853"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89854"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89855"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89856" name="Oval 32"/>
          <p:cNvSpPr>
            <a:spLocks noChangeArrowheads="1"/>
          </p:cNvSpPr>
          <p:nvPr/>
        </p:nvSpPr>
        <p:spPr bwMode="auto">
          <a:xfrm>
            <a:off x="7723188" y="5078413"/>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589857"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89858"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89859"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89860"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89861"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89862"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89863"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89864"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89865"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89866"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89867"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89868"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89869"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89870" name="Line 46"/>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89871" name="Line 47"/>
          <p:cNvSpPr>
            <a:spLocks noChangeShapeType="1"/>
          </p:cNvSpPr>
          <p:nvPr/>
        </p:nvSpPr>
        <p:spPr bwMode="auto">
          <a:xfrm>
            <a:off x="5041900" y="2095500"/>
            <a:ext cx="1331913" cy="563563"/>
          </a:xfrm>
          <a:prstGeom prst="line">
            <a:avLst/>
          </a:prstGeom>
          <a:noFill/>
          <a:ln w="25400">
            <a:solidFill>
              <a:schemeClr val="tx2"/>
            </a:solidFill>
            <a:round/>
            <a:headEnd type="triangle" w="med" len="med"/>
            <a:tailEnd/>
          </a:ln>
          <a:effectLst/>
        </p:spPr>
        <p:txBody>
          <a:bodyPr wrap="none" anchor="ctr"/>
          <a:lstStyle/>
          <a:p>
            <a:endParaRPr lang="en-US"/>
          </a:p>
        </p:txBody>
      </p:sp>
      <p:sp>
        <p:nvSpPr>
          <p:cNvPr id="589872" name="Rectangle 48"/>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589873" name="Rectangle 49"/>
          <p:cNvSpPr>
            <a:spLocks noChangeArrowheads="1"/>
          </p:cNvSpPr>
          <p:nvPr/>
        </p:nvSpPr>
        <p:spPr bwMode="auto">
          <a:xfrm>
            <a:off x="979488" y="5568950"/>
            <a:ext cx="7356475"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  B  J  E  K  A  L  F  M  C  N  G  O</a:t>
            </a:r>
          </a:p>
        </p:txBody>
      </p:sp>
      <p:sp>
        <p:nvSpPr>
          <p:cNvPr id="3" name="Footer Placeholder 2">
            <a:extLst>
              <a:ext uri="{FF2B5EF4-FFF2-40B4-BE49-F238E27FC236}">
                <a16:creationId xmlns:a16="http://schemas.microsoft.com/office/drawing/2014/main" id="{3430B127-B368-17E5-F5CB-311441BE0804}"/>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C5377CC5-CBB2-7866-785B-618ECC3DB934}"/>
              </a:ext>
            </a:extLst>
          </p:cNvPr>
          <p:cNvSpPr>
            <a:spLocks noGrp="1"/>
          </p:cNvSpPr>
          <p:nvPr>
            <p:ph type="sldNum" sz="quarter" idx="12"/>
          </p:nvPr>
        </p:nvSpPr>
        <p:spPr/>
        <p:txBody>
          <a:bodyPr/>
          <a:lstStyle/>
          <a:p>
            <a:fld id="{95E664E9-BB0A-4932-9D77-E0DDE5779A37}" type="slidenum">
              <a:rPr lang="en-US" smtClean="0"/>
              <a:pPr/>
              <a:t>114</a:t>
            </a:fld>
            <a:endParaRPr lang="en-US" dirty="0"/>
          </a:p>
        </p:txBody>
      </p:sp>
    </p:spTree>
  </p:cSld>
  <p:clrMapOvr>
    <a:masterClrMapping/>
  </p:clrMapOvr>
  <p:transition advTm="1000"/>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850" name="Line 2"/>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90851" name="Line 3"/>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90852" name="Rectangle 4"/>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90853" name="Oval 5"/>
          <p:cNvSpPr>
            <a:spLocks noChangeArrowheads="1"/>
          </p:cNvSpPr>
          <p:nvPr/>
        </p:nvSpPr>
        <p:spPr bwMode="auto">
          <a:xfrm>
            <a:off x="4502150" y="1868488"/>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590854" name="Rectangle 6"/>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90855" name="Oval 7"/>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0856" name="Rectangle 8"/>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90857" name="Oval 9"/>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0858" name="Rectangle 10"/>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90859" name="Oval 11"/>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0860" name="Rectangle 12"/>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90861" name="Oval 13"/>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0862" name="Rectangle 14"/>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90863" name="Oval 15"/>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0864" name="Rectangle 16"/>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90865" name="Oval 17"/>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0866" name="Rectangle 18"/>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90867" name="Oval 19"/>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0868" name="Rectangle 20"/>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90869" name="Oval 21"/>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0870" name="Rectangle 22"/>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90871" name="Oval 23"/>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0872" name="Rectangle 24"/>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90873" name="Oval 25"/>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0874" name="Rectangle 26"/>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90875" name="Oval 27"/>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0876" name="Rectangle 28"/>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90877" name="Oval 29"/>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0878" name="Rectangle 30"/>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90879" name="Oval 31"/>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0880" name="Rectangle 32"/>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90881" name="Oval 33"/>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0882" name="Rectangle 34"/>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90883" name="Line 35"/>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90884" name="Line 36"/>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90885" name="Line 37"/>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90886" name="Line 38"/>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90887" name="Line 39"/>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90888" name="Line 40"/>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90889" name="Line 41"/>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90890"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90891"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90892"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90893"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90894"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90895" name="Rectangle 47"/>
          <p:cNvSpPr>
            <a:spLocks noChangeArrowheads="1"/>
          </p:cNvSpPr>
          <p:nvPr/>
        </p:nvSpPr>
        <p:spPr bwMode="auto">
          <a:xfrm>
            <a:off x="979488" y="5568950"/>
            <a:ext cx="7356475"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D  I  B  J  E  K  A  L  F  M  C  N  G  O</a:t>
            </a:r>
          </a:p>
        </p:txBody>
      </p:sp>
      <p:sp>
        <p:nvSpPr>
          <p:cNvPr id="590896" name="Rectangle 48"/>
          <p:cNvSpPr>
            <a:spLocks noGrp="1" noChangeArrowheads="1"/>
          </p:cNvSpPr>
          <p:nvPr>
            <p:ph type="title"/>
          </p:nvPr>
        </p:nvSpPr>
        <p:spPr>
          <a:noFill/>
          <a:ln/>
        </p:spPr>
        <p:txBody>
          <a:bodyPr lIns="90487" tIns="44450" rIns="90487" bIns="44450" anchor="ctr">
            <a:normAutofit fontScale="90000"/>
          </a:bodyPr>
          <a:lstStyle/>
          <a:p>
            <a:r>
              <a:rPr lang="en-US" u="sng"/>
              <a:t>In-order Traversal:</a:t>
            </a:r>
            <a:br>
              <a:rPr lang="en-US"/>
            </a:br>
            <a:r>
              <a:rPr lang="en-US"/>
              <a:t>Left Child - Root - Right Child</a:t>
            </a:r>
          </a:p>
        </p:txBody>
      </p:sp>
      <p:sp>
        <p:nvSpPr>
          <p:cNvPr id="3" name="Footer Placeholder 2">
            <a:extLst>
              <a:ext uri="{FF2B5EF4-FFF2-40B4-BE49-F238E27FC236}">
                <a16:creationId xmlns:a16="http://schemas.microsoft.com/office/drawing/2014/main" id="{DA3957D3-4A5A-8B5A-F540-3152085A934D}"/>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B74975A7-5966-2B9E-2206-0212FFDFC212}"/>
              </a:ext>
            </a:extLst>
          </p:cNvPr>
          <p:cNvSpPr>
            <a:spLocks noGrp="1"/>
          </p:cNvSpPr>
          <p:nvPr>
            <p:ph type="sldNum" sz="quarter" idx="12"/>
          </p:nvPr>
        </p:nvSpPr>
        <p:spPr/>
        <p:txBody>
          <a:bodyPr/>
          <a:lstStyle/>
          <a:p>
            <a:fld id="{95E664E9-BB0A-4932-9D77-E0DDE5779A37}" type="slidenum">
              <a:rPr lang="en-US" smtClean="0"/>
              <a:pPr/>
              <a:t>115</a:t>
            </a:fld>
            <a:endParaRPr lang="en-US" dirty="0"/>
          </a:p>
        </p:txBody>
      </p:sp>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8514" name="Rectangle 2"/>
          <p:cNvSpPr>
            <a:spLocks noGrp="1" noChangeArrowheads="1"/>
          </p:cNvSpPr>
          <p:nvPr>
            <p:ph type="title"/>
          </p:nvPr>
        </p:nvSpPr>
        <p:spPr/>
        <p:txBody>
          <a:bodyPr/>
          <a:lstStyle/>
          <a:p>
            <a:r>
              <a:rPr lang="en-US"/>
              <a:t>Depth First Traversal</a:t>
            </a:r>
          </a:p>
        </p:txBody>
      </p:sp>
      <p:sp>
        <p:nvSpPr>
          <p:cNvPr id="448515" name="Rectangle 3"/>
          <p:cNvSpPr>
            <a:spLocks noGrp="1" noChangeArrowheads="1"/>
          </p:cNvSpPr>
          <p:nvPr>
            <p:ph type="body" idx="1"/>
          </p:nvPr>
        </p:nvSpPr>
        <p:spPr/>
        <p:txBody>
          <a:bodyPr/>
          <a:lstStyle/>
          <a:p>
            <a:pPr marL="609600" indent="-609600"/>
            <a:r>
              <a:rPr lang="en-US" sz="3500"/>
              <a:t>Postorder Tree Traversal:</a:t>
            </a:r>
          </a:p>
          <a:p>
            <a:pPr marL="990600" lvl="1" indent="-646113">
              <a:buFontTx/>
              <a:buAutoNum type="arabicPeriod"/>
            </a:pPr>
            <a:r>
              <a:rPr lang="en-US" sz="3000"/>
              <a:t>Traverse the left sub-tree in postorder</a:t>
            </a:r>
          </a:p>
          <a:p>
            <a:pPr marL="990600" lvl="1" indent="-646113">
              <a:buFontTx/>
              <a:buAutoNum type="arabicPeriod"/>
            </a:pPr>
            <a:r>
              <a:rPr lang="en-US" sz="3000"/>
              <a:t>Traverse the right sub-tree in postorder</a:t>
            </a:r>
          </a:p>
          <a:p>
            <a:pPr marL="990600" lvl="1" indent="-646113">
              <a:buFontTx/>
              <a:buAutoNum type="arabicPeriod"/>
            </a:pPr>
            <a:r>
              <a:rPr lang="en-US" sz="3000"/>
              <a:t>Visit the root</a:t>
            </a:r>
          </a:p>
          <a:p>
            <a:pPr marL="609600" indent="-609600"/>
            <a:endParaRPr lang="en-US" sz="3500"/>
          </a:p>
          <a:p>
            <a:pPr marL="609600" indent="-609600"/>
            <a:endParaRPr lang="en-US" sz="3500"/>
          </a:p>
          <a:p>
            <a:pPr marL="609600" indent="-609600">
              <a:buFont typeface="Wingdings" pitchFamily="2" charset="2"/>
              <a:buNone/>
            </a:pPr>
            <a:endParaRPr lang="en-US" sz="3500"/>
          </a:p>
        </p:txBody>
      </p:sp>
      <p:grpSp>
        <p:nvGrpSpPr>
          <p:cNvPr id="2" name="Group 4"/>
          <p:cNvGrpSpPr>
            <a:grpSpLocks/>
          </p:cNvGrpSpPr>
          <p:nvPr/>
        </p:nvGrpSpPr>
        <p:grpSpPr bwMode="auto">
          <a:xfrm>
            <a:off x="1266825" y="4343400"/>
            <a:ext cx="7038975" cy="1447800"/>
            <a:chOff x="1038" y="1872"/>
            <a:chExt cx="4434" cy="912"/>
          </a:xfrm>
        </p:grpSpPr>
        <p:sp>
          <p:nvSpPr>
            <p:cNvPr id="448517" name="Text Box 5"/>
            <p:cNvSpPr txBox="1">
              <a:spLocks noChangeArrowheads="1"/>
            </p:cNvSpPr>
            <p:nvPr/>
          </p:nvSpPr>
          <p:spPr bwMode="auto">
            <a:xfrm>
              <a:off x="1038" y="2189"/>
              <a:ext cx="905" cy="288"/>
            </a:xfrm>
            <a:prstGeom prst="rect">
              <a:avLst/>
            </a:prstGeom>
            <a:solidFill>
              <a:schemeClr val="bg2"/>
            </a:solidFill>
            <a:ln w="9525">
              <a:noFill/>
              <a:miter lim="800000"/>
              <a:headEnd/>
              <a:tailEnd/>
            </a:ln>
            <a:effectLst/>
          </p:spPr>
          <p:txBody>
            <a:bodyPr wrap="none" anchor="ctr">
              <a:spAutoFit/>
            </a:bodyPr>
            <a:lstStyle/>
            <a:p>
              <a:pPr algn="ctr">
                <a:spcBef>
                  <a:spcPct val="50000"/>
                </a:spcBef>
              </a:pPr>
              <a:r>
                <a:rPr lang="en-US" sz="2400" b="1">
                  <a:solidFill>
                    <a:schemeClr val="accent1"/>
                  </a:solidFill>
                  <a:latin typeface="Times New Roman" pitchFamily="18" charset="0"/>
                </a:rPr>
                <a:t>Example:</a:t>
              </a:r>
            </a:p>
          </p:txBody>
        </p:sp>
        <p:grpSp>
          <p:nvGrpSpPr>
            <p:cNvPr id="3" name="Group 6"/>
            <p:cNvGrpSpPr>
              <a:grpSpLocks/>
            </p:cNvGrpSpPr>
            <p:nvPr/>
          </p:nvGrpSpPr>
          <p:grpSpPr bwMode="auto">
            <a:xfrm>
              <a:off x="4560" y="1872"/>
              <a:ext cx="912" cy="912"/>
              <a:chOff x="1968" y="480"/>
              <a:chExt cx="912" cy="912"/>
            </a:xfrm>
          </p:grpSpPr>
          <p:sp>
            <p:nvSpPr>
              <p:cNvPr id="448519" name="Oval 7"/>
              <p:cNvSpPr>
                <a:spLocks noChangeArrowheads="1"/>
              </p:cNvSpPr>
              <p:nvPr/>
            </p:nvSpPr>
            <p:spPr bwMode="auto">
              <a:xfrm>
                <a:off x="2208" y="480"/>
                <a:ext cx="240" cy="192"/>
              </a:xfrm>
              <a:prstGeom prst="ellipse">
                <a:avLst/>
              </a:prstGeom>
              <a:solidFill>
                <a:schemeClr val="bg2"/>
              </a:solidFill>
              <a:ln w="9525">
                <a:solidFill>
                  <a:schemeClr val="tx1"/>
                </a:solidFill>
                <a:round/>
                <a:headEnd/>
                <a:tailEnd/>
              </a:ln>
              <a:effectLst/>
            </p:spPr>
            <p:txBody>
              <a:bodyPr wrap="none" anchor="ctr"/>
              <a:lstStyle/>
              <a:p>
                <a:pPr algn="ctr"/>
                <a:r>
                  <a:rPr lang="en-US" sz="2400" b="1">
                    <a:solidFill>
                      <a:schemeClr val="accent1"/>
                    </a:solidFill>
                    <a:latin typeface="Times New Roman" pitchFamily="18" charset="0"/>
                  </a:rPr>
                  <a:t>A</a:t>
                </a:r>
              </a:p>
            </p:txBody>
          </p:sp>
          <p:sp>
            <p:nvSpPr>
              <p:cNvPr id="448520" name="Oval 8"/>
              <p:cNvSpPr>
                <a:spLocks noChangeArrowheads="1"/>
              </p:cNvSpPr>
              <p:nvPr/>
            </p:nvSpPr>
            <p:spPr bwMode="auto">
              <a:xfrm>
                <a:off x="2640" y="624"/>
                <a:ext cx="240" cy="192"/>
              </a:xfrm>
              <a:prstGeom prst="ellipse">
                <a:avLst/>
              </a:prstGeom>
              <a:solidFill>
                <a:schemeClr val="bg2"/>
              </a:solidFill>
              <a:ln w="9525">
                <a:solidFill>
                  <a:schemeClr val="tx1"/>
                </a:solidFill>
                <a:round/>
                <a:headEnd/>
                <a:tailEnd/>
              </a:ln>
              <a:effectLst/>
            </p:spPr>
            <p:txBody>
              <a:bodyPr wrap="none" anchor="ctr"/>
              <a:lstStyle/>
              <a:p>
                <a:pPr algn="ctr"/>
                <a:r>
                  <a:rPr lang="en-US" sz="2400" b="1">
                    <a:solidFill>
                      <a:schemeClr val="accent1"/>
                    </a:solidFill>
                    <a:latin typeface="Times New Roman" pitchFamily="18" charset="0"/>
                  </a:rPr>
                  <a:t>B</a:t>
                </a:r>
              </a:p>
            </p:txBody>
          </p:sp>
          <p:sp>
            <p:nvSpPr>
              <p:cNvPr id="448521" name="Oval 9"/>
              <p:cNvSpPr>
                <a:spLocks noChangeArrowheads="1"/>
              </p:cNvSpPr>
              <p:nvPr/>
            </p:nvSpPr>
            <p:spPr bwMode="auto">
              <a:xfrm>
                <a:off x="2256" y="864"/>
                <a:ext cx="240" cy="192"/>
              </a:xfrm>
              <a:prstGeom prst="ellipse">
                <a:avLst/>
              </a:prstGeom>
              <a:solidFill>
                <a:schemeClr val="bg2"/>
              </a:solidFill>
              <a:ln w="9525">
                <a:solidFill>
                  <a:schemeClr val="tx1"/>
                </a:solidFill>
                <a:round/>
                <a:headEnd/>
                <a:tailEnd/>
              </a:ln>
              <a:effectLst/>
            </p:spPr>
            <p:txBody>
              <a:bodyPr wrap="none" anchor="ctr"/>
              <a:lstStyle/>
              <a:p>
                <a:pPr algn="ctr"/>
                <a:r>
                  <a:rPr lang="en-US" sz="2400" b="1">
                    <a:solidFill>
                      <a:schemeClr val="accent1"/>
                    </a:solidFill>
                    <a:latin typeface="Times New Roman" pitchFamily="18" charset="0"/>
                  </a:rPr>
                  <a:t>C</a:t>
                </a:r>
              </a:p>
            </p:txBody>
          </p:sp>
          <p:sp>
            <p:nvSpPr>
              <p:cNvPr id="448522" name="Oval 10"/>
              <p:cNvSpPr>
                <a:spLocks noChangeArrowheads="1"/>
              </p:cNvSpPr>
              <p:nvPr/>
            </p:nvSpPr>
            <p:spPr bwMode="auto">
              <a:xfrm>
                <a:off x="2592" y="1152"/>
                <a:ext cx="240" cy="192"/>
              </a:xfrm>
              <a:prstGeom prst="ellipse">
                <a:avLst/>
              </a:prstGeom>
              <a:solidFill>
                <a:schemeClr val="bg2"/>
              </a:solidFill>
              <a:ln w="9525">
                <a:solidFill>
                  <a:schemeClr val="tx1"/>
                </a:solidFill>
                <a:round/>
                <a:headEnd/>
                <a:tailEnd/>
              </a:ln>
              <a:effectLst/>
            </p:spPr>
            <p:txBody>
              <a:bodyPr wrap="none" anchor="ctr"/>
              <a:lstStyle/>
              <a:p>
                <a:pPr algn="ctr"/>
                <a:r>
                  <a:rPr lang="en-US" sz="2400" b="1">
                    <a:solidFill>
                      <a:schemeClr val="accent1"/>
                    </a:solidFill>
                    <a:latin typeface="Times New Roman" pitchFamily="18" charset="0"/>
                  </a:rPr>
                  <a:t>E</a:t>
                </a:r>
              </a:p>
            </p:txBody>
          </p:sp>
          <p:sp>
            <p:nvSpPr>
              <p:cNvPr id="448523" name="Oval 11"/>
              <p:cNvSpPr>
                <a:spLocks noChangeArrowheads="1"/>
              </p:cNvSpPr>
              <p:nvPr/>
            </p:nvSpPr>
            <p:spPr bwMode="auto">
              <a:xfrm>
                <a:off x="1968" y="1200"/>
                <a:ext cx="240" cy="192"/>
              </a:xfrm>
              <a:prstGeom prst="ellipse">
                <a:avLst/>
              </a:prstGeom>
              <a:solidFill>
                <a:schemeClr val="bg2"/>
              </a:solidFill>
              <a:ln w="9525">
                <a:solidFill>
                  <a:schemeClr val="tx1"/>
                </a:solidFill>
                <a:round/>
                <a:headEnd/>
                <a:tailEnd/>
              </a:ln>
              <a:effectLst/>
            </p:spPr>
            <p:txBody>
              <a:bodyPr wrap="none" anchor="ctr"/>
              <a:lstStyle/>
              <a:p>
                <a:pPr algn="ctr"/>
                <a:r>
                  <a:rPr lang="en-US" sz="2400" b="1">
                    <a:solidFill>
                      <a:schemeClr val="accent1"/>
                    </a:solidFill>
                    <a:latin typeface="Times New Roman" pitchFamily="18" charset="0"/>
                  </a:rPr>
                  <a:t>D</a:t>
                </a:r>
              </a:p>
            </p:txBody>
          </p:sp>
          <p:sp>
            <p:nvSpPr>
              <p:cNvPr id="448524" name="Line 12"/>
              <p:cNvSpPr>
                <a:spLocks noChangeShapeType="1"/>
              </p:cNvSpPr>
              <p:nvPr/>
            </p:nvSpPr>
            <p:spPr bwMode="auto">
              <a:xfrm>
                <a:off x="2448" y="624"/>
                <a:ext cx="192" cy="96"/>
              </a:xfrm>
              <a:prstGeom prst="line">
                <a:avLst/>
              </a:prstGeom>
              <a:noFill/>
              <a:ln w="9525">
                <a:solidFill>
                  <a:schemeClr val="tx1"/>
                </a:solidFill>
                <a:round/>
                <a:headEnd/>
                <a:tailEnd/>
              </a:ln>
              <a:effectLst/>
            </p:spPr>
            <p:txBody>
              <a:bodyPr wrap="none" anchor="ctr"/>
              <a:lstStyle/>
              <a:p>
                <a:endParaRPr lang="en-US"/>
              </a:p>
            </p:txBody>
          </p:sp>
          <p:sp>
            <p:nvSpPr>
              <p:cNvPr id="448525" name="Line 13"/>
              <p:cNvSpPr>
                <a:spLocks noChangeShapeType="1"/>
              </p:cNvSpPr>
              <p:nvPr/>
            </p:nvSpPr>
            <p:spPr bwMode="auto">
              <a:xfrm flipH="1">
                <a:off x="2496" y="768"/>
                <a:ext cx="144" cy="144"/>
              </a:xfrm>
              <a:prstGeom prst="line">
                <a:avLst/>
              </a:prstGeom>
              <a:noFill/>
              <a:ln w="9525">
                <a:solidFill>
                  <a:schemeClr val="tx1"/>
                </a:solidFill>
                <a:round/>
                <a:headEnd/>
                <a:tailEnd/>
              </a:ln>
              <a:effectLst/>
            </p:spPr>
            <p:txBody>
              <a:bodyPr wrap="none" anchor="ctr"/>
              <a:lstStyle/>
              <a:p>
                <a:endParaRPr lang="en-US"/>
              </a:p>
            </p:txBody>
          </p:sp>
          <p:sp>
            <p:nvSpPr>
              <p:cNvPr id="448526" name="Line 14"/>
              <p:cNvSpPr>
                <a:spLocks noChangeShapeType="1"/>
              </p:cNvSpPr>
              <p:nvPr/>
            </p:nvSpPr>
            <p:spPr bwMode="auto">
              <a:xfrm>
                <a:off x="2448" y="1056"/>
                <a:ext cx="144" cy="144"/>
              </a:xfrm>
              <a:prstGeom prst="line">
                <a:avLst/>
              </a:prstGeom>
              <a:noFill/>
              <a:ln w="9525">
                <a:solidFill>
                  <a:schemeClr val="tx1"/>
                </a:solidFill>
                <a:round/>
                <a:headEnd/>
                <a:tailEnd/>
              </a:ln>
              <a:effectLst/>
            </p:spPr>
            <p:txBody>
              <a:bodyPr wrap="none" anchor="ctr"/>
              <a:lstStyle/>
              <a:p>
                <a:endParaRPr lang="en-US"/>
              </a:p>
            </p:txBody>
          </p:sp>
          <p:sp>
            <p:nvSpPr>
              <p:cNvPr id="448527" name="Line 15"/>
              <p:cNvSpPr>
                <a:spLocks noChangeShapeType="1"/>
              </p:cNvSpPr>
              <p:nvPr/>
            </p:nvSpPr>
            <p:spPr bwMode="auto">
              <a:xfrm flipH="1">
                <a:off x="2160" y="1008"/>
                <a:ext cx="144" cy="192"/>
              </a:xfrm>
              <a:prstGeom prst="line">
                <a:avLst/>
              </a:prstGeom>
              <a:noFill/>
              <a:ln w="9525">
                <a:solidFill>
                  <a:schemeClr val="tx1"/>
                </a:solidFill>
                <a:round/>
                <a:headEnd/>
                <a:tailEnd/>
              </a:ln>
              <a:effectLst/>
            </p:spPr>
            <p:txBody>
              <a:bodyPr wrap="none" anchor="ctr"/>
              <a:lstStyle/>
              <a:p>
                <a:endParaRPr lang="en-US"/>
              </a:p>
            </p:txBody>
          </p:sp>
        </p:grpSp>
      </p:grpSp>
      <p:sp>
        <p:nvSpPr>
          <p:cNvPr id="448530" name="Text Box 18"/>
          <p:cNvSpPr txBox="1">
            <a:spLocks noChangeArrowheads="1"/>
          </p:cNvSpPr>
          <p:nvPr/>
        </p:nvSpPr>
        <p:spPr bwMode="auto">
          <a:xfrm>
            <a:off x="1219200" y="5638800"/>
            <a:ext cx="457200" cy="519113"/>
          </a:xfrm>
          <a:prstGeom prst="rect">
            <a:avLst/>
          </a:prstGeom>
          <a:noFill/>
          <a:ln w="9525">
            <a:noFill/>
            <a:miter lim="800000"/>
            <a:headEnd/>
            <a:tailEnd/>
          </a:ln>
          <a:effectLst/>
        </p:spPr>
        <p:txBody>
          <a:bodyPr>
            <a:spAutoFit/>
          </a:bodyPr>
          <a:lstStyle/>
          <a:p>
            <a:pPr>
              <a:spcBef>
                <a:spcPct val="50000"/>
              </a:spcBef>
            </a:pPr>
            <a:r>
              <a:rPr lang="en-US" sz="2800"/>
              <a:t>D</a:t>
            </a:r>
          </a:p>
        </p:txBody>
      </p:sp>
      <p:sp>
        <p:nvSpPr>
          <p:cNvPr id="448531" name="Text Box 19"/>
          <p:cNvSpPr txBox="1">
            <a:spLocks noChangeArrowheads="1"/>
          </p:cNvSpPr>
          <p:nvPr/>
        </p:nvSpPr>
        <p:spPr bwMode="auto">
          <a:xfrm>
            <a:off x="1600200" y="5638800"/>
            <a:ext cx="457200" cy="519113"/>
          </a:xfrm>
          <a:prstGeom prst="rect">
            <a:avLst/>
          </a:prstGeom>
          <a:noFill/>
          <a:ln w="9525">
            <a:noFill/>
            <a:miter lim="800000"/>
            <a:headEnd/>
            <a:tailEnd/>
          </a:ln>
          <a:effectLst/>
        </p:spPr>
        <p:txBody>
          <a:bodyPr>
            <a:spAutoFit/>
          </a:bodyPr>
          <a:lstStyle/>
          <a:p>
            <a:pPr>
              <a:spcBef>
                <a:spcPct val="50000"/>
              </a:spcBef>
            </a:pPr>
            <a:r>
              <a:rPr lang="en-US" sz="2800"/>
              <a:t>E</a:t>
            </a:r>
          </a:p>
        </p:txBody>
      </p:sp>
      <p:sp>
        <p:nvSpPr>
          <p:cNvPr id="448532" name="Text Box 20"/>
          <p:cNvSpPr txBox="1">
            <a:spLocks noChangeArrowheads="1"/>
          </p:cNvSpPr>
          <p:nvPr/>
        </p:nvSpPr>
        <p:spPr bwMode="auto">
          <a:xfrm>
            <a:off x="2743200" y="5638800"/>
            <a:ext cx="457200" cy="519113"/>
          </a:xfrm>
          <a:prstGeom prst="rect">
            <a:avLst/>
          </a:prstGeom>
          <a:noFill/>
          <a:ln w="9525">
            <a:noFill/>
            <a:miter lim="800000"/>
            <a:headEnd/>
            <a:tailEnd/>
          </a:ln>
          <a:effectLst/>
        </p:spPr>
        <p:txBody>
          <a:bodyPr>
            <a:spAutoFit/>
          </a:bodyPr>
          <a:lstStyle/>
          <a:p>
            <a:pPr>
              <a:spcBef>
                <a:spcPct val="50000"/>
              </a:spcBef>
            </a:pPr>
            <a:r>
              <a:rPr lang="en-US" sz="2800"/>
              <a:t>A</a:t>
            </a:r>
          </a:p>
        </p:txBody>
      </p:sp>
      <p:sp>
        <p:nvSpPr>
          <p:cNvPr id="448533" name="Text Box 21"/>
          <p:cNvSpPr txBox="1">
            <a:spLocks noChangeArrowheads="1"/>
          </p:cNvSpPr>
          <p:nvPr/>
        </p:nvSpPr>
        <p:spPr bwMode="auto">
          <a:xfrm>
            <a:off x="2362200" y="5638800"/>
            <a:ext cx="457200" cy="519113"/>
          </a:xfrm>
          <a:prstGeom prst="rect">
            <a:avLst/>
          </a:prstGeom>
          <a:noFill/>
          <a:ln w="9525">
            <a:noFill/>
            <a:miter lim="800000"/>
            <a:headEnd/>
            <a:tailEnd/>
          </a:ln>
          <a:effectLst/>
        </p:spPr>
        <p:txBody>
          <a:bodyPr>
            <a:spAutoFit/>
          </a:bodyPr>
          <a:lstStyle/>
          <a:p>
            <a:pPr>
              <a:spcBef>
                <a:spcPct val="50000"/>
              </a:spcBef>
            </a:pPr>
            <a:r>
              <a:rPr lang="en-US" sz="2800"/>
              <a:t>B</a:t>
            </a:r>
          </a:p>
        </p:txBody>
      </p:sp>
      <p:sp>
        <p:nvSpPr>
          <p:cNvPr id="448534" name="Text Box 22"/>
          <p:cNvSpPr txBox="1">
            <a:spLocks noChangeArrowheads="1"/>
          </p:cNvSpPr>
          <p:nvPr/>
        </p:nvSpPr>
        <p:spPr bwMode="auto">
          <a:xfrm>
            <a:off x="1981200" y="5638800"/>
            <a:ext cx="457200" cy="519113"/>
          </a:xfrm>
          <a:prstGeom prst="rect">
            <a:avLst/>
          </a:prstGeom>
          <a:noFill/>
          <a:ln w="9525">
            <a:noFill/>
            <a:miter lim="800000"/>
            <a:headEnd/>
            <a:tailEnd/>
          </a:ln>
          <a:effectLst/>
        </p:spPr>
        <p:txBody>
          <a:bodyPr>
            <a:spAutoFit/>
          </a:bodyPr>
          <a:lstStyle/>
          <a:p>
            <a:pPr>
              <a:spcBef>
                <a:spcPct val="50000"/>
              </a:spcBef>
            </a:pPr>
            <a:r>
              <a:rPr lang="en-US" sz="2800"/>
              <a:t>C</a:t>
            </a:r>
          </a:p>
        </p:txBody>
      </p:sp>
      <p:sp>
        <p:nvSpPr>
          <p:cNvPr id="5" name="Footer Placeholder 4">
            <a:extLst>
              <a:ext uri="{FF2B5EF4-FFF2-40B4-BE49-F238E27FC236}">
                <a16:creationId xmlns:a16="http://schemas.microsoft.com/office/drawing/2014/main" id="{BADA3D7D-1186-7F61-3261-FC8C4F971769}"/>
              </a:ext>
            </a:extLst>
          </p:cNvPr>
          <p:cNvSpPr>
            <a:spLocks noGrp="1"/>
          </p:cNvSpPr>
          <p:nvPr>
            <p:ph type="ftr" sz="quarter" idx="11"/>
          </p:nvPr>
        </p:nvSpPr>
        <p:spPr/>
        <p:txBody>
          <a:bodyPr/>
          <a:lstStyle/>
          <a:p>
            <a:r>
              <a:rPr lang="en-US"/>
              <a:t>Algorithm and Data Structure </a:t>
            </a:r>
            <a:endParaRPr lang="en-US" dirty="0"/>
          </a:p>
        </p:txBody>
      </p:sp>
      <p:sp>
        <p:nvSpPr>
          <p:cNvPr id="6" name="Slide Number Placeholder 5">
            <a:extLst>
              <a:ext uri="{FF2B5EF4-FFF2-40B4-BE49-F238E27FC236}">
                <a16:creationId xmlns:a16="http://schemas.microsoft.com/office/drawing/2014/main" id="{B6D36CAE-D994-6CFE-5031-C018C2AF79A2}"/>
              </a:ext>
            </a:extLst>
          </p:cNvPr>
          <p:cNvSpPr>
            <a:spLocks noGrp="1"/>
          </p:cNvSpPr>
          <p:nvPr>
            <p:ph type="sldNum" sz="quarter" idx="12"/>
          </p:nvPr>
        </p:nvSpPr>
        <p:spPr/>
        <p:txBody>
          <a:bodyPr/>
          <a:lstStyle/>
          <a:p>
            <a:fld id="{95E664E9-BB0A-4932-9D77-E0DDE5779A37}" type="slidenum">
              <a:rPr lang="en-US" smtClean="0"/>
              <a:pPr/>
              <a:t>116</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448515">
                                            <p:txEl>
                                              <p:pRg st="0" end="0"/>
                                            </p:txEl>
                                          </p:spTgt>
                                        </p:tgtEl>
                                        <p:attrNameLst>
                                          <p:attrName>style.visibility</p:attrName>
                                        </p:attrNameLst>
                                      </p:cBhvr>
                                      <p:to>
                                        <p:strVal val="visible"/>
                                      </p:to>
                                    </p:set>
                                    <p:animEffect transition="in" filter="slide(fromTop)">
                                      <p:cBhvr>
                                        <p:cTn id="7" dur="500"/>
                                        <p:tgtEl>
                                          <p:spTgt spid="4485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448515">
                                            <p:txEl>
                                              <p:pRg st="1" end="1"/>
                                            </p:txEl>
                                          </p:spTgt>
                                        </p:tgtEl>
                                        <p:attrNameLst>
                                          <p:attrName>style.visibility</p:attrName>
                                        </p:attrNameLst>
                                      </p:cBhvr>
                                      <p:to>
                                        <p:strVal val="visible"/>
                                      </p:to>
                                    </p:set>
                                    <p:animEffect transition="in" filter="slide(fromTop)">
                                      <p:cBhvr>
                                        <p:cTn id="12" dur="500"/>
                                        <p:tgtEl>
                                          <p:spTgt spid="4485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childTnLst>
                                    <p:set>
                                      <p:cBhvr>
                                        <p:cTn id="16" dur="1" fill="hold">
                                          <p:stCondLst>
                                            <p:cond delay="0"/>
                                          </p:stCondLst>
                                        </p:cTn>
                                        <p:tgtEl>
                                          <p:spTgt spid="448515">
                                            <p:txEl>
                                              <p:pRg st="2" end="2"/>
                                            </p:txEl>
                                          </p:spTgt>
                                        </p:tgtEl>
                                        <p:attrNameLst>
                                          <p:attrName>style.visibility</p:attrName>
                                        </p:attrNameLst>
                                      </p:cBhvr>
                                      <p:to>
                                        <p:strVal val="visible"/>
                                      </p:to>
                                    </p:set>
                                    <p:animEffect transition="in" filter="slide(fromTop)">
                                      <p:cBhvr>
                                        <p:cTn id="17" dur="500"/>
                                        <p:tgtEl>
                                          <p:spTgt spid="4485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1" fill="hold" grpId="0" nodeType="clickEffect">
                                  <p:stCondLst>
                                    <p:cond delay="0"/>
                                  </p:stCondLst>
                                  <p:childTnLst>
                                    <p:set>
                                      <p:cBhvr>
                                        <p:cTn id="21" dur="1" fill="hold">
                                          <p:stCondLst>
                                            <p:cond delay="0"/>
                                          </p:stCondLst>
                                        </p:cTn>
                                        <p:tgtEl>
                                          <p:spTgt spid="448515">
                                            <p:txEl>
                                              <p:pRg st="3" end="3"/>
                                            </p:txEl>
                                          </p:spTgt>
                                        </p:tgtEl>
                                        <p:attrNameLst>
                                          <p:attrName>style.visibility</p:attrName>
                                        </p:attrNameLst>
                                      </p:cBhvr>
                                      <p:to>
                                        <p:strVal val="visible"/>
                                      </p:to>
                                    </p:set>
                                    <p:animEffect transition="in" filter="slide(fromTop)">
                                      <p:cBhvr>
                                        <p:cTn id="22" dur="500"/>
                                        <p:tgtEl>
                                          <p:spTgt spid="44851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dissolve">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448530">
                                            <p:txEl>
                                              <p:pRg st="0" end="0"/>
                                            </p:txEl>
                                          </p:spTgt>
                                        </p:tgtEl>
                                        <p:attrNameLst>
                                          <p:attrName>style.visibility</p:attrName>
                                        </p:attrNameLst>
                                      </p:cBhvr>
                                      <p:to>
                                        <p:strVal val="visible"/>
                                      </p:to>
                                    </p:set>
                                    <p:animEffect transition="in" filter="box(in)">
                                      <p:cBhvr>
                                        <p:cTn id="32" dur="500"/>
                                        <p:tgtEl>
                                          <p:spTgt spid="448530">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448531">
                                            <p:txEl>
                                              <p:pRg st="0" end="0"/>
                                            </p:txEl>
                                          </p:spTgt>
                                        </p:tgtEl>
                                        <p:attrNameLst>
                                          <p:attrName>style.visibility</p:attrName>
                                        </p:attrNameLst>
                                      </p:cBhvr>
                                      <p:to>
                                        <p:strVal val="visible"/>
                                      </p:to>
                                    </p:set>
                                    <p:animEffect transition="in" filter="box(in)">
                                      <p:cBhvr>
                                        <p:cTn id="37" dur="500"/>
                                        <p:tgtEl>
                                          <p:spTgt spid="448531">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448534">
                                            <p:txEl>
                                              <p:pRg st="0" end="0"/>
                                            </p:txEl>
                                          </p:spTgt>
                                        </p:tgtEl>
                                        <p:attrNameLst>
                                          <p:attrName>style.visibility</p:attrName>
                                        </p:attrNameLst>
                                      </p:cBhvr>
                                      <p:to>
                                        <p:strVal val="visible"/>
                                      </p:to>
                                    </p:set>
                                    <p:animEffect transition="in" filter="box(in)">
                                      <p:cBhvr>
                                        <p:cTn id="42" dur="500"/>
                                        <p:tgtEl>
                                          <p:spTgt spid="448534">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nodeType="clickEffect">
                                  <p:stCondLst>
                                    <p:cond delay="0"/>
                                  </p:stCondLst>
                                  <p:childTnLst>
                                    <p:set>
                                      <p:cBhvr>
                                        <p:cTn id="46" dur="1" fill="hold">
                                          <p:stCondLst>
                                            <p:cond delay="0"/>
                                          </p:stCondLst>
                                        </p:cTn>
                                        <p:tgtEl>
                                          <p:spTgt spid="448533">
                                            <p:txEl>
                                              <p:pRg st="0" end="0"/>
                                            </p:txEl>
                                          </p:spTgt>
                                        </p:tgtEl>
                                        <p:attrNameLst>
                                          <p:attrName>style.visibility</p:attrName>
                                        </p:attrNameLst>
                                      </p:cBhvr>
                                      <p:to>
                                        <p:strVal val="visible"/>
                                      </p:to>
                                    </p:set>
                                    <p:animEffect transition="in" filter="box(in)">
                                      <p:cBhvr>
                                        <p:cTn id="47" dur="500"/>
                                        <p:tgtEl>
                                          <p:spTgt spid="448533">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nodeType="clickEffect">
                                  <p:stCondLst>
                                    <p:cond delay="0"/>
                                  </p:stCondLst>
                                  <p:childTnLst>
                                    <p:set>
                                      <p:cBhvr>
                                        <p:cTn id="51" dur="1" fill="hold">
                                          <p:stCondLst>
                                            <p:cond delay="0"/>
                                          </p:stCondLst>
                                        </p:cTn>
                                        <p:tgtEl>
                                          <p:spTgt spid="448532">
                                            <p:txEl>
                                              <p:pRg st="0" end="0"/>
                                            </p:txEl>
                                          </p:spTgt>
                                        </p:tgtEl>
                                        <p:attrNameLst>
                                          <p:attrName>style.visibility</p:attrName>
                                        </p:attrNameLst>
                                      </p:cBhvr>
                                      <p:to>
                                        <p:strVal val="visible"/>
                                      </p:to>
                                    </p:set>
                                    <p:animEffect transition="in" filter="box(in)">
                                      <p:cBhvr>
                                        <p:cTn id="52" dur="500"/>
                                        <p:tgtEl>
                                          <p:spTgt spid="44853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8515" grpId="0" build="p" bldLvl="3" autoUpdateAnimBg="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4" name="Line 2"/>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91875"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91876"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1877" name="Rectangle 5"/>
          <p:cNvSpPr>
            <a:spLocks noChangeArrowheads="1"/>
          </p:cNvSpPr>
          <p:nvPr/>
        </p:nvSpPr>
        <p:spPr bwMode="auto">
          <a:xfrm>
            <a:off x="4543425" y="1849438"/>
            <a:ext cx="363538" cy="4064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91878"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1879" name="Rectangle 7"/>
          <p:cNvSpPr>
            <a:spLocks noChangeArrowheads="1"/>
          </p:cNvSpPr>
          <p:nvPr/>
        </p:nvSpPr>
        <p:spPr bwMode="auto">
          <a:xfrm>
            <a:off x="2714625" y="2725738"/>
            <a:ext cx="363538" cy="4064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91880"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1881" name="Rectangle 9"/>
          <p:cNvSpPr>
            <a:spLocks noChangeArrowheads="1"/>
          </p:cNvSpPr>
          <p:nvPr/>
        </p:nvSpPr>
        <p:spPr bwMode="auto">
          <a:xfrm>
            <a:off x="6288088" y="2725738"/>
            <a:ext cx="377825" cy="4064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91882"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1883" name="Rectangle 11"/>
          <p:cNvSpPr>
            <a:spLocks noChangeArrowheads="1"/>
          </p:cNvSpPr>
          <p:nvPr/>
        </p:nvSpPr>
        <p:spPr bwMode="auto">
          <a:xfrm>
            <a:off x="1563688" y="3844925"/>
            <a:ext cx="377825" cy="4064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91884"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1885" name="Rectangle 13"/>
          <p:cNvSpPr>
            <a:spLocks noChangeArrowheads="1"/>
          </p:cNvSpPr>
          <p:nvPr/>
        </p:nvSpPr>
        <p:spPr bwMode="auto">
          <a:xfrm>
            <a:off x="3552825" y="3844925"/>
            <a:ext cx="363538" cy="4064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91886"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1887" name="Rectangle 15"/>
          <p:cNvSpPr>
            <a:spLocks noChangeArrowheads="1"/>
          </p:cNvSpPr>
          <p:nvPr/>
        </p:nvSpPr>
        <p:spPr bwMode="auto">
          <a:xfrm>
            <a:off x="5387975" y="3844925"/>
            <a:ext cx="349250" cy="4064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91888"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1889" name="Rectangle 17"/>
          <p:cNvSpPr>
            <a:spLocks noChangeArrowheads="1"/>
          </p:cNvSpPr>
          <p:nvPr/>
        </p:nvSpPr>
        <p:spPr bwMode="auto">
          <a:xfrm>
            <a:off x="7196138" y="3844925"/>
            <a:ext cx="390525" cy="4064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91890" name="Oval 18"/>
          <p:cNvSpPr>
            <a:spLocks noChangeArrowheads="1"/>
          </p:cNvSpPr>
          <p:nvPr/>
        </p:nvSpPr>
        <p:spPr bwMode="auto">
          <a:xfrm>
            <a:off x="1017588" y="5078413"/>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591891" name="Rectangle 19"/>
          <p:cNvSpPr>
            <a:spLocks noChangeArrowheads="1"/>
          </p:cNvSpPr>
          <p:nvPr/>
        </p:nvSpPr>
        <p:spPr bwMode="auto">
          <a:xfrm>
            <a:off x="1050925" y="5059363"/>
            <a:ext cx="377825" cy="4064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91892"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1893" name="Rectangle 21"/>
          <p:cNvSpPr>
            <a:spLocks noChangeArrowheads="1"/>
          </p:cNvSpPr>
          <p:nvPr/>
        </p:nvSpPr>
        <p:spPr bwMode="auto">
          <a:xfrm>
            <a:off x="2098675" y="5059363"/>
            <a:ext cx="263525" cy="4064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91894"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1895" name="Rectangle 23"/>
          <p:cNvSpPr>
            <a:spLocks noChangeArrowheads="1"/>
          </p:cNvSpPr>
          <p:nvPr/>
        </p:nvSpPr>
        <p:spPr bwMode="auto">
          <a:xfrm>
            <a:off x="3060700" y="5059363"/>
            <a:ext cx="320675" cy="4064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91896"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1897" name="Rectangle 25"/>
          <p:cNvSpPr>
            <a:spLocks noChangeArrowheads="1"/>
          </p:cNvSpPr>
          <p:nvPr/>
        </p:nvSpPr>
        <p:spPr bwMode="auto">
          <a:xfrm>
            <a:off x="4030663" y="5059363"/>
            <a:ext cx="363537" cy="4064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91898"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1899" name="Rectangle 27"/>
          <p:cNvSpPr>
            <a:spLocks noChangeArrowheads="1"/>
          </p:cNvSpPr>
          <p:nvPr/>
        </p:nvSpPr>
        <p:spPr bwMode="auto">
          <a:xfrm>
            <a:off x="4883150" y="5059363"/>
            <a:ext cx="334963" cy="4064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91900"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1901" name="Rectangle 29"/>
          <p:cNvSpPr>
            <a:spLocks noChangeArrowheads="1"/>
          </p:cNvSpPr>
          <p:nvPr/>
        </p:nvSpPr>
        <p:spPr bwMode="auto">
          <a:xfrm>
            <a:off x="5838825" y="5059363"/>
            <a:ext cx="404813" cy="4064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91902"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1903" name="Rectangle 31"/>
          <p:cNvSpPr>
            <a:spLocks noChangeArrowheads="1"/>
          </p:cNvSpPr>
          <p:nvPr/>
        </p:nvSpPr>
        <p:spPr bwMode="auto">
          <a:xfrm>
            <a:off x="6765925" y="5059363"/>
            <a:ext cx="377825" cy="4064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91904"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1905" name="Rectangle 33"/>
          <p:cNvSpPr>
            <a:spLocks noChangeArrowheads="1"/>
          </p:cNvSpPr>
          <p:nvPr/>
        </p:nvSpPr>
        <p:spPr bwMode="auto">
          <a:xfrm>
            <a:off x="7750175" y="5059363"/>
            <a:ext cx="390525" cy="4064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91906"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91907"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91908"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91909"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91910"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91911"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91912" name="Line 40"/>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91913" name="Line 41"/>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91914"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91915"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91916"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91917"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91918"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91919" name="Line 47"/>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91920" name="Rectangle 48"/>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3" name="Footer Placeholder 2">
            <a:extLst>
              <a:ext uri="{FF2B5EF4-FFF2-40B4-BE49-F238E27FC236}">
                <a16:creationId xmlns:a16="http://schemas.microsoft.com/office/drawing/2014/main" id="{D403C798-D69C-2CA5-9E12-412A9BFF87E5}"/>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31500308-BD98-32FE-50E1-A61CE50989C2}"/>
              </a:ext>
            </a:extLst>
          </p:cNvPr>
          <p:cNvSpPr>
            <a:spLocks noGrp="1"/>
          </p:cNvSpPr>
          <p:nvPr>
            <p:ph type="sldNum" sz="quarter" idx="12"/>
          </p:nvPr>
        </p:nvSpPr>
        <p:spPr/>
        <p:txBody>
          <a:bodyPr/>
          <a:lstStyle/>
          <a:p>
            <a:fld id="{95E664E9-BB0A-4932-9D77-E0DDE5779A37}" type="slidenum">
              <a:rPr lang="en-US" smtClean="0"/>
              <a:pPr/>
              <a:t>117</a:t>
            </a:fld>
            <a:endParaRPr lang="en-US" dirty="0"/>
          </a:p>
        </p:txBody>
      </p:sp>
    </p:spTree>
  </p:cSld>
  <p:clrMapOvr>
    <a:masterClrMapping/>
  </p:clrMapOvr>
  <p:transition advTm="1000"/>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898" name="Line 2"/>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92899"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92900"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2901"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92902"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2903"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92904"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2905"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92906"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2907"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92908"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2909"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92910"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2911"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92912"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2913"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92914" name="Oval 18"/>
          <p:cNvSpPr>
            <a:spLocks noChangeArrowheads="1"/>
          </p:cNvSpPr>
          <p:nvPr/>
        </p:nvSpPr>
        <p:spPr bwMode="auto">
          <a:xfrm>
            <a:off x="1017588" y="5078413"/>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592915"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92916"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2917"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92918"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2919"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92920"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2921"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92922"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2923"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92924"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2925"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92926"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2927"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92928"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2929"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92930"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92931"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92932"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92933"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92934"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92935"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92936" name="Line 40"/>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92937" name="Line 41"/>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92938"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92939"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92940"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92941"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92942"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92943" name="Line 47"/>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92944" name="Line 48"/>
          <p:cNvSpPr>
            <a:spLocks noChangeShapeType="1"/>
          </p:cNvSpPr>
          <p:nvPr/>
        </p:nvSpPr>
        <p:spPr bwMode="auto">
          <a:xfrm flipH="1">
            <a:off x="1651000" y="2979738"/>
            <a:ext cx="952500" cy="8143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592945" name="Rectangle 49"/>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3" name="Footer Placeholder 2">
            <a:extLst>
              <a:ext uri="{FF2B5EF4-FFF2-40B4-BE49-F238E27FC236}">
                <a16:creationId xmlns:a16="http://schemas.microsoft.com/office/drawing/2014/main" id="{DCA0AF06-B1CF-221B-8B4F-B9990C00D57C}"/>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C3E545AF-A804-DA7B-FDF0-446751F5655B}"/>
              </a:ext>
            </a:extLst>
          </p:cNvPr>
          <p:cNvSpPr>
            <a:spLocks noGrp="1"/>
          </p:cNvSpPr>
          <p:nvPr>
            <p:ph type="sldNum" sz="quarter" idx="12"/>
          </p:nvPr>
        </p:nvSpPr>
        <p:spPr/>
        <p:txBody>
          <a:bodyPr/>
          <a:lstStyle/>
          <a:p>
            <a:fld id="{95E664E9-BB0A-4932-9D77-E0DDE5779A37}" type="slidenum">
              <a:rPr lang="en-US" smtClean="0"/>
              <a:pPr/>
              <a:t>118</a:t>
            </a:fld>
            <a:endParaRPr lang="en-US" dirty="0"/>
          </a:p>
        </p:txBody>
      </p:sp>
    </p:spTree>
  </p:cSld>
  <p:clrMapOvr>
    <a:masterClrMapping/>
  </p:clrMapOvr>
  <p:transition advTm="1000"/>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22" name="Line 2"/>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93923"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93924"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3925"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93926"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3927"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93928"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3929"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93930"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3931"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93932"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3933"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93934"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3935"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93936"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3937"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93938" name="Oval 18"/>
          <p:cNvSpPr>
            <a:spLocks noChangeArrowheads="1"/>
          </p:cNvSpPr>
          <p:nvPr/>
        </p:nvSpPr>
        <p:spPr bwMode="auto">
          <a:xfrm>
            <a:off x="1017588" y="5078413"/>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593939"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93940"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3941"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93942"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3943"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93944"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3945"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93946"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3947"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93948"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3949"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93950"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3951"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93952"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3953"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93954"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93955"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93956"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93957"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93958"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93959"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93960" name="Line 40"/>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93961" name="Line 41"/>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93962"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93963"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93964"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93965"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93966"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93967" name="Line 47"/>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93968" name="Line 48"/>
          <p:cNvSpPr>
            <a:spLocks noChangeShapeType="1"/>
          </p:cNvSpPr>
          <p:nvPr/>
        </p:nvSpPr>
        <p:spPr bwMode="auto">
          <a:xfrm flipH="1">
            <a:off x="1651000" y="2979738"/>
            <a:ext cx="952500" cy="8143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593969" name="Line 49"/>
          <p:cNvSpPr>
            <a:spLocks noChangeShapeType="1"/>
          </p:cNvSpPr>
          <p:nvPr/>
        </p:nvSpPr>
        <p:spPr bwMode="auto">
          <a:xfrm flipH="1">
            <a:off x="1042988" y="4143375"/>
            <a:ext cx="409575" cy="90805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93970" name="Rectangle 50"/>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3" name="Footer Placeholder 2">
            <a:extLst>
              <a:ext uri="{FF2B5EF4-FFF2-40B4-BE49-F238E27FC236}">
                <a16:creationId xmlns:a16="http://schemas.microsoft.com/office/drawing/2014/main" id="{A3A8629D-7E3A-3F6E-33AA-89C5B2CA0A39}"/>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A2092261-5EFE-D4F2-911F-3E91A5E65F6D}"/>
              </a:ext>
            </a:extLst>
          </p:cNvPr>
          <p:cNvSpPr>
            <a:spLocks noGrp="1"/>
          </p:cNvSpPr>
          <p:nvPr>
            <p:ph type="sldNum" sz="quarter" idx="12"/>
          </p:nvPr>
        </p:nvSpPr>
        <p:spPr/>
        <p:txBody>
          <a:bodyPr/>
          <a:lstStyle/>
          <a:p>
            <a:fld id="{95E664E9-BB0A-4932-9D77-E0DDE5779A37}" type="slidenum">
              <a:rPr lang="en-US" smtClean="0"/>
              <a:pPr/>
              <a:t>119</a:t>
            </a:fld>
            <a:endParaRPr lang="en-US" dirty="0"/>
          </a:p>
        </p:txBody>
      </p:sp>
    </p:spTree>
  </p:cSld>
  <p:clrMapOvr>
    <a:masterClrMapping/>
  </p:clrMapOvr>
  <p:transition advTm="1000"/>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6" name="Line 2"/>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94947"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94948"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4949"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94950"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4951"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94952"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4953"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94954"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4955"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94956"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4957"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94958"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4959"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94960"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4961"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94962" name="Oval 18"/>
          <p:cNvSpPr>
            <a:spLocks noChangeArrowheads="1"/>
          </p:cNvSpPr>
          <p:nvPr/>
        </p:nvSpPr>
        <p:spPr bwMode="auto">
          <a:xfrm>
            <a:off x="10175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94963"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94964"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4965"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94966"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4967"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94968"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4969"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94970"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4971"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94972"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4973"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94974"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4975"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94976"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4977"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94978"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94979"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94980"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94981"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94982"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94983"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94984" name="Line 40"/>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94985" name="Line 41"/>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94986"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94987"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94988"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94989"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94990"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94991" name="Line 47"/>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94992" name="Line 48"/>
          <p:cNvSpPr>
            <a:spLocks noChangeShapeType="1"/>
          </p:cNvSpPr>
          <p:nvPr/>
        </p:nvSpPr>
        <p:spPr bwMode="auto">
          <a:xfrm flipH="1">
            <a:off x="1651000" y="2979738"/>
            <a:ext cx="952500" cy="8143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594993" name="Rectangle 49"/>
          <p:cNvSpPr>
            <a:spLocks noChangeArrowheads="1"/>
          </p:cNvSpPr>
          <p:nvPr/>
        </p:nvSpPr>
        <p:spPr bwMode="auto">
          <a:xfrm>
            <a:off x="4422775" y="5568950"/>
            <a:ext cx="474663"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a:t>
            </a:r>
          </a:p>
        </p:txBody>
      </p:sp>
      <p:sp>
        <p:nvSpPr>
          <p:cNvPr id="594994" name="Line 50"/>
          <p:cNvSpPr>
            <a:spLocks noChangeShapeType="1"/>
          </p:cNvSpPr>
          <p:nvPr/>
        </p:nvSpPr>
        <p:spPr bwMode="auto">
          <a:xfrm flipH="1">
            <a:off x="1042988" y="4143375"/>
            <a:ext cx="409575" cy="90805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94995" name="Line 51"/>
          <p:cNvSpPr>
            <a:spLocks noChangeShapeType="1"/>
          </p:cNvSpPr>
          <p:nvPr/>
        </p:nvSpPr>
        <p:spPr bwMode="auto">
          <a:xfrm>
            <a:off x="550863" y="5243513"/>
            <a:ext cx="3810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94996" name="Rectangle 52"/>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3" name="Footer Placeholder 2">
            <a:extLst>
              <a:ext uri="{FF2B5EF4-FFF2-40B4-BE49-F238E27FC236}">
                <a16:creationId xmlns:a16="http://schemas.microsoft.com/office/drawing/2014/main" id="{6FFE4F5A-DF81-B038-AC1E-CCA7799823C3}"/>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EA52A68E-0048-390D-CD1B-6FACDB197C91}"/>
              </a:ext>
            </a:extLst>
          </p:cNvPr>
          <p:cNvSpPr>
            <a:spLocks noGrp="1"/>
          </p:cNvSpPr>
          <p:nvPr>
            <p:ph type="sldNum" sz="quarter" idx="12"/>
          </p:nvPr>
        </p:nvSpPr>
        <p:spPr/>
        <p:txBody>
          <a:bodyPr/>
          <a:lstStyle/>
          <a:p>
            <a:fld id="{95E664E9-BB0A-4932-9D77-E0DDE5779A37}" type="slidenum">
              <a:rPr lang="en-US" smtClean="0"/>
              <a:pPr/>
              <a:t>120</a:t>
            </a:fld>
            <a:endParaRPr lang="en-US" dirty="0"/>
          </a:p>
        </p:txBody>
      </p:sp>
    </p:spTree>
  </p:cSld>
  <p:clrMapOvr>
    <a:masterClrMapping/>
  </p:clrMapOvr>
  <p:transition advTm="1000"/>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970" name="Line 2"/>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95971"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95972"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5973"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95974"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5975"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95976"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5977"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95978"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5979"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95980"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5981"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95982"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5983"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95984"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5985"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95986" name="Oval 18"/>
          <p:cNvSpPr>
            <a:spLocks noChangeArrowheads="1"/>
          </p:cNvSpPr>
          <p:nvPr/>
        </p:nvSpPr>
        <p:spPr bwMode="auto">
          <a:xfrm>
            <a:off x="10175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95987"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95988"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5989"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95990"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5991"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95992"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5993"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95994"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5995"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95996"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5997"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95998"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5999"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96000"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6001"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96002"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96003"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96004"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96005"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96006"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96007"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96008" name="Line 40"/>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96009" name="Line 41"/>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96010"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96011"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96012"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96013"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96014"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96015" name="Line 47"/>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96016" name="Line 48"/>
          <p:cNvSpPr>
            <a:spLocks noChangeShapeType="1"/>
          </p:cNvSpPr>
          <p:nvPr/>
        </p:nvSpPr>
        <p:spPr bwMode="auto">
          <a:xfrm flipH="1">
            <a:off x="1651000" y="2979738"/>
            <a:ext cx="952500" cy="8143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596017" name="Rectangle 49"/>
          <p:cNvSpPr>
            <a:spLocks noChangeArrowheads="1"/>
          </p:cNvSpPr>
          <p:nvPr/>
        </p:nvSpPr>
        <p:spPr bwMode="auto">
          <a:xfrm>
            <a:off x="4422775" y="5568950"/>
            <a:ext cx="474663"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a:t>
            </a:r>
          </a:p>
        </p:txBody>
      </p:sp>
      <p:sp>
        <p:nvSpPr>
          <p:cNvPr id="596018" name="Line 50"/>
          <p:cNvSpPr>
            <a:spLocks noChangeShapeType="1"/>
          </p:cNvSpPr>
          <p:nvPr/>
        </p:nvSpPr>
        <p:spPr bwMode="auto">
          <a:xfrm flipH="1">
            <a:off x="1412875" y="4335463"/>
            <a:ext cx="328613" cy="703262"/>
          </a:xfrm>
          <a:prstGeom prst="line">
            <a:avLst/>
          </a:prstGeom>
          <a:noFill/>
          <a:ln w="25400">
            <a:solidFill>
              <a:schemeClr val="tx2"/>
            </a:solidFill>
            <a:round/>
            <a:headEnd type="triangle" w="med" len="med"/>
            <a:tailEnd/>
          </a:ln>
          <a:effectLst/>
        </p:spPr>
        <p:txBody>
          <a:bodyPr wrap="none" anchor="ctr"/>
          <a:lstStyle/>
          <a:p>
            <a:endParaRPr lang="en-US"/>
          </a:p>
        </p:txBody>
      </p:sp>
      <p:sp>
        <p:nvSpPr>
          <p:cNvPr id="596019" name="Rectangle 51"/>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3" name="Footer Placeholder 2">
            <a:extLst>
              <a:ext uri="{FF2B5EF4-FFF2-40B4-BE49-F238E27FC236}">
                <a16:creationId xmlns:a16="http://schemas.microsoft.com/office/drawing/2014/main" id="{90E1112D-3170-7A7B-70F4-C3BC434BE833}"/>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C1B13B75-EB80-7959-EB9C-9E71D6F0E9FC}"/>
              </a:ext>
            </a:extLst>
          </p:cNvPr>
          <p:cNvSpPr>
            <a:spLocks noGrp="1"/>
          </p:cNvSpPr>
          <p:nvPr>
            <p:ph type="sldNum" sz="quarter" idx="12"/>
          </p:nvPr>
        </p:nvSpPr>
        <p:spPr/>
        <p:txBody>
          <a:bodyPr/>
          <a:lstStyle/>
          <a:p>
            <a:fld id="{95E664E9-BB0A-4932-9D77-E0DDE5779A37}" type="slidenum">
              <a:rPr lang="en-US" smtClean="0"/>
              <a:pPr/>
              <a:t>121</a:t>
            </a:fld>
            <a:endParaRPr lang="en-US" dirty="0"/>
          </a:p>
        </p:txBody>
      </p:sp>
    </p:spTree>
  </p:cSld>
  <p:clrMapOvr>
    <a:masterClrMapping/>
  </p:clrMapOvr>
  <p:transition advTm="1000"/>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94" name="Line 2"/>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96995"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96996"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6997"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96998"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6999"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97000"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7001"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97002"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7003"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97004"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7005"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97006"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7007"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97008"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7009"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97010"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7011"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97012" name="Oval 20"/>
          <p:cNvSpPr>
            <a:spLocks noChangeArrowheads="1"/>
          </p:cNvSpPr>
          <p:nvPr/>
        </p:nvSpPr>
        <p:spPr bwMode="auto">
          <a:xfrm>
            <a:off x="2008188" y="5078413"/>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597013"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97014"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7015"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97016"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7017"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97018"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7019"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97020"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7021"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97022"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7023"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97024"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7025"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97026"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97027"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97028"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97029"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97030"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97031"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97032"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97033"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97034"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97035"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97036"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97037"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97038"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97039"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597040"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97041" name="Line 49"/>
          <p:cNvSpPr>
            <a:spLocks noChangeShapeType="1"/>
          </p:cNvSpPr>
          <p:nvPr/>
        </p:nvSpPr>
        <p:spPr bwMode="auto">
          <a:xfrm flipH="1">
            <a:off x="1651000" y="2979738"/>
            <a:ext cx="952500" cy="8143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597042" name="Line 50"/>
          <p:cNvSpPr>
            <a:spLocks noChangeShapeType="1"/>
          </p:cNvSpPr>
          <p:nvPr/>
        </p:nvSpPr>
        <p:spPr bwMode="auto">
          <a:xfrm>
            <a:off x="1766888" y="4327525"/>
            <a:ext cx="252412" cy="700088"/>
          </a:xfrm>
          <a:prstGeom prst="line">
            <a:avLst/>
          </a:prstGeom>
          <a:noFill/>
          <a:ln w="25400">
            <a:solidFill>
              <a:schemeClr val="tx2"/>
            </a:solidFill>
            <a:round/>
            <a:headEnd/>
            <a:tailEnd type="triangle" w="med" len="med"/>
          </a:ln>
          <a:effectLst/>
        </p:spPr>
        <p:txBody>
          <a:bodyPr wrap="none" anchor="ctr"/>
          <a:lstStyle/>
          <a:p>
            <a:endParaRPr lang="en-US"/>
          </a:p>
        </p:txBody>
      </p:sp>
      <p:sp>
        <p:nvSpPr>
          <p:cNvPr id="597043" name="Rectangle 51"/>
          <p:cNvSpPr>
            <a:spLocks noChangeArrowheads="1"/>
          </p:cNvSpPr>
          <p:nvPr/>
        </p:nvSpPr>
        <p:spPr bwMode="auto">
          <a:xfrm>
            <a:off x="4422775" y="5568950"/>
            <a:ext cx="474663"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a:t>
            </a:r>
          </a:p>
        </p:txBody>
      </p:sp>
      <p:sp>
        <p:nvSpPr>
          <p:cNvPr id="3" name="Footer Placeholder 2">
            <a:extLst>
              <a:ext uri="{FF2B5EF4-FFF2-40B4-BE49-F238E27FC236}">
                <a16:creationId xmlns:a16="http://schemas.microsoft.com/office/drawing/2014/main" id="{F6135C2E-9332-5251-46C2-E3F45852B008}"/>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3EB6F826-79A3-03E4-1906-859DAF991E7F}"/>
              </a:ext>
            </a:extLst>
          </p:cNvPr>
          <p:cNvSpPr>
            <a:spLocks noGrp="1"/>
          </p:cNvSpPr>
          <p:nvPr>
            <p:ph type="sldNum" sz="quarter" idx="12"/>
          </p:nvPr>
        </p:nvSpPr>
        <p:spPr/>
        <p:txBody>
          <a:bodyPr/>
          <a:lstStyle/>
          <a:p>
            <a:fld id="{95E664E9-BB0A-4932-9D77-E0DDE5779A37}" type="slidenum">
              <a:rPr lang="en-US" smtClean="0"/>
              <a:pPr/>
              <a:t>122</a:t>
            </a:fld>
            <a:endParaRPr lang="en-US" dirty="0"/>
          </a:p>
        </p:txBody>
      </p:sp>
    </p:spTree>
  </p:cSld>
  <p:clrMapOvr>
    <a:masterClrMapping/>
  </p:clrMapOvr>
  <p:transition advTm="1000"/>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018" name="Line 2"/>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98019"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98020"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8021"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98022"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8023"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98024"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8025"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98026"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8027"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98028"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8029"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98030"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8031"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98032"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8033"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98034"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8035"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98036" name="Oval 20"/>
          <p:cNvSpPr>
            <a:spLocks noChangeArrowheads="1"/>
          </p:cNvSpPr>
          <p:nvPr/>
        </p:nvSpPr>
        <p:spPr bwMode="auto">
          <a:xfrm>
            <a:off x="20081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98037"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98038"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8039"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98040"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8041"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98042"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8043"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98044"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8045"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98046"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8047"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98048"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8049"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98050"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98051"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98052"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98053"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98054"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98055"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98056"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98057"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98058"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98059"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98060"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98061"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98062"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98063"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598064"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98065" name="Line 49"/>
          <p:cNvSpPr>
            <a:spLocks noChangeShapeType="1"/>
          </p:cNvSpPr>
          <p:nvPr/>
        </p:nvSpPr>
        <p:spPr bwMode="auto">
          <a:xfrm flipH="1">
            <a:off x="1651000" y="2979738"/>
            <a:ext cx="952500" cy="8143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598066" name="Line 50"/>
          <p:cNvSpPr>
            <a:spLocks noChangeShapeType="1"/>
          </p:cNvSpPr>
          <p:nvPr/>
        </p:nvSpPr>
        <p:spPr bwMode="auto">
          <a:xfrm>
            <a:off x="1766888" y="4327525"/>
            <a:ext cx="252412" cy="700088"/>
          </a:xfrm>
          <a:prstGeom prst="line">
            <a:avLst/>
          </a:prstGeom>
          <a:noFill/>
          <a:ln w="25400">
            <a:solidFill>
              <a:schemeClr val="tx2"/>
            </a:solidFill>
            <a:round/>
            <a:headEnd/>
            <a:tailEnd type="triangle" w="med" len="med"/>
          </a:ln>
          <a:effectLst/>
        </p:spPr>
        <p:txBody>
          <a:bodyPr wrap="none" anchor="ctr"/>
          <a:lstStyle/>
          <a:p>
            <a:endParaRPr lang="en-US"/>
          </a:p>
        </p:txBody>
      </p:sp>
      <p:sp>
        <p:nvSpPr>
          <p:cNvPr id="598067" name="Line 51"/>
          <p:cNvSpPr>
            <a:spLocks noChangeShapeType="1"/>
          </p:cNvSpPr>
          <p:nvPr/>
        </p:nvSpPr>
        <p:spPr bwMode="auto">
          <a:xfrm>
            <a:off x="1554163" y="5264150"/>
            <a:ext cx="3810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598068" name="Rectangle 52"/>
          <p:cNvSpPr>
            <a:spLocks noChangeArrowheads="1"/>
          </p:cNvSpPr>
          <p:nvPr/>
        </p:nvSpPr>
        <p:spPr bwMode="auto">
          <a:xfrm>
            <a:off x="4251325" y="5568950"/>
            <a:ext cx="812800"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a:t>
            </a:r>
          </a:p>
        </p:txBody>
      </p:sp>
      <p:sp>
        <p:nvSpPr>
          <p:cNvPr id="3" name="Footer Placeholder 2">
            <a:extLst>
              <a:ext uri="{FF2B5EF4-FFF2-40B4-BE49-F238E27FC236}">
                <a16:creationId xmlns:a16="http://schemas.microsoft.com/office/drawing/2014/main" id="{23DF3206-4FA1-1D7A-E3DE-0EE7C43D96AD}"/>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E98F719E-36A3-C15E-A773-4E84A3F55B06}"/>
              </a:ext>
            </a:extLst>
          </p:cNvPr>
          <p:cNvSpPr>
            <a:spLocks noGrp="1"/>
          </p:cNvSpPr>
          <p:nvPr>
            <p:ph type="sldNum" sz="quarter" idx="12"/>
          </p:nvPr>
        </p:nvSpPr>
        <p:spPr/>
        <p:txBody>
          <a:bodyPr/>
          <a:lstStyle/>
          <a:p>
            <a:fld id="{95E664E9-BB0A-4932-9D77-E0DDE5779A37}" type="slidenum">
              <a:rPr lang="en-US" smtClean="0"/>
              <a:pPr/>
              <a:t>123</a:t>
            </a:fld>
            <a:endParaRPr lang="en-US" dirty="0"/>
          </a:p>
        </p:txBody>
      </p:sp>
    </p:spTree>
  </p:cSld>
  <p:clrMapOvr>
    <a:masterClrMapping/>
  </p:clrMapOvr>
  <p:transition advTm="1000"/>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042" name="Line 2"/>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599043"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599044"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9045"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599046"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9047"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599048"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9049"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599050"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9051"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599052"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9053"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599054"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9055"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599056"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9057"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599058"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9059"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599060" name="Oval 20"/>
          <p:cNvSpPr>
            <a:spLocks noChangeArrowheads="1"/>
          </p:cNvSpPr>
          <p:nvPr/>
        </p:nvSpPr>
        <p:spPr bwMode="auto">
          <a:xfrm>
            <a:off x="20081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599061"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599062"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9063"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599064"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9065"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599066"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9067"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599068"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9069"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599070"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9071"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599072"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599073"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599074"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599075"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599076"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599077"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599078"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599079"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599080"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599081"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599082"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599083"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599084"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599085"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599086"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599087"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599088"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599089" name="Line 49"/>
          <p:cNvSpPr>
            <a:spLocks noChangeShapeType="1"/>
          </p:cNvSpPr>
          <p:nvPr/>
        </p:nvSpPr>
        <p:spPr bwMode="auto">
          <a:xfrm flipH="1">
            <a:off x="1651000" y="2979738"/>
            <a:ext cx="952500" cy="8143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599090" name="Line 50"/>
          <p:cNvSpPr>
            <a:spLocks noChangeShapeType="1"/>
          </p:cNvSpPr>
          <p:nvPr/>
        </p:nvSpPr>
        <p:spPr bwMode="auto">
          <a:xfrm>
            <a:off x="2047875" y="4224338"/>
            <a:ext cx="280988" cy="782637"/>
          </a:xfrm>
          <a:prstGeom prst="line">
            <a:avLst/>
          </a:prstGeom>
          <a:noFill/>
          <a:ln w="25400">
            <a:solidFill>
              <a:schemeClr val="tx2"/>
            </a:solidFill>
            <a:round/>
            <a:headEnd type="triangle" w="med" len="med"/>
            <a:tailEnd/>
          </a:ln>
          <a:effectLst/>
        </p:spPr>
        <p:txBody>
          <a:bodyPr wrap="none" anchor="ctr"/>
          <a:lstStyle/>
          <a:p>
            <a:endParaRPr lang="en-US"/>
          </a:p>
        </p:txBody>
      </p:sp>
      <p:sp>
        <p:nvSpPr>
          <p:cNvPr id="599091" name="Rectangle 51"/>
          <p:cNvSpPr>
            <a:spLocks noChangeArrowheads="1"/>
          </p:cNvSpPr>
          <p:nvPr/>
        </p:nvSpPr>
        <p:spPr bwMode="auto">
          <a:xfrm>
            <a:off x="4251325" y="5568950"/>
            <a:ext cx="812800"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a:t>
            </a:r>
          </a:p>
        </p:txBody>
      </p:sp>
      <p:sp>
        <p:nvSpPr>
          <p:cNvPr id="3" name="Footer Placeholder 2">
            <a:extLst>
              <a:ext uri="{FF2B5EF4-FFF2-40B4-BE49-F238E27FC236}">
                <a16:creationId xmlns:a16="http://schemas.microsoft.com/office/drawing/2014/main" id="{376B700C-CBE5-B38A-BA05-003A401B07D7}"/>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AD1E2F99-641D-0BC5-1028-C7C5B73D1EC7}"/>
              </a:ext>
            </a:extLst>
          </p:cNvPr>
          <p:cNvSpPr>
            <a:spLocks noGrp="1"/>
          </p:cNvSpPr>
          <p:nvPr>
            <p:ph type="sldNum" sz="quarter" idx="12"/>
          </p:nvPr>
        </p:nvSpPr>
        <p:spPr/>
        <p:txBody>
          <a:bodyPr/>
          <a:lstStyle/>
          <a:p>
            <a:fld id="{95E664E9-BB0A-4932-9D77-E0DDE5779A37}" type="slidenum">
              <a:rPr lang="en-US" smtClean="0"/>
              <a:pPr/>
              <a:t>124</a:t>
            </a:fld>
            <a:endParaRPr lang="en-US" dirty="0"/>
          </a:p>
        </p:txBody>
      </p:sp>
    </p:spTree>
  </p:cSld>
  <p:clrMapOvr>
    <a:masterClrMapping/>
  </p:clrMapOvr>
  <p:transition advTm="1000"/>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6" name="Line 2"/>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00067" name="Line 3"/>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00068" name="Line 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00069"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00070" name="Oval 6"/>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0071"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00072" name="Oval 8"/>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0073"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00074" name="Oval 10"/>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0075"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00076" name="Oval 12"/>
          <p:cNvSpPr>
            <a:spLocks noChangeArrowheads="1"/>
          </p:cNvSpPr>
          <p:nvPr/>
        </p:nvSpPr>
        <p:spPr bwMode="auto">
          <a:xfrm>
            <a:off x="1530350" y="3863975"/>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600077"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00078" name="Oval 14"/>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0079"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00080" name="Oval 16"/>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0081"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00082" name="Oval 18"/>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0083"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00084"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0085"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00086"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0087"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00088"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0089"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00090"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0091"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00092"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0093"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00094"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0095"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00096"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0097"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00098"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0099"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00100" name="Line 36"/>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00101" name="Line 37"/>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00102" name="Line 38"/>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00103" name="Line 39"/>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00104" name="Line 40"/>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00105"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00106"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00107"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00108"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00109"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00110"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00111"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00112"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600113" name="Line 49"/>
          <p:cNvSpPr>
            <a:spLocks noChangeShapeType="1"/>
          </p:cNvSpPr>
          <p:nvPr/>
        </p:nvSpPr>
        <p:spPr bwMode="auto">
          <a:xfrm flipH="1">
            <a:off x="1651000" y="2979738"/>
            <a:ext cx="952500" cy="8143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600114" name="Line 50"/>
          <p:cNvSpPr>
            <a:spLocks noChangeShapeType="1"/>
          </p:cNvSpPr>
          <p:nvPr/>
        </p:nvSpPr>
        <p:spPr bwMode="auto">
          <a:xfrm>
            <a:off x="774700" y="4025900"/>
            <a:ext cx="6477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600115" name="Rectangle 51"/>
          <p:cNvSpPr>
            <a:spLocks noChangeArrowheads="1"/>
          </p:cNvSpPr>
          <p:nvPr/>
        </p:nvSpPr>
        <p:spPr bwMode="auto">
          <a:xfrm>
            <a:off x="3992563" y="5568950"/>
            <a:ext cx="1331912"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a:t>
            </a:r>
          </a:p>
        </p:txBody>
      </p:sp>
      <p:sp>
        <p:nvSpPr>
          <p:cNvPr id="3" name="Footer Placeholder 2">
            <a:extLst>
              <a:ext uri="{FF2B5EF4-FFF2-40B4-BE49-F238E27FC236}">
                <a16:creationId xmlns:a16="http://schemas.microsoft.com/office/drawing/2014/main" id="{3A9FF722-6983-684B-C147-83F277BBDAAC}"/>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AB360015-7D8E-B3B5-86AA-39711D98AD11}"/>
              </a:ext>
            </a:extLst>
          </p:cNvPr>
          <p:cNvSpPr>
            <a:spLocks noGrp="1"/>
          </p:cNvSpPr>
          <p:nvPr>
            <p:ph type="sldNum" sz="quarter" idx="12"/>
          </p:nvPr>
        </p:nvSpPr>
        <p:spPr/>
        <p:txBody>
          <a:bodyPr/>
          <a:lstStyle/>
          <a:p>
            <a:fld id="{95E664E9-BB0A-4932-9D77-E0DDE5779A37}" type="slidenum">
              <a:rPr lang="en-US" smtClean="0"/>
              <a:pPr/>
              <a:t>125</a:t>
            </a:fld>
            <a:endParaRPr lang="en-US" dirty="0"/>
          </a:p>
        </p:txBody>
      </p:sp>
    </p:spTree>
  </p:cSld>
  <p:clrMapOvr>
    <a:masterClrMapping/>
  </p:clrMapOvr>
  <p:transition advTm="1000"/>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090" name="Line 2"/>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01091"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01092"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1093"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01094"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1095"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01096"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1097"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01098"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1099"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01100"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1101"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01102"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1103"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01104"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1105"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01106"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1107"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01108" name="Oval 20"/>
          <p:cNvSpPr>
            <a:spLocks noChangeArrowheads="1"/>
          </p:cNvSpPr>
          <p:nvPr/>
        </p:nvSpPr>
        <p:spPr bwMode="auto">
          <a:xfrm>
            <a:off x="2008188" y="5078413"/>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601109"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01110"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1111"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01112"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1113"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01114"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1115"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01116"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1117"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01118"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1119"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01120"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1121"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01122"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01123"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01124"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01125"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01126"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01127"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01128"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01129"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01130"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01131"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01132"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01133"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01134"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01135"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01136"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601137" name="Line 49"/>
          <p:cNvSpPr>
            <a:spLocks noChangeShapeType="1"/>
          </p:cNvSpPr>
          <p:nvPr/>
        </p:nvSpPr>
        <p:spPr bwMode="auto">
          <a:xfrm flipH="1">
            <a:off x="2043113" y="3214688"/>
            <a:ext cx="795337" cy="692150"/>
          </a:xfrm>
          <a:prstGeom prst="line">
            <a:avLst/>
          </a:prstGeom>
          <a:noFill/>
          <a:ln w="25400">
            <a:solidFill>
              <a:schemeClr val="tx2"/>
            </a:solidFill>
            <a:round/>
            <a:headEnd type="triangle" w="med" len="med"/>
            <a:tailEnd/>
          </a:ln>
          <a:effectLst/>
        </p:spPr>
        <p:txBody>
          <a:bodyPr wrap="none" anchor="ctr"/>
          <a:lstStyle/>
          <a:p>
            <a:endParaRPr lang="en-US"/>
          </a:p>
        </p:txBody>
      </p:sp>
      <p:sp>
        <p:nvSpPr>
          <p:cNvPr id="601138" name="Rectangle 50"/>
          <p:cNvSpPr>
            <a:spLocks noChangeArrowheads="1"/>
          </p:cNvSpPr>
          <p:nvPr/>
        </p:nvSpPr>
        <p:spPr bwMode="auto">
          <a:xfrm>
            <a:off x="3992563" y="5568950"/>
            <a:ext cx="1331912"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a:t>
            </a:r>
          </a:p>
        </p:txBody>
      </p:sp>
      <p:sp>
        <p:nvSpPr>
          <p:cNvPr id="3" name="Footer Placeholder 2">
            <a:extLst>
              <a:ext uri="{FF2B5EF4-FFF2-40B4-BE49-F238E27FC236}">
                <a16:creationId xmlns:a16="http://schemas.microsoft.com/office/drawing/2014/main" id="{8A013C9F-5CAB-E84C-8B4C-8883095A354B}"/>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555654FA-05B5-0B30-54FE-E3E9A356C6ED}"/>
              </a:ext>
            </a:extLst>
          </p:cNvPr>
          <p:cNvSpPr>
            <a:spLocks noGrp="1"/>
          </p:cNvSpPr>
          <p:nvPr>
            <p:ph type="sldNum" sz="quarter" idx="12"/>
          </p:nvPr>
        </p:nvSpPr>
        <p:spPr/>
        <p:txBody>
          <a:bodyPr/>
          <a:lstStyle/>
          <a:p>
            <a:fld id="{95E664E9-BB0A-4932-9D77-E0DDE5779A37}" type="slidenum">
              <a:rPr lang="en-US" smtClean="0"/>
              <a:pPr/>
              <a:t>126</a:t>
            </a:fld>
            <a:endParaRPr lang="en-US" dirty="0"/>
          </a:p>
        </p:txBody>
      </p:sp>
    </p:spTree>
  </p:cSld>
  <p:clrMapOvr>
    <a:masterClrMapping/>
  </p:clrMapOvr>
  <p:transition advTm="1000"/>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4" name="Line 2"/>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02115" name="Line 3"/>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02116" name="Line 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02117"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02118" name="Oval 6"/>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2119"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02120" name="Oval 8"/>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2121"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02122" name="Oval 10"/>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2123"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02124" name="Oval 12"/>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2125"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02126" name="Oval 14"/>
          <p:cNvSpPr>
            <a:spLocks noChangeArrowheads="1"/>
          </p:cNvSpPr>
          <p:nvPr/>
        </p:nvSpPr>
        <p:spPr bwMode="auto">
          <a:xfrm>
            <a:off x="3511550" y="3863975"/>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602127"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02128" name="Oval 16"/>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2129"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02130" name="Oval 18"/>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2131"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02132"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2133"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02134"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2135"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02136"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2137"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02138"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2139"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02140"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2141"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02142"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2143"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02144"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2145"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02146"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2147"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02148" name="Line 36"/>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02149" name="Line 37"/>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02150" name="Line 38"/>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02151" name="Line 39"/>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02152" name="Line 40"/>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02153" name="Line 41"/>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02154"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02155"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02156"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02157"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02158"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02159"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02160"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602161" name="Line 49"/>
          <p:cNvSpPr>
            <a:spLocks noChangeShapeType="1"/>
          </p:cNvSpPr>
          <p:nvPr/>
        </p:nvSpPr>
        <p:spPr bwMode="auto">
          <a:xfrm>
            <a:off x="2970213" y="3187700"/>
            <a:ext cx="500062" cy="698500"/>
          </a:xfrm>
          <a:prstGeom prst="line">
            <a:avLst/>
          </a:prstGeom>
          <a:noFill/>
          <a:ln w="25400">
            <a:solidFill>
              <a:schemeClr val="tx2"/>
            </a:solidFill>
            <a:round/>
            <a:headEnd/>
            <a:tailEnd type="triangle" w="med" len="med"/>
          </a:ln>
          <a:effectLst/>
        </p:spPr>
        <p:txBody>
          <a:bodyPr wrap="none" anchor="ctr"/>
          <a:lstStyle/>
          <a:p>
            <a:endParaRPr lang="en-US"/>
          </a:p>
        </p:txBody>
      </p:sp>
      <p:sp>
        <p:nvSpPr>
          <p:cNvPr id="602162" name="Rectangle 50"/>
          <p:cNvSpPr>
            <a:spLocks noChangeArrowheads="1"/>
          </p:cNvSpPr>
          <p:nvPr/>
        </p:nvSpPr>
        <p:spPr bwMode="auto">
          <a:xfrm>
            <a:off x="3992563" y="5568950"/>
            <a:ext cx="1331912"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a:t>
            </a:r>
          </a:p>
        </p:txBody>
      </p:sp>
      <p:sp>
        <p:nvSpPr>
          <p:cNvPr id="3" name="Footer Placeholder 2">
            <a:extLst>
              <a:ext uri="{FF2B5EF4-FFF2-40B4-BE49-F238E27FC236}">
                <a16:creationId xmlns:a16="http://schemas.microsoft.com/office/drawing/2014/main" id="{15A318CE-B3A0-63A3-DCC4-E2F30900239A}"/>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F4EB6DCB-43E2-B33D-6E3D-22833E4AFAD9}"/>
              </a:ext>
            </a:extLst>
          </p:cNvPr>
          <p:cNvSpPr>
            <a:spLocks noGrp="1"/>
          </p:cNvSpPr>
          <p:nvPr>
            <p:ph type="sldNum" sz="quarter" idx="12"/>
          </p:nvPr>
        </p:nvSpPr>
        <p:spPr/>
        <p:txBody>
          <a:bodyPr/>
          <a:lstStyle/>
          <a:p>
            <a:fld id="{95E664E9-BB0A-4932-9D77-E0DDE5779A37}" type="slidenum">
              <a:rPr lang="en-US" smtClean="0"/>
              <a:pPr/>
              <a:t>127</a:t>
            </a:fld>
            <a:endParaRPr lang="en-US" dirty="0"/>
          </a:p>
        </p:txBody>
      </p:sp>
    </p:spTree>
  </p:cSld>
  <p:clrMapOvr>
    <a:masterClrMapping/>
  </p:clrMapOvr>
  <p:transition advTm="1000"/>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38" name="Line 2"/>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03139"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03140"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3141"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03142"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3143"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03144"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3145"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03146"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3147"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03148"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3149"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03150"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3151"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03152"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3153"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03154"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3155"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03156"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3157"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03158" name="Oval 22"/>
          <p:cNvSpPr>
            <a:spLocks noChangeArrowheads="1"/>
          </p:cNvSpPr>
          <p:nvPr/>
        </p:nvSpPr>
        <p:spPr bwMode="auto">
          <a:xfrm>
            <a:off x="2998788" y="5078413"/>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603159"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03160"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3161"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03162"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3163"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03164"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3165"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03166"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3167"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03168"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3169"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03170"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03171"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03172"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03173"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03174"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03175"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03176"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03177" name="Line 41"/>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03178"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03179"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03180"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03181"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03182"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03183"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03184"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603185" name="Line 49"/>
          <p:cNvSpPr>
            <a:spLocks noChangeShapeType="1"/>
          </p:cNvSpPr>
          <p:nvPr/>
        </p:nvSpPr>
        <p:spPr bwMode="auto">
          <a:xfrm>
            <a:off x="2970213" y="3187700"/>
            <a:ext cx="500062" cy="698500"/>
          </a:xfrm>
          <a:prstGeom prst="line">
            <a:avLst/>
          </a:prstGeom>
          <a:noFill/>
          <a:ln w="25400">
            <a:solidFill>
              <a:schemeClr val="tx2"/>
            </a:solidFill>
            <a:round/>
            <a:headEnd/>
            <a:tailEnd type="triangle" w="med" len="med"/>
          </a:ln>
          <a:effectLst/>
        </p:spPr>
        <p:txBody>
          <a:bodyPr wrap="none" anchor="ctr"/>
          <a:lstStyle/>
          <a:p>
            <a:endParaRPr lang="en-US"/>
          </a:p>
        </p:txBody>
      </p:sp>
      <p:sp>
        <p:nvSpPr>
          <p:cNvPr id="603186" name="Line 50"/>
          <p:cNvSpPr>
            <a:spLocks noChangeShapeType="1"/>
          </p:cNvSpPr>
          <p:nvPr/>
        </p:nvSpPr>
        <p:spPr bwMode="auto">
          <a:xfrm flipH="1">
            <a:off x="3141663" y="4221163"/>
            <a:ext cx="373062" cy="795337"/>
          </a:xfrm>
          <a:prstGeom prst="line">
            <a:avLst/>
          </a:prstGeom>
          <a:noFill/>
          <a:ln w="25400">
            <a:solidFill>
              <a:schemeClr val="tx2"/>
            </a:solidFill>
            <a:round/>
            <a:headEnd/>
            <a:tailEnd type="triangle" w="med" len="med"/>
          </a:ln>
          <a:effectLst/>
        </p:spPr>
        <p:txBody>
          <a:bodyPr wrap="none" anchor="ctr"/>
          <a:lstStyle/>
          <a:p>
            <a:endParaRPr lang="en-US"/>
          </a:p>
        </p:txBody>
      </p:sp>
      <p:sp>
        <p:nvSpPr>
          <p:cNvPr id="603187" name="Rectangle 51"/>
          <p:cNvSpPr>
            <a:spLocks noChangeArrowheads="1"/>
          </p:cNvSpPr>
          <p:nvPr/>
        </p:nvSpPr>
        <p:spPr bwMode="auto">
          <a:xfrm>
            <a:off x="3992563" y="5568950"/>
            <a:ext cx="1331912"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a:t>
            </a:r>
          </a:p>
        </p:txBody>
      </p:sp>
      <p:sp>
        <p:nvSpPr>
          <p:cNvPr id="3" name="Footer Placeholder 2">
            <a:extLst>
              <a:ext uri="{FF2B5EF4-FFF2-40B4-BE49-F238E27FC236}">
                <a16:creationId xmlns:a16="http://schemas.microsoft.com/office/drawing/2014/main" id="{384CBC42-29F8-1F91-F00B-83A9292D9676}"/>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7806D3BC-DF09-0F99-B042-3A55DD1FE6CA}"/>
              </a:ext>
            </a:extLst>
          </p:cNvPr>
          <p:cNvSpPr>
            <a:spLocks noGrp="1"/>
          </p:cNvSpPr>
          <p:nvPr>
            <p:ph type="sldNum" sz="quarter" idx="12"/>
          </p:nvPr>
        </p:nvSpPr>
        <p:spPr/>
        <p:txBody>
          <a:bodyPr/>
          <a:lstStyle/>
          <a:p>
            <a:fld id="{95E664E9-BB0A-4932-9D77-E0DDE5779A37}" type="slidenum">
              <a:rPr lang="en-US" smtClean="0"/>
              <a:pPr/>
              <a:t>128</a:t>
            </a:fld>
            <a:endParaRPr lang="en-US" dirty="0"/>
          </a:p>
        </p:txBody>
      </p:sp>
    </p:spTree>
  </p:cSld>
  <p:clrMapOvr>
    <a:masterClrMapping/>
  </p:clrMapOvr>
  <p:transition advTm="1000"/>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62" name="Line 2"/>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04163"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04164"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4165"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04166"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4167"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04168"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4169"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04170"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4171"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04172"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4173"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04174"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4175"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04176"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4177"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04178"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4179"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04180"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4181"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04182" name="Oval 22"/>
          <p:cNvSpPr>
            <a:spLocks noChangeArrowheads="1"/>
          </p:cNvSpPr>
          <p:nvPr/>
        </p:nvSpPr>
        <p:spPr bwMode="auto">
          <a:xfrm>
            <a:off x="29987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604183"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04184"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4185"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04186"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4187"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04188"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4189"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04190"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4191"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04192"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4193"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04194"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04195"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04196"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04197"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04198"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04199"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04200"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04201" name="Line 41"/>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04202"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04203"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04204"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04205"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04206"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04207"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04208"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604209" name="Line 49"/>
          <p:cNvSpPr>
            <a:spLocks noChangeShapeType="1"/>
          </p:cNvSpPr>
          <p:nvPr/>
        </p:nvSpPr>
        <p:spPr bwMode="auto">
          <a:xfrm>
            <a:off x="2970213" y="3187700"/>
            <a:ext cx="500062" cy="698500"/>
          </a:xfrm>
          <a:prstGeom prst="line">
            <a:avLst/>
          </a:prstGeom>
          <a:noFill/>
          <a:ln w="25400">
            <a:solidFill>
              <a:schemeClr val="tx2"/>
            </a:solidFill>
            <a:round/>
            <a:headEnd/>
            <a:tailEnd type="triangle" w="med" len="med"/>
          </a:ln>
          <a:effectLst/>
        </p:spPr>
        <p:txBody>
          <a:bodyPr wrap="none" anchor="ctr"/>
          <a:lstStyle/>
          <a:p>
            <a:endParaRPr lang="en-US"/>
          </a:p>
        </p:txBody>
      </p:sp>
      <p:sp>
        <p:nvSpPr>
          <p:cNvPr id="604210" name="Line 50"/>
          <p:cNvSpPr>
            <a:spLocks noChangeShapeType="1"/>
          </p:cNvSpPr>
          <p:nvPr/>
        </p:nvSpPr>
        <p:spPr bwMode="auto">
          <a:xfrm flipH="1">
            <a:off x="3141663" y="4221163"/>
            <a:ext cx="373062" cy="795337"/>
          </a:xfrm>
          <a:prstGeom prst="line">
            <a:avLst/>
          </a:prstGeom>
          <a:noFill/>
          <a:ln w="25400">
            <a:solidFill>
              <a:schemeClr val="tx2"/>
            </a:solidFill>
            <a:round/>
            <a:headEnd/>
            <a:tailEnd type="triangle" w="med" len="med"/>
          </a:ln>
          <a:effectLst/>
        </p:spPr>
        <p:txBody>
          <a:bodyPr wrap="none" anchor="ctr"/>
          <a:lstStyle/>
          <a:p>
            <a:endParaRPr lang="en-US"/>
          </a:p>
        </p:txBody>
      </p:sp>
      <p:sp>
        <p:nvSpPr>
          <p:cNvPr id="604211" name="Line 51"/>
          <p:cNvSpPr>
            <a:spLocks noChangeShapeType="1"/>
          </p:cNvSpPr>
          <p:nvPr/>
        </p:nvSpPr>
        <p:spPr bwMode="auto">
          <a:xfrm>
            <a:off x="2546350" y="5273675"/>
            <a:ext cx="3810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604212" name="Rectangle 52"/>
          <p:cNvSpPr>
            <a:spLocks noChangeArrowheads="1"/>
          </p:cNvSpPr>
          <p:nvPr/>
        </p:nvSpPr>
        <p:spPr bwMode="auto">
          <a:xfrm>
            <a:off x="3779838" y="5568950"/>
            <a:ext cx="1760537"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  J</a:t>
            </a:r>
          </a:p>
        </p:txBody>
      </p:sp>
      <p:sp>
        <p:nvSpPr>
          <p:cNvPr id="3" name="Footer Placeholder 2">
            <a:extLst>
              <a:ext uri="{FF2B5EF4-FFF2-40B4-BE49-F238E27FC236}">
                <a16:creationId xmlns:a16="http://schemas.microsoft.com/office/drawing/2014/main" id="{D7895ABF-EFF3-25DA-7973-DE03801BA0F7}"/>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57DBEDB2-598E-43CC-CDB3-A15D75F3D06F}"/>
              </a:ext>
            </a:extLst>
          </p:cNvPr>
          <p:cNvSpPr>
            <a:spLocks noGrp="1"/>
          </p:cNvSpPr>
          <p:nvPr>
            <p:ph type="sldNum" sz="quarter" idx="12"/>
          </p:nvPr>
        </p:nvSpPr>
        <p:spPr/>
        <p:txBody>
          <a:bodyPr/>
          <a:lstStyle/>
          <a:p>
            <a:fld id="{95E664E9-BB0A-4932-9D77-E0DDE5779A37}" type="slidenum">
              <a:rPr lang="en-US" smtClean="0"/>
              <a:pPr/>
              <a:t>129</a:t>
            </a:fld>
            <a:endParaRPr lang="en-US" dirty="0"/>
          </a:p>
        </p:txBody>
      </p:sp>
    </p:spTree>
  </p:cSld>
  <p:clrMapOvr>
    <a:masterClrMapping/>
  </p:clrMapOvr>
  <p:transition advTm="1000"/>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6" name="Line 2"/>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05187"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05188"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5189"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05190"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5191"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05192"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5193"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05194"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5195"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05196"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5197"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05198"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5199"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05200"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5201"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05202"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5203"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05204"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5205"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05206" name="Oval 22"/>
          <p:cNvSpPr>
            <a:spLocks noChangeArrowheads="1"/>
          </p:cNvSpPr>
          <p:nvPr/>
        </p:nvSpPr>
        <p:spPr bwMode="auto">
          <a:xfrm>
            <a:off x="29987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605207"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05208"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5209"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05210"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5211"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05212"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5213"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05214"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5215"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05216"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5217"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05218"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05219"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05220"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05221"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05222"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05223"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05224"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05225" name="Line 41"/>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05226"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05227"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05228"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05229"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05230"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05231"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05232"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605233" name="Line 49"/>
          <p:cNvSpPr>
            <a:spLocks noChangeShapeType="1"/>
          </p:cNvSpPr>
          <p:nvPr/>
        </p:nvSpPr>
        <p:spPr bwMode="auto">
          <a:xfrm>
            <a:off x="2970213" y="3187700"/>
            <a:ext cx="500062" cy="698500"/>
          </a:xfrm>
          <a:prstGeom prst="line">
            <a:avLst/>
          </a:prstGeom>
          <a:noFill/>
          <a:ln w="25400">
            <a:solidFill>
              <a:schemeClr val="tx2"/>
            </a:solidFill>
            <a:round/>
            <a:headEnd/>
            <a:tailEnd type="triangle" w="med" len="med"/>
          </a:ln>
          <a:effectLst/>
        </p:spPr>
        <p:txBody>
          <a:bodyPr wrap="none" anchor="ctr"/>
          <a:lstStyle/>
          <a:p>
            <a:endParaRPr lang="en-US"/>
          </a:p>
        </p:txBody>
      </p:sp>
      <p:sp>
        <p:nvSpPr>
          <p:cNvPr id="605234" name="Line 50"/>
          <p:cNvSpPr>
            <a:spLocks noChangeShapeType="1"/>
          </p:cNvSpPr>
          <p:nvPr/>
        </p:nvSpPr>
        <p:spPr bwMode="auto">
          <a:xfrm flipH="1">
            <a:off x="3408363" y="4338638"/>
            <a:ext cx="298450" cy="711200"/>
          </a:xfrm>
          <a:prstGeom prst="line">
            <a:avLst/>
          </a:prstGeom>
          <a:noFill/>
          <a:ln w="25400">
            <a:solidFill>
              <a:schemeClr val="tx2"/>
            </a:solidFill>
            <a:round/>
            <a:headEnd type="triangle" w="med" len="med"/>
            <a:tailEnd/>
          </a:ln>
          <a:effectLst/>
        </p:spPr>
        <p:txBody>
          <a:bodyPr wrap="none" anchor="ctr"/>
          <a:lstStyle/>
          <a:p>
            <a:endParaRPr lang="en-US"/>
          </a:p>
        </p:txBody>
      </p:sp>
      <p:sp>
        <p:nvSpPr>
          <p:cNvPr id="605235" name="Rectangle 51"/>
          <p:cNvSpPr>
            <a:spLocks noChangeArrowheads="1"/>
          </p:cNvSpPr>
          <p:nvPr/>
        </p:nvSpPr>
        <p:spPr bwMode="auto">
          <a:xfrm>
            <a:off x="3779838" y="5568950"/>
            <a:ext cx="1760537"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  J</a:t>
            </a:r>
          </a:p>
        </p:txBody>
      </p:sp>
      <p:sp>
        <p:nvSpPr>
          <p:cNvPr id="3" name="Footer Placeholder 2">
            <a:extLst>
              <a:ext uri="{FF2B5EF4-FFF2-40B4-BE49-F238E27FC236}">
                <a16:creationId xmlns:a16="http://schemas.microsoft.com/office/drawing/2014/main" id="{1DED7F2D-1D6D-C6CD-DD97-75712536773F}"/>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8FCE25DF-7545-ADEE-46F5-E53BDD6180CE}"/>
              </a:ext>
            </a:extLst>
          </p:cNvPr>
          <p:cNvSpPr>
            <a:spLocks noGrp="1"/>
          </p:cNvSpPr>
          <p:nvPr>
            <p:ph type="sldNum" sz="quarter" idx="12"/>
          </p:nvPr>
        </p:nvSpPr>
        <p:spPr/>
        <p:txBody>
          <a:bodyPr/>
          <a:lstStyle/>
          <a:p>
            <a:fld id="{95E664E9-BB0A-4932-9D77-E0DDE5779A37}" type="slidenum">
              <a:rPr lang="en-US" smtClean="0"/>
              <a:pPr/>
              <a:t>130</a:t>
            </a:fld>
            <a:endParaRPr lang="en-US" dirty="0"/>
          </a:p>
        </p:txBody>
      </p:sp>
    </p:spTree>
  </p:cSld>
  <p:clrMapOvr>
    <a:masterClrMapping/>
  </p:clrMapOvr>
  <p:transition advTm="1000"/>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210" name="Line 2"/>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06211"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06212"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6213"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06214"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6215"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06216"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6217"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06218"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6219"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06220"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6221"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06222"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6223"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06224"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6225"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06226"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6227"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06228"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6229"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06230"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6231"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06232" name="Oval 24"/>
          <p:cNvSpPr>
            <a:spLocks noChangeArrowheads="1"/>
          </p:cNvSpPr>
          <p:nvPr/>
        </p:nvSpPr>
        <p:spPr bwMode="auto">
          <a:xfrm>
            <a:off x="3989388" y="5078413"/>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606233"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06234"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6235"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06236"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6237"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06238"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6239"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06240"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6241"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06242"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06243"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06244"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06245"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06246"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06247"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06248"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06249"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06250"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06251"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06252"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06253"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06254"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06255"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06256"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606257" name="Line 49"/>
          <p:cNvSpPr>
            <a:spLocks noChangeShapeType="1"/>
          </p:cNvSpPr>
          <p:nvPr/>
        </p:nvSpPr>
        <p:spPr bwMode="auto">
          <a:xfrm>
            <a:off x="2970213" y="3187700"/>
            <a:ext cx="500062" cy="698500"/>
          </a:xfrm>
          <a:prstGeom prst="line">
            <a:avLst/>
          </a:prstGeom>
          <a:noFill/>
          <a:ln w="25400">
            <a:solidFill>
              <a:schemeClr val="tx2"/>
            </a:solidFill>
            <a:round/>
            <a:headEnd/>
            <a:tailEnd type="triangle" w="med" len="med"/>
          </a:ln>
          <a:effectLst/>
        </p:spPr>
        <p:txBody>
          <a:bodyPr wrap="none" anchor="ctr"/>
          <a:lstStyle/>
          <a:p>
            <a:endParaRPr lang="en-US"/>
          </a:p>
        </p:txBody>
      </p:sp>
      <p:sp>
        <p:nvSpPr>
          <p:cNvPr id="606258" name="Line 50"/>
          <p:cNvSpPr>
            <a:spLocks noChangeShapeType="1"/>
          </p:cNvSpPr>
          <p:nvPr/>
        </p:nvSpPr>
        <p:spPr bwMode="auto">
          <a:xfrm>
            <a:off x="3794125" y="4337050"/>
            <a:ext cx="252413" cy="700088"/>
          </a:xfrm>
          <a:prstGeom prst="line">
            <a:avLst/>
          </a:prstGeom>
          <a:noFill/>
          <a:ln w="25400">
            <a:solidFill>
              <a:schemeClr val="tx2"/>
            </a:solidFill>
            <a:round/>
            <a:headEnd/>
            <a:tailEnd type="triangle" w="med" len="med"/>
          </a:ln>
          <a:effectLst/>
        </p:spPr>
        <p:txBody>
          <a:bodyPr wrap="none" anchor="ctr"/>
          <a:lstStyle/>
          <a:p>
            <a:endParaRPr lang="en-US"/>
          </a:p>
        </p:txBody>
      </p:sp>
      <p:sp>
        <p:nvSpPr>
          <p:cNvPr id="606259" name="Rectangle 51"/>
          <p:cNvSpPr>
            <a:spLocks noChangeArrowheads="1"/>
          </p:cNvSpPr>
          <p:nvPr/>
        </p:nvSpPr>
        <p:spPr bwMode="auto">
          <a:xfrm>
            <a:off x="3779838" y="5568950"/>
            <a:ext cx="1760537"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  J</a:t>
            </a:r>
          </a:p>
        </p:txBody>
      </p:sp>
      <p:sp>
        <p:nvSpPr>
          <p:cNvPr id="3" name="Footer Placeholder 2">
            <a:extLst>
              <a:ext uri="{FF2B5EF4-FFF2-40B4-BE49-F238E27FC236}">
                <a16:creationId xmlns:a16="http://schemas.microsoft.com/office/drawing/2014/main" id="{E0653182-BFB6-6CAC-5A84-38A845351510}"/>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49EFBC56-F6CB-CA42-7B79-50E30627EBD0}"/>
              </a:ext>
            </a:extLst>
          </p:cNvPr>
          <p:cNvSpPr>
            <a:spLocks noGrp="1"/>
          </p:cNvSpPr>
          <p:nvPr>
            <p:ph type="sldNum" sz="quarter" idx="12"/>
          </p:nvPr>
        </p:nvSpPr>
        <p:spPr/>
        <p:txBody>
          <a:bodyPr/>
          <a:lstStyle/>
          <a:p>
            <a:fld id="{95E664E9-BB0A-4932-9D77-E0DDE5779A37}" type="slidenum">
              <a:rPr lang="en-US" smtClean="0"/>
              <a:pPr/>
              <a:t>131</a:t>
            </a:fld>
            <a:endParaRPr lang="en-US" dirty="0"/>
          </a:p>
        </p:txBody>
      </p:sp>
    </p:spTree>
  </p:cSld>
  <p:clrMapOvr>
    <a:masterClrMapping/>
  </p:clrMapOvr>
  <p:transition advTm="1000"/>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234" name="Line 2"/>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07235"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07236"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7237"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07238"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7239"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07240"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7241"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07242"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7243"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07244"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7245"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07246"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7247"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07248"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7249"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07250"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7251"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07252"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7253"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07254"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7255"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07256" name="Oval 24"/>
          <p:cNvSpPr>
            <a:spLocks noChangeArrowheads="1"/>
          </p:cNvSpPr>
          <p:nvPr/>
        </p:nvSpPr>
        <p:spPr bwMode="auto">
          <a:xfrm>
            <a:off x="39893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607257"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07258"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7259"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07260"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7261"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07262"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7263"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07264"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7265"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07266"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07267"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07268"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07269"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07270"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07271"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07272"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07273"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07274"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07275"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07276"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07277"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07278"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07279"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07280"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607281" name="Line 49"/>
          <p:cNvSpPr>
            <a:spLocks noChangeShapeType="1"/>
          </p:cNvSpPr>
          <p:nvPr/>
        </p:nvSpPr>
        <p:spPr bwMode="auto">
          <a:xfrm>
            <a:off x="2970213" y="3187700"/>
            <a:ext cx="500062" cy="698500"/>
          </a:xfrm>
          <a:prstGeom prst="line">
            <a:avLst/>
          </a:prstGeom>
          <a:noFill/>
          <a:ln w="25400">
            <a:solidFill>
              <a:schemeClr val="tx2"/>
            </a:solidFill>
            <a:round/>
            <a:headEnd/>
            <a:tailEnd type="triangle" w="med" len="med"/>
          </a:ln>
          <a:effectLst/>
        </p:spPr>
        <p:txBody>
          <a:bodyPr wrap="none" anchor="ctr"/>
          <a:lstStyle/>
          <a:p>
            <a:endParaRPr lang="en-US"/>
          </a:p>
        </p:txBody>
      </p:sp>
      <p:sp>
        <p:nvSpPr>
          <p:cNvPr id="607282" name="Line 50"/>
          <p:cNvSpPr>
            <a:spLocks noChangeShapeType="1"/>
          </p:cNvSpPr>
          <p:nvPr/>
        </p:nvSpPr>
        <p:spPr bwMode="auto">
          <a:xfrm>
            <a:off x="3794125" y="4337050"/>
            <a:ext cx="252413" cy="700088"/>
          </a:xfrm>
          <a:prstGeom prst="line">
            <a:avLst/>
          </a:prstGeom>
          <a:noFill/>
          <a:ln w="25400">
            <a:solidFill>
              <a:schemeClr val="tx2"/>
            </a:solidFill>
            <a:round/>
            <a:headEnd/>
            <a:tailEnd type="triangle" w="med" len="med"/>
          </a:ln>
          <a:effectLst/>
        </p:spPr>
        <p:txBody>
          <a:bodyPr wrap="none" anchor="ctr"/>
          <a:lstStyle/>
          <a:p>
            <a:endParaRPr lang="en-US"/>
          </a:p>
        </p:txBody>
      </p:sp>
      <p:sp>
        <p:nvSpPr>
          <p:cNvPr id="607283" name="Line 51"/>
          <p:cNvSpPr>
            <a:spLocks noChangeShapeType="1"/>
          </p:cNvSpPr>
          <p:nvPr/>
        </p:nvSpPr>
        <p:spPr bwMode="auto">
          <a:xfrm>
            <a:off x="3527425" y="5273675"/>
            <a:ext cx="3810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607284" name="Rectangle 52"/>
          <p:cNvSpPr>
            <a:spLocks noChangeArrowheads="1"/>
          </p:cNvSpPr>
          <p:nvPr/>
        </p:nvSpPr>
        <p:spPr bwMode="auto">
          <a:xfrm>
            <a:off x="3530600" y="5568950"/>
            <a:ext cx="2257425"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  J  K</a:t>
            </a:r>
          </a:p>
        </p:txBody>
      </p:sp>
      <p:sp>
        <p:nvSpPr>
          <p:cNvPr id="3" name="Footer Placeholder 2">
            <a:extLst>
              <a:ext uri="{FF2B5EF4-FFF2-40B4-BE49-F238E27FC236}">
                <a16:creationId xmlns:a16="http://schemas.microsoft.com/office/drawing/2014/main" id="{280EDF84-4A26-7E67-E23B-044D40905AA0}"/>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0703F50A-7D5B-4652-8DA2-8403AC13DA8C}"/>
              </a:ext>
            </a:extLst>
          </p:cNvPr>
          <p:cNvSpPr>
            <a:spLocks noGrp="1"/>
          </p:cNvSpPr>
          <p:nvPr>
            <p:ph type="sldNum" sz="quarter" idx="12"/>
          </p:nvPr>
        </p:nvSpPr>
        <p:spPr/>
        <p:txBody>
          <a:bodyPr/>
          <a:lstStyle/>
          <a:p>
            <a:fld id="{95E664E9-BB0A-4932-9D77-E0DDE5779A37}" type="slidenum">
              <a:rPr lang="en-US" smtClean="0"/>
              <a:pPr/>
              <a:t>132</a:t>
            </a:fld>
            <a:endParaRPr lang="en-US" dirty="0"/>
          </a:p>
        </p:txBody>
      </p:sp>
    </p:spTree>
  </p:cSld>
  <p:clrMapOvr>
    <a:masterClrMapping/>
  </p:clrMapOvr>
  <p:transition advTm="1000"/>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258" name="Line 2"/>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08259"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08260"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8261"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08262"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8263"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08264"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8265"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08266"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8267"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08268"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8269"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08270"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8271"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08272"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8273"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08274"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8275"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08276"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8277"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08278"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8279"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08280" name="Oval 24"/>
          <p:cNvSpPr>
            <a:spLocks noChangeArrowheads="1"/>
          </p:cNvSpPr>
          <p:nvPr/>
        </p:nvSpPr>
        <p:spPr bwMode="auto">
          <a:xfrm>
            <a:off x="39893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608281"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08282"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8283"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08284"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8285"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08286"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8287"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08288"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8289"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08290"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08291"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08292"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08293"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08294"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08295"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08296"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08297"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08298"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08299"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08300"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08301"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08302"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08303"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08304"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608305" name="Line 49"/>
          <p:cNvSpPr>
            <a:spLocks noChangeShapeType="1"/>
          </p:cNvSpPr>
          <p:nvPr/>
        </p:nvSpPr>
        <p:spPr bwMode="auto">
          <a:xfrm>
            <a:off x="2970213" y="3187700"/>
            <a:ext cx="500062" cy="698500"/>
          </a:xfrm>
          <a:prstGeom prst="line">
            <a:avLst/>
          </a:prstGeom>
          <a:noFill/>
          <a:ln w="25400">
            <a:solidFill>
              <a:schemeClr val="tx2"/>
            </a:solidFill>
            <a:round/>
            <a:headEnd/>
            <a:tailEnd type="triangle" w="med" len="med"/>
          </a:ln>
          <a:effectLst/>
        </p:spPr>
        <p:txBody>
          <a:bodyPr wrap="none" anchor="ctr"/>
          <a:lstStyle/>
          <a:p>
            <a:endParaRPr lang="en-US"/>
          </a:p>
        </p:txBody>
      </p:sp>
      <p:sp>
        <p:nvSpPr>
          <p:cNvPr id="608306" name="Line 50"/>
          <p:cNvSpPr>
            <a:spLocks noChangeShapeType="1"/>
          </p:cNvSpPr>
          <p:nvPr/>
        </p:nvSpPr>
        <p:spPr bwMode="auto">
          <a:xfrm>
            <a:off x="4011613" y="4213225"/>
            <a:ext cx="280987" cy="782638"/>
          </a:xfrm>
          <a:prstGeom prst="line">
            <a:avLst/>
          </a:prstGeom>
          <a:noFill/>
          <a:ln w="25400">
            <a:solidFill>
              <a:schemeClr val="tx2"/>
            </a:solidFill>
            <a:round/>
            <a:headEnd type="triangle" w="med" len="med"/>
            <a:tailEnd/>
          </a:ln>
          <a:effectLst/>
        </p:spPr>
        <p:txBody>
          <a:bodyPr wrap="none" anchor="ctr"/>
          <a:lstStyle/>
          <a:p>
            <a:endParaRPr lang="en-US"/>
          </a:p>
        </p:txBody>
      </p:sp>
      <p:sp>
        <p:nvSpPr>
          <p:cNvPr id="608307" name="Rectangle 51"/>
          <p:cNvSpPr>
            <a:spLocks noChangeArrowheads="1"/>
          </p:cNvSpPr>
          <p:nvPr/>
        </p:nvSpPr>
        <p:spPr bwMode="auto">
          <a:xfrm>
            <a:off x="3530600" y="5568950"/>
            <a:ext cx="2257425"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  J  K</a:t>
            </a:r>
          </a:p>
        </p:txBody>
      </p:sp>
      <p:sp>
        <p:nvSpPr>
          <p:cNvPr id="3" name="Footer Placeholder 2">
            <a:extLst>
              <a:ext uri="{FF2B5EF4-FFF2-40B4-BE49-F238E27FC236}">
                <a16:creationId xmlns:a16="http://schemas.microsoft.com/office/drawing/2014/main" id="{23A92F7F-642A-18AB-C1D1-0FF4EB6F7EE4}"/>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FFFD6354-6300-F413-A187-68A6B0D3DB0B}"/>
              </a:ext>
            </a:extLst>
          </p:cNvPr>
          <p:cNvSpPr>
            <a:spLocks noGrp="1"/>
          </p:cNvSpPr>
          <p:nvPr>
            <p:ph type="sldNum" sz="quarter" idx="12"/>
          </p:nvPr>
        </p:nvSpPr>
        <p:spPr/>
        <p:txBody>
          <a:bodyPr/>
          <a:lstStyle/>
          <a:p>
            <a:fld id="{95E664E9-BB0A-4932-9D77-E0DDE5779A37}" type="slidenum">
              <a:rPr lang="en-US" smtClean="0"/>
              <a:pPr/>
              <a:t>133</a:t>
            </a:fld>
            <a:endParaRPr lang="en-US" dirty="0"/>
          </a:p>
        </p:txBody>
      </p:sp>
    </p:spTree>
  </p:cSld>
  <p:clrMapOvr>
    <a:masterClrMapping/>
  </p:clrMapOvr>
  <p:transition advTm="1000"/>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282" name="Line 2"/>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09283" name="Line 3"/>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09284" name="Line 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09285"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09286" name="Oval 6"/>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9287"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09288" name="Oval 8"/>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9289"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09290" name="Oval 10"/>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9291"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09292" name="Oval 12"/>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9293"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09294" name="Oval 14"/>
          <p:cNvSpPr>
            <a:spLocks noChangeArrowheads="1"/>
          </p:cNvSpPr>
          <p:nvPr/>
        </p:nvSpPr>
        <p:spPr bwMode="auto">
          <a:xfrm>
            <a:off x="3511550" y="3863975"/>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609295"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09296" name="Oval 16"/>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9297"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09298" name="Oval 18"/>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9299"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09300"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9301"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09302"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9303"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09304"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9305"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09306"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9307"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09308"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9309"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09310"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9311"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09312"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9313"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09314"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09315"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09316" name="Line 36"/>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09317" name="Line 37"/>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09318" name="Line 38"/>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09319" name="Line 39"/>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09320" name="Line 40"/>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09321" name="Line 41"/>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09322"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09323"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09324"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09325"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09326"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09327"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09328"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609329" name="Line 49"/>
          <p:cNvSpPr>
            <a:spLocks noChangeShapeType="1"/>
          </p:cNvSpPr>
          <p:nvPr/>
        </p:nvSpPr>
        <p:spPr bwMode="auto">
          <a:xfrm>
            <a:off x="2970213" y="3187700"/>
            <a:ext cx="500062" cy="698500"/>
          </a:xfrm>
          <a:prstGeom prst="line">
            <a:avLst/>
          </a:prstGeom>
          <a:noFill/>
          <a:ln w="25400">
            <a:solidFill>
              <a:schemeClr val="tx2"/>
            </a:solidFill>
            <a:round/>
            <a:headEnd/>
            <a:tailEnd type="triangle" w="med" len="med"/>
          </a:ln>
          <a:effectLst/>
        </p:spPr>
        <p:txBody>
          <a:bodyPr wrap="none" anchor="ctr"/>
          <a:lstStyle/>
          <a:p>
            <a:endParaRPr lang="en-US"/>
          </a:p>
        </p:txBody>
      </p:sp>
      <p:sp>
        <p:nvSpPr>
          <p:cNvPr id="609330" name="Line 50"/>
          <p:cNvSpPr>
            <a:spLocks noChangeShapeType="1"/>
          </p:cNvSpPr>
          <p:nvPr/>
        </p:nvSpPr>
        <p:spPr bwMode="auto">
          <a:xfrm>
            <a:off x="2759075" y="4037013"/>
            <a:ext cx="6477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609331" name="Rectangle 51"/>
          <p:cNvSpPr>
            <a:spLocks noChangeArrowheads="1"/>
          </p:cNvSpPr>
          <p:nvPr/>
        </p:nvSpPr>
        <p:spPr bwMode="auto">
          <a:xfrm>
            <a:off x="3284538" y="5568950"/>
            <a:ext cx="2754312"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  J  K  E</a:t>
            </a:r>
          </a:p>
        </p:txBody>
      </p:sp>
      <p:sp>
        <p:nvSpPr>
          <p:cNvPr id="3" name="Footer Placeholder 2">
            <a:extLst>
              <a:ext uri="{FF2B5EF4-FFF2-40B4-BE49-F238E27FC236}">
                <a16:creationId xmlns:a16="http://schemas.microsoft.com/office/drawing/2014/main" id="{36B13F46-66B6-A932-ACF0-2CC95D3FBD00}"/>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6A98DF16-B3C0-99F4-D287-EFE62981FE70}"/>
              </a:ext>
            </a:extLst>
          </p:cNvPr>
          <p:cNvSpPr>
            <a:spLocks noGrp="1"/>
          </p:cNvSpPr>
          <p:nvPr>
            <p:ph type="sldNum" sz="quarter" idx="12"/>
          </p:nvPr>
        </p:nvSpPr>
        <p:spPr/>
        <p:txBody>
          <a:bodyPr/>
          <a:lstStyle/>
          <a:p>
            <a:fld id="{95E664E9-BB0A-4932-9D77-E0DDE5779A37}" type="slidenum">
              <a:rPr lang="en-US" smtClean="0"/>
              <a:pPr/>
              <a:t>134</a:t>
            </a:fld>
            <a:endParaRPr lang="en-US" dirty="0"/>
          </a:p>
        </p:txBody>
      </p:sp>
    </p:spTree>
  </p:cSld>
  <p:clrMapOvr>
    <a:masterClrMapping/>
  </p:clrMapOvr>
  <p:transition advTm="1000"/>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6" name="Line 2"/>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10307"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10308"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0309"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10310"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0311"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10312"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0313"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10314"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0315"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10316"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0317"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10318"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0319"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10320"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0321"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10322"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0323"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10324"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0325"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10326"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0327"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10328" name="Oval 24"/>
          <p:cNvSpPr>
            <a:spLocks noChangeArrowheads="1"/>
          </p:cNvSpPr>
          <p:nvPr/>
        </p:nvSpPr>
        <p:spPr bwMode="auto">
          <a:xfrm>
            <a:off x="3989388" y="5078413"/>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610329"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10330"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0331"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10332"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0333"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10334"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0335"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10336"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0337"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10338"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10339"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10340"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10341"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10342"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10343"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10344"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10345"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10346"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10347"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10348"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10349"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10350"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10351"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10352"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610353" name="Line 49"/>
          <p:cNvSpPr>
            <a:spLocks noChangeShapeType="1"/>
          </p:cNvSpPr>
          <p:nvPr/>
        </p:nvSpPr>
        <p:spPr bwMode="auto">
          <a:xfrm>
            <a:off x="3186113" y="3006725"/>
            <a:ext cx="573087" cy="773113"/>
          </a:xfrm>
          <a:prstGeom prst="line">
            <a:avLst/>
          </a:prstGeom>
          <a:noFill/>
          <a:ln w="25400">
            <a:solidFill>
              <a:schemeClr val="tx2"/>
            </a:solidFill>
            <a:round/>
            <a:headEnd type="triangle" w="med" len="med"/>
            <a:tailEnd/>
          </a:ln>
          <a:effectLst/>
        </p:spPr>
        <p:txBody>
          <a:bodyPr wrap="none" anchor="ctr"/>
          <a:lstStyle/>
          <a:p>
            <a:endParaRPr lang="en-US"/>
          </a:p>
        </p:txBody>
      </p:sp>
      <p:sp>
        <p:nvSpPr>
          <p:cNvPr id="610354" name="Rectangle 50"/>
          <p:cNvSpPr>
            <a:spLocks noChangeArrowheads="1"/>
          </p:cNvSpPr>
          <p:nvPr/>
        </p:nvSpPr>
        <p:spPr bwMode="auto">
          <a:xfrm>
            <a:off x="3284538" y="5568950"/>
            <a:ext cx="2754312"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  J  K  E</a:t>
            </a:r>
          </a:p>
        </p:txBody>
      </p:sp>
      <p:sp>
        <p:nvSpPr>
          <p:cNvPr id="3" name="Footer Placeholder 2">
            <a:extLst>
              <a:ext uri="{FF2B5EF4-FFF2-40B4-BE49-F238E27FC236}">
                <a16:creationId xmlns:a16="http://schemas.microsoft.com/office/drawing/2014/main" id="{1DAA16A5-30A4-E646-7C7D-C3A70AED3B3B}"/>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0B1B989C-B541-13A7-51E9-A2EC978F5041}"/>
              </a:ext>
            </a:extLst>
          </p:cNvPr>
          <p:cNvSpPr>
            <a:spLocks noGrp="1"/>
          </p:cNvSpPr>
          <p:nvPr>
            <p:ph type="sldNum" sz="quarter" idx="12"/>
          </p:nvPr>
        </p:nvSpPr>
        <p:spPr/>
        <p:txBody>
          <a:bodyPr/>
          <a:lstStyle/>
          <a:p>
            <a:fld id="{95E664E9-BB0A-4932-9D77-E0DDE5779A37}" type="slidenum">
              <a:rPr lang="en-US" smtClean="0"/>
              <a:pPr/>
              <a:t>135</a:t>
            </a:fld>
            <a:endParaRPr lang="en-US" dirty="0"/>
          </a:p>
        </p:txBody>
      </p:sp>
    </p:spTree>
  </p:cSld>
  <p:clrMapOvr>
    <a:masterClrMapping/>
  </p:clrMapOvr>
  <p:transition advTm="1000"/>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30" name="Line 2"/>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11331" name="Line 3"/>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11332" name="Line 4"/>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11333"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11334" name="Oval 6"/>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1335"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11336" name="Oval 8"/>
          <p:cNvSpPr>
            <a:spLocks noChangeArrowheads="1"/>
          </p:cNvSpPr>
          <p:nvPr/>
        </p:nvSpPr>
        <p:spPr bwMode="auto">
          <a:xfrm>
            <a:off x="2673350" y="2744788"/>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611337"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11338" name="Oval 10"/>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1339"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11340" name="Oval 12"/>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1341"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11342" name="Oval 14"/>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1343"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11344" name="Oval 16"/>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1345"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11346" name="Oval 18"/>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1347"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11348"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1349"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11350"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1351"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11352"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1353"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11354"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1355"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11356"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1357"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11358"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1359"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11360"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1361"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11362"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1363"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11364" name="Line 36"/>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11365"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11366"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11367" name="Line 39"/>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11368" name="Line 40"/>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11369" name="Line 41"/>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11370"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11371"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11372"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11373"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11374"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11375"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11376" name="Line 48"/>
          <p:cNvSpPr>
            <a:spLocks noChangeShapeType="1"/>
          </p:cNvSpPr>
          <p:nvPr/>
        </p:nvSpPr>
        <p:spPr bwMode="auto">
          <a:xfrm flipH="1">
            <a:off x="2878138" y="1992313"/>
            <a:ext cx="1536700" cy="625475"/>
          </a:xfrm>
          <a:prstGeom prst="line">
            <a:avLst/>
          </a:prstGeom>
          <a:noFill/>
          <a:ln w="25400">
            <a:solidFill>
              <a:schemeClr val="tx2"/>
            </a:solidFill>
            <a:round/>
            <a:headEnd/>
            <a:tailEnd type="triangle" w="med" len="med"/>
          </a:ln>
          <a:effectLst/>
        </p:spPr>
        <p:txBody>
          <a:bodyPr wrap="none" anchor="ctr"/>
          <a:lstStyle/>
          <a:p>
            <a:endParaRPr lang="en-US"/>
          </a:p>
        </p:txBody>
      </p:sp>
      <p:sp>
        <p:nvSpPr>
          <p:cNvPr id="611377" name="Line 49"/>
          <p:cNvSpPr>
            <a:spLocks noChangeShapeType="1"/>
          </p:cNvSpPr>
          <p:nvPr/>
        </p:nvSpPr>
        <p:spPr bwMode="auto">
          <a:xfrm>
            <a:off x="1927225" y="2873375"/>
            <a:ext cx="6477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611378" name="Rectangle 50"/>
          <p:cNvSpPr>
            <a:spLocks noChangeArrowheads="1"/>
          </p:cNvSpPr>
          <p:nvPr/>
        </p:nvSpPr>
        <p:spPr bwMode="auto">
          <a:xfrm>
            <a:off x="3035300" y="5568950"/>
            <a:ext cx="3251200"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  J  K  E  B</a:t>
            </a:r>
          </a:p>
        </p:txBody>
      </p:sp>
      <p:sp>
        <p:nvSpPr>
          <p:cNvPr id="3" name="Footer Placeholder 2">
            <a:extLst>
              <a:ext uri="{FF2B5EF4-FFF2-40B4-BE49-F238E27FC236}">
                <a16:creationId xmlns:a16="http://schemas.microsoft.com/office/drawing/2014/main" id="{74F0FE48-529E-CF7D-25B3-DD4A1F2059D6}"/>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C097CB47-1F28-CBCA-0237-2E69037D4AEA}"/>
              </a:ext>
            </a:extLst>
          </p:cNvPr>
          <p:cNvSpPr>
            <a:spLocks noGrp="1"/>
          </p:cNvSpPr>
          <p:nvPr>
            <p:ph type="sldNum" sz="quarter" idx="12"/>
          </p:nvPr>
        </p:nvSpPr>
        <p:spPr/>
        <p:txBody>
          <a:bodyPr/>
          <a:lstStyle/>
          <a:p>
            <a:fld id="{95E664E9-BB0A-4932-9D77-E0DDE5779A37}" type="slidenum">
              <a:rPr lang="en-US" smtClean="0"/>
              <a:pPr/>
              <a:t>136</a:t>
            </a:fld>
            <a:endParaRPr lang="en-US" dirty="0"/>
          </a:p>
        </p:txBody>
      </p:sp>
    </p:spTree>
  </p:cSld>
  <p:clrMapOvr>
    <a:masterClrMapping/>
  </p:clrMapOvr>
  <p:transition advTm="1000"/>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4" name="Line 2"/>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12355"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12356"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2357"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12358"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2359"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12360"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2361"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12362"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2363"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12364"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2365"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12366"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2367"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12368"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2369"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12370"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2371"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12372" name="Oval 20"/>
          <p:cNvSpPr>
            <a:spLocks noChangeArrowheads="1"/>
          </p:cNvSpPr>
          <p:nvPr/>
        </p:nvSpPr>
        <p:spPr bwMode="auto">
          <a:xfrm>
            <a:off x="2008188" y="5078413"/>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612373"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12374"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2375"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12376"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2377"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12378"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2379"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12380"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2381"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12382"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2383"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12384"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2385"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12386"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12387"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12388"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12389"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12390"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12391"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12392"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12393"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12394"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12395"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12396"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12397"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12398"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12399"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12400" name="Line 48"/>
          <p:cNvSpPr>
            <a:spLocks noChangeShapeType="1"/>
          </p:cNvSpPr>
          <p:nvPr/>
        </p:nvSpPr>
        <p:spPr bwMode="auto">
          <a:xfrm flipH="1">
            <a:off x="3205163" y="2333625"/>
            <a:ext cx="1370012" cy="569913"/>
          </a:xfrm>
          <a:prstGeom prst="line">
            <a:avLst/>
          </a:prstGeom>
          <a:noFill/>
          <a:ln w="25400">
            <a:solidFill>
              <a:schemeClr val="tx2"/>
            </a:solidFill>
            <a:round/>
            <a:headEnd type="triangle" w="med" len="med"/>
            <a:tailEnd/>
          </a:ln>
          <a:effectLst/>
        </p:spPr>
        <p:txBody>
          <a:bodyPr wrap="none" anchor="ctr"/>
          <a:lstStyle/>
          <a:p>
            <a:endParaRPr lang="en-US"/>
          </a:p>
        </p:txBody>
      </p:sp>
      <p:sp>
        <p:nvSpPr>
          <p:cNvPr id="612401" name="Rectangle 49"/>
          <p:cNvSpPr>
            <a:spLocks noChangeArrowheads="1"/>
          </p:cNvSpPr>
          <p:nvPr/>
        </p:nvSpPr>
        <p:spPr bwMode="auto">
          <a:xfrm>
            <a:off x="3035300" y="5568950"/>
            <a:ext cx="3251200"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  J  K  E  B</a:t>
            </a:r>
          </a:p>
        </p:txBody>
      </p:sp>
      <p:sp>
        <p:nvSpPr>
          <p:cNvPr id="3" name="Footer Placeholder 2">
            <a:extLst>
              <a:ext uri="{FF2B5EF4-FFF2-40B4-BE49-F238E27FC236}">
                <a16:creationId xmlns:a16="http://schemas.microsoft.com/office/drawing/2014/main" id="{0EE2B753-45A8-F464-AD5B-3E649075FBFB}"/>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41DD8EC8-0190-D010-8F51-A65BADEA5C78}"/>
              </a:ext>
            </a:extLst>
          </p:cNvPr>
          <p:cNvSpPr>
            <a:spLocks noGrp="1"/>
          </p:cNvSpPr>
          <p:nvPr>
            <p:ph type="sldNum" sz="quarter" idx="12"/>
          </p:nvPr>
        </p:nvSpPr>
        <p:spPr/>
        <p:txBody>
          <a:bodyPr/>
          <a:lstStyle/>
          <a:p>
            <a:fld id="{95E664E9-BB0A-4932-9D77-E0DDE5779A37}" type="slidenum">
              <a:rPr lang="en-US" smtClean="0"/>
              <a:pPr/>
              <a:t>137</a:t>
            </a:fld>
            <a:endParaRPr lang="en-US" dirty="0"/>
          </a:p>
        </p:txBody>
      </p:sp>
    </p:spTree>
  </p:cSld>
  <p:clrMapOvr>
    <a:masterClrMapping/>
  </p:clrMapOvr>
  <p:transition advTm="1000"/>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3378" name="Line 2"/>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13379" name="Line 3"/>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13380" name="Line 4"/>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13381"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13382" name="Oval 6"/>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3383"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13384" name="Oval 8"/>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3385"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13386" name="Oval 10"/>
          <p:cNvSpPr>
            <a:spLocks noChangeArrowheads="1"/>
          </p:cNvSpPr>
          <p:nvPr/>
        </p:nvSpPr>
        <p:spPr bwMode="auto">
          <a:xfrm>
            <a:off x="6254750" y="2744788"/>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613387"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13388" name="Oval 12"/>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3389"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13390" name="Oval 14"/>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3391"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13392" name="Oval 16"/>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3393"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13394" name="Oval 18"/>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3395"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13396"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3397"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13398"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3399"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13400"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3401"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13402"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3403"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13404"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3405"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13406"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3407"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13408"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3409"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13410"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3411"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13412" name="Line 36"/>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13413" name="Line 37"/>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13414" name="Line 38"/>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13415" name="Line 39"/>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13416" name="Line 40"/>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13417" name="Line 41"/>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13418"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13419"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13420"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13421"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13422"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13423"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13424"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613425" name="Rectangle 49"/>
          <p:cNvSpPr>
            <a:spLocks noChangeArrowheads="1"/>
          </p:cNvSpPr>
          <p:nvPr/>
        </p:nvSpPr>
        <p:spPr bwMode="auto">
          <a:xfrm>
            <a:off x="3035300" y="5568950"/>
            <a:ext cx="3251200"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  J  K  E  B</a:t>
            </a:r>
          </a:p>
        </p:txBody>
      </p:sp>
      <p:sp>
        <p:nvSpPr>
          <p:cNvPr id="3" name="Footer Placeholder 2">
            <a:extLst>
              <a:ext uri="{FF2B5EF4-FFF2-40B4-BE49-F238E27FC236}">
                <a16:creationId xmlns:a16="http://schemas.microsoft.com/office/drawing/2014/main" id="{435689BE-5E5D-A9BF-C975-E915BABBBEEE}"/>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1B2103FF-00DC-6E2A-B123-0CF50C59813D}"/>
              </a:ext>
            </a:extLst>
          </p:cNvPr>
          <p:cNvSpPr>
            <a:spLocks noGrp="1"/>
          </p:cNvSpPr>
          <p:nvPr>
            <p:ph type="sldNum" sz="quarter" idx="12"/>
          </p:nvPr>
        </p:nvSpPr>
        <p:spPr/>
        <p:txBody>
          <a:bodyPr/>
          <a:lstStyle/>
          <a:p>
            <a:fld id="{95E664E9-BB0A-4932-9D77-E0DDE5779A37}" type="slidenum">
              <a:rPr lang="en-US" smtClean="0"/>
              <a:pPr/>
              <a:t>138</a:t>
            </a:fld>
            <a:endParaRPr lang="en-US" dirty="0"/>
          </a:p>
        </p:txBody>
      </p:sp>
    </p:spTree>
  </p:cSld>
  <p:clrMapOvr>
    <a:masterClrMapping/>
  </p:clrMapOvr>
  <p:transition advTm="1000"/>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02" name="Line 2"/>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14403" name="Line 3"/>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14404" name="Line 4"/>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14405"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14406" name="Oval 6"/>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4407"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14408" name="Oval 8"/>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4409"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14410" name="Oval 10"/>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4411"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14412" name="Oval 12"/>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4413"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14414" name="Oval 14"/>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4415"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14416" name="Oval 16"/>
          <p:cNvSpPr>
            <a:spLocks noChangeArrowheads="1"/>
          </p:cNvSpPr>
          <p:nvPr/>
        </p:nvSpPr>
        <p:spPr bwMode="auto">
          <a:xfrm>
            <a:off x="5340350" y="3863975"/>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614417"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14418" name="Oval 18"/>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4419"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14420"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4421"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14422"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4423"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14424"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4425"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14426"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4427"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14428"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4429"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14430"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4431"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14432"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4433"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14434"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4435"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14436" name="Line 36"/>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14437" name="Line 37"/>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14438" name="Line 38"/>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14439" name="Line 39"/>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14440" name="Line 40"/>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14441" name="Line 41"/>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14442" name="Line 42"/>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14443"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14444"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14445"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14446"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14447"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14448"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614449" name="Line 49"/>
          <p:cNvSpPr>
            <a:spLocks noChangeShapeType="1"/>
          </p:cNvSpPr>
          <p:nvPr/>
        </p:nvSpPr>
        <p:spPr bwMode="auto">
          <a:xfrm flipH="1">
            <a:off x="5564188" y="3011488"/>
            <a:ext cx="604837" cy="768350"/>
          </a:xfrm>
          <a:prstGeom prst="line">
            <a:avLst/>
          </a:prstGeom>
          <a:noFill/>
          <a:ln w="25400">
            <a:solidFill>
              <a:schemeClr val="tx2"/>
            </a:solidFill>
            <a:round/>
            <a:headEnd/>
            <a:tailEnd type="triangle" w="med" len="med"/>
          </a:ln>
          <a:effectLst/>
        </p:spPr>
        <p:txBody>
          <a:bodyPr wrap="none" anchor="ctr"/>
          <a:lstStyle/>
          <a:p>
            <a:endParaRPr lang="en-US"/>
          </a:p>
        </p:txBody>
      </p:sp>
      <p:sp>
        <p:nvSpPr>
          <p:cNvPr id="614450" name="Rectangle 50"/>
          <p:cNvSpPr>
            <a:spLocks noChangeArrowheads="1"/>
          </p:cNvSpPr>
          <p:nvPr/>
        </p:nvSpPr>
        <p:spPr bwMode="auto">
          <a:xfrm>
            <a:off x="3035300" y="5568950"/>
            <a:ext cx="3251200"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  J  K  E  B</a:t>
            </a:r>
          </a:p>
        </p:txBody>
      </p:sp>
      <p:sp>
        <p:nvSpPr>
          <p:cNvPr id="3" name="Footer Placeholder 2">
            <a:extLst>
              <a:ext uri="{FF2B5EF4-FFF2-40B4-BE49-F238E27FC236}">
                <a16:creationId xmlns:a16="http://schemas.microsoft.com/office/drawing/2014/main" id="{A6238C39-134A-C0CB-00C9-21D81D7957B8}"/>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8C5F95CA-07B8-4BFB-8C9D-762AE3DCD30F}"/>
              </a:ext>
            </a:extLst>
          </p:cNvPr>
          <p:cNvSpPr>
            <a:spLocks noGrp="1"/>
          </p:cNvSpPr>
          <p:nvPr>
            <p:ph type="sldNum" sz="quarter" idx="12"/>
          </p:nvPr>
        </p:nvSpPr>
        <p:spPr/>
        <p:txBody>
          <a:bodyPr/>
          <a:lstStyle/>
          <a:p>
            <a:fld id="{95E664E9-BB0A-4932-9D77-E0DDE5779A37}" type="slidenum">
              <a:rPr lang="en-US" smtClean="0"/>
              <a:pPr/>
              <a:t>139</a:t>
            </a:fld>
            <a:endParaRPr lang="en-US" dirty="0"/>
          </a:p>
        </p:txBody>
      </p:sp>
    </p:spTree>
  </p:cSld>
  <p:clrMapOvr>
    <a:masterClrMapping/>
  </p:clrMapOvr>
  <p:transition advTm="1000"/>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6" name="Line 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15427"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15428"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5429"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15430"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5431"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15432"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5433"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15434"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5435"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15436"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5437"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15438"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5439"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15440"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5441"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15442"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5443"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15444"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5445"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15446"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5447"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15448"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5449"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15450" name="Oval 26"/>
          <p:cNvSpPr>
            <a:spLocks noChangeArrowheads="1"/>
          </p:cNvSpPr>
          <p:nvPr/>
        </p:nvSpPr>
        <p:spPr bwMode="auto">
          <a:xfrm>
            <a:off x="4827588" y="5078413"/>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615451"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15452"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5453"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15454"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5455"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15456"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5457"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15458"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15459"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15460"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15461"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15462"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15463"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15464"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15465"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15466"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15467"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15468"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15469"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15470"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15471"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15472"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615473" name="Line 49"/>
          <p:cNvSpPr>
            <a:spLocks noChangeShapeType="1"/>
          </p:cNvSpPr>
          <p:nvPr/>
        </p:nvSpPr>
        <p:spPr bwMode="auto">
          <a:xfrm flipH="1">
            <a:off x="5564188" y="3011488"/>
            <a:ext cx="604837" cy="768350"/>
          </a:xfrm>
          <a:prstGeom prst="line">
            <a:avLst/>
          </a:prstGeom>
          <a:noFill/>
          <a:ln w="25400">
            <a:solidFill>
              <a:schemeClr val="tx2"/>
            </a:solidFill>
            <a:round/>
            <a:headEnd/>
            <a:tailEnd type="triangle" w="med" len="med"/>
          </a:ln>
          <a:effectLst/>
        </p:spPr>
        <p:txBody>
          <a:bodyPr wrap="none" anchor="ctr"/>
          <a:lstStyle/>
          <a:p>
            <a:endParaRPr lang="en-US"/>
          </a:p>
        </p:txBody>
      </p:sp>
      <p:sp>
        <p:nvSpPr>
          <p:cNvPr id="615474" name="Line 50"/>
          <p:cNvSpPr>
            <a:spLocks noChangeShapeType="1"/>
          </p:cNvSpPr>
          <p:nvPr/>
        </p:nvSpPr>
        <p:spPr bwMode="auto">
          <a:xfrm flipH="1">
            <a:off x="4956175" y="4232275"/>
            <a:ext cx="373063" cy="795338"/>
          </a:xfrm>
          <a:prstGeom prst="line">
            <a:avLst/>
          </a:prstGeom>
          <a:noFill/>
          <a:ln w="25400">
            <a:solidFill>
              <a:schemeClr val="tx2"/>
            </a:solidFill>
            <a:round/>
            <a:headEnd/>
            <a:tailEnd type="triangle" w="med" len="med"/>
          </a:ln>
          <a:effectLst/>
        </p:spPr>
        <p:txBody>
          <a:bodyPr wrap="none" anchor="ctr"/>
          <a:lstStyle/>
          <a:p>
            <a:endParaRPr lang="en-US"/>
          </a:p>
        </p:txBody>
      </p:sp>
      <p:sp>
        <p:nvSpPr>
          <p:cNvPr id="615475" name="Rectangle 51"/>
          <p:cNvSpPr>
            <a:spLocks noChangeArrowheads="1"/>
          </p:cNvSpPr>
          <p:nvPr/>
        </p:nvSpPr>
        <p:spPr bwMode="auto">
          <a:xfrm>
            <a:off x="3035300" y="5568950"/>
            <a:ext cx="3251200"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  J  K  E  B</a:t>
            </a:r>
          </a:p>
        </p:txBody>
      </p:sp>
      <p:sp>
        <p:nvSpPr>
          <p:cNvPr id="3" name="Footer Placeholder 2">
            <a:extLst>
              <a:ext uri="{FF2B5EF4-FFF2-40B4-BE49-F238E27FC236}">
                <a16:creationId xmlns:a16="http://schemas.microsoft.com/office/drawing/2014/main" id="{D905913F-008C-6B5A-5D36-A9AE5B05FBD6}"/>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2626C73D-603B-4B8B-3351-2DF9170E5AE3}"/>
              </a:ext>
            </a:extLst>
          </p:cNvPr>
          <p:cNvSpPr>
            <a:spLocks noGrp="1"/>
          </p:cNvSpPr>
          <p:nvPr>
            <p:ph type="sldNum" sz="quarter" idx="12"/>
          </p:nvPr>
        </p:nvSpPr>
        <p:spPr/>
        <p:txBody>
          <a:bodyPr/>
          <a:lstStyle/>
          <a:p>
            <a:fld id="{95E664E9-BB0A-4932-9D77-E0DDE5779A37}" type="slidenum">
              <a:rPr lang="en-US" smtClean="0"/>
              <a:pPr/>
              <a:t>140</a:t>
            </a:fld>
            <a:endParaRPr lang="en-US" dirty="0"/>
          </a:p>
        </p:txBody>
      </p:sp>
    </p:spTree>
  </p:cSld>
  <p:clrMapOvr>
    <a:masterClrMapping/>
  </p:clrMapOvr>
  <p:transition advTm="1000"/>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450" name="Line 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16451"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16452"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6453"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16454"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6455"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16456"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6457"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16458"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6459"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16460"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6461"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16462"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6463"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16464"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6465"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16466"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6467"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16468"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6469"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16470"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6471"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16472"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6473"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16474" name="Oval 26"/>
          <p:cNvSpPr>
            <a:spLocks noChangeArrowheads="1"/>
          </p:cNvSpPr>
          <p:nvPr/>
        </p:nvSpPr>
        <p:spPr bwMode="auto">
          <a:xfrm>
            <a:off x="48275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616475"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16476"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6477"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16478"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6479"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16480"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6481"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16482"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16483"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16484"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16485"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16486"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16487"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16488"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16489"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16490"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16491"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16492"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16493"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16494"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16495"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16496"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616497" name="Line 49"/>
          <p:cNvSpPr>
            <a:spLocks noChangeShapeType="1"/>
          </p:cNvSpPr>
          <p:nvPr/>
        </p:nvSpPr>
        <p:spPr bwMode="auto">
          <a:xfrm flipH="1">
            <a:off x="5564188" y="3011488"/>
            <a:ext cx="604837" cy="768350"/>
          </a:xfrm>
          <a:prstGeom prst="line">
            <a:avLst/>
          </a:prstGeom>
          <a:noFill/>
          <a:ln w="25400">
            <a:solidFill>
              <a:schemeClr val="tx2"/>
            </a:solidFill>
            <a:round/>
            <a:headEnd/>
            <a:tailEnd type="triangle" w="med" len="med"/>
          </a:ln>
          <a:effectLst/>
        </p:spPr>
        <p:txBody>
          <a:bodyPr wrap="none" anchor="ctr"/>
          <a:lstStyle/>
          <a:p>
            <a:endParaRPr lang="en-US"/>
          </a:p>
        </p:txBody>
      </p:sp>
      <p:sp>
        <p:nvSpPr>
          <p:cNvPr id="616498" name="Line 50"/>
          <p:cNvSpPr>
            <a:spLocks noChangeShapeType="1"/>
          </p:cNvSpPr>
          <p:nvPr/>
        </p:nvSpPr>
        <p:spPr bwMode="auto">
          <a:xfrm flipH="1">
            <a:off x="4956175" y="4232275"/>
            <a:ext cx="373063" cy="795338"/>
          </a:xfrm>
          <a:prstGeom prst="line">
            <a:avLst/>
          </a:prstGeom>
          <a:noFill/>
          <a:ln w="25400">
            <a:solidFill>
              <a:schemeClr val="tx2"/>
            </a:solidFill>
            <a:round/>
            <a:headEnd/>
            <a:tailEnd type="triangle" w="med" len="med"/>
          </a:ln>
          <a:effectLst/>
        </p:spPr>
        <p:txBody>
          <a:bodyPr wrap="none" anchor="ctr"/>
          <a:lstStyle/>
          <a:p>
            <a:endParaRPr lang="en-US"/>
          </a:p>
        </p:txBody>
      </p:sp>
      <p:sp>
        <p:nvSpPr>
          <p:cNvPr id="616499" name="Line 51"/>
          <p:cNvSpPr>
            <a:spLocks noChangeShapeType="1"/>
          </p:cNvSpPr>
          <p:nvPr/>
        </p:nvSpPr>
        <p:spPr bwMode="auto">
          <a:xfrm>
            <a:off x="4498975" y="5275263"/>
            <a:ext cx="295275"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616500" name="Rectangle 52"/>
          <p:cNvSpPr>
            <a:spLocks noChangeArrowheads="1"/>
          </p:cNvSpPr>
          <p:nvPr/>
        </p:nvSpPr>
        <p:spPr bwMode="auto">
          <a:xfrm>
            <a:off x="2809875" y="5568950"/>
            <a:ext cx="3702050"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  J  K  E  B  L</a:t>
            </a:r>
          </a:p>
        </p:txBody>
      </p:sp>
      <p:sp>
        <p:nvSpPr>
          <p:cNvPr id="3" name="Footer Placeholder 2">
            <a:extLst>
              <a:ext uri="{FF2B5EF4-FFF2-40B4-BE49-F238E27FC236}">
                <a16:creationId xmlns:a16="http://schemas.microsoft.com/office/drawing/2014/main" id="{E3FF12BB-ABC4-DD0D-C8FD-23AEE265B14E}"/>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070E4CFD-A6E0-D5D2-6BCC-D757F7A232D6}"/>
              </a:ext>
            </a:extLst>
          </p:cNvPr>
          <p:cNvSpPr>
            <a:spLocks noGrp="1"/>
          </p:cNvSpPr>
          <p:nvPr>
            <p:ph type="sldNum" sz="quarter" idx="12"/>
          </p:nvPr>
        </p:nvSpPr>
        <p:spPr/>
        <p:txBody>
          <a:bodyPr/>
          <a:lstStyle/>
          <a:p>
            <a:fld id="{95E664E9-BB0A-4932-9D77-E0DDE5779A37}" type="slidenum">
              <a:rPr lang="en-US" smtClean="0"/>
              <a:pPr/>
              <a:t>141</a:t>
            </a:fld>
            <a:endParaRPr lang="en-US" dirty="0"/>
          </a:p>
        </p:txBody>
      </p:sp>
    </p:spTree>
  </p:cSld>
  <p:clrMapOvr>
    <a:masterClrMapping/>
  </p:clrMapOvr>
  <p:transition advTm="1000"/>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4" name="Line 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17475"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17476"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7477"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17478"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7479"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17480"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7481"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17482"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7483"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17484"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7485"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17486"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7487"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17488"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7489"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17490"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7491"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17492"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7493"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17494"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7495"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17496"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7497"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17498" name="Oval 26"/>
          <p:cNvSpPr>
            <a:spLocks noChangeArrowheads="1"/>
          </p:cNvSpPr>
          <p:nvPr/>
        </p:nvSpPr>
        <p:spPr bwMode="auto">
          <a:xfrm>
            <a:off x="48275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617499"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17500"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7501"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17502"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7503"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17504"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7505"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17506"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17507"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17508"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17509"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17510"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17511"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17512"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17513"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17514"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17515"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17516"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17517"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17518"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17519"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17520"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617521" name="Line 49"/>
          <p:cNvSpPr>
            <a:spLocks noChangeShapeType="1"/>
          </p:cNvSpPr>
          <p:nvPr/>
        </p:nvSpPr>
        <p:spPr bwMode="auto">
          <a:xfrm flipH="1">
            <a:off x="5564188" y="3011488"/>
            <a:ext cx="604837" cy="768350"/>
          </a:xfrm>
          <a:prstGeom prst="line">
            <a:avLst/>
          </a:prstGeom>
          <a:noFill/>
          <a:ln w="25400">
            <a:solidFill>
              <a:schemeClr val="tx2"/>
            </a:solidFill>
            <a:round/>
            <a:headEnd/>
            <a:tailEnd type="triangle" w="med" len="med"/>
          </a:ln>
          <a:effectLst/>
        </p:spPr>
        <p:txBody>
          <a:bodyPr wrap="none" anchor="ctr"/>
          <a:lstStyle/>
          <a:p>
            <a:endParaRPr lang="en-US"/>
          </a:p>
        </p:txBody>
      </p:sp>
      <p:sp>
        <p:nvSpPr>
          <p:cNvPr id="617522" name="Line 50"/>
          <p:cNvSpPr>
            <a:spLocks noChangeShapeType="1"/>
          </p:cNvSpPr>
          <p:nvPr/>
        </p:nvSpPr>
        <p:spPr bwMode="auto">
          <a:xfrm flipH="1">
            <a:off x="5202238" y="4327525"/>
            <a:ext cx="298450" cy="711200"/>
          </a:xfrm>
          <a:prstGeom prst="line">
            <a:avLst/>
          </a:prstGeom>
          <a:noFill/>
          <a:ln w="25400">
            <a:solidFill>
              <a:schemeClr val="tx2"/>
            </a:solidFill>
            <a:round/>
            <a:headEnd type="triangle" w="med" len="med"/>
            <a:tailEnd/>
          </a:ln>
          <a:effectLst/>
        </p:spPr>
        <p:txBody>
          <a:bodyPr wrap="none" anchor="ctr"/>
          <a:lstStyle/>
          <a:p>
            <a:endParaRPr lang="en-US"/>
          </a:p>
        </p:txBody>
      </p:sp>
      <p:sp>
        <p:nvSpPr>
          <p:cNvPr id="617523" name="Rectangle 51"/>
          <p:cNvSpPr>
            <a:spLocks noChangeArrowheads="1"/>
          </p:cNvSpPr>
          <p:nvPr/>
        </p:nvSpPr>
        <p:spPr bwMode="auto">
          <a:xfrm>
            <a:off x="2809875" y="5568950"/>
            <a:ext cx="3702050"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  J  K  E  B  L</a:t>
            </a:r>
          </a:p>
        </p:txBody>
      </p:sp>
      <p:sp>
        <p:nvSpPr>
          <p:cNvPr id="3" name="Footer Placeholder 2">
            <a:extLst>
              <a:ext uri="{FF2B5EF4-FFF2-40B4-BE49-F238E27FC236}">
                <a16:creationId xmlns:a16="http://schemas.microsoft.com/office/drawing/2014/main" id="{18F67F72-6D3D-864F-02CA-B14C783FB69C}"/>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21098831-4593-2E78-9AC1-0BAC9B82F825}"/>
              </a:ext>
            </a:extLst>
          </p:cNvPr>
          <p:cNvSpPr>
            <a:spLocks noGrp="1"/>
          </p:cNvSpPr>
          <p:nvPr>
            <p:ph type="sldNum" sz="quarter" idx="12"/>
          </p:nvPr>
        </p:nvSpPr>
        <p:spPr/>
        <p:txBody>
          <a:bodyPr/>
          <a:lstStyle/>
          <a:p>
            <a:fld id="{95E664E9-BB0A-4932-9D77-E0DDE5779A37}" type="slidenum">
              <a:rPr lang="en-US" smtClean="0"/>
              <a:pPr/>
              <a:t>142</a:t>
            </a:fld>
            <a:endParaRPr lang="en-US" dirty="0"/>
          </a:p>
        </p:txBody>
      </p:sp>
    </p:spTree>
  </p:cSld>
  <p:clrMapOvr>
    <a:masterClrMapping/>
  </p:clrMapOvr>
  <p:transition advTm="1000"/>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498" name="Line 2"/>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18499"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18500"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8501"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18502"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8503"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18504"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8505"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18506"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8507"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18508"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8509"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18510"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8511"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18512"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8513"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18514"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8515"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18516"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8517"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18518"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8519"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18520"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8521"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18522"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8523"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18524" name="Oval 28"/>
          <p:cNvSpPr>
            <a:spLocks noChangeArrowheads="1"/>
          </p:cNvSpPr>
          <p:nvPr/>
        </p:nvSpPr>
        <p:spPr bwMode="auto">
          <a:xfrm>
            <a:off x="5818188" y="5078413"/>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618525"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18526"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8527"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18528"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8529"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18530"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18531"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18532"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18533"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18534"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18535"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18536"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18537"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18538"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18539"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18540"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18541"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18542"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18543"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18544" name="Line 48"/>
          <p:cNvSpPr>
            <a:spLocks noChangeShapeType="1"/>
          </p:cNvSpPr>
          <p:nvPr/>
        </p:nvSpPr>
        <p:spPr bwMode="auto">
          <a:xfrm>
            <a:off x="5608638" y="4313238"/>
            <a:ext cx="252412" cy="7000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618545" name="Line 49"/>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618546" name="Line 50"/>
          <p:cNvSpPr>
            <a:spLocks noChangeShapeType="1"/>
          </p:cNvSpPr>
          <p:nvPr/>
        </p:nvSpPr>
        <p:spPr bwMode="auto">
          <a:xfrm flipH="1">
            <a:off x="5564188" y="3011488"/>
            <a:ext cx="604837" cy="768350"/>
          </a:xfrm>
          <a:prstGeom prst="line">
            <a:avLst/>
          </a:prstGeom>
          <a:noFill/>
          <a:ln w="25400">
            <a:solidFill>
              <a:schemeClr val="tx2"/>
            </a:solidFill>
            <a:round/>
            <a:headEnd/>
            <a:tailEnd type="triangle" w="med" len="med"/>
          </a:ln>
          <a:effectLst/>
        </p:spPr>
        <p:txBody>
          <a:bodyPr wrap="none" anchor="ctr"/>
          <a:lstStyle/>
          <a:p>
            <a:endParaRPr lang="en-US"/>
          </a:p>
        </p:txBody>
      </p:sp>
      <p:sp>
        <p:nvSpPr>
          <p:cNvPr id="618547" name="Rectangle 51"/>
          <p:cNvSpPr>
            <a:spLocks noChangeArrowheads="1"/>
          </p:cNvSpPr>
          <p:nvPr/>
        </p:nvSpPr>
        <p:spPr bwMode="auto">
          <a:xfrm>
            <a:off x="2809875" y="5568950"/>
            <a:ext cx="3702050"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  J  K  E  B  L</a:t>
            </a:r>
          </a:p>
        </p:txBody>
      </p:sp>
      <p:sp>
        <p:nvSpPr>
          <p:cNvPr id="3" name="Footer Placeholder 2">
            <a:extLst>
              <a:ext uri="{FF2B5EF4-FFF2-40B4-BE49-F238E27FC236}">
                <a16:creationId xmlns:a16="http://schemas.microsoft.com/office/drawing/2014/main" id="{F81227C7-4C23-D476-645E-6ADCB1EF301E}"/>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801FF44C-9361-4307-11D6-85D9C14A334D}"/>
              </a:ext>
            </a:extLst>
          </p:cNvPr>
          <p:cNvSpPr>
            <a:spLocks noGrp="1"/>
          </p:cNvSpPr>
          <p:nvPr>
            <p:ph type="sldNum" sz="quarter" idx="12"/>
          </p:nvPr>
        </p:nvSpPr>
        <p:spPr/>
        <p:txBody>
          <a:bodyPr/>
          <a:lstStyle/>
          <a:p>
            <a:fld id="{95E664E9-BB0A-4932-9D77-E0DDE5779A37}" type="slidenum">
              <a:rPr lang="en-US" smtClean="0"/>
              <a:pPr/>
              <a:t>143</a:t>
            </a:fld>
            <a:endParaRPr lang="en-US" dirty="0"/>
          </a:p>
        </p:txBody>
      </p:sp>
    </p:spTree>
  </p:cSld>
  <p:clrMapOvr>
    <a:masterClrMapping/>
  </p:clrMapOvr>
  <p:transition advTm="1000"/>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522" name="Line 2"/>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19523"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19524"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9525"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19526"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9527"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19528"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9529"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19530"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9531"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19532"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9533"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19534"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9535"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19536"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9537"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19538"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9539"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19540"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9541"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19542"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9543"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19544"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9545"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19546"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9547"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19548" name="Oval 28"/>
          <p:cNvSpPr>
            <a:spLocks noChangeArrowheads="1"/>
          </p:cNvSpPr>
          <p:nvPr/>
        </p:nvSpPr>
        <p:spPr bwMode="auto">
          <a:xfrm>
            <a:off x="58181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619549"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19550"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9551"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19552"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19553"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19554"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19555"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19556"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19557"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19558"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19559"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19560"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19561"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19562"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19563"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19564"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19565"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19566"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19567"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19568" name="Line 48"/>
          <p:cNvSpPr>
            <a:spLocks noChangeShapeType="1"/>
          </p:cNvSpPr>
          <p:nvPr/>
        </p:nvSpPr>
        <p:spPr bwMode="auto">
          <a:xfrm>
            <a:off x="5608638" y="4313238"/>
            <a:ext cx="252412" cy="7000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619569" name="Line 49"/>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619570" name="Line 50"/>
          <p:cNvSpPr>
            <a:spLocks noChangeShapeType="1"/>
          </p:cNvSpPr>
          <p:nvPr/>
        </p:nvSpPr>
        <p:spPr bwMode="auto">
          <a:xfrm flipH="1">
            <a:off x="5564188" y="3011488"/>
            <a:ext cx="604837" cy="768350"/>
          </a:xfrm>
          <a:prstGeom prst="line">
            <a:avLst/>
          </a:prstGeom>
          <a:noFill/>
          <a:ln w="25400">
            <a:solidFill>
              <a:schemeClr val="tx2"/>
            </a:solidFill>
            <a:round/>
            <a:headEnd/>
            <a:tailEnd type="triangle" w="med" len="med"/>
          </a:ln>
          <a:effectLst/>
        </p:spPr>
        <p:txBody>
          <a:bodyPr wrap="none" anchor="ctr"/>
          <a:lstStyle/>
          <a:p>
            <a:endParaRPr lang="en-US"/>
          </a:p>
        </p:txBody>
      </p:sp>
      <p:sp>
        <p:nvSpPr>
          <p:cNvPr id="619571" name="Line 51"/>
          <p:cNvSpPr>
            <a:spLocks noChangeShapeType="1"/>
          </p:cNvSpPr>
          <p:nvPr/>
        </p:nvSpPr>
        <p:spPr bwMode="auto">
          <a:xfrm>
            <a:off x="5364163" y="5283200"/>
            <a:ext cx="3810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619572" name="Rectangle 52"/>
          <p:cNvSpPr>
            <a:spLocks noChangeArrowheads="1"/>
          </p:cNvSpPr>
          <p:nvPr/>
        </p:nvSpPr>
        <p:spPr bwMode="auto">
          <a:xfrm>
            <a:off x="2528888" y="5568950"/>
            <a:ext cx="4265612"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  J  K  E  B  L  M</a:t>
            </a:r>
          </a:p>
        </p:txBody>
      </p:sp>
      <p:sp>
        <p:nvSpPr>
          <p:cNvPr id="3" name="Footer Placeholder 2">
            <a:extLst>
              <a:ext uri="{FF2B5EF4-FFF2-40B4-BE49-F238E27FC236}">
                <a16:creationId xmlns:a16="http://schemas.microsoft.com/office/drawing/2014/main" id="{589CA71D-75EF-AF1F-DEC5-104B73CC416F}"/>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966690E0-39A3-7455-293B-6605895C1C3B}"/>
              </a:ext>
            </a:extLst>
          </p:cNvPr>
          <p:cNvSpPr>
            <a:spLocks noGrp="1"/>
          </p:cNvSpPr>
          <p:nvPr>
            <p:ph type="sldNum" sz="quarter" idx="12"/>
          </p:nvPr>
        </p:nvSpPr>
        <p:spPr/>
        <p:txBody>
          <a:bodyPr/>
          <a:lstStyle/>
          <a:p>
            <a:fld id="{95E664E9-BB0A-4932-9D77-E0DDE5779A37}" type="slidenum">
              <a:rPr lang="en-US" smtClean="0"/>
              <a:pPr/>
              <a:t>144</a:t>
            </a:fld>
            <a:endParaRPr lang="en-US" dirty="0"/>
          </a:p>
        </p:txBody>
      </p:sp>
    </p:spTree>
  </p:cSld>
  <p:clrMapOvr>
    <a:masterClrMapping/>
  </p:clrMapOvr>
  <p:transition advTm="1000"/>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546" name="Line 2"/>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20547"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20548"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0549"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20550"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0551"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20552"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0553"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20554"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0555"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20556"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0557"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20558"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0559"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20560"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0561"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20562"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0563"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20564"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0565"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20566"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0567"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20568"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0569"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20570"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0571"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20572" name="Oval 28"/>
          <p:cNvSpPr>
            <a:spLocks noChangeArrowheads="1"/>
          </p:cNvSpPr>
          <p:nvPr/>
        </p:nvSpPr>
        <p:spPr bwMode="auto">
          <a:xfrm>
            <a:off x="58181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620573"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20574"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0575"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20576"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0577"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20578"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20579"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20580"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20581"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20582"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20583"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20584"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20585"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20586"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20587"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20588"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20589"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20590"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20591"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20592"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620593" name="Line 49"/>
          <p:cNvSpPr>
            <a:spLocks noChangeShapeType="1"/>
          </p:cNvSpPr>
          <p:nvPr/>
        </p:nvSpPr>
        <p:spPr bwMode="auto">
          <a:xfrm flipH="1">
            <a:off x="5564188" y="3011488"/>
            <a:ext cx="604837" cy="768350"/>
          </a:xfrm>
          <a:prstGeom prst="line">
            <a:avLst/>
          </a:prstGeom>
          <a:noFill/>
          <a:ln w="25400">
            <a:solidFill>
              <a:schemeClr val="tx2"/>
            </a:solidFill>
            <a:round/>
            <a:headEnd/>
            <a:tailEnd type="triangle" w="med" len="med"/>
          </a:ln>
          <a:effectLst/>
        </p:spPr>
        <p:txBody>
          <a:bodyPr wrap="none" anchor="ctr"/>
          <a:lstStyle/>
          <a:p>
            <a:endParaRPr lang="en-US"/>
          </a:p>
        </p:txBody>
      </p:sp>
      <p:sp>
        <p:nvSpPr>
          <p:cNvPr id="620594" name="Line 50"/>
          <p:cNvSpPr>
            <a:spLocks noChangeShapeType="1"/>
          </p:cNvSpPr>
          <p:nvPr/>
        </p:nvSpPr>
        <p:spPr bwMode="auto">
          <a:xfrm>
            <a:off x="5803900" y="4224338"/>
            <a:ext cx="280988" cy="782637"/>
          </a:xfrm>
          <a:prstGeom prst="line">
            <a:avLst/>
          </a:prstGeom>
          <a:noFill/>
          <a:ln w="25400">
            <a:solidFill>
              <a:schemeClr val="tx2"/>
            </a:solidFill>
            <a:round/>
            <a:headEnd type="triangle" w="med" len="med"/>
            <a:tailEnd/>
          </a:ln>
          <a:effectLst/>
        </p:spPr>
        <p:txBody>
          <a:bodyPr wrap="none" anchor="ctr"/>
          <a:lstStyle/>
          <a:p>
            <a:endParaRPr lang="en-US"/>
          </a:p>
        </p:txBody>
      </p:sp>
      <p:sp>
        <p:nvSpPr>
          <p:cNvPr id="620595" name="Rectangle 51"/>
          <p:cNvSpPr>
            <a:spLocks noChangeArrowheads="1"/>
          </p:cNvSpPr>
          <p:nvPr/>
        </p:nvSpPr>
        <p:spPr bwMode="auto">
          <a:xfrm>
            <a:off x="2528888" y="5568950"/>
            <a:ext cx="4265612"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  J  K  E  B  L  M</a:t>
            </a:r>
          </a:p>
        </p:txBody>
      </p:sp>
      <p:sp>
        <p:nvSpPr>
          <p:cNvPr id="3" name="Footer Placeholder 2">
            <a:extLst>
              <a:ext uri="{FF2B5EF4-FFF2-40B4-BE49-F238E27FC236}">
                <a16:creationId xmlns:a16="http://schemas.microsoft.com/office/drawing/2014/main" id="{13A76E0F-F9D4-C4D6-233E-3168FF97CD1A}"/>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BE25A8AF-67C7-4F87-3411-796C7208F794}"/>
              </a:ext>
            </a:extLst>
          </p:cNvPr>
          <p:cNvSpPr>
            <a:spLocks noGrp="1"/>
          </p:cNvSpPr>
          <p:nvPr>
            <p:ph type="sldNum" sz="quarter" idx="12"/>
          </p:nvPr>
        </p:nvSpPr>
        <p:spPr/>
        <p:txBody>
          <a:bodyPr/>
          <a:lstStyle/>
          <a:p>
            <a:fld id="{95E664E9-BB0A-4932-9D77-E0DDE5779A37}" type="slidenum">
              <a:rPr lang="en-US" smtClean="0"/>
              <a:pPr/>
              <a:t>145</a:t>
            </a:fld>
            <a:endParaRPr lang="en-US" dirty="0"/>
          </a:p>
        </p:txBody>
      </p:sp>
    </p:spTree>
  </p:cSld>
  <p:clrMapOvr>
    <a:masterClrMapping/>
  </p:clrMapOvr>
  <p:transition advTm="1000"/>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570" name="Line 2"/>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21571" name="Line 3"/>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21572" name="Line 4"/>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21573"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21574" name="Oval 6"/>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1575"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21576" name="Oval 8"/>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1577"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21578" name="Oval 10"/>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1579"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21580" name="Oval 12"/>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1581"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21582" name="Oval 14"/>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1583"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21584" name="Oval 16"/>
          <p:cNvSpPr>
            <a:spLocks noChangeArrowheads="1"/>
          </p:cNvSpPr>
          <p:nvPr/>
        </p:nvSpPr>
        <p:spPr bwMode="auto">
          <a:xfrm>
            <a:off x="5340350" y="3863975"/>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621585"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21586" name="Oval 18"/>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1587"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21588"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1589"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21590"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1591"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21592"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1593"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21594"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1595"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21596"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1597"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21598"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1599"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21600"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1601"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21602"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1603"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21604" name="Line 36"/>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21605" name="Line 37"/>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21606" name="Line 38"/>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21607" name="Line 39"/>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21608" name="Line 40"/>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21609" name="Line 41"/>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21610" name="Line 42"/>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21611"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21612"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21613"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21614"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21615"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21616"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621617" name="Line 49"/>
          <p:cNvSpPr>
            <a:spLocks noChangeShapeType="1"/>
          </p:cNvSpPr>
          <p:nvPr/>
        </p:nvSpPr>
        <p:spPr bwMode="auto">
          <a:xfrm flipH="1">
            <a:off x="5564188" y="3011488"/>
            <a:ext cx="604837" cy="768350"/>
          </a:xfrm>
          <a:prstGeom prst="line">
            <a:avLst/>
          </a:prstGeom>
          <a:noFill/>
          <a:ln w="25400">
            <a:solidFill>
              <a:schemeClr val="tx2"/>
            </a:solidFill>
            <a:round/>
            <a:headEnd/>
            <a:tailEnd type="triangle" w="med" len="med"/>
          </a:ln>
          <a:effectLst/>
        </p:spPr>
        <p:txBody>
          <a:bodyPr wrap="none" anchor="ctr"/>
          <a:lstStyle/>
          <a:p>
            <a:endParaRPr lang="en-US"/>
          </a:p>
        </p:txBody>
      </p:sp>
      <p:sp>
        <p:nvSpPr>
          <p:cNvPr id="621618" name="Line 50"/>
          <p:cNvSpPr>
            <a:spLocks noChangeShapeType="1"/>
          </p:cNvSpPr>
          <p:nvPr/>
        </p:nvSpPr>
        <p:spPr bwMode="auto">
          <a:xfrm>
            <a:off x="4584700" y="4046538"/>
            <a:ext cx="6477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621619" name="Rectangle 51"/>
          <p:cNvSpPr>
            <a:spLocks noChangeArrowheads="1"/>
          </p:cNvSpPr>
          <p:nvPr/>
        </p:nvSpPr>
        <p:spPr bwMode="auto">
          <a:xfrm>
            <a:off x="2292350" y="5568950"/>
            <a:ext cx="4738688"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  J  K  E  B  L  M  F</a:t>
            </a:r>
          </a:p>
        </p:txBody>
      </p:sp>
      <p:sp>
        <p:nvSpPr>
          <p:cNvPr id="3" name="Footer Placeholder 2">
            <a:extLst>
              <a:ext uri="{FF2B5EF4-FFF2-40B4-BE49-F238E27FC236}">
                <a16:creationId xmlns:a16="http://schemas.microsoft.com/office/drawing/2014/main" id="{9B266A0B-607B-FBBC-77EF-2DE6BD134CDF}"/>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66F90244-5AB7-F332-E9B9-4F58017A8793}"/>
              </a:ext>
            </a:extLst>
          </p:cNvPr>
          <p:cNvSpPr>
            <a:spLocks noGrp="1"/>
          </p:cNvSpPr>
          <p:nvPr>
            <p:ph type="sldNum" sz="quarter" idx="12"/>
          </p:nvPr>
        </p:nvSpPr>
        <p:spPr/>
        <p:txBody>
          <a:bodyPr/>
          <a:lstStyle/>
          <a:p>
            <a:fld id="{95E664E9-BB0A-4932-9D77-E0DDE5779A37}" type="slidenum">
              <a:rPr lang="en-US" smtClean="0"/>
              <a:pPr/>
              <a:t>146</a:t>
            </a:fld>
            <a:endParaRPr lang="en-US" dirty="0"/>
          </a:p>
        </p:txBody>
      </p:sp>
    </p:spTree>
  </p:cSld>
  <p:clrMapOvr>
    <a:masterClrMapping/>
  </p:clrMapOvr>
  <p:transition advTm="1000"/>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4" name="Line 2"/>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22595"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22596"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2597"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22598"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2599"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22600"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2601"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22602"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2603"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22604"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2605"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22606"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2607"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22608"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2609"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22610"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2611"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22612"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2613"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22614"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2615"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22616"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2617"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22618"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2619"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22620" name="Oval 28"/>
          <p:cNvSpPr>
            <a:spLocks noChangeArrowheads="1"/>
          </p:cNvSpPr>
          <p:nvPr/>
        </p:nvSpPr>
        <p:spPr bwMode="auto">
          <a:xfrm>
            <a:off x="5818188" y="5078413"/>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622621"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22622"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2623"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22624"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2625"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22626"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22627"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22628"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22629"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22630"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22631"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22632"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22633"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22634"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22635"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22636"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22637"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22638"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22639"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22640"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622641" name="Line 49"/>
          <p:cNvSpPr>
            <a:spLocks noChangeShapeType="1"/>
          </p:cNvSpPr>
          <p:nvPr/>
        </p:nvSpPr>
        <p:spPr bwMode="auto">
          <a:xfrm flipH="1">
            <a:off x="5862638" y="3214688"/>
            <a:ext cx="561975" cy="714375"/>
          </a:xfrm>
          <a:prstGeom prst="line">
            <a:avLst/>
          </a:prstGeom>
          <a:noFill/>
          <a:ln w="25400">
            <a:solidFill>
              <a:schemeClr val="tx2"/>
            </a:solidFill>
            <a:round/>
            <a:headEnd type="triangle" w="med" len="med"/>
            <a:tailEnd/>
          </a:ln>
          <a:effectLst/>
        </p:spPr>
        <p:txBody>
          <a:bodyPr wrap="none" anchor="ctr"/>
          <a:lstStyle/>
          <a:p>
            <a:endParaRPr lang="en-US"/>
          </a:p>
        </p:txBody>
      </p:sp>
      <p:sp>
        <p:nvSpPr>
          <p:cNvPr id="622642" name="Rectangle 50"/>
          <p:cNvSpPr>
            <a:spLocks noChangeArrowheads="1"/>
          </p:cNvSpPr>
          <p:nvPr/>
        </p:nvSpPr>
        <p:spPr bwMode="auto">
          <a:xfrm>
            <a:off x="2292350" y="5568950"/>
            <a:ext cx="4738688"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  J  K  E  B  L  M  F</a:t>
            </a:r>
          </a:p>
        </p:txBody>
      </p:sp>
      <p:sp>
        <p:nvSpPr>
          <p:cNvPr id="3" name="Footer Placeholder 2">
            <a:extLst>
              <a:ext uri="{FF2B5EF4-FFF2-40B4-BE49-F238E27FC236}">
                <a16:creationId xmlns:a16="http://schemas.microsoft.com/office/drawing/2014/main" id="{FE7EAD6A-FA62-714E-DC9D-D36426A969AF}"/>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CD6FC055-634C-D543-C9BB-141C99DD42E0}"/>
              </a:ext>
            </a:extLst>
          </p:cNvPr>
          <p:cNvSpPr>
            <a:spLocks noGrp="1"/>
          </p:cNvSpPr>
          <p:nvPr>
            <p:ph type="sldNum" sz="quarter" idx="12"/>
          </p:nvPr>
        </p:nvSpPr>
        <p:spPr/>
        <p:txBody>
          <a:bodyPr/>
          <a:lstStyle/>
          <a:p>
            <a:fld id="{95E664E9-BB0A-4932-9D77-E0DDE5779A37}" type="slidenum">
              <a:rPr lang="en-US" smtClean="0"/>
              <a:pPr/>
              <a:t>147</a:t>
            </a:fld>
            <a:endParaRPr lang="en-US" dirty="0"/>
          </a:p>
        </p:txBody>
      </p:sp>
    </p:spTree>
  </p:cSld>
  <p:clrMapOvr>
    <a:masterClrMapping/>
  </p:clrMapOvr>
  <p:transition advTm="1000"/>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8" name="Line 2"/>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23619" name="Line 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23620" name="Line 4"/>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23621"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23622" name="Oval 6"/>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3623"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23624" name="Oval 8"/>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3625"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23626" name="Oval 10"/>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3627"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23628" name="Oval 12"/>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3629"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23630" name="Oval 14"/>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3631"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23632" name="Oval 16"/>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3633"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23634" name="Oval 18"/>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3635"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23636"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3637"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23638"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3639"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23640"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3641"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23642"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3643"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23644"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3645"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23646"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3647"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23648"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3649"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23650"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3651"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23652" name="Line 36"/>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23653" name="Line 37"/>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23654" name="Line 38"/>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23655" name="Line 39"/>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23656" name="Line 40"/>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23657" name="Line 41"/>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23658" name="Line 42"/>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23659" name="Line 43"/>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23660"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23661"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23662" name="Line 46"/>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23663"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23664"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623665" name="Line 49"/>
          <p:cNvSpPr>
            <a:spLocks noChangeShapeType="1"/>
          </p:cNvSpPr>
          <p:nvPr/>
        </p:nvSpPr>
        <p:spPr bwMode="auto">
          <a:xfrm>
            <a:off x="6584950" y="3182938"/>
            <a:ext cx="525463" cy="735012"/>
          </a:xfrm>
          <a:prstGeom prst="line">
            <a:avLst/>
          </a:prstGeom>
          <a:noFill/>
          <a:ln w="25400">
            <a:solidFill>
              <a:schemeClr val="tx2"/>
            </a:solidFill>
            <a:round/>
            <a:headEnd/>
            <a:tailEnd type="triangle" w="med" len="med"/>
          </a:ln>
          <a:effectLst/>
        </p:spPr>
        <p:txBody>
          <a:bodyPr wrap="none" anchor="ctr"/>
          <a:lstStyle/>
          <a:p>
            <a:endParaRPr lang="en-US"/>
          </a:p>
        </p:txBody>
      </p:sp>
      <p:sp>
        <p:nvSpPr>
          <p:cNvPr id="623666" name="Rectangle 50"/>
          <p:cNvSpPr>
            <a:spLocks noChangeArrowheads="1"/>
          </p:cNvSpPr>
          <p:nvPr/>
        </p:nvSpPr>
        <p:spPr bwMode="auto">
          <a:xfrm>
            <a:off x="2292350" y="5568950"/>
            <a:ext cx="4738688"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  J  K  E  B  L  M  F</a:t>
            </a:r>
          </a:p>
        </p:txBody>
      </p:sp>
      <p:sp>
        <p:nvSpPr>
          <p:cNvPr id="3" name="Footer Placeholder 2">
            <a:extLst>
              <a:ext uri="{FF2B5EF4-FFF2-40B4-BE49-F238E27FC236}">
                <a16:creationId xmlns:a16="http://schemas.microsoft.com/office/drawing/2014/main" id="{F1670EE7-17B6-A34D-BE04-D1E2D06153AF}"/>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2678742B-984A-393E-B22C-C407B3ED042B}"/>
              </a:ext>
            </a:extLst>
          </p:cNvPr>
          <p:cNvSpPr>
            <a:spLocks noGrp="1"/>
          </p:cNvSpPr>
          <p:nvPr>
            <p:ph type="sldNum" sz="quarter" idx="12"/>
          </p:nvPr>
        </p:nvSpPr>
        <p:spPr/>
        <p:txBody>
          <a:bodyPr/>
          <a:lstStyle/>
          <a:p>
            <a:fld id="{95E664E9-BB0A-4932-9D77-E0DDE5779A37}" type="slidenum">
              <a:rPr lang="en-US" smtClean="0"/>
              <a:pPr/>
              <a:t>148</a:t>
            </a:fld>
            <a:endParaRPr lang="en-US" dirty="0"/>
          </a:p>
        </p:txBody>
      </p:sp>
    </p:spTree>
  </p:cSld>
  <p:clrMapOvr>
    <a:masterClrMapping/>
  </p:clrMapOvr>
  <p:transition advTm="1000"/>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42" name="Line 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24643"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24644"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4645"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24646"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4647"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24648"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4649"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24650"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4651"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24652"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4653"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24654"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4655"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24656"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4657"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24658"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4659"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24660"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4661"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24662"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4663"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24664"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4665"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24666"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4667"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24668"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4669"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24670"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4671"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24672"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4673"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24674"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24675"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24676"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24677"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24678"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24679"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24680"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24681"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24682"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24683"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24684"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24685"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24686"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24687"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24688"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624689" name="Line 49"/>
          <p:cNvSpPr>
            <a:spLocks noChangeShapeType="1"/>
          </p:cNvSpPr>
          <p:nvPr/>
        </p:nvSpPr>
        <p:spPr bwMode="auto">
          <a:xfrm flipH="1">
            <a:off x="6888163" y="4264025"/>
            <a:ext cx="330200" cy="731838"/>
          </a:xfrm>
          <a:prstGeom prst="line">
            <a:avLst/>
          </a:prstGeom>
          <a:noFill/>
          <a:ln w="25400">
            <a:solidFill>
              <a:schemeClr val="tx2"/>
            </a:solidFill>
            <a:round/>
            <a:headEnd/>
            <a:tailEnd type="triangle" w="med" len="med"/>
          </a:ln>
          <a:effectLst/>
        </p:spPr>
        <p:txBody>
          <a:bodyPr wrap="none" anchor="ctr"/>
          <a:lstStyle/>
          <a:p>
            <a:endParaRPr lang="en-US"/>
          </a:p>
        </p:txBody>
      </p:sp>
      <p:sp>
        <p:nvSpPr>
          <p:cNvPr id="624690" name="Line 50"/>
          <p:cNvSpPr>
            <a:spLocks noChangeShapeType="1"/>
          </p:cNvSpPr>
          <p:nvPr/>
        </p:nvSpPr>
        <p:spPr bwMode="auto">
          <a:xfrm>
            <a:off x="6584950" y="3182938"/>
            <a:ext cx="525463" cy="735012"/>
          </a:xfrm>
          <a:prstGeom prst="line">
            <a:avLst/>
          </a:prstGeom>
          <a:noFill/>
          <a:ln w="25400">
            <a:solidFill>
              <a:schemeClr val="tx2"/>
            </a:solidFill>
            <a:round/>
            <a:headEnd/>
            <a:tailEnd type="triangle" w="med" len="med"/>
          </a:ln>
          <a:effectLst/>
        </p:spPr>
        <p:txBody>
          <a:bodyPr wrap="none" anchor="ctr"/>
          <a:lstStyle/>
          <a:p>
            <a:endParaRPr lang="en-US"/>
          </a:p>
        </p:txBody>
      </p:sp>
      <p:sp>
        <p:nvSpPr>
          <p:cNvPr id="624691" name="Rectangle 51"/>
          <p:cNvSpPr>
            <a:spLocks noChangeArrowheads="1"/>
          </p:cNvSpPr>
          <p:nvPr/>
        </p:nvSpPr>
        <p:spPr bwMode="auto">
          <a:xfrm>
            <a:off x="2292350" y="5568950"/>
            <a:ext cx="4738688"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  J  K  E  B  L  M  F</a:t>
            </a:r>
          </a:p>
        </p:txBody>
      </p:sp>
      <p:sp>
        <p:nvSpPr>
          <p:cNvPr id="3" name="Footer Placeholder 2">
            <a:extLst>
              <a:ext uri="{FF2B5EF4-FFF2-40B4-BE49-F238E27FC236}">
                <a16:creationId xmlns:a16="http://schemas.microsoft.com/office/drawing/2014/main" id="{A00417FA-FC32-F288-EB05-4DDFD35E4D39}"/>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B5C768D0-C186-F793-D127-4B351272383B}"/>
              </a:ext>
            </a:extLst>
          </p:cNvPr>
          <p:cNvSpPr>
            <a:spLocks noGrp="1"/>
          </p:cNvSpPr>
          <p:nvPr>
            <p:ph type="sldNum" sz="quarter" idx="12"/>
          </p:nvPr>
        </p:nvSpPr>
        <p:spPr/>
        <p:txBody>
          <a:bodyPr/>
          <a:lstStyle/>
          <a:p>
            <a:fld id="{95E664E9-BB0A-4932-9D77-E0DDE5779A37}" type="slidenum">
              <a:rPr lang="en-US" smtClean="0"/>
              <a:pPr/>
              <a:t>149</a:t>
            </a:fld>
            <a:endParaRPr lang="en-US" dirty="0"/>
          </a:p>
        </p:txBody>
      </p:sp>
    </p:spTree>
  </p:cSld>
  <p:clrMapOvr>
    <a:masterClrMapping/>
  </p:clrMapOvr>
  <p:transition advTm="1000"/>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666" name="Line 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25667"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25668"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5669"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25670"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5671"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25672"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5673"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25674"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5675"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25676"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5677"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25678"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5679"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25680"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5681"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25682"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5683"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25684"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5685"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25686"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5687"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25688"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5689"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25690"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5691"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25692"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5693"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25694" name="Oval 30"/>
          <p:cNvSpPr>
            <a:spLocks noChangeArrowheads="1"/>
          </p:cNvSpPr>
          <p:nvPr/>
        </p:nvSpPr>
        <p:spPr bwMode="auto">
          <a:xfrm>
            <a:off x="67325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625695"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25696"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5697"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25698"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25699"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25700"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25701"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25702"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25703"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25704"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25705"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25706"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25707"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25708"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25709"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25710"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25711"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25712"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625713" name="Line 49"/>
          <p:cNvSpPr>
            <a:spLocks noChangeShapeType="1"/>
          </p:cNvSpPr>
          <p:nvPr/>
        </p:nvSpPr>
        <p:spPr bwMode="auto">
          <a:xfrm flipH="1">
            <a:off x="6888163" y="4264025"/>
            <a:ext cx="330200" cy="731838"/>
          </a:xfrm>
          <a:prstGeom prst="line">
            <a:avLst/>
          </a:prstGeom>
          <a:noFill/>
          <a:ln w="25400">
            <a:solidFill>
              <a:schemeClr val="tx2"/>
            </a:solidFill>
            <a:round/>
            <a:headEnd/>
            <a:tailEnd type="triangle" w="med" len="med"/>
          </a:ln>
          <a:effectLst/>
        </p:spPr>
        <p:txBody>
          <a:bodyPr wrap="none" anchor="ctr"/>
          <a:lstStyle/>
          <a:p>
            <a:endParaRPr lang="en-US"/>
          </a:p>
        </p:txBody>
      </p:sp>
      <p:sp>
        <p:nvSpPr>
          <p:cNvPr id="625714" name="Line 50"/>
          <p:cNvSpPr>
            <a:spLocks noChangeShapeType="1"/>
          </p:cNvSpPr>
          <p:nvPr/>
        </p:nvSpPr>
        <p:spPr bwMode="auto">
          <a:xfrm>
            <a:off x="6335713" y="5254625"/>
            <a:ext cx="338137" cy="7938"/>
          </a:xfrm>
          <a:prstGeom prst="line">
            <a:avLst/>
          </a:prstGeom>
          <a:noFill/>
          <a:ln w="25400">
            <a:solidFill>
              <a:schemeClr val="tx2"/>
            </a:solidFill>
            <a:round/>
            <a:headEnd/>
            <a:tailEnd type="triangle" w="med" len="med"/>
          </a:ln>
          <a:effectLst/>
        </p:spPr>
        <p:txBody>
          <a:bodyPr wrap="none" anchor="ctr"/>
          <a:lstStyle/>
          <a:p>
            <a:endParaRPr lang="en-US"/>
          </a:p>
        </p:txBody>
      </p:sp>
      <p:sp>
        <p:nvSpPr>
          <p:cNvPr id="625715" name="Line 51"/>
          <p:cNvSpPr>
            <a:spLocks noChangeShapeType="1"/>
          </p:cNvSpPr>
          <p:nvPr/>
        </p:nvSpPr>
        <p:spPr bwMode="auto">
          <a:xfrm>
            <a:off x="6584950" y="3182938"/>
            <a:ext cx="525463" cy="735012"/>
          </a:xfrm>
          <a:prstGeom prst="line">
            <a:avLst/>
          </a:prstGeom>
          <a:noFill/>
          <a:ln w="25400">
            <a:solidFill>
              <a:schemeClr val="tx2"/>
            </a:solidFill>
            <a:round/>
            <a:headEnd/>
            <a:tailEnd type="triangle" w="med" len="med"/>
          </a:ln>
          <a:effectLst/>
        </p:spPr>
        <p:txBody>
          <a:bodyPr wrap="none" anchor="ctr"/>
          <a:lstStyle/>
          <a:p>
            <a:endParaRPr lang="en-US"/>
          </a:p>
        </p:txBody>
      </p:sp>
      <p:sp>
        <p:nvSpPr>
          <p:cNvPr id="625716" name="Rectangle 52"/>
          <p:cNvSpPr>
            <a:spLocks noChangeArrowheads="1"/>
          </p:cNvSpPr>
          <p:nvPr/>
        </p:nvSpPr>
        <p:spPr bwMode="auto">
          <a:xfrm>
            <a:off x="2032000" y="5568950"/>
            <a:ext cx="5257800"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  J  K  E  B  L  M  F  N</a:t>
            </a:r>
          </a:p>
        </p:txBody>
      </p:sp>
      <p:sp>
        <p:nvSpPr>
          <p:cNvPr id="3" name="Footer Placeholder 2">
            <a:extLst>
              <a:ext uri="{FF2B5EF4-FFF2-40B4-BE49-F238E27FC236}">
                <a16:creationId xmlns:a16="http://schemas.microsoft.com/office/drawing/2014/main" id="{05D6A16C-6267-A23A-8826-A146A8FF9E70}"/>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37013A81-74B8-8087-5E82-E213D312206A}"/>
              </a:ext>
            </a:extLst>
          </p:cNvPr>
          <p:cNvSpPr>
            <a:spLocks noGrp="1"/>
          </p:cNvSpPr>
          <p:nvPr>
            <p:ph type="sldNum" sz="quarter" idx="12"/>
          </p:nvPr>
        </p:nvSpPr>
        <p:spPr/>
        <p:txBody>
          <a:bodyPr/>
          <a:lstStyle/>
          <a:p>
            <a:fld id="{95E664E9-BB0A-4932-9D77-E0DDE5779A37}" type="slidenum">
              <a:rPr lang="en-US" smtClean="0"/>
              <a:pPr/>
              <a:t>150</a:t>
            </a:fld>
            <a:endParaRPr lang="en-US" dirty="0"/>
          </a:p>
        </p:txBody>
      </p:sp>
    </p:spTree>
  </p:cSld>
  <p:clrMapOvr>
    <a:masterClrMapping/>
  </p:clrMapOvr>
  <p:transition advTm="1000"/>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6690" name="Line 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26691"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26692"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6693"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26694"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6695"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26696"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6697"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26698"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6699"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26700"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6701"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26702"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6703"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26704"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6705"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26706"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6707"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26708"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6709"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26710"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6711"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26712"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6713"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26714"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6715"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26716"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6717"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26718" name="Oval 30"/>
          <p:cNvSpPr>
            <a:spLocks noChangeArrowheads="1"/>
          </p:cNvSpPr>
          <p:nvPr/>
        </p:nvSpPr>
        <p:spPr bwMode="auto">
          <a:xfrm>
            <a:off x="67325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626719"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26720"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6721"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26722"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26723"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26724"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26725"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26726"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26727"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26728"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26729"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26730"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26731"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26732"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26733"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26734"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26735"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26736"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626737" name="Line 49"/>
          <p:cNvSpPr>
            <a:spLocks noChangeShapeType="1"/>
          </p:cNvSpPr>
          <p:nvPr/>
        </p:nvSpPr>
        <p:spPr bwMode="auto">
          <a:xfrm>
            <a:off x="6584950" y="3182938"/>
            <a:ext cx="525463" cy="735012"/>
          </a:xfrm>
          <a:prstGeom prst="line">
            <a:avLst/>
          </a:prstGeom>
          <a:noFill/>
          <a:ln w="25400">
            <a:solidFill>
              <a:schemeClr val="tx2"/>
            </a:solidFill>
            <a:round/>
            <a:headEnd/>
            <a:tailEnd type="triangle" w="med" len="med"/>
          </a:ln>
          <a:effectLst/>
        </p:spPr>
        <p:txBody>
          <a:bodyPr wrap="none" anchor="ctr"/>
          <a:lstStyle/>
          <a:p>
            <a:endParaRPr lang="en-US"/>
          </a:p>
        </p:txBody>
      </p:sp>
      <p:sp>
        <p:nvSpPr>
          <p:cNvPr id="626738" name="Line 50"/>
          <p:cNvSpPr>
            <a:spLocks noChangeShapeType="1"/>
          </p:cNvSpPr>
          <p:nvPr/>
        </p:nvSpPr>
        <p:spPr bwMode="auto">
          <a:xfrm flipH="1">
            <a:off x="7091363" y="4327525"/>
            <a:ext cx="298450" cy="711200"/>
          </a:xfrm>
          <a:prstGeom prst="line">
            <a:avLst/>
          </a:prstGeom>
          <a:noFill/>
          <a:ln w="25400">
            <a:solidFill>
              <a:schemeClr val="tx2"/>
            </a:solidFill>
            <a:round/>
            <a:headEnd type="triangle" w="med" len="med"/>
            <a:tailEnd/>
          </a:ln>
          <a:effectLst/>
        </p:spPr>
        <p:txBody>
          <a:bodyPr wrap="none" anchor="ctr"/>
          <a:lstStyle/>
          <a:p>
            <a:endParaRPr lang="en-US"/>
          </a:p>
        </p:txBody>
      </p:sp>
      <p:sp>
        <p:nvSpPr>
          <p:cNvPr id="626739" name="Rectangle 51"/>
          <p:cNvSpPr>
            <a:spLocks noChangeArrowheads="1"/>
          </p:cNvSpPr>
          <p:nvPr/>
        </p:nvSpPr>
        <p:spPr bwMode="auto">
          <a:xfrm>
            <a:off x="2032000" y="5568950"/>
            <a:ext cx="5257800"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  J  K  E  B  L  M  F  N</a:t>
            </a:r>
          </a:p>
        </p:txBody>
      </p:sp>
      <p:sp>
        <p:nvSpPr>
          <p:cNvPr id="3" name="Footer Placeholder 2">
            <a:extLst>
              <a:ext uri="{FF2B5EF4-FFF2-40B4-BE49-F238E27FC236}">
                <a16:creationId xmlns:a16="http://schemas.microsoft.com/office/drawing/2014/main" id="{8A008B12-A937-BAB1-C6D6-D90C551EE4A4}"/>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49CD65D4-663F-5621-4548-EC1D95433F0E}"/>
              </a:ext>
            </a:extLst>
          </p:cNvPr>
          <p:cNvSpPr>
            <a:spLocks noGrp="1"/>
          </p:cNvSpPr>
          <p:nvPr>
            <p:ph type="sldNum" sz="quarter" idx="12"/>
          </p:nvPr>
        </p:nvSpPr>
        <p:spPr/>
        <p:txBody>
          <a:bodyPr/>
          <a:lstStyle/>
          <a:p>
            <a:fld id="{95E664E9-BB0A-4932-9D77-E0DDE5779A37}" type="slidenum">
              <a:rPr lang="en-US" smtClean="0"/>
              <a:pPr/>
              <a:t>151</a:t>
            </a:fld>
            <a:endParaRPr lang="en-US" dirty="0"/>
          </a:p>
        </p:txBody>
      </p:sp>
    </p:spTree>
  </p:cSld>
  <p:clrMapOvr>
    <a:masterClrMapping/>
  </p:clrMapOvr>
  <p:transition advTm="1000"/>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714" name="Line 2"/>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27715"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27716"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7717"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27718"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7719"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27720"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7721"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27722"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7723"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27724"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7725"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27726"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7727"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27728"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7729"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27730"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7731"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27732"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7733"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27734"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7735"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27736"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7737"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27738"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7739"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27740"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7741"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27742"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7743"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27744" name="Oval 32"/>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7745"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27746"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27747"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27748"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27749"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27750"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27751"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27752"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27753"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27754"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27755"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27756"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27757"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27758" name="Line 46"/>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27759"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27760" name="Line 48"/>
          <p:cNvSpPr>
            <a:spLocks noChangeShapeType="1"/>
          </p:cNvSpPr>
          <p:nvPr/>
        </p:nvSpPr>
        <p:spPr bwMode="auto">
          <a:xfrm>
            <a:off x="7507288" y="4344988"/>
            <a:ext cx="252412" cy="7000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627761" name="Line 49"/>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627762" name="Line 50"/>
          <p:cNvSpPr>
            <a:spLocks noChangeShapeType="1"/>
          </p:cNvSpPr>
          <p:nvPr/>
        </p:nvSpPr>
        <p:spPr bwMode="auto">
          <a:xfrm>
            <a:off x="6584950" y="3182938"/>
            <a:ext cx="525463" cy="735012"/>
          </a:xfrm>
          <a:prstGeom prst="line">
            <a:avLst/>
          </a:prstGeom>
          <a:noFill/>
          <a:ln w="25400">
            <a:solidFill>
              <a:schemeClr val="tx2"/>
            </a:solidFill>
            <a:round/>
            <a:headEnd/>
            <a:tailEnd type="triangle" w="med" len="med"/>
          </a:ln>
          <a:effectLst/>
        </p:spPr>
        <p:txBody>
          <a:bodyPr wrap="none" anchor="ctr"/>
          <a:lstStyle/>
          <a:p>
            <a:endParaRPr lang="en-US"/>
          </a:p>
        </p:txBody>
      </p:sp>
      <p:sp>
        <p:nvSpPr>
          <p:cNvPr id="627763" name="Rectangle 51"/>
          <p:cNvSpPr>
            <a:spLocks noChangeArrowheads="1"/>
          </p:cNvSpPr>
          <p:nvPr/>
        </p:nvSpPr>
        <p:spPr bwMode="auto">
          <a:xfrm>
            <a:off x="2032000" y="5568950"/>
            <a:ext cx="5257800"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  J  K  E  B  L  M  F  N</a:t>
            </a:r>
          </a:p>
        </p:txBody>
      </p:sp>
      <p:sp>
        <p:nvSpPr>
          <p:cNvPr id="3" name="Footer Placeholder 2">
            <a:extLst>
              <a:ext uri="{FF2B5EF4-FFF2-40B4-BE49-F238E27FC236}">
                <a16:creationId xmlns:a16="http://schemas.microsoft.com/office/drawing/2014/main" id="{AC6B3530-2549-1093-AFDA-67FB45F559D4}"/>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C1DC35DD-3271-19F3-11A0-F16615601344}"/>
              </a:ext>
            </a:extLst>
          </p:cNvPr>
          <p:cNvSpPr>
            <a:spLocks noGrp="1"/>
          </p:cNvSpPr>
          <p:nvPr>
            <p:ph type="sldNum" sz="quarter" idx="12"/>
          </p:nvPr>
        </p:nvSpPr>
        <p:spPr/>
        <p:txBody>
          <a:bodyPr/>
          <a:lstStyle/>
          <a:p>
            <a:fld id="{95E664E9-BB0A-4932-9D77-E0DDE5779A37}" type="slidenum">
              <a:rPr lang="en-US" smtClean="0"/>
              <a:pPr/>
              <a:t>152</a:t>
            </a:fld>
            <a:endParaRPr lang="en-US" dirty="0"/>
          </a:p>
        </p:txBody>
      </p:sp>
    </p:spTree>
  </p:cSld>
  <p:clrMapOvr>
    <a:masterClrMapping/>
  </p:clrMapOvr>
  <p:transition advTm="1000"/>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738" name="Line 2"/>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28739"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28740"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8741"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28742"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8743"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28744"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8745"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28746"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8747"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28748"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8749"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28750"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8751"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28752"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8753"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28754"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8755"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28756"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8757"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28758"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8759"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28760"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8761"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28762"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8763"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28764"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8765"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28766"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8767"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28768" name="Oval 32"/>
          <p:cNvSpPr>
            <a:spLocks noChangeArrowheads="1"/>
          </p:cNvSpPr>
          <p:nvPr/>
        </p:nvSpPr>
        <p:spPr bwMode="auto">
          <a:xfrm>
            <a:off x="77231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628769"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28770"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28771"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28772"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28773"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28774"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28775"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28776"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28777"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28778"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28779"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28780"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28781"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28782" name="Line 46"/>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28783"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28784" name="Line 48"/>
          <p:cNvSpPr>
            <a:spLocks noChangeShapeType="1"/>
          </p:cNvSpPr>
          <p:nvPr/>
        </p:nvSpPr>
        <p:spPr bwMode="auto">
          <a:xfrm>
            <a:off x="7507288" y="4344988"/>
            <a:ext cx="252412" cy="700087"/>
          </a:xfrm>
          <a:prstGeom prst="line">
            <a:avLst/>
          </a:prstGeom>
          <a:noFill/>
          <a:ln w="25400">
            <a:solidFill>
              <a:schemeClr val="tx2"/>
            </a:solidFill>
            <a:round/>
            <a:headEnd/>
            <a:tailEnd type="triangle" w="med" len="med"/>
          </a:ln>
          <a:effectLst/>
        </p:spPr>
        <p:txBody>
          <a:bodyPr wrap="none" anchor="ctr"/>
          <a:lstStyle/>
          <a:p>
            <a:endParaRPr lang="en-US"/>
          </a:p>
        </p:txBody>
      </p:sp>
      <p:sp>
        <p:nvSpPr>
          <p:cNvPr id="628785" name="Line 49"/>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628786" name="Line 50"/>
          <p:cNvSpPr>
            <a:spLocks noChangeShapeType="1"/>
          </p:cNvSpPr>
          <p:nvPr/>
        </p:nvSpPr>
        <p:spPr bwMode="auto">
          <a:xfrm>
            <a:off x="6584950" y="3182938"/>
            <a:ext cx="525463" cy="735012"/>
          </a:xfrm>
          <a:prstGeom prst="line">
            <a:avLst/>
          </a:prstGeom>
          <a:noFill/>
          <a:ln w="25400">
            <a:solidFill>
              <a:schemeClr val="tx2"/>
            </a:solidFill>
            <a:round/>
            <a:headEnd/>
            <a:tailEnd type="triangle" w="med" len="med"/>
          </a:ln>
          <a:effectLst/>
        </p:spPr>
        <p:txBody>
          <a:bodyPr wrap="none" anchor="ctr"/>
          <a:lstStyle/>
          <a:p>
            <a:endParaRPr lang="en-US"/>
          </a:p>
        </p:txBody>
      </p:sp>
      <p:sp>
        <p:nvSpPr>
          <p:cNvPr id="628787" name="Line 51"/>
          <p:cNvSpPr>
            <a:spLocks noChangeShapeType="1"/>
          </p:cNvSpPr>
          <p:nvPr/>
        </p:nvSpPr>
        <p:spPr bwMode="auto">
          <a:xfrm>
            <a:off x="7273925" y="5262563"/>
            <a:ext cx="3810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628788" name="Rectangle 52"/>
          <p:cNvSpPr>
            <a:spLocks noChangeArrowheads="1"/>
          </p:cNvSpPr>
          <p:nvPr/>
        </p:nvSpPr>
        <p:spPr bwMode="auto">
          <a:xfrm>
            <a:off x="1763713" y="5568950"/>
            <a:ext cx="5799137"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  J  K  E  B  L  M  F  N  O</a:t>
            </a:r>
          </a:p>
        </p:txBody>
      </p:sp>
      <p:sp>
        <p:nvSpPr>
          <p:cNvPr id="3" name="Footer Placeholder 2">
            <a:extLst>
              <a:ext uri="{FF2B5EF4-FFF2-40B4-BE49-F238E27FC236}">
                <a16:creationId xmlns:a16="http://schemas.microsoft.com/office/drawing/2014/main" id="{D9E13DBB-B695-B573-6ED0-EA9210929DFA}"/>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63195736-1FFB-91C8-CDE4-F953AEAFAF6B}"/>
              </a:ext>
            </a:extLst>
          </p:cNvPr>
          <p:cNvSpPr>
            <a:spLocks noGrp="1"/>
          </p:cNvSpPr>
          <p:nvPr>
            <p:ph type="sldNum" sz="quarter" idx="12"/>
          </p:nvPr>
        </p:nvSpPr>
        <p:spPr/>
        <p:txBody>
          <a:bodyPr/>
          <a:lstStyle/>
          <a:p>
            <a:fld id="{95E664E9-BB0A-4932-9D77-E0DDE5779A37}" type="slidenum">
              <a:rPr lang="en-US" smtClean="0"/>
              <a:pPr/>
              <a:t>153</a:t>
            </a:fld>
            <a:endParaRPr lang="en-US" dirty="0"/>
          </a:p>
        </p:txBody>
      </p:sp>
    </p:spTree>
  </p:cSld>
  <p:clrMapOvr>
    <a:masterClrMapping/>
  </p:clrMapOvr>
  <p:transition advTm="1000"/>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762" name="Line 2"/>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29763"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29764"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9765"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29766"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9767"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29768"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9769"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29770"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9771"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29772"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9773"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29774"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9775"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29776"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9777"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29778"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9779"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29780"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9781"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29782"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9783"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29784"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9785"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29786"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9787"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29788"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9789"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29790"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29791"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29792" name="Oval 32"/>
          <p:cNvSpPr>
            <a:spLocks noChangeArrowheads="1"/>
          </p:cNvSpPr>
          <p:nvPr/>
        </p:nvSpPr>
        <p:spPr bwMode="auto">
          <a:xfrm>
            <a:off x="7723188" y="5078413"/>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629793"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29794"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29795"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29796"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29797"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29798"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29799"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29800"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29801"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29802"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29803"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29804"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29805"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29806" name="Line 46"/>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29807"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29808" name="Line 48"/>
          <p:cNvSpPr>
            <a:spLocks noChangeShapeType="1"/>
          </p:cNvSpPr>
          <p:nvPr/>
        </p:nvSpPr>
        <p:spPr bwMode="auto">
          <a:xfrm>
            <a:off x="7721600" y="4205288"/>
            <a:ext cx="295275" cy="811212"/>
          </a:xfrm>
          <a:prstGeom prst="line">
            <a:avLst/>
          </a:prstGeom>
          <a:noFill/>
          <a:ln w="25400">
            <a:solidFill>
              <a:schemeClr val="tx2"/>
            </a:solidFill>
            <a:round/>
            <a:headEnd type="triangle" w="med" len="med"/>
            <a:tailEnd/>
          </a:ln>
          <a:effectLst/>
        </p:spPr>
        <p:txBody>
          <a:bodyPr wrap="none" anchor="ctr"/>
          <a:lstStyle/>
          <a:p>
            <a:endParaRPr lang="en-US"/>
          </a:p>
        </p:txBody>
      </p:sp>
      <p:sp>
        <p:nvSpPr>
          <p:cNvPr id="629809" name="Line 49"/>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629810" name="Line 50"/>
          <p:cNvSpPr>
            <a:spLocks noChangeShapeType="1"/>
          </p:cNvSpPr>
          <p:nvPr/>
        </p:nvSpPr>
        <p:spPr bwMode="auto">
          <a:xfrm>
            <a:off x="6584950" y="3182938"/>
            <a:ext cx="525463" cy="735012"/>
          </a:xfrm>
          <a:prstGeom prst="line">
            <a:avLst/>
          </a:prstGeom>
          <a:noFill/>
          <a:ln w="25400">
            <a:solidFill>
              <a:schemeClr val="tx2"/>
            </a:solidFill>
            <a:round/>
            <a:headEnd/>
            <a:tailEnd type="triangle" w="med" len="med"/>
          </a:ln>
          <a:effectLst/>
        </p:spPr>
        <p:txBody>
          <a:bodyPr wrap="none" anchor="ctr"/>
          <a:lstStyle/>
          <a:p>
            <a:endParaRPr lang="en-US"/>
          </a:p>
        </p:txBody>
      </p:sp>
      <p:sp>
        <p:nvSpPr>
          <p:cNvPr id="629811" name="Rectangle 51"/>
          <p:cNvSpPr>
            <a:spLocks noChangeArrowheads="1"/>
          </p:cNvSpPr>
          <p:nvPr/>
        </p:nvSpPr>
        <p:spPr bwMode="auto">
          <a:xfrm>
            <a:off x="1763713" y="5568950"/>
            <a:ext cx="5799137"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  J  K  E  B  L  M  F  N  O</a:t>
            </a:r>
          </a:p>
        </p:txBody>
      </p:sp>
      <p:sp>
        <p:nvSpPr>
          <p:cNvPr id="3" name="Footer Placeholder 2">
            <a:extLst>
              <a:ext uri="{FF2B5EF4-FFF2-40B4-BE49-F238E27FC236}">
                <a16:creationId xmlns:a16="http://schemas.microsoft.com/office/drawing/2014/main" id="{B0BF2298-D1B6-8F99-F919-C63A37AC993C}"/>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DA3ECA57-C336-B9FB-AB0C-D52B8424FB9A}"/>
              </a:ext>
            </a:extLst>
          </p:cNvPr>
          <p:cNvSpPr>
            <a:spLocks noGrp="1"/>
          </p:cNvSpPr>
          <p:nvPr>
            <p:ph type="sldNum" sz="quarter" idx="12"/>
          </p:nvPr>
        </p:nvSpPr>
        <p:spPr/>
        <p:txBody>
          <a:bodyPr/>
          <a:lstStyle/>
          <a:p>
            <a:fld id="{95E664E9-BB0A-4932-9D77-E0DDE5779A37}" type="slidenum">
              <a:rPr lang="en-US" smtClean="0"/>
              <a:pPr/>
              <a:t>154</a:t>
            </a:fld>
            <a:endParaRPr lang="en-US" dirty="0"/>
          </a:p>
        </p:txBody>
      </p:sp>
    </p:spTree>
  </p:cSld>
  <p:clrMapOvr>
    <a:masterClrMapping/>
  </p:clrMapOvr>
  <p:transition advTm="1000"/>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786" name="Line 2"/>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30787" name="Line 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30788" name="Line 4"/>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30789"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30790" name="Oval 6"/>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0791"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30792" name="Oval 8"/>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0793"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30794" name="Oval 10"/>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0795"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30796" name="Oval 12"/>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0797"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30798" name="Oval 14"/>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0799"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30800" name="Oval 16"/>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0801"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30802" name="Oval 18"/>
          <p:cNvSpPr>
            <a:spLocks noChangeArrowheads="1"/>
          </p:cNvSpPr>
          <p:nvPr/>
        </p:nvSpPr>
        <p:spPr bwMode="auto">
          <a:xfrm>
            <a:off x="7169150" y="3863975"/>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630803"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30804"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0805"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30806"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0807"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30808"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0809"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30810"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0811"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30812"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0813"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30814"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0815"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30816"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0817"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30818"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0819"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30820" name="Line 36"/>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30821" name="Line 37"/>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30822" name="Line 38"/>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30823" name="Line 39"/>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30824" name="Line 40"/>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30825" name="Line 41"/>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30826" name="Line 42"/>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30827" name="Line 43"/>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30828"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30829"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30830" name="Line 46"/>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30831"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30832"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630833" name="Line 49"/>
          <p:cNvSpPr>
            <a:spLocks noChangeShapeType="1"/>
          </p:cNvSpPr>
          <p:nvPr/>
        </p:nvSpPr>
        <p:spPr bwMode="auto">
          <a:xfrm>
            <a:off x="6584950" y="3182938"/>
            <a:ext cx="525463" cy="735012"/>
          </a:xfrm>
          <a:prstGeom prst="line">
            <a:avLst/>
          </a:prstGeom>
          <a:noFill/>
          <a:ln w="25400">
            <a:solidFill>
              <a:schemeClr val="tx2"/>
            </a:solidFill>
            <a:round/>
            <a:headEnd/>
            <a:tailEnd type="triangle" w="med" len="med"/>
          </a:ln>
          <a:effectLst/>
        </p:spPr>
        <p:txBody>
          <a:bodyPr wrap="none" anchor="ctr"/>
          <a:lstStyle/>
          <a:p>
            <a:endParaRPr lang="en-US"/>
          </a:p>
        </p:txBody>
      </p:sp>
      <p:sp>
        <p:nvSpPr>
          <p:cNvPr id="630834" name="Line 50"/>
          <p:cNvSpPr>
            <a:spLocks noChangeShapeType="1"/>
          </p:cNvSpPr>
          <p:nvPr/>
        </p:nvSpPr>
        <p:spPr bwMode="auto">
          <a:xfrm>
            <a:off x="6430963" y="4057650"/>
            <a:ext cx="6477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630835" name="Rectangle 51"/>
          <p:cNvSpPr>
            <a:spLocks noChangeArrowheads="1"/>
          </p:cNvSpPr>
          <p:nvPr/>
        </p:nvSpPr>
        <p:spPr bwMode="auto">
          <a:xfrm>
            <a:off x="1492250" y="5568950"/>
            <a:ext cx="6340475"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  J  K  E  B  L  M  F  N  O  G</a:t>
            </a:r>
          </a:p>
        </p:txBody>
      </p:sp>
      <p:sp>
        <p:nvSpPr>
          <p:cNvPr id="3" name="Footer Placeholder 2">
            <a:extLst>
              <a:ext uri="{FF2B5EF4-FFF2-40B4-BE49-F238E27FC236}">
                <a16:creationId xmlns:a16="http://schemas.microsoft.com/office/drawing/2014/main" id="{989AA2DD-6893-11ED-60EF-776B324B4AA1}"/>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41A6D10D-7640-A1EB-EE15-B48ECCB79E1A}"/>
              </a:ext>
            </a:extLst>
          </p:cNvPr>
          <p:cNvSpPr>
            <a:spLocks noGrp="1"/>
          </p:cNvSpPr>
          <p:nvPr>
            <p:ph type="sldNum" sz="quarter" idx="12"/>
          </p:nvPr>
        </p:nvSpPr>
        <p:spPr/>
        <p:txBody>
          <a:bodyPr/>
          <a:lstStyle/>
          <a:p>
            <a:fld id="{95E664E9-BB0A-4932-9D77-E0DDE5779A37}" type="slidenum">
              <a:rPr lang="en-US" smtClean="0"/>
              <a:pPr/>
              <a:t>155</a:t>
            </a:fld>
            <a:endParaRPr lang="en-US" dirty="0"/>
          </a:p>
        </p:txBody>
      </p:sp>
    </p:spTree>
  </p:cSld>
  <p:clrMapOvr>
    <a:masterClrMapping/>
  </p:clrMapOvr>
  <p:transition advTm="1000"/>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810" name="Line 2"/>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31811"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31812"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1813"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31814"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1815"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31816"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1817"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31818"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1819"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31820"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1821"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31822"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1823"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31824"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1825"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31826"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1827"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31828"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1829"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31830"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1831"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31832"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1833"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31834"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1835"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31836"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1837"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31838"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1839"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31840" name="Oval 32"/>
          <p:cNvSpPr>
            <a:spLocks noChangeArrowheads="1"/>
          </p:cNvSpPr>
          <p:nvPr/>
        </p:nvSpPr>
        <p:spPr bwMode="auto">
          <a:xfrm>
            <a:off x="7723188" y="5078413"/>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631841"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31842"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31843"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31844"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31845"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31846"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31847"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31848"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31849"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31850"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31851"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31852"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31853"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31854" name="Line 46"/>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31855"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31856"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631857" name="Line 49"/>
          <p:cNvSpPr>
            <a:spLocks noChangeShapeType="1"/>
          </p:cNvSpPr>
          <p:nvPr/>
        </p:nvSpPr>
        <p:spPr bwMode="auto">
          <a:xfrm>
            <a:off x="6808788" y="3011488"/>
            <a:ext cx="557212" cy="777875"/>
          </a:xfrm>
          <a:prstGeom prst="line">
            <a:avLst/>
          </a:prstGeom>
          <a:noFill/>
          <a:ln w="25400">
            <a:solidFill>
              <a:schemeClr val="tx2"/>
            </a:solidFill>
            <a:round/>
            <a:headEnd type="triangle" w="med" len="med"/>
            <a:tailEnd/>
          </a:ln>
          <a:effectLst/>
        </p:spPr>
        <p:txBody>
          <a:bodyPr wrap="none" anchor="ctr"/>
          <a:lstStyle/>
          <a:p>
            <a:endParaRPr lang="en-US"/>
          </a:p>
        </p:txBody>
      </p:sp>
      <p:sp>
        <p:nvSpPr>
          <p:cNvPr id="631858" name="Rectangle 50"/>
          <p:cNvSpPr>
            <a:spLocks noChangeArrowheads="1"/>
          </p:cNvSpPr>
          <p:nvPr/>
        </p:nvSpPr>
        <p:spPr bwMode="auto">
          <a:xfrm>
            <a:off x="1492250" y="5568950"/>
            <a:ext cx="6340475"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  J  K  E  B  L  M  F  N  O  G</a:t>
            </a:r>
          </a:p>
        </p:txBody>
      </p:sp>
      <p:sp>
        <p:nvSpPr>
          <p:cNvPr id="3" name="Footer Placeholder 2">
            <a:extLst>
              <a:ext uri="{FF2B5EF4-FFF2-40B4-BE49-F238E27FC236}">
                <a16:creationId xmlns:a16="http://schemas.microsoft.com/office/drawing/2014/main" id="{F3646FE8-FC15-125F-AC51-40A707584FBE}"/>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C36C80B9-D660-0348-35D5-0F461E4143C8}"/>
              </a:ext>
            </a:extLst>
          </p:cNvPr>
          <p:cNvSpPr>
            <a:spLocks noGrp="1"/>
          </p:cNvSpPr>
          <p:nvPr>
            <p:ph type="sldNum" sz="quarter" idx="12"/>
          </p:nvPr>
        </p:nvSpPr>
        <p:spPr/>
        <p:txBody>
          <a:bodyPr/>
          <a:lstStyle/>
          <a:p>
            <a:fld id="{95E664E9-BB0A-4932-9D77-E0DDE5779A37}" type="slidenum">
              <a:rPr lang="en-US" smtClean="0"/>
              <a:pPr/>
              <a:t>156</a:t>
            </a:fld>
            <a:endParaRPr lang="en-US" dirty="0"/>
          </a:p>
        </p:txBody>
      </p:sp>
    </p:spTree>
  </p:cSld>
  <p:clrMapOvr>
    <a:masterClrMapping/>
  </p:clrMapOvr>
  <p:transition advTm="1000"/>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2834" name="Line 2"/>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32835" name="Line 3"/>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32836" name="Line 4"/>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32837"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32838" name="Oval 6"/>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2839"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32840" name="Oval 8"/>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2841"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32842" name="Oval 10"/>
          <p:cNvSpPr>
            <a:spLocks noChangeArrowheads="1"/>
          </p:cNvSpPr>
          <p:nvPr/>
        </p:nvSpPr>
        <p:spPr bwMode="auto">
          <a:xfrm>
            <a:off x="6254750" y="2744788"/>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632843"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32844" name="Oval 12"/>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2845"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32846" name="Oval 14"/>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2847"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32848" name="Oval 16"/>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2849"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32850" name="Oval 18"/>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2851"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32852"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2853"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32854"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2855"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32856"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2857"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32858"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2859"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32860"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2861"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32862"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2863"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32864"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2865"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32866"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2867"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32868" name="Line 36"/>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32869" name="Line 37"/>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32870" name="Line 38"/>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32871" name="Line 39"/>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32872" name="Line 40"/>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32873" name="Line 41"/>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32874" name="Line 42"/>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32875" name="Line 43"/>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32876" name="Line 44"/>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32877" name="Line 45"/>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32878" name="Line 46"/>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32879"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32880" name="Line 48"/>
          <p:cNvSpPr>
            <a:spLocks noChangeShapeType="1"/>
          </p:cNvSpPr>
          <p:nvPr/>
        </p:nvSpPr>
        <p:spPr bwMode="auto">
          <a:xfrm>
            <a:off x="4827588" y="2297113"/>
            <a:ext cx="1331912" cy="563562"/>
          </a:xfrm>
          <a:prstGeom prst="line">
            <a:avLst/>
          </a:prstGeom>
          <a:noFill/>
          <a:ln w="25400">
            <a:solidFill>
              <a:schemeClr val="tx2"/>
            </a:solidFill>
            <a:round/>
            <a:headEnd/>
            <a:tailEnd type="triangle" w="med" len="med"/>
          </a:ln>
          <a:effectLst/>
        </p:spPr>
        <p:txBody>
          <a:bodyPr wrap="none" anchor="ctr"/>
          <a:lstStyle/>
          <a:p>
            <a:endParaRPr lang="en-US"/>
          </a:p>
        </p:txBody>
      </p:sp>
      <p:sp>
        <p:nvSpPr>
          <p:cNvPr id="632881" name="Line 49"/>
          <p:cNvSpPr>
            <a:spLocks noChangeShapeType="1"/>
          </p:cNvSpPr>
          <p:nvPr/>
        </p:nvSpPr>
        <p:spPr bwMode="auto">
          <a:xfrm>
            <a:off x="5373688" y="2970213"/>
            <a:ext cx="6477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632882" name="Rectangle 50"/>
          <p:cNvSpPr>
            <a:spLocks noChangeArrowheads="1"/>
          </p:cNvSpPr>
          <p:nvPr/>
        </p:nvSpPr>
        <p:spPr bwMode="auto">
          <a:xfrm>
            <a:off x="1235075" y="5568950"/>
            <a:ext cx="6859588"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  J  K  E  B  L  M  F  N  O  G  C</a:t>
            </a:r>
          </a:p>
        </p:txBody>
      </p:sp>
      <p:sp>
        <p:nvSpPr>
          <p:cNvPr id="3" name="Footer Placeholder 2">
            <a:extLst>
              <a:ext uri="{FF2B5EF4-FFF2-40B4-BE49-F238E27FC236}">
                <a16:creationId xmlns:a16="http://schemas.microsoft.com/office/drawing/2014/main" id="{DA39D6C0-1E6A-8C32-AD2D-84EA05567CCA}"/>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A5516FDA-A7A3-2FBF-1E70-2F98570B6B66}"/>
              </a:ext>
            </a:extLst>
          </p:cNvPr>
          <p:cNvSpPr>
            <a:spLocks noGrp="1"/>
          </p:cNvSpPr>
          <p:nvPr>
            <p:ph type="sldNum" sz="quarter" idx="12"/>
          </p:nvPr>
        </p:nvSpPr>
        <p:spPr/>
        <p:txBody>
          <a:bodyPr/>
          <a:lstStyle/>
          <a:p>
            <a:fld id="{95E664E9-BB0A-4932-9D77-E0DDE5779A37}" type="slidenum">
              <a:rPr lang="en-US" smtClean="0"/>
              <a:pPr/>
              <a:t>157</a:t>
            </a:fld>
            <a:endParaRPr lang="en-US" dirty="0"/>
          </a:p>
        </p:txBody>
      </p:sp>
    </p:spTree>
  </p:cSld>
  <p:clrMapOvr>
    <a:masterClrMapping/>
  </p:clrMapOvr>
  <p:transition advTm="1000"/>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858" name="Line 2"/>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33859" name="Rectangle 3"/>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33860" name="Oval 4"/>
          <p:cNvSpPr>
            <a:spLocks noChangeArrowheads="1"/>
          </p:cNvSpPr>
          <p:nvPr/>
        </p:nvSpPr>
        <p:spPr bwMode="auto">
          <a:xfrm>
            <a:off x="4502150" y="18684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3861" name="Rectangle 5"/>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33862" name="Oval 6"/>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3863" name="Rectangle 7"/>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33864" name="Oval 8"/>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3865" name="Rectangle 9"/>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33866" name="Oval 10"/>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3867" name="Rectangle 11"/>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33868" name="Oval 12"/>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3869" name="Rectangle 13"/>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33870" name="Oval 14"/>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3871" name="Rectangle 15"/>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33872" name="Oval 16"/>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3873" name="Rectangle 17"/>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33874" name="Oval 18"/>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3875" name="Rectangle 19"/>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33876" name="Oval 20"/>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3877" name="Rectangle 21"/>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33878" name="Oval 22"/>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3879" name="Rectangle 23"/>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33880" name="Oval 24"/>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3881" name="Rectangle 25"/>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33882" name="Oval 26"/>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3883" name="Rectangle 27"/>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33884" name="Oval 28"/>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3885" name="Rectangle 29"/>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33886" name="Oval 30"/>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3887" name="Rectangle 31"/>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33888" name="Oval 32"/>
          <p:cNvSpPr>
            <a:spLocks noChangeArrowheads="1"/>
          </p:cNvSpPr>
          <p:nvPr/>
        </p:nvSpPr>
        <p:spPr bwMode="auto">
          <a:xfrm>
            <a:off x="7723188" y="5078413"/>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633889" name="Rectangle 33"/>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33890" name="Line 34"/>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33891" name="Line 35"/>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33892"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33893"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33894"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33895"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33896"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33897"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33898"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33899"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33900"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33901"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33902" name="Line 46"/>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33903" name="Rectangle 47"/>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33904" name="Line 48"/>
          <p:cNvSpPr>
            <a:spLocks noChangeShapeType="1"/>
          </p:cNvSpPr>
          <p:nvPr/>
        </p:nvSpPr>
        <p:spPr bwMode="auto">
          <a:xfrm>
            <a:off x="5041900" y="2095500"/>
            <a:ext cx="1331913" cy="563563"/>
          </a:xfrm>
          <a:prstGeom prst="line">
            <a:avLst/>
          </a:prstGeom>
          <a:noFill/>
          <a:ln w="25400">
            <a:solidFill>
              <a:schemeClr val="tx2"/>
            </a:solidFill>
            <a:round/>
            <a:headEnd type="triangle" w="med" len="med"/>
            <a:tailEnd/>
          </a:ln>
          <a:effectLst/>
        </p:spPr>
        <p:txBody>
          <a:bodyPr wrap="none" anchor="ctr"/>
          <a:lstStyle/>
          <a:p>
            <a:endParaRPr lang="en-US"/>
          </a:p>
        </p:txBody>
      </p:sp>
      <p:sp>
        <p:nvSpPr>
          <p:cNvPr id="633905" name="Rectangle 49"/>
          <p:cNvSpPr>
            <a:spLocks noChangeArrowheads="1"/>
          </p:cNvSpPr>
          <p:nvPr/>
        </p:nvSpPr>
        <p:spPr bwMode="auto">
          <a:xfrm>
            <a:off x="1228725" y="5568950"/>
            <a:ext cx="6859588"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  J  K  E  B  L  M  F  N  O  G  C</a:t>
            </a:r>
          </a:p>
        </p:txBody>
      </p:sp>
      <p:sp>
        <p:nvSpPr>
          <p:cNvPr id="3" name="Footer Placeholder 2">
            <a:extLst>
              <a:ext uri="{FF2B5EF4-FFF2-40B4-BE49-F238E27FC236}">
                <a16:creationId xmlns:a16="http://schemas.microsoft.com/office/drawing/2014/main" id="{9635E77D-37F5-5B3F-FCE7-0CB21420175E}"/>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00752935-E722-306D-52CA-B5856B7A1FCD}"/>
              </a:ext>
            </a:extLst>
          </p:cNvPr>
          <p:cNvSpPr>
            <a:spLocks noGrp="1"/>
          </p:cNvSpPr>
          <p:nvPr>
            <p:ph type="sldNum" sz="quarter" idx="12"/>
          </p:nvPr>
        </p:nvSpPr>
        <p:spPr/>
        <p:txBody>
          <a:bodyPr/>
          <a:lstStyle/>
          <a:p>
            <a:fld id="{95E664E9-BB0A-4932-9D77-E0DDE5779A37}" type="slidenum">
              <a:rPr lang="en-US" smtClean="0"/>
              <a:pPr/>
              <a:t>158</a:t>
            </a:fld>
            <a:endParaRPr lang="en-US" dirty="0"/>
          </a:p>
        </p:txBody>
      </p:sp>
    </p:spTree>
  </p:cSld>
  <p:clrMapOvr>
    <a:masterClrMapping/>
  </p:clrMapOvr>
  <p:transition advTm="1000"/>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82" name="Line 2"/>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34883" name="Line 3"/>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34884" name="Rectangle 4"/>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34885"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34886" name="Oval 6"/>
          <p:cNvSpPr>
            <a:spLocks noChangeArrowheads="1"/>
          </p:cNvSpPr>
          <p:nvPr/>
        </p:nvSpPr>
        <p:spPr bwMode="auto">
          <a:xfrm>
            <a:off x="4502150" y="1868488"/>
            <a:ext cx="444500" cy="368300"/>
          </a:xfrm>
          <a:prstGeom prst="ellipse">
            <a:avLst/>
          </a:prstGeom>
          <a:solidFill>
            <a:schemeClr val="tx2"/>
          </a:solidFill>
          <a:ln w="12700">
            <a:solidFill>
              <a:srgbClr val="000000"/>
            </a:solidFill>
            <a:round/>
            <a:headEnd/>
            <a:tailEnd/>
          </a:ln>
          <a:effectLst/>
        </p:spPr>
        <p:txBody>
          <a:bodyPr wrap="none" anchor="ctr"/>
          <a:lstStyle/>
          <a:p>
            <a:endParaRPr lang="en-US"/>
          </a:p>
        </p:txBody>
      </p:sp>
      <p:sp>
        <p:nvSpPr>
          <p:cNvPr id="634887"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34888" name="Oval 8"/>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4889"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34890" name="Oval 10"/>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4891"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34892" name="Oval 12"/>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4893"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34894" name="Oval 14"/>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4895"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34896" name="Oval 16"/>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4897"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34898" name="Oval 18"/>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4899"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34900"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4901"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34902"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4903"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34904"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4905"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34906"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4907"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34908"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4909"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34910"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4911"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34912"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4913"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34914"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4915"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34916"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34917"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34918"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34919"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34920"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34921"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34922"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34923"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34924"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34925"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34926" name="Line 46"/>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34927" name="Line 47"/>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34928" name="Line 48"/>
          <p:cNvSpPr>
            <a:spLocks noChangeShapeType="1"/>
          </p:cNvSpPr>
          <p:nvPr/>
        </p:nvSpPr>
        <p:spPr bwMode="auto">
          <a:xfrm>
            <a:off x="3752850" y="1998663"/>
            <a:ext cx="647700" cy="0"/>
          </a:xfrm>
          <a:prstGeom prst="line">
            <a:avLst/>
          </a:prstGeom>
          <a:noFill/>
          <a:ln w="25400">
            <a:solidFill>
              <a:schemeClr val="tx2"/>
            </a:solidFill>
            <a:round/>
            <a:headEnd/>
            <a:tailEnd type="triangle" w="med" len="med"/>
          </a:ln>
          <a:effectLst/>
        </p:spPr>
        <p:txBody>
          <a:bodyPr wrap="none" anchor="ctr"/>
          <a:lstStyle/>
          <a:p>
            <a:endParaRPr lang="en-US"/>
          </a:p>
        </p:txBody>
      </p:sp>
      <p:sp>
        <p:nvSpPr>
          <p:cNvPr id="634929" name="Rectangle 49"/>
          <p:cNvSpPr>
            <a:spLocks noChangeArrowheads="1"/>
          </p:cNvSpPr>
          <p:nvPr/>
        </p:nvSpPr>
        <p:spPr bwMode="auto">
          <a:xfrm>
            <a:off x="979488" y="5568950"/>
            <a:ext cx="7356475"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  J  K  E  B  L  M  F  N  O  G  C  A</a:t>
            </a:r>
          </a:p>
        </p:txBody>
      </p:sp>
      <p:sp>
        <p:nvSpPr>
          <p:cNvPr id="3" name="Footer Placeholder 2">
            <a:extLst>
              <a:ext uri="{FF2B5EF4-FFF2-40B4-BE49-F238E27FC236}">
                <a16:creationId xmlns:a16="http://schemas.microsoft.com/office/drawing/2014/main" id="{687A362D-3522-94BC-B33F-A46806D4D32F}"/>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9617213F-CAA0-40A2-2FF4-19A3F1D9EC6C}"/>
              </a:ext>
            </a:extLst>
          </p:cNvPr>
          <p:cNvSpPr>
            <a:spLocks noGrp="1"/>
          </p:cNvSpPr>
          <p:nvPr>
            <p:ph type="sldNum" sz="quarter" idx="12"/>
          </p:nvPr>
        </p:nvSpPr>
        <p:spPr/>
        <p:txBody>
          <a:bodyPr/>
          <a:lstStyle/>
          <a:p>
            <a:fld id="{95E664E9-BB0A-4932-9D77-E0DDE5779A37}" type="slidenum">
              <a:rPr lang="en-US" smtClean="0"/>
              <a:pPr/>
              <a:t>159</a:t>
            </a:fld>
            <a:endParaRPr lang="en-US" dirty="0"/>
          </a:p>
        </p:txBody>
      </p:sp>
    </p:spTree>
  </p:cSld>
  <p:clrMapOvr>
    <a:masterClrMapping/>
  </p:clrMapOvr>
  <p:transition advTm="1000"/>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906" name="Line 2"/>
          <p:cNvSpPr>
            <a:spLocks noChangeShapeType="1"/>
          </p:cNvSpPr>
          <p:nvPr/>
        </p:nvSpPr>
        <p:spPr bwMode="auto">
          <a:xfrm flipH="1">
            <a:off x="3035300" y="2171700"/>
            <a:ext cx="1536700" cy="625475"/>
          </a:xfrm>
          <a:prstGeom prst="line">
            <a:avLst/>
          </a:prstGeom>
          <a:noFill/>
          <a:ln w="25400">
            <a:solidFill>
              <a:schemeClr val="tx1"/>
            </a:solidFill>
            <a:round/>
            <a:headEnd/>
            <a:tailEnd/>
          </a:ln>
          <a:effectLst/>
        </p:spPr>
        <p:txBody>
          <a:bodyPr wrap="none" anchor="ctr"/>
          <a:lstStyle/>
          <a:p>
            <a:endParaRPr lang="en-US"/>
          </a:p>
        </p:txBody>
      </p:sp>
      <p:sp>
        <p:nvSpPr>
          <p:cNvPr id="635907" name="Line 3"/>
          <p:cNvSpPr>
            <a:spLocks noChangeShapeType="1"/>
          </p:cNvSpPr>
          <p:nvPr/>
        </p:nvSpPr>
        <p:spPr bwMode="auto">
          <a:xfrm>
            <a:off x="4856163" y="2176463"/>
            <a:ext cx="1511300" cy="625475"/>
          </a:xfrm>
          <a:prstGeom prst="line">
            <a:avLst/>
          </a:prstGeom>
          <a:noFill/>
          <a:ln w="25400">
            <a:solidFill>
              <a:schemeClr val="tx1"/>
            </a:solidFill>
            <a:round/>
            <a:headEnd/>
            <a:tailEnd/>
          </a:ln>
          <a:effectLst/>
        </p:spPr>
        <p:txBody>
          <a:bodyPr wrap="none" anchor="ctr"/>
          <a:lstStyle/>
          <a:p>
            <a:endParaRPr lang="en-US"/>
          </a:p>
        </p:txBody>
      </p:sp>
      <p:sp>
        <p:nvSpPr>
          <p:cNvPr id="635908" name="Rectangle 4"/>
          <p:cNvSpPr>
            <a:spLocks noGrp="1" noChangeArrowheads="1"/>
          </p:cNvSpPr>
          <p:nvPr>
            <p:ph type="title"/>
          </p:nvPr>
        </p:nvSpPr>
        <p:spPr>
          <a:noFill/>
          <a:ln/>
        </p:spPr>
        <p:txBody>
          <a:bodyPr lIns="90487" tIns="44450" rIns="90487" bIns="44450" anchor="ctr">
            <a:normAutofit fontScale="90000"/>
          </a:bodyPr>
          <a:lstStyle/>
          <a:p>
            <a:r>
              <a:rPr lang="en-US" u="sng"/>
              <a:t>Post-order Traversal:</a:t>
            </a:r>
            <a:br>
              <a:rPr lang="en-US"/>
            </a:br>
            <a:r>
              <a:rPr lang="en-US"/>
              <a:t>Left Child - Right Child - Root</a:t>
            </a:r>
          </a:p>
        </p:txBody>
      </p:sp>
      <p:sp>
        <p:nvSpPr>
          <p:cNvPr id="635909" name="Rectangle 5"/>
          <p:cNvSpPr>
            <a:spLocks noGrp="1" noChangeArrowheads="1"/>
          </p:cNvSpPr>
          <p:nvPr>
            <p:ph type="body" idx="1"/>
          </p:nvPr>
        </p:nvSpPr>
        <p:spPr>
          <a:xfrm>
            <a:off x="760413" y="2168525"/>
            <a:ext cx="7699375" cy="3670300"/>
          </a:xfrm>
          <a:noFill/>
          <a:ln/>
        </p:spPr>
        <p:txBody>
          <a:bodyPr lIns="90487" tIns="44450" rIns="90487" bIns="44450"/>
          <a:lstStyle/>
          <a:p>
            <a:pPr>
              <a:buFont typeface="Wingdings" pitchFamily="2" charset="2"/>
              <a:buNone/>
            </a:pPr>
            <a:r>
              <a:rPr lang="en-US"/>
              <a:t> </a:t>
            </a:r>
          </a:p>
        </p:txBody>
      </p:sp>
      <p:sp>
        <p:nvSpPr>
          <p:cNvPr id="635910" name="Oval 6"/>
          <p:cNvSpPr>
            <a:spLocks noChangeArrowheads="1"/>
          </p:cNvSpPr>
          <p:nvPr/>
        </p:nvSpPr>
        <p:spPr bwMode="auto">
          <a:xfrm>
            <a:off x="4502150" y="1868488"/>
            <a:ext cx="444500" cy="368300"/>
          </a:xfrm>
          <a:prstGeom prst="ellipse">
            <a:avLst/>
          </a:prstGeom>
          <a:solidFill>
            <a:schemeClr val="tx1"/>
          </a:solidFill>
          <a:ln w="12700">
            <a:solidFill>
              <a:srgbClr val="000000"/>
            </a:solidFill>
            <a:round/>
            <a:headEnd/>
            <a:tailEnd/>
          </a:ln>
          <a:effectLst/>
        </p:spPr>
        <p:txBody>
          <a:bodyPr wrap="none" anchor="ctr"/>
          <a:lstStyle/>
          <a:p>
            <a:endParaRPr lang="en-US"/>
          </a:p>
        </p:txBody>
      </p:sp>
      <p:sp>
        <p:nvSpPr>
          <p:cNvPr id="635911" name="Rectangle 7"/>
          <p:cNvSpPr>
            <a:spLocks noChangeArrowheads="1"/>
          </p:cNvSpPr>
          <p:nvPr/>
        </p:nvSpPr>
        <p:spPr bwMode="auto">
          <a:xfrm>
            <a:off x="4549775" y="18557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A</a:t>
            </a:r>
          </a:p>
        </p:txBody>
      </p:sp>
      <p:sp>
        <p:nvSpPr>
          <p:cNvPr id="635912" name="Oval 8"/>
          <p:cNvSpPr>
            <a:spLocks noChangeArrowheads="1"/>
          </p:cNvSpPr>
          <p:nvPr/>
        </p:nvSpPr>
        <p:spPr bwMode="auto">
          <a:xfrm>
            <a:off x="26733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5913" name="Rectangle 9"/>
          <p:cNvSpPr>
            <a:spLocks noChangeArrowheads="1"/>
          </p:cNvSpPr>
          <p:nvPr/>
        </p:nvSpPr>
        <p:spPr bwMode="auto">
          <a:xfrm>
            <a:off x="2720975" y="2732088"/>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B</a:t>
            </a:r>
          </a:p>
        </p:txBody>
      </p:sp>
      <p:sp>
        <p:nvSpPr>
          <p:cNvPr id="635914" name="Oval 10"/>
          <p:cNvSpPr>
            <a:spLocks noChangeArrowheads="1"/>
          </p:cNvSpPr>
          <p:nvPr/>
        </p:nvSpPr>
        <p:spPr bwMode="auto">
          <a:xfrm>
            <a:off x="6254750" y="2744788"/>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5915" name="Rectangle 11"/>
          <p:cNvSpPr>
            <a:spLocks noChangeArrowheads="1"/>
          </p:cNvSpPr>
          <p:nvPr/>
        </p:nvSpPr>
        <p:spPr bwMode="auto">
          <a:xfrm>
            <a:off x="6294438" y="2732088"/>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C</a:t>
            </a:r>
          </a:p>
        </p:txBody>
      </p:sp>
      <p:sp>
        <p:nvSpPr>
          <p:cNvPr id="635916" name="Oval 12"/>
          <p:cNvSpPr>
            <a:spLocks noChangeArrowheads="1"/>
          </p:cNvSpPr>
          <p:nvPr/>
        </p:nvSpPr>
        <p:spPr bwMode="auto">
          <a:xfrm>
            <a:off x="153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5917" name="Rectangle 13"/>
          <p:cNvSpPr>
            <a:spLocks noChangeArrowheads="1"/>
          </p:cNvSpPr>
          <p:nvPr/>
        </p:nvSpPr>
        <p:spPr bwMode="auto">
          <a:xfrm>
            <a:off x="1570038" y="3851275"/>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D</a:t>
            </a:r>
          </a:p>
        </p:txBody>
      </p:sp>
      <p:sp>
        <p:nvSpPr>
          <p:cNvPr id="635918" name="Oval 14"/>
          <p:cNvSpPr>
            <a:spLocks noChangeArrowheads="1"/>
          </p:cNvSpPr>
          <p:nvPr/>
        </p:nvSpPr>
        <p:spPr bwMode="auto">
          <a:xfrm>
            <a:off x="35115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5919" name="Rectangle 15"/>
          <p:cNvSpPr>
            <a:spLocks noChangeArrowheads="1"/>
          </p:cNvSpPr>
          <p:nvPr/>
        </p:nvSpPr>
        <p:spPr bwMode="auto">
          <a:xfrm>
            <a:off x="3559175" y="3851275"/>
            <a:ext cx="350838"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E</a:t>
            </a:r>
          </a:p>
        </p:txBody>
      </p:sp>
      <p:sp>
        <p:nvSpPr>
          <p:cNvPr id="635920" name="Oval 16"/>
          <p:cNvSpPr>
            <a:spLocks noChangeArrowheads="1"/>
          </p:cNvSpPr>
          <p:nvPr/>
        </p:nvSpPr>
        <p:spPr bwMode="auto">
          <a:xfrm>
            <a:off x="53403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5921" name="Rectangle 17"/>
          <p:cNvSpPr>
            <a:spLocks noChangeArrowheads="1"/>
          </p:cNvSpPr>
          <p:nvPr/>
        </p:nvSpPr>
        <p:spPr bwMode="auto">
          <a:xfrm>
            <a:off x="5394325" y="3851275"/>
            <a:ext cx="336550"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F</a:t>
            </a:r>
          </a:p>
        </p:txBody>
      </p:sp>
      <p:sp>
        <p:nvSpPr>
          <p:cNvPr id="635922" name="Oval 18"/>
          <p:cNvSpPr>
            <a:spLocks noChangeArrowheads="1"/>
          </p:cNvSpPr>
          <p:nvPr/>
        </p:nvSpPr>
        <p:spPr bwMode="auto">
          <a:xfrm>
            <a:off x="7169150" y="3863975"/>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5923" name="Rectangle 19"/>
          <p:cNvSpPr>
            <a:spLocks noChangeArrowheads="1"/>
          </p:cNvSpPr>
          <p:nvPr/>
        </p:nvSpPr>
        <p:spPr bwMode="auto">
          <a:xfrm>
            <a:off x="7202488" y="3851275"/>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G</a:t>
            </a:r>
          </a:p>
        </p:txBody>
      </p:sp>
      <p:sp>
        <p:nvSpPr>
          <p:cNvPr id="635924" name="Oval 20"/>
          <p:cNvSpPr>
            <a:spLocks noChangeArrowheads="1"/>
          </p:cNvSpPr>
          <p:nvPr/>
        </p:nvSpPr>
        <p:spPr bwMode="auto">
          <a:xfrm>
            <a:off x="101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5925" name="Rectangle 21"/>
          <p:cNvSpPr>
            <a:spLocks noChangeArrowheads="1"/>
          </p:cNvSpPr>
          <p:nvPr/>
        </p:nvSpPr>
        <p:spPr bwMode="auto">
          <a:xfrm>
            <a:off x="1057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H</a:t>
            </a:r>
          </a:p>
        </p:txBody>
      </p:sp>
      <p:sp>
        <p:nvSpPr>
          <p:cNvPr id="635926" name="Oval 22"/>
          <p:cNvSpPr>
            <a:spLocks noChangeArrowheads="1"/>
          </p:cNvSpPr>
          <p:nvPr/>
        </p:nvSpPr>
        <p:spPr bwMode="auto">
          <a:xfrm>
            <a:off x="200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5927" name="Rectangle 23"/>
          <p:cNvSpPr>
            <a:spLocks noChangeArrowheads="1"/>
          </p:cNvSpPr>
          <p:nvPr/>
        </p:nvSpPr>
        <p:spPr bwMode="auto">
          <a:xfrm>
            <a:off x="2105025" y="5065713"/>
            <a:ext cx="250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I</a:t>
            </a:r>
          </a:p>
        </p:txBody>
      </p:sp>
      <p:sp>
        <p:nvSpPr>
          <p:cNvPr id="635928" name="Oval 24"/>
          <p:cNvSpPr>
            <a:spLocks noChangeArrowheads="1"/>
          </p:cNvSpPr>
          <p:nvPr/>
        </p:nvSpPr>
        <p:spPr bwMode="auto">
          <a:xfrm>
            <a:off x="29987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5929" name="Rectangle 25"/>
          <p:cNvSpPr>
            <a:spLocks noChangeArrowheads="1"/>
          </p:cNvSpPr>
          <p:nvPr/>
        </p:nvSpPr>
        <p:spPr bwMode="auto">
          <a:xfrm>
            <a:off x="3067050" y="5065713"/>
            <a:ext cx="30797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J</a:t>
            </a:r>
          </a:p>
        </p:txBody>
      </p:sp>
      <p:sp>
        <p:nvSpPr>
          <p:cNvPr id="635930" name="Oval 26"/>
          <p:cNvSpPr>
            <a:spLocks noChangeArrowheads="1"/>
          </p:cNvSpPr>
          <p:nvPr/>
        </p:nvSpPr>
        <p:spPr bwMode="auto">
          <a:xfrm>
            <a:off x="39893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5931" name="Rectangle 27"/>
          <p:cNvSpPr>
            <a:spLocks noChangeArrowheads="1"/>
          </p:cNvSpPr>
          <p:nvPr/>
        </p:nvSpPr>
        <p:spPr bwMode="auto">
          <a:xfrm>
            <a:off x="4037013" y="5065713"/>
            <a:ext cx="350837"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K</a:t>
            </a:r>
          </a:p>
        </p:txBody>
      </p:sp>
      <p:sp>
        <p:nvSpPr>
          <p:cNvPr id="635932" name="Oval 28"/>
          <p:cNvSpPr>
            <a:spLocks noChangeArrowheads="1"/>
          </p:cNvSpPr>
          <p:nvPr/>
        </p:nvSpPr>
        <p:spPr bwMode="auto">
          <a:xfrm>
            <a:off x="4827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5933" name="Rectangle 29"/>
          <p:cNvSpPr>
            <a:spLocks noChangeArrowheads="1"/>
          </p:cNvSpPr>
          <p:nvPr/>
        </p:nvSpPr>
        <p:spPr bwMode="auto">
          <a:xfrm>
            <a:off x="4889500" y="5065713"/>
            <a:ext cx="32226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L</a:t>
            </a:r>
          </a:p>
        </p:txBody>
      </p:sp>
      <p:sp>
        <p:nvSpPr>
          <p:cNvPr id="635934" name="Oval 30"/>
          <p:cNvSpPr>
            <a:spLocks noChangeArrowheads="1"/>
          </p:cNvSpPr>
          <p:nvPr/>
        </p:nvSpPr>
        <p:spPr bwMode="auto">
          <a:xfrm>
            <a:off x="5818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5935" name="Rectangle 31"/>
          <p:cNvSpPr>
            <a:spLocks noChangeArrowheads="1"/>
          </p:cNvSpPr>
          <p:nvPr/>
        </p:nvSpPr>
        <p:spPr bwMode="auto">
          <a:xfrm>
            <a:off x="5845175" y="5065713"/>
            <a:ext cx="392113"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M</a:t>
            </a:r>
          </a:p>
        </p:txBody>
      </p:sp>
      <p:sp>
        <p:nvSpPr>
          <p:cNvPr id="635936" name="Oval 32"/>
          <p:cNvSpPr>
            <a:spLocks noChangeArrowheads="1"/>
          </p:cNvSpPr>
          <p:nvPr/>
        </p:nvSpPr>
        <p:spPr bwMode="auto">
          <a:xfrm>
            <a:off x="67325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5937" name="Rectangle 33"/>
          <p:cNvSpPr>
            <a:spLocks noChangeArrowheads="1"/>
          </p:cNvSpPr>
          <p:nvPr/>
        </p:nvSpPr>
        <p:spPr bwMode="auto">
          <a:xfrm>
            <a:off x="6772275" y="5065713"/>
            <a:ext cx="3651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N</a:t>
            </a:r>
          </a:p>
        </p:txBody>
      </p:sp>
      <p:sp>
        <p:nvSpPr>
          <p:cNvPr id="635938" name="Oval 34"/>
          <p:cNvSpPr>
            <a:spLocks noChangeArrowheads="1"/>
          </p:cNvSpPr>
          <p:nvPr/>
        </p:nvSpPr>
        <p:spPr bwMode="auto">
          <a:xfrm>
            <a:off x="7723188" y="5078413"/>
            <a:ext cx="444500" cy="368300"/>
          </a:xfrm>
          <a:prstGeom prst="ellipse">
            <a:avLst/>
          </a:prstGeom>
          <a:solidFill>
            <a:srgbClr val="FFFFFF"/>
          </a:solidFill>
          <a:ln w="12700">
            <a:solidFill>
              <a:srgbClr val="000000"/>
            </a:solidFill>
            <a:round/>
            <a:headEnd/>
            <a:tailEnd/>
          </a:ln>
          <a:effectLst/>
        </p:spPr>
        <p:txBody>
          <a:bodyPr wrap="none" anchor="ctr"/>
          <a:lstStyle/>
          <a:p>
            <a:endParaRPr lang="en-US"/>
          </a:p>
        </p:txBody>
      </p:sp>
      <p:sp>
        <p:nvSpPr>
          <p:cNvPr id="635939" name="Rectangle 35"/>
          <p:cNvSpPr>
            <a:spLocks noChangeArrowheads="1"/>
          </p:cNvSpPr>
          <p:nvPr/>
        </p:nvSpPr>
        <p:spPr bwMode="auto">
          <a:xfrm>
            <a:off x="7756525" y="5065713"/>
            <a:ext cx="377825" cy="393700"/>
          </a:xfrm>
          <a:prstGeom prst="rect">
            <a:avLst/>
          </a:prstGeom>
          <a:noFill/>
          <a:ln w="12700">
            <a:noFill/>
            <a:miter lim="800000"/>
            <a:headEnd/>
            <a:tailEnd/>
          </a:ln>
          <a:effectLst/>
        </p:spPr>
        <p:txBody>
          <a:bodyPr wrap="none" lIns="90487" tIns="44450" rIns="90487" bIns="44450">
            <a:spAutoFit/>
          </a:bodyPr>
          <a:lstStyle/>
          <a:p>
            <a:r>
              <a:rPr lang="en-US" sz="2000">
                <a:solidFill>
                  <a:srgbClr val="000000"/>
                </a:solidFill>
                <a:latin typeface="Helvetica" charset="0"/>
              </a:rPr>
              <a:t>O</a:t>
            </a:r>
          </a:p>
        </p:txBody>
      </p:sp>
      <p:sp>
        <p:nvSpPr>
          <p:cNvPr id="635940" name="Line 36"/>
          <p:cNvSpPr>
            <a:spLocks noChangeShapeType="1"/>
          </p:cNvSpPr>
          <p:nvPr/>
        </p:nvSpPr>
        <p:spPr bwMode="auto">
          <a:xfrm flipH="1">
            <a:off x="1808163" y="3060700"/>
            <a:ext cx="952500" cy="814388"/>
          </a:xfrm>
          <a:prstGeom prst="line">
            <a:avLst/>
          </a:prstGeom>
          <a:noFill/>
          <a:ln w="25400">
            <a:solidFill>
              <a:schemeClr val="tx1"/>
            </a:solidFill>
            <a:round/>
            <a:headEnd/>
            <a:tailEnd/>
          </a:ln>
          <a:effectLst/>
        </p:spPr>
        <p:txBody>
          <a:bodyPr wrap="none" anchor="ctr"/>
          <a:lstStyle/>
          <a:p>
            <a:endParaRPr lang="en-US"/>
          </a:p>
        </p:txBody>
      </p:sp>
      <p:sp>
        <p:nvSpPr>
          <p:cNvPr id="635941" name="Line 37"/>
          <p:cNvSpPr>
            <a:spLocks noChangeShapeType="1"/>
          </p:cNvSpPr>
          <p:nvPr/>
        </p:nvSpPr>
        <p:spPr bwMode="auto">
          <a:xfrm flipH="1">
            <a:off x="5661025" y="3032125"/>
            <a:ext cx="709613" cy="865188"/>
          </a:xfrm>
          <a:prstGeom prst="line">
            <a:avLst/>
          </a:prstGeom>
          <a:noFill/>
          <a:ln w="25400">
            <a:solidFill>
              <a:schemeClr val="tx1"/>
            </a:solidFill>
            <a:round/>
            <a:headEnd/>
            <a:tailEnd/>
          </a:ln>
          <a:effectLst/>
        </p:spPr>
        <p:txBody>
          <a:bodyPr wrap="none" anchor="ctr"/>
          <a:lstStyle/>
          <a:p>
            <a:endParaRPr lang="en-US"/>
          </a:p>
        </p:txBody>
      </p:sp>
      <p:sp>
        <p:nvSpPr>
          <p:cNvPr id="635942" name="Line 38"/>
          <p:cNvSpPr>
            <a:spLocks noChangeShapeType="1"/>
          </p:cNvSpPr>
          <p:nvPr/>
        </p:nvSpPr>
        <p:spPr bwMode="auto">
          <a:xfrm>
            <a:off x="6646863" y="3041650"/>
            <a:ext cx="633412" cy="887413"/>
          </a:xfrm>
          <a:prstGeom prst="line">
            <a:avLst/>
          </a:prstGeom>
          <a:noFill/>
          <a:ln w="25400">
            <a:solidFill>
              <a:schemeClr val="tx1"/>
            </a:solidFill>
            <a:round/>
            <a:headEnd/>
            <a:tailEnd/>
          </a:ln>
          <a:effectLst/>
        </p:spPr>
        <p:txBody>
          <a:bodyPr wrap="none" anchor="ctr"/>
          <a:lstStyle/>
          <a:p>
            <a:endParaRPr lang="en-US"/>
          </a:p>
        </p:txBody>
      </p:sp>
      <p:sp>
        <p:nvSpPr>
          <p:cNvPr id="635943" name="Line 39"/>
          <p:cNvSpPr>
            <a:spLocks noChangeShapeType="1"/>
          </p:cNvSpPr>
          <p:nvPr/>
        </p:nvSpPr>
        <p:spPr bwMode="auto">
          <a:xfrm>
            <a:off x="3021013" y="3024188"/>
            <a:ext cx="620712" cy="850900"/>
          </a:xfrm>
          <a:prstGeom prst="line">
            <a:avLst/>
          </a:prstGeom>
          <a:noFill/>
          <a:ln w="25400">
            <a:solidFill>
              <a:schemeClr val="tx1"/>
            </a:solidFill>
            <a:round/>
            <a:headEnd/>
            <a:tailEnd/>
          </a:ln>
          <a:effectLst/>
        </p:spPr>
        <p:txBody>
          <a:bodyPr wrap="none" anchor="ctr"/>
          <a:lstStyle/>
          <a:p>
            <a:endParaRPr lang="en-US"/>
          </a:p>
        </p:txBody>
      </p:sp>
      <p:sp>
        <p:nvSpPr>
          <p:cNvPr id="635944" name="Line 40"/>
          <p:cNvSpPr>
            <a:spLocks noChangeShapeType="1"/>
          </p:cNvSpPr>
          <p:nvPr/>
        </p:nvSpPr>
        <p:spPr bwMode="auto">
          <a:xfrm flipH="1">
            <a:off x="1243013" y="4194175"/>
            <a:ext cx="409575" cy="908050"/>
          </a:xfrm>
          <a:prstGeom prst="line">
            <a:avLst/>
          </a:prstGeom>
          <a:noFill/>
          <a:ln w="25400">
            <a:solidFill>
              <a:schemeClr val="tx1"/>
            </a:solidFill>
            <a:round/>
            <a:headEnd/>
            <a:tailEnd/>
          </a:ln>
          <a:effectLst/>
        </p:spPr>
        <p:txBody>
          <a:bodyPr wrap="none" anchor="ctr"/>
          <a:lstStyle/>
          <a:p>
            <a:endParaRPr lang="en-US"/>
          </a:p>
        </p:txBody>
      </p:sp>
      <p:sp>
        <p:nvSpPr>
          <p:cNvPr id="635945" name="Line 41"/>
          <p:cNvSpPr>
            <a:spLocks noChangeShapeType="1"/>
          </p:cNvSpPr>
          <p:nvPr/>
        </p:nvSpPr>
        <p:spPr bwMode="auto">
          <a:xfrm flipH="1">
            <a:off x="3241675" y="4197350"/>
            <a:ext cx="409575" cy="908050"/>
          </a:xfrm>
          <a:prstGeom prst="line">
            <a:avLst/>
          </a:prstGeom>
          <a:noFill/>
          <a:ln w="25400">
            <a:solidFill>
              <a:schemeClr val="tx1"/>
            </a:solidFill>
            <a:round/>
            <a:headEnd/>
            <a:tailEnd/>
          </a:ln>
          <a:effectLst/>
        </p:spPr>
        <p:txBody>
          <a:bodyPr wrap="none" anchor="ctr"/>
          <a:lstStyle/>
          <a:p>
            <a:endParaRPr lang="en-US"/>
          </a:p>
        </p:txBody>
      </p:sp>
      <p:sp>
        <p:nvSpPr>
          <p:cNvPr id="635946" name="Line 42"/>
          <p:cNvSpPr>
            <a:spLocks noChangeShapeType="1"/>
          </p:cNvSpPr>
          <p:nvPr/>
        </p:nvSpPr>
        <p:spPr bwMode="auto">
          <a:xfrm flipH="1">
            <a:off x="5048250" y="4200525"/>
            <a:ext cx="409575" cy="908050"/>
          </a:xfrm>
          <a:prstGeom prst="line">
            <a:avLst/>
          </a:prstGeom>
          <a:noFill/>
          <a:ln w="25400">
            <a:solidFill>
              <a:schemeClr val="tx1"/>
            </a:solidFill>
            <a:round/>
            <a:headEnd/>
            <a:tailEnd/>
          </a:ln>
          <a:effectLst/>
        </p:spPr>
        <p:txBody>
          <a:bodyPr wrap="none" anchor="ctr"/>
          <a:lstStyle/>
          <a:p>
            <a:endParaRPr lang="en-US"/>
          </a:p>
        </p:txBody>
      </p:sp>
      <p:sp>
        <p:nvSpPr>
          <p:cNvPr id="635947" name="Line 43"/>
          <p:cNvSpPr>
            <a:spLocks noChangeShapeType="1"/>
          </p:cNvSpPr>
          <p:nvPr/>
        </p:nvSpPr>
        <p:spPr bwMode="auto">
          <a:xfrm flipH="1">
            <a:off x="6950075" y="4181475"/>
            <a:ext cx="409575" cy="908050"/>
          </a:xfrm>
          <a:prstGeom prst="line">
            <a:avLst/>
          </a:prstGeom>
          <a:noFill/>
          <a:ln w="25400">
            <a:solidFill>
              <a:schemeClr val="tx1"/>
            </a:solidFill>
            <a:round/>
            <a:headEnd/>
            <a:tailEnd/>
          </a:ln>
          <a:effectLst/>
        </p:spPr>
        <p:txBody>
          <a:bodyPr wrap="none" anchor="ctr"/>
          <a:lstStyle/>
          <a:p>
            <a:endParaRPr lang="en-US"/>
          </a:p>
        </p:txBody>
      </p:sp>
      <p:sp>
        <p:nvSpPr>
          <p:cNvPr id="635948" name="Line 44"/>
          <p:cNvSpPr>
            <a:spLocks noChangeShapeType="1"/>
          </p:cNvSpPr>
          <p:nvPr/>
        </p:nvSpPr>
        <p:spPr bwMode="auto">
          <a:xfrm>
            <a:off x="1863725" y="4167188"/>
            <a:ext cx="344488" cy="938212"/>
          </a:xfrm>
          <a:prstGeom prst="line">
            <a:avLst/>
          </a:prstGeom>
          <a:noFill/>
          <a:ln w="25400">
            <a:solidFill>
              <a:schemeClr val="tx1"/>
            </a:solidFill>
            <a:round/>
            <a:headEnd/>
            <a:tailEnd/>
          </a:ln>
          <a:effectLst/>
        </p:spPr>
        <p:txBody>
          <a:bodyPr wrap="none" anchor="ctr"/>
          <a:lstStyle/>
          <a:p>
            <a:endParaRPr lang="en-US"/>
          </a:p>
        </p:txBody>
      </p:sp>
      <p:sp>
        <p:nvSpPr>
          <p:cNvPr id="635949" name="Line 45"/>
          <p:cNvSpPr>
            <a:spLocks noChangeShapeType="1"/>
          </p:cNvSpPr>
          <p:nvPr/>
        </p:nvSpPr>
        <p:spPr bwMode="auto">
          <a:xfrm>
            <a:off x="3851275" y="4170363"/>
            <a:ext cx="344488" cy="938212"/>
          </a:xfrm>
          <a:prstGeom prst="line">
            <a:avLst/>
          </a:prstGeom>
          <a:noFill/>
          <a:ln w="25400">
            <a:solidFill>
              <a:schemeClr val="tx1"/>
            </a:solidFill>
            <a:round/>
            <a:headEnd/>
            <a:tailEnd/>
          </a:ln>
          <a:effectLst/>
        </p:spPr>
        <p:txBody>
          <a:bodyPr wrap="none" anchor="ctr"/>
          <a:lstStyle/>
          <a:p>
            <a:endParaRPr lang="en-US"/>
          </a:p>
        </p:txBody>
      </p:sp>
      <p:sp>
        <p:nvSpPr>
          <p:cNvPr id="635950" name="Line 46"/>
          <p:cNvSpPr>
            <a:spLocks noChangeShapeType="1"/>
          </p:cNvSpPr>
          <p:nvPr/>
        </p:nvSpPr>
        <p:spPr bwMode="auto">
          <a:xfrm>
            <a:off x="5668963" y="4173538"/>
            <a:ext cx="344487" cy="938212"/>
          </a:xfrm>
          <a:prstGeom prst="line">
            <a:avLst/>
          </a:prstGeom>
          <a:noFill/>
          <a:ln w="25400">
            <a:solidFill>
              <a:schemeClr val="tx1"/>
            </a:solidFill>
            <a:round/>
            <a:headEnd/>
            <a:tailEnd/>
          </a:ln>
          <a:effectLst/>
        </p:spPr>
        <p:txBody>
          <a:bodyPr wrap="none" anchor="ctr"/>
          <a:lstStyle/>
          <a:p>
            <a:endParaRPr lang="en-US"/>
          </a:p>
        </p:txBody>
      </p:sp>
      <p:sp>
        <p:nvSpPr>
          <p:cNvPr id="635951" name="Line 47"/>
          <p:cNvSpPr>
            <a:spLocks noChangeShapeType="1"/>
          </p:cNvSpPr>
          <p:nvPr/>
        </p:nvSpPr>
        <p:spPr bwMode="auto">
          <a:xfrm>
            <a:off x="7561263" y="4186238"/>
            <a:ext cx="349250" cy="915987"/>
          </a:xfrm>
          <a:prstGeom prst="line">
            <a:avLst/>
          </a:prstGeom>
          <a:noFill/>
          <a:ln w="25400">
            <a:solidFill>
              <a:schemeClr val="tx1"/>
            </a:solidFill>
            <a:round/>
            <a:headEnd/>
            <a:tailEnd/>
          </a:ln>
          <a:effectLst/>
        </p:spPr>
        <p:txBody>
          <a:bodyPr wrap="none" anchor="ctr"/>
          <a:lstStyle/>
          <a:p>
            <a:endParaRPr lang="en-US"/>
          </a:p>
        </p:txBody>
      </p:sp>
      <p:sp>
        <p:nvSpPr>
          <p:cNvPr id="635952" name="Rectangle 48"/>
          <p:cNvSpPr>
            <a:spLocks noChangeArrowheads="1"/>
          </p:cNvSpPr>
          <p:nvPr/>
        </p:nvSpPr>
        <p:spPr bwMode="auto">
          <a:xfrm>
            <a:off x="979488" y="5568950"/>
            <a:ext cx="7356475" cy="576263"/>
          </a:xfrm>
          <a:prstGeom prst="rect">
            <a:avLst/>
          </a:prstGeom>
          <a:noFill/>
          <a:ln w="12700">
            <a:noFill/>
            <a:miter lim="800000"/>
            <a:headEnd/>
            <a:tailEnd/>
          </a:ln>
          <a:effectLst>
            <a:outerShdw dist="17961" dir="2700000" algn="ctr" rotWithShape="0">
              <a:schemeClr val="tx1"/>
            </a:outerShdw>
          </a:effectLst>
        </p:spPr>
        <p:txBody>
          <a:bodyPr wrap="none" lIns="90487" tIns="44450" rIns="90487" bIns="44450">
            <a:spAutoFit/>
          </a:bodyPr>
          <a:lstStyle/>
          <a:p>
            <a:pPr algn="ctr"/>
            <a:r>
              <a:rPr lang="en-US" sz="3200">
                <a:solidFill>
                  <a:schemeClr val="hlink"/>
                </a:solidFill>
                <a:latin typeface="Helvetica" charset="0"/>
              </a:rPr>
              <a:t>H  I  D  J  K  E  B  L  M  F  N  O  G  C  A</a:t>
            </a:r>
          </a:p>
        </p:txBody>
      </p:sp>
      <p:sp>
        <p:nvSpPr>
          <p:cNvPr id="3" name="Footer Placeholder 2">
            <a:extLst>
              <a:ext uri="{FF2B5EF4-FFF2-40B4-BE49-F238E27FC236}">
                <a16:creationId xmlns:a16="http://schemas.microsoft.com/office/drawing/2014/main" id="{BFC2CFE1-DFBB-FFEE-A011-F7BE2A3A5A72}"/>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B3404D32-7DCA-8963-355C-6EAA38EFCC1F}"/>
              </a:ext>
            </a:extLst>
          </p:cNvPr>
          <p:cNvSpPr>
            <a:spLocks noGrp="1"/>
          </p:cNvSpPr>
          <p:nvPr>
            <p:ph type="sldNum" sz="quarter" idx="12"/>
          </p:nvPr>
        </p:nvSpPr>
        <p:spPr/>
        <p:txBody>
          <a:bodyPr/>
          <a:lstStyle/>
          <a:p>
            <a:fld id="{95E664E9-BB0A-4932-9D77-E0DDE5779A37}" type="slidenum">
              <a:rPr lang="en-US" smtClean="0"/>
              <a:pPr/>
              <a:t>160</a:t>
            </a:fld>
            <a:endParaRPr lang="en-US" dirty="0"/>
          </a:p>
        </p:txBody>
      </p:sp>
    </p:spTree>
  </p:cSld>
  <p:clrMapOvr>
    <a:masterClrMapping/>
  </p:clrMapOvr>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E9FA71-24F3-8730-A1E4-56EABE0B0EC5}"/>
              </a:ext>
            </a:extLst>
          </p:cNvPr>
          <p:cNvSpPr txBox="1"/>
          <p:nvPr/>
        </p:nvSpPr>
        <p:spPr>
          <a:xfrm>
            <a:off x="2286000" y="2743200"/>
            <a:ext cx="4572000" cy="584775"/>
          </a:xfrm>
          <a:prstGeom prst="rect">
            <a:avLst/>
          </a:prstGeom>
          <a:noFill/>
        </p:spPr>
        <p:txBody>
          <a:bodyPr wrap="square">
            <a:spAutoFit/>
          </a:bodyPr>
          <a:lstStyle/>
          <a:p>
            <a:r>
              <a:rPr lang="en-US" sz="3200" b="1" dirty="0"/>
              <a:t>Binary Search Trees</a:t>
            </a:r>
            <a:endParaRPr lang="en-US" sz="3200" dirty="0"/>
          </a:p>
        </p:txBody>
      </p:sp>
      <p:sp>
        <p:nvSpPr>
          <p:cNvPr id="3" name="Footer Placeholder 2">
            <a:extLst>
              <a:ext uri="{FF2B5EF4-FFF2-40B4-BE49-F238E27FC236}">
                <a16:creationId xmlns:a16="http://schemas.microsoft.com/office/drawing/2014/main" id="{D2A1DA82-1174-85E2-D2E7-EEB3CE32DAF5}"/>
              </a:ext>
            </a:extLst>
          </p:cNvPr>
          <p:cNvSpPr>
            <a:spLocks noGrp="1"/>
          </p:cNvSpPr>
          <p:nvPr>
            <p:ph type="ftr" sz="quarter" idx="11"/>
          </p:nvPr>
        </p:nvSpPr>
        <p:spPr/>
        <p:txBody>
          <a:bodyPr/>
          <a:lstStyle/>
          <a:p>
            <a:r>
              <a:rPr lang="en-US"/>
              <a:t>Algorithm and Data Structure </a:t>
            </a:r>
            <a:endParaRPr lang="en-US" dirty="0"/>
          </a:p>
        </p:txBody>
      </p:sp>
      <p:sp>
        <p:nvSpPr>
          <p:cNvPr id="6" name="Slide Number Placeholder 5">
            <a:extLst>
              <a:ext uri="{FF2B5EF4-FFF2-40B4-BE49-F238E27FC236}">
                <a16:creationId xmlns:a16="http://schemas.microsoft.com/office/drawing/2014/main" id="{3177607B-9068-3C1C-716C-06930C51386B}"/>
              </a:ext>
            </a:extLst>
          </p:cNvPr>
          <p:cNvSpPr>
            <a:spLocks noGrp="1"/>
          </p:cNvSpPr>
          <p:nvPr>
            <p:ph type="sldNum" sz="quarter" idx="12"/>
          </p:nvPr>
        </p:nvSpPr>
        <p:spPr/>
        <p:txBody>
          <a:bodyPr/>
          <a:lstStyle/>
          <a:p>
            <a:fld id="{95E664E9-BB0A-4932-9D77-E0DDE5779A37}" type="slidenum">
              <a:rPr lang="en-US" smtClean="0"/>
              <a:pPr/>
              <a:t>161</a:t>
            </a:fld>
            <a:endParaRPr lang="en-US" dirty="0"/>
          </a:p>
        </p:txBody>
      </p:sp>
    </p:spTree>
    <p:extLst>
      <p:ext uri="{BB962C8B-B14F-4D97-AF65-F5344CB8AC3E}">
        <p14:creationId xmlns:p14="http://schemas.microsoft.com/office/powerpoint/2010/main" val="2177302259"/>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BINARY SEARCH TREES</a:t>
            </a:r>
            <a:endParaRPr lang="en-US" dirty="0"/>
          </a:p>
        </p:txBody>
      </p:sp>
      <p:sp>
        <p:nvSpPr>
          <p:cNvPr id="4" name="Content Placeholder 3"/>
          <p:cNvSpPr>
            <a:spLocks noGrp="1"/>
          </p:cNvSpPr>
          <p:nvPr>
            <p:ph sz="quarter" idx="1"/>
          </p:nvPr>
        </p:nvSpPr>
        <p:spPr/>
        <p:txBody>
          <a:bodyPr/>
          <a:lstStyle/>
          <a:p>
            <a:r>
              <a:rPr lang="en-US" dirty="0"/>
              <a:t>A Binary Search Tree is a type of binary tree, which is either empty or satisfies the following properties :</a:t>
            </a:r>
          </a:p>
          <a:p>
            <a:pPr marL="788670" lvl="1" indent="-514350">
              <a:buFont typeface="+mj-lt"/>
              <a:buAutoNum type="arabicPeriod"/>
            </a:pPr>
            <a:endParaRPr lang="en-US" dirty="0"/>
          </a:p>
          <a:p>
            <a:pPr marL="788670" lvl="1" indent="-514350">
              <a:buFont typeface="+mj-lt"/>
              <a:buAutoNum type="arabicPeriod"/>
            </a:pPr>
            <a:r>
              <a:rPr lang="en-US" dirty="0"/>
              <a:t>Every node has a value and no two nodes have the same value (</a:t>
            </a:r>
            <a:r>
              <a:rPr lang="en-US" i="1" dirty="0"/>
              <a:t>i.e., all the values </a:t>
            </a:r>
            <a:r>
              <a:rPr lang="en-US" dirty="0"/>
              <a:t>are unique).</a:t>
            </a:r>
          </a:p>
          <a:p>
            <a:pPr marL="788670" lvl="1" indent="-514350">
              <a:buFont typeface="+mj-lt"/>
              <a:buAutoNum type="arabicPeriod"/>
            </a:pPr>
            <a:endParaRPr lang="en-US" dirty="0"/>
          </a:p>
          <a:p>
            <a:pPr marL="788670" lvl="1" indent="-514350">
              <a:buFont typeface="+mj-lt"/>
              <a:buAutoNum type="arabicPeriod"/>
            </a:pPr>
            <a:r>
              <a:rPr lang="en-US" dirty="0"/>
              <a:t>If there exists a left child or left sub tree then its value is less than the value of the root.</a:t>
            </a:r>
          </a:p>
          <a:p>
            <a:pPr marL="788670" lvl="1" indent="-514350">
              <a:buFont typeface="+mj-lt"/>
              <a:buAutoNum type="arabicPeriod"/>
            </a:pPr>
            <a:endParaRPr lang="en-US" dirty="0"/>
          </a:p>
          <a:p>
            <a:pPr marL="731520" lvl="1" indent="-457200">
              <a:buFont typeface="+mj-lt"/>
              <a:buAutoNum type="arabicPeriod"/>
            </a:pPr>
            <a:r>
              <a:rPr lang="en-US" sz="2000" dirty="0">
                <a:solidFill>
                  <a:schemeClr val="tx2"/>
                </a:solidFill>
              </a:rPr>
              <a:t>The value(s) in the right child or right sub tree is larger than the value of the root node.</a:t>
            </a:r>
          </a:p>
        </p:txBody>
      </p:sp>
      <p:sp>
        <p:nvSpPr>
          <p:cNvPr id="6" name="Footer Placeholder 5">
            <a:extLst>
              <a:ext uri="{FF2B5EF4-FFF2-40B4-BE49-F238E27FC236}">
                <a16:creationId xmlns:a16="http://schemas.microsoft.com/office/drawing/2014/main" id="{4FA3A72B-7619-9D56-1920-DFCFBEF87F72}"/>
              </a:ext>
            </a:extLst>
          </p:cNvPr>
          <p:cNvSpPr>
            <a:spLocks noGrp="1"/>
          </p:cNvSpPr>
          <p:nvPr>
            <p:ph type="ftr" sz="quarter" idx="11"/>
          </p:nvPr>
        </p:nvSpPr>
        <p:spPr/>
        <p:txBody>
          <a:bodyPr/>
          <a:lstStyle/>
          <a:p>
            <a:r>
              <a:rPr lang="en-US"/>
              <a:t>Algorithm and Data Structure </a:t>
            </a:r>
            <a:endParaRPr lang="en-US" dirty="0"/>
          </a:p>
        </p:txBody>
      </p:sp>
      <p:sp>
        <p:nvSpPr>
          <p:cNvPr id="7" name="Slide Number Placeholder 6">
            <a:extLst>
              <a:ext uri="{FF2B5EF4-FFF2-40B4-BE49-F238E27FC236}">
                <a16:creationId xmlns:a16="http://schemas.microsoft.com/office/drawing/2014/main" id="{0289AF70-F649-122E-011E-F9439145E5BC}"/>
              </a:ext>
            </a:extLst>
          </p:cNvPr>
          <p:cNvSpPr>
            <a:spLocks noGrp="1"/>
          </p:cNvSpPr>
          <p:nvPr>
            <p:ph type="sldNum" sz="quarter" idx="12"/>
          </p:nvPr>
        </p:nvSpPr>
        <p:spPr/>
        <p:txBody>
          <a:bodyPr/>
          <a:lstStyle/>
          <a:p>
            <a:fld id="{95E664E9-BB0A-4932-9D77-E0DDE5779A37}" type="slidenum">
              <a:rPr lang="en-US" smtClean="0"/>
              <a:pPr/>
              <a:t>162</a:t>
            </a:fld>
            <a:endParaRPr lang="en-US"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4" name="Content Placeholder 3"/>
          <p:cNvSpPr>
            <a:spLocks noGrp="1"/>
          </p:cNvSpPr>
          <p:nvPr>
            <p:ph sz="quarter" idx="1"/>
          </p:nvPr>
        </p:nvSpPr>
        <p:spPr>
          <a:xfrm>
            <a:off x="4572000" y="1219200"/>
            <a:ext cx="4114800" cy="4937760"/>
          </a:xfrm>
        </p:spPr>
        <p:txBody>
          <a:bodyPr>
            <a:normAutofit fontScale="77500" lnSpcReduction="20000"/>
          </a:bodyPr>
          <a:lstStyle/>
          <a:p>
            <a:pPr algn="just"/>
            <a:r>
              <a:rPr lang="en-US" dirty="0"/>
              <a:t>Here the root node information is 50.</a:t>
            </a:r>
          </a:p>
          <a:p>
            <a:pPr algn="just"/>
            <a:endParaRPr lang="en-US" dirty="0"/>
          </a:p>
          <a:p>
            <a:pPr algn="just"/>
            <a:r>
              <a:rPr lang="en-US" dirty="0"/>
              <a:t>Note that the right sub tree node’s value is greater than 50, and the left sub tree nodes value is less than 50. </a:t>
            </a:r>
          </a:p>
          <a:p>
            <a:pPr algn="just"/>
            <a:endParaRPr lang="en-US" dirty="0"/>
          </a:p>
          <a:p>
            <a:pPr algn="just"/>
            <a:r>
              <a:rPr lang="en-US" dirty="0"/>
              <a:t>Again right child node of 25 has large values than 25 and left child node has small values than 25.</a:t>
            </a:r>
          </a:p>
          <a:p>
            <a:pPr algn="just"/>
            <a:endParaRPr lang="en-US" dirty="0"/>
          </a:p>
          <a:p>
            <a:pPr algn="just"/>
            <a:r>
              <a:rPr lang="en-US" dirty="0"/>
              <a:t>Similarly right child node of 75 has large values than 75 and left child node has small values that 75 and so on.</a:t>
            </a:r>
          </a:p>
        </p:txBody>
      </p:sp>
      <p:pic>
        <p:nvPicPr>
          <p:cNvPr id="1026" name="Picture 2"/>
          <p:cNvPicPr>
            <a:picLocks noChangeAspect="1" noChangeArrowheads="1"/>
          </p:cNvPicPr>
          <p:nvPr/>
        </p:nvPicPr>
        <p:blipFill>
          <a:blip r:embed="rId2"/>
          <a:srcRect/>
          <a:stretch>
            <a:fillRect/>
          </a:stretch>
        </p:blipFill>
        <p:spPr bwMode="auto">
          <a:xfrm>
            <a:off x="381000" y="1447800"/>
            <a:ext cx="4070555" cy="2286000"/>
          </a:xfrm>
          <a:prstGeom prst="rect">
            <a:avLst/>
          </a:prstGeom>
          <a:noFill/>
          <a:ln w="9525">
            <a:noFill/>
            <a:miter lim="800000"/>
            <a:headEnd/>
            <a:tailEnd/>
          </a:ln>
          <a:effectLst/>
        </p:spPr>
      </p:pic>
      <p:sp>
        <p:nvSpPr>
          <p:cNvPr id="6" name="Footer Placeholder 5">
            <a:extLst>
              <a:ext uri="{FF2B5EF4-FFF2-40B4-BE49-F238E27FC236}">
                <a16:creationId xmlns:a16="http://schemas.microsoft.com/office/drawing/2014/main" id="{E0D7CDC8-9DE6-AAD6-46F7-A55FE68C31EA}"/>
              </a:ext>
            </a:extLst>
          </p:cNvPr>
          <p:cNvSpPr>
            <a:spLocks noGrp="1"/>
          </p:cNvSpPr>
          <p:nvPr>
            <p:ph type="ftr" sz="quarter" idx="11"/>
          </p:nvPr>
        </p:nvSpPr>
        <p:spPr/>
        <p:txBody>
          <a:bodyPr/>
          <a:lstStyle/>
          <a:p>
            <a:r>
              <a:rPr lang="en-US"/>
              <a:t>Algorithm and Data Structure </a:t>
            </a:r>
            <a:endParaRPr lang="en-US" dirty="0"/>
          </a:p>
        </p:txBody>
      </p:sp>
      <p:sp>
        <p:nvSpPr>
          <p:cNvPr id="7" name="Slide Number Placeholder 6">
            <a:extLst>
              <a:ext uri="{FF2B5EF4-FFF2-40B4-BE49-F238E27FC236}">
                <a16:creationId xmlns:a16="http://schemas.microsoft.com/office/drawing/2014/main" id="{61FACFC0-1991-DC6E-8BFA-6F16CBE2BFFD}"/>
              </a:ext>
            </a:extLst>
          </p:cNvPr>
          <p:cNvSpPr>
            <a:spLocks noGrp="1"/>
          </p:cNvSpPr>
          <p:nvPr>
            <p:ph type="sldNum" sz="quarter" idx="12"/>
          </p:nvPr>
        </p:nvSpPr>
        <p:spPr/>
        <p:txBody>
          <a:bodyPr/>
          <a:lstStyle/>
          <a:p>
            <a:fld id="{95E664E9-BB0A-4932-9D77-E0DDE5779A37}" type="slidenum">
              <a:rPr lang="en-US" smtClean="0"/>
              <a:pPr/>
              <a:t>163</a:t>
            </a:fld>
            <a:endParaRPr lang="en-US"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Operation of binary search tree</a:t>
            </a:r>
          </a:p>
        </p:txBody>
      </p:sp>
      <p:sp>
        <p:nvSpPr>
          <p:cNvPr id="4" name="Content Placeholder 3"/>
          <p:cNvSpPr>
            <a:spLocks noGrp="1"/>
          </p:cNvSpPr>
          <p:nvPr>
            <p:ph sz="quarter" idx="1"/>
          </p:nvPr>
        </p:nvSpPr>
        <p:spPr/>
        <p:txBody>
          <a:bodyPr>
            <a:normAutofit/>
          </a:bodyPr>
          <a:lstStyle/>
          <a:p>
            <a:r>
              <a:rPr lang="en-US" dirty="0"/>
              <a:t>The operations performed on binary tree can also be applied to Binary Search Tree (BST). </a:t>
            </a:r>
          </a:p>
          <a:p>
            <a:pPr lvl="2">
              <a:buNone/>
            </a:pPr>
            <a:r>
              <a:rPr lang="en-US" dirty="0"/>
              <a:t>1. Inserting a node</a:t>
            </a:r>
          </a:p>
          <a:p>
            <a:pPr lvl="2">
              <a:buNone/>
            </a:pPr>
            <a:r>
              <a:rPr lang="en-US" dirty="0"/>
              <a:t>2. Searching a node</a:t>
            </a:r>
          </a:p>
          <a:p>
            <a:pPr lvl="2">
              <a:buNone/>
            </a:pPr>
            <a:r>
              <a:rPr lang="en-US" dirty="0"/>
              <a:t>3. Deleting a node</a:t>
            </a:r>
          </a:p>
          <a:p>
            <a:r>
              <a:rPr lang="en-US" dirty="0"/>
              <a:t>Another most commonly performed operation on BST is, traversal. </a:t>
            </a:r>
          </a:p>
          <a:p>
            <a:r>
              <a:rPr lang="en-US" dirty="0"/>
              <a:t>The tree traversal algorithm (pre-order, post-order and in-order) are the standard way of traversing a binary search tree.</a:t>
            </a:r>
          </a:p>
        </p:txBody>
      </p:sp>
      <p:sp>
        <p:nvSpPr>
          <p:cNvPr id="6" name="Footer Placeholder 5">
            <a:extLst>
              <a:ext uri="{FF2B5EF4-FFF2-40B4-BE49-F238E27FC236}">
                <a16:creationId xmlns:a16="http://schemas.microsoft.com/office/drawing/2014/main" id="{EE2589AE-2CE3-631D-6852-681103718FC5}"/>
              </a:ext>
            </a:extLst>
          </p:cNvPr>
          <p:cNvSpPr>
            <a:spLocks noGrp="1"/>
          </p:cNvSpPr>
          <p:nvPr>
            <p:ph type="ftr" sz="quarter" idx="11"/>
          </p:nvPr>
        </p:nvSpPr>
        <p:spPr/>
        <p:txBody>
          <a:bodyPr/>
          <a:lstStyle/>
          <a:p>
            <a:r>
              <a:rPr lang="en-US"/>
              <a:t>Algorithm and Data Structure </a:t>
            </a:r>
            <a:endParaRPr lang="en-US" dirty="0"/>
          </a:p>
        </p:txBody>
      </p:sp>
      <p:sp>
        <p:nvSpPr>
          <p:cNvPr id="7" name="Slide Number Placeholder 6">
            <a:extLst>
              <a:ext uri="{FF2B5EF4-FFF2-40B4-BE49-F238E27FC236}">
                <a16:creationId xmlns:a16="http://schemas.microsoft.com/office/drawing/2014/main" id="{A6B911B4-E1E1-5D13-60A0-175C1707C998}"/>
              </a:ext>
            </a:extLst>
          </p:cNvPr>
          <p:cNvSpPr>
            <a:spLocks noGrp="1"/>
          </p:cNvSpPr>
          <p:nvPr>
            <p:ph type="sldNum" sz="quarter" idx="12"/>
          </p:nvPr>
        </p:nvSpPr>
        <p:spPr/>
        <p:txBody>
          <a:bodyPr/>
          <a:lstStyle/>
          <a:p>
            <a:fld id="{95E664E9-BB0A-4932-9D77-E0DDE5779A37}" type="slidenum">
              <a:rPr lang="en-US" smtClean="0"/>
              <a:pPr/>
              <a:t>164</a:t>
            </a:fld>
            <a:endParaRPr lang="en-US"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INSERTING A NODE</a:t>
            </a:r>
            <a:endParaRPr lang="en-US" dirty="0"/>
          </a:p>
        </p:txBody>
      </p:sp>
      <p:sp>
        <p:nvSpPr>
          <p:cNvPr id="4" name="Content Placeholder 3"/>
          <p:cNvSpPr>
            <a:spLocks noGrp="1"/>
          </p:cNvSpPr>
          <p:nvPr>
            <p:ph sz="quarter" idx="1"/>
          </p:nvPr>
        </p:nvSpPr>
        <p:spPr/>
        <p:txBody>
          <a:bodyPr>
            <a:normAutofit/>
          </a:bodyPr>
          <a:lstStyle/>
          <a:p>
            <a:r>
              <a:rPr lang="en-US" dirty="0"/>
              <a:t>A BST is constructed by the repeated insertion of new nodes to the tree structure.</a:t>
            </a:r>
          </a:p>
          <a:p>
            <a:r>
              <a:rPr lang="en-US" dirty="0"/>
              <a:t>Inserting a node in to a tree is achieved by performing two separate operations.</a:t>
            </a:r>
          </a:p>
          <a:p>
            <a:pPr lvl="1"/>
            <a:r>
              <a:rPr lang="en-US" dirty="0"/>
              <a:t>The tree must be searched to determine where the node is to be inserted.</a:t>
            </a:r>
          </a:p>
          <a:p>
            <a:pPr lvl="1"/>
            <a:r>
              <a:rPr lang="en-US" dirty="0"/>
              <a:t>Then the node is inserted into the tree.</a:t>
            </a:r>
          </a:p>
        </p:txBody>
      </p:sp>
      <p:sp>
        <p:nvSpPr>
          <p:cNvPr id="6" name="Footer Placeholder 5">
            <a:extLst>
              <a:ext uri="{FF2B5EF4-FFF2-40B4-BE49-F238E27FC236}">
                <a16:creationId xmlns:a16="http://schemas.microsoft.com/office/drawing/2014/main" id="{AB8EB0D1-BC40-EC12-6264-7B1948E9DB1C}"/>
              </a:ext>
            </a:extLst>
          </p:cNvPr>
          <p:cNvSpPr>
            <a:spLocks noGrp="1"/>
          </p:cNvSpPr>
          <p:nvPr>
            <p:ph type="ftr" sz="quarter" idx="11"/>
          </p:nvPr>
        </p:nvSpPr>
        <p:spPr/>
        <p:txBody>
          <a:bodyPr/>
          <a:lstStyle/>
          <a:p>
            <a:r>
              <a:rPr lang="en-US"/>
              <a:t>Algorithm and Data Structure </a:t>
            </a:r>
            <a:endParaRPr lang="en-US" dirty="0"/>
          </a:p>
        </p:txBody>
      </p:sp>
      <p:sp>
        <p:nvSpPr>
          <p:cNvPr id="7" name="Slide Number Placeholder 6">
            <a:extLst>
              <a:ext uri="{FF2B5EF4-FFF2-40B4-BE49-F238E27FC236}">
                <a16:creationId xmlns:a16="http://schemas.microsoft.com/office/drawing/2014/main" id="{ABD546A2-AE2F-C30B-2C11-C8A68E3C9719}"/>
              </a:ext>
            </a:extLst>
          </p:cNvPr>
          <p:cNvSpPr>
            <a:spLocks noGrp="1"/>
          </p:cNvSpPr>
          <p:nvPr>
            <p:ph type="sldNum" sz="quarter" idx="12"/>
          </p:nvPr>
        </p:nvSpPr>
        <p:spPr/>
        <p:txBody>
          <a:bodyPr/>
          <a:lstStyle/>
          <a:p>
            <a:fld id="{95E664E9-BB0A-4932-9D77-E0DDE5779A37}" type="slidenum">
              <a:rPr lang="en-US" smtClean="0"/>
              <a:pPr/>
              <a:t>165</a:t>
            </a:fld>
            <a:endParaRPr lang="en-US"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INSERTING A NODE</a:t>
            </a:r>
            <a:endParaRPr lang="en-US" dirty="0"/>
          </a:p>
        </p:txBody>
      </p:sp>
      <p:sp>
        <p:nvSpPr>
          <p:cNvPr id="4" name="Content Placeholder 3"/>
          <p:cNvSpPr>
            <a:spLocks noGrp="1"/>
          </p:cNvSpPr>
          <p:nvPr>
            <p:ph sz="quarter" idx="1"/>
          </p:nvPr>
        </p:nvSpPr>
        <p:spPr/>
        <p:txBody>
          <a:bodyPr>
            <a:normAutofit fontScale="77500" lnSpcReduction="20000"/>
          </a:bodyPr>
          <a:lstStyle/>
          <a:p>
            <a:pPr marL="0" indent="0">
              <a:buNone/>
            </a:pPr>
            <a:r>
              <a:rPr lang="en-US" dirty="0"/>
              <a:t>1. Input the DATA to be inserted and assign the address of the root node to ROOT.</a:t>
            </a:r>
          </a:p>
          <a:p>
            <a:pPr marL="0" indent="0">
              <a:buNone/>
            </a:pPr>
            <a:r>
              <a:rPr lang="en-US" dirty="0"/>
              <a:t>2. If (ROOT == NULL)</a:t>
            </a:r>
          </a:p>
          <a:p>
            <a:pPr marL="0" indent="0">
              <a:buNone/>
            </a:pPr>
            <a:r>
              <a:rPr lang="en-US" dirty="0"/>
              <a:t>(a) Create a new node with the given DATA and assign its address to ROOT.</a:t>
            </a:r>
          </a:p>
          <a:p>
            <a:pPr marL="0" indent="0">
              <a:buNone/>
            </a:pPr>
            <a:r>
              <a:rPr lang="en-US" dirty="0"/>
              <a:t>(b) Display “Node inserted successfully”</a:t>
            </a:r>
          </a:p>
          <a:p>
            <a:pPr marL="0" indent="0">
              <a:buNone/>
            </a:pPr>
            <a:r>
              <a:rPr lang="en-US" dirty="0"/>
              <a:t>(c) </a:t>
            </a:r>
            <a:r>
              <a:rPr lang="en-US" dirty="0" err="1"/>
              <a:t>GoTo</a:t>
            </a:r>
            <a:r>
              <a:rPr lang="en-US" dirty="0"/>
              <a:t> Step 6</a:t>
            </a:r>
          </a:p>
          <a:p>
            <a:pPr marL="0" indent="0">
              <a:buNone/>
            </a:pPr>
            <a:r>
              <a:rPr lang="en-US" dirty="0"/>
              <a:t>3. If (DATA &gt; ROOT → Info)</a:t>
            </a:r>
          </a:p>
          <a:p>
            <a:pPr marL="0" indent="0">
              <a:buNone/>
            </a:pPr>
            <a:r>
              <a:rPr lang="en-US" dirty="0"/>
              <a:t>(a) If ROOT → </a:t>
            </a:r>
            <a:r>
              <a:rPr lang="en-US" dirty="0" err="1"/>
              <a:t>RChild</a:t>
            </a:r>
            <a:r>
              <a:rPr lang="en-US" dirty="0"/>
              <a:t> == NULL, create a new node with the given DATA and assign its address to ROOT → </a:t>
            </a:r>
            <a:r>
              <a:rPr lang="en-US" dirty="0" err="1"/>
              <a:t>RChild</a:t>
            </a:r>
            <a:r>
              <a:rPr lang="en-US" dirty="0"/>
              <a:t>.</a:t>
            </a:r>
          </a:p>
          <a:p>
            <a:pPr marL="0" indent="0">
              <a:buNone/>
            </a:pPr>
            <a:r>
              <a:rPr lang="en-US" dirty="0"/>
              <a:t>(b) Otherwise, set ROOT = ROOT → </a:t>
            </a:r>
            <a:r>
              <a:rPr lang="en-US" dirty="0" err="1"/>
              <a:t>RChild</a:t>
            </a:r>
            <a:r>
              <a:rPr lang="en-US" dirty="0"/>
              <a:t> and </a:t>
            </a:r>
            <a:r>
              <a:rPr lang="en-US" dirty="0" err="1"/>
              <a:t>GoTo</a:t>
            </a:r>
            <a:r>
              <a:rPr lang="en-US" dirty="0"/>
              <a:t> Step 3.</a:t>
            </a:r>
          </a:p>
          <a:p>
            <a:pPr marL="0" indent="0">
              <a:buNone/>
            </a:pPr>
            <a:r>
              <a:rPr lang="en-US" dirty="0"/>
              <a:t>4. If (DATA &lt; ROOT → Info)</a:t>
            </a:r>
          </a:p>
          <a:p>
            <a:pPr marL="0" indent="0">
              <a:buNone/>
            </a:pPr>
            <a:r>
              <a:rPr lang="en-US" dirty="0"/>
              <a:t>(a) If ROOT → </a:t>
            </a:r>
            <a:r>
              <a:rPr lang="en-US" dirty="0" err="1"/>
              <a:t>LChild</a:t>
            </a:r>
            <a:r>
              <a:rPr lang="en-US" dirty="0"/>
              <a:t> == NULL, create a new node with the given DATA and assign its address to ROOT → </a:t>
            </a:r>
            <a:r>
              <a:rPr lang="en-US" dirty="0" err="1"/>
              <a:t>LChild</a:t>
            </a:r>
            <a:r>
              <a:rPr lang="en-US" dirty="0"/>
              <a:t>.</a:t>
            </a:r>
          </a:p>
          <a:p>
            <a:pPr marL="0" indent="0">
              <a:buNone/>
            </a:pPr>
            <a:r>
              <a:rPr lang="en-US" dirty="0"/>
              <a:t>(b) Otherwise, set ROOT = ROOT → </a:t>
            </a:r>
            <a:r>
              <a:rPr lang="en-US" dirty="0" err="1"/>
              <a:t>LChild</a:t>
            </a:r>
            <a:r>
              <a:rPr lang="en-US" dirty="0"/>
              <a:t> and </a:t>
            </a:r>
            <a:r>
              <a:rPr lang="en-US" dirty="0" err="1"/>
              <a:t>GoTo</a:t>
            </a:r>
            <a:r>
              <a:rPr lang="en-US" dirty="0"/>
              <a:t> Step 4.</a:t>
            </a:r>
          </a:p>
          <a:p>
            <a:pPr marL="0" indent="0">
              <a:buNone/>
            </a:pPr>
            <a:r>
              <a:rPr lang="en-US" dirty="0"/>
              <a:t>5. Display “Node already exists in the tree”</a:t>
            </a:r>
          </a:p>
          <a:p>
            <a:pPr marL="0" indent="0">
              <a:buNone/>
            </a:pPr>
            <a:r>
              <a:rPr lang="en-US" dirty="0"/>
              <a:t>6. Exit</a:t>
            </a:r>
          </a:p>
          <a:p>
            <a:endParaRPr lang="en-US" dirty="0"/>
          </a:p>
        </p:txBody>
      </p:sp>
      <p:sp>
        <p:nvSpPr>
          <p:cNvPr id="6" name="Footer Placeholder 5">
            <a:extLst>
              <a:ext uri="{FF2B5EF4-FFF2-40B4-BE49-F238E27FC236}">
                <a16:creationId xmlns:a16="http://schemas.microsoft.com/office/drawing/2014/main" id="{F61B6C8F-8671-AD6B-0735-6FADCE8CDA81}"/>
              </a:ext>
            </a:extLst>
          </p:cNvPr>
          <p:cNvSpPr>
            <a:spLocks noGrp="1"/>
          </p:cNvSpPr>
          <p:nvPr>
            <p:ph type="ftr" sz="quarter" idx="11"/>
          </p:nvPr>
        </p:nvSpPr>
        <p:spPr/>
        <p:txBody>
          <a:bodyPr/>
          <a:lstStyle/>
          <a:p>
            <a:r>
              <a:rPr lang="en-US"/>
              <a:t>Algorithm and Data Structure </a:t>
            </a:r>
            <a:endParaRPr lang="en-US" dirty="0"/>
          </a:p>
        </p:txBody>
      </p:sp>
      <p:sp>
        <p:nvSpPr>
          <p:cNvPr id="7" name="Slide Number Placeholder 6">
            <a:extLst>
              <a:ext uri="{FF2B5EF4-FFF2-40B4-BE49-F238E27FC236}">
                <a16:creationId xmlns:a16="http://schemas.microsoft.com/office/drawing/2014/main" id="{F6D91498-1CE8-43B8-A109-A3B0BEFF85BC}"/>
              </a:ext>
            </a:extLst>
          </p:cNvPr>
          <p:cNvSpPr>
            <a:spLocks noGrp="1"/>
          </p:cNvSpPr>
          <p:nvPr>
            <p:ph type="sldNum" sz="quarter" idx="12"/>
          </p:nvPr>
        </p:nvSpPr>
        <p:spPr/>
        <p:txBody>
          <a:bodyPr/>
          <a:lstStyle/>
          <a:p>
            <a:fld id="{95E664E9-BB0A-4932-9D77-E0DDE5779A37}" type="slidenum">
              <a:rPr lang="en-US" smtClean="0"/>
              <a:pPr/>
              <a:t>166</a:t>
            </a:fld>
            <a:endParaRPr lang="en-US" dirty="0"/>
          </a:p>
        </p:txBody>
      </p:sp>
    </p:spTree>
    <p:extLst>
      <p:ext uri="{BB962C8B-B14F-4D97-AF65-F5344CB8AC3E}">
        <p14:creationId xmlns:p14="http://schemas.microsoft.com/office/powerpoint/2010/main" val="1827725128"/>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36C38-5372-48E6-8448-1629B408F8F7}"/>
              </a:ext>
            </a:extLst>
          </p:cNvPr>
          <p:cNvSpPr>
            <a:spLocks noGrp="1"/>
          </p:cNvSpPr>
          <p:nvPr>
            <p:ph type="title"/>
          </p:nvPr>
        </p:nvSpPr>
        <p:spPr/>
        <p:txBody>
          <a:bodyPr/>
          <a:lstStyle/>
          <a:p>
            <a:r>
              <a:rPr lang="en-US" b="1" dirty="0"/>
              <a:t>IMPLEMENTATION</a:t>
            </a:r>
          </a:p>
        </p:txBody>
      </p:sp>
      <p:sp>
        <p:nvSpPr>
          <p:cNvPr id="10" name="TextBox 9">
            <a:extLst>
              <a:ext uri="{FF2B5EF4-FFF2-40B4-BE49-F238E27FC236}">
                <a16:creationId xmlns:a16="http://schemas.microsoft.com/office/drawing/2014/main" id="{BB42597E-2EBA-67C6-2160-758CEA5B843D}"/>
              </a:ext>
            </a:extLst>
          </p:cNvPr>
          <p:cNvSpPr txBox="1"/>
          <p:nvPr/>
        </p:nvSpPr>
        <p:spPr>
          <a:xfrm>
            <a:off x="457200" y="1219200"/>
            <a:ext cx="3581400" cy="3343159"/>
          </a:xfrm>
          <a:prstGeom prst="rect">
            <a:avLst/>
          </a:prstGeom>
          <a:solidFill>
            <a:srgbClr val="FFFF00"/>
          </a:solidFill>
        </p:spPr>
        <p:txBody>
          <a:bodyPr wrap="square">
            <a:spAutoFit/>
          </a:bodyPr>
          <a:lstStyle/>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#include &lt;iostream&gt;</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using namespace std;</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 Node structure for BST</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struct Node {</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int data;</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Node* left;</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Node* right;</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p>
        </p:txBody>
      </p:sp>
      <p:sp>
        <p:nvSpPr>
          <p:cNvPr id="12" name="TextBox 11">
            <a:extLst>
              <a:ext uri="{FF2B5EF4-FFF2-40B4-BE49-F238E27FC236}">
                <a16:creationId xmlns:a16="http://schemas.microsoft.com/office/drawing/2014/main" id="{D74DAF62-49F9-85CC-72E3-EF031341BB3F}"/>
              </a:ext>
            </a:extLst>
          </p:cNvPr>
          <p:cNvSpPr txBox="1"/>
          <p:nvPr/>
        </p:nvSpPr>
        <p:spPr>
          <a:xfrm>
            <a:off x="4038600" y="1219200"/>
            <a:ext cx="4572000" cy="3343159"/>
          </a:xfrm>
          <a:prstGeom prst="rect">
            <a:avLst/>
          </a:prstGeom>
          <a:solidFill>
            <a:srgbClr val="92D050"/>
          </a:solidFill>
        </p:spPr>
        <p:txBody>
          <a:bodyPr wrap="square">
            <a:spAutoFit/>
          </a:bodyPr>
          <a:lstStyle/>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Function to create a new node</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Node*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createNode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(int data) {</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Node*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newNode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 new Node();</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newNode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-&gt;data = data;</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newNode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-&gt;left =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newNode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-&gt;right = NULL;</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return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newNode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p>
          <a:p>
            <a:pPr marL="0" marR="0">
              <a:lnSpc>
                <a:spcPct val="115000"/>
              </a:lnSpc>
              <a:spcBef>
                <a:spcPts val="0"/>
              </a:spcBef>
              <a:spcAft>
                <a:spcPts val="80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BB062520-5A8E-0269-5BD7-A1557A8C09AC}"/>
              </a:ext>
            </a:extLst>
          </p:cNvPr>
          <p:cNvSpPr>
            <a:spLocks noGrp="1"/>
          </p:cNvSpPr>
          <p:nvPr>
            <p:ph type="ftr" sz="quarter" idx="11"/>
          </p:nvPr>
        </p:nvSpPr>
        <p:spPr/>
        <p:txBody>
          <a:bodyPr/>
          <a:lstStyle/>
          <a:p>
            <a:r>
              <a:rPr lang="en-US"/>
              <a:t>Algorithm and Data Structure </a:t>
            </a:r>
            <a:endParaRPr lang="en-US" dirty="0"/>
          </a:p>
        </p:txBody>
      </p:sp>
      <p:sp>
        <p:nvSpPr>
          <p:cNvPr id="6" name="Slide Number Placeholder 5">
            <a:extLst>
              <a:ext uri="{FF2B5EF4-FFF2-40B4-BE49-F238E27FC236}">
                <a16:creationId xmlns:a16="http://schemas.microsoft.com/office/drawing/2014/main" id="{F68E6DB1-1934-C701-714B-D6DB141FA133}"/>
              </a:ext>
            </a:extLst>
          </p:cNvPr>
          <p:cNvSpPr>
            <a:spLocks noGrp="1"/>
          </p:cNvSpPr>
          <p:nvPr>
            <p:ph type="sldNum" sz="quarter" idx="12"/>
          </p:nvPr>
        </p:nvSpPr>
        <p:spPr/>
        <p:txBody>
          <a:bodyPr/>
          <a:lstStyle/>
          <a:p>
            <a:fld id="{95E664E9-BB0A-4932-9D77-E0DDE5779A37}" type="slidenum">
              <a:rPr lang="en-US" smtClean="0"/>
              <a:pPr/>
              <a:t>167</a:t>
            </a:fld>
            <a:endParaRPr lang="en-US" dirty="0"/>
          </a:p>
        </p:txBody>
      </p:sp>
    </p:spTree>
    <p:extLst>
      <p:ext uri="{BB962C8B-B14F-4D97-AF65-F5344CB8AC3E}">
        <p14:creationId xmlns:p14="http://schemas.microsoft.com/office/powerpoint/2010/main" val="414604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C4253C2-A4F7-4444-A4D9-62608B386343}"/>
              </a:ext>
            </a:extLst>
          </p:cNvPr>
          <p:cNvSpPr txBox="1"/>
          <p:nvPr/>
        </p:nvSpPr>
        <p:spPr>
          <a:xfrm>
            <a:off x="152400" y="0"/>
            <a:ext cx="4419600" cy="6425477"/>
          </a:xfrm>
          <a:prstGeom prst="rect">
            <a:avLst/>
          </a:prstGeom>
          <a:solidFill>
            <a:srgbClr val="FFC000"/>
          </a:solidFill>
        </p:spPr>
        <p:txBody>
          <a:bodyPr wrap="square">
            <a:spAutoFit/>
          </a:bodyPr>
          <a:lstStyle/>
          <a:p>
            <a:pPr marL="0" marR="0">
              <a:lnSpc>
                <a:spcPct val="115000"/>
              </a:lnSpc>
              <a:spcBef>
                <a:spcPts val="0"/>
              </a:spcBef>
              <a:spcAft>
                <a:spcPts val="800"/>
              </a:spcAf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 Function to insert a node into BST</a:t>
            </a:r>
          </a:p>
          <a:p>
            <a:pPr>
              <a:lnSpc>
                <a:spcPct val="115000"/>
              </a:lnSpc>
              <a:spcAft>
                <a:spcPts val="800"/>
              </a:spcAft>
            </a:pPr>
            <a:r>
              <a:rPr lang="en-US" b="1" kern="100" dirty="0">
                <a:latin typeface="Aptos" panose="020B0004020202020204" pitchFamily="34" charset="0"/>
                <a:ea typeface="Aptos" panose="020B0004020202020204" pitchFamily="34" charset="0"/>
                <a:cs typeface="Times New Roman" panose="02020603050405020304" pitchFamily="18" charset="0"/>
              </a:rPr>
              <a:t>// Iterative insertion</a:t>
            </a:r>
          </a:p>
          <a:p>
            <a:pPr>
              <a:lnSpc>
                <a:spcPct val="115000"/>
              </a:lnSpc>
              <a:spcAft>
                <a:spcPts val="800"/>
              </a:spcAft>
            </a:pPr>
            <a:r>
              <a:rPr lang="en-US" sz="1400" kern="100" dirty="0">
                <a:latin typeface="Aptos" panose="020B0004020202020204" pitchFamily="34" charset="0"/>
                <a:ea typeface="Aptos" panose="020B0004020202020204" pitchFamily="34" charset="0"/>
                <a:cs typeface="Times New Roman" panose="02020603050405020304" pitchFamily="18" charset="0"/>
              </a:rPr>
              <a:t>void </a:t>
            </a:r>
            <a:r>
              <a:rPr lang="en-US" sz="1400" kern="100" dirty="0" err="1">
                <a:latin typeface="Aptos" panose="020B0004020202020204" pitchFamily="34" charset="0"/>
                <a:ea typeface="Aptos" panose="020B0004020202020204" pitchFamily="34" charset="0"/>
                <a:cs typeface="Times New Roman" panose="02020603050405020304" pitchFamily="18" charset="0"/>
              </a:rPr>
              <a:t>insertNode</a:t>
            </a:r>
            <a:r>
              <a:rPr lang="en-US" sz="1400" kern="100" dirty="0">
                <a:latin typeface="Aptos" panose="020B0004020202020204" pitchFamily="34" charset="0"/>
                <a:ea typeface="Aptos" panose="020B0004020202020204" pitchFamily="34" charset="0"/>
                <a:cs typeface="Times New Roman" panose="02020603050405020304" pitchFamily="18" charset="0"/>
              </a:rPr>
              <a:t>(Node*&amp; root, int data) {</a:t>
            </a:r>
          </a:p>
          <a:p>
            <a:pPr>
              <a:lnSpc>
                <a:spcPct val="115000"/>
              </a:lnSpc>
              <a:spcAft>
                <a:spcPts val="800"/>
              </a:spcAft>
            </a:pPr>
            <a:r>
              <a:rPr lang="en-US" sz="1400" kern="100" dirty="0">
                <a:latin typeface="Aptos" panose="020B0004020202020204" pitchFamily="34" charset="0"/>
                <a:ea typeface="Aptos" panose="020B0004020202020204" pitchFamily="34" charset="0"/>
                <a:cs typeface="Times New Roman" panose="02020603050405020304" pitchFamily="18" charset="0"/>
              </a:rPr>
              <a:t>    Node* </a:t>
            </a:r>
            <a:r>
              <a:rPr lang="en-US" sz="1400" kern="100" dirty="0" err="1">
                <a:latin typeface="Aptos" panose="020B0004020202020204" pitchFamily="34" charset="0"/>
                <a:ea typeface="Aptos" panose="020B0004020202020204" pitchFamily="34" charset="0"/>
                <a:cs typeface="Times New Roman" panose="02020603050405020304" pitchFamily="18" charset="0"/>
              </a:rPr>
              <a:t>newNode</a:t>
            </a:r>
            <a:r>
              <a:rPr lang="en-US" sz="1400" kern="100" dirty="0">
                <a:latin typeface="Aptos" panose="020B0004020202020204" pitchFamily="34" charset="0"/>
                <a:ea typeface="Aptos" panose="020B0004020202020204" pitchFamily="34" charset="0"/>
                <a:cs typeface="Times New Roman" panose="02020603050405020304" pitchFamily="18" charset="0"/>
              </a:rPr>
              <a:t> = </a:t>
            </a:r>
            <a:r>
              <a:rPr lang="en-US" sz="1400" kern="100" dirty="0" err="1">
                <a:latin typeface="Aptos" panose="020B0004020202020204" pitchFamily="34" charset="0"/>
                <a:ea typeface="Aptos" panose="020B0004020202020204" pitchFamily="34" charset="0"/>
                <a:cs typeface="Times New Roman" panose="02020603050405020304" pitchFamily="18" charset="0"/>
              </a:rPr>
              <a:t>createNode</a:t>
            </a:r>
            <a:r>
              <a:rPr lang="en-US" sz="1400" kern="100" dirty="0">
                <a:latin typeface="Aptos" panose="020B0004020202020204" pitchFamily="34" charset="0"/>
                <a:ea typeface="Aptos" panose="020B0004020202020204" pitchFamily="34" charset="0"/>
                <a:cs typeface="Times New Roman" panose="02020603050405020304" pitchFamily="18" charset="0"/>
              </a:rPr>
              <a:t>(data);</a:t>
            </a:r>
          </a:p>
          <a:p>
            <a:pPr>
              <a:lnSpc>
                <a:spcPct val="115000"/>
              </a:lnSpc>
              <a:spcAft>
                <a:spcPts val="800"/>
              </a:spcAft>
            </a:pPr>
            <a:r>
              <a:rPr lang="en-US" sz="1400" kern="100" dirty="0">
                <a:latin typeface="Aptos" panose="020B0004020202020204" pitchFamily="34" charset="0"/>
                <a:ea typeface="Aptos" panose="020B0004020202020204" pitchFamily="34" charset="0"/>
                <a:cs typeface="Times New Roman" panose="02020603050405020304" pitchFamily="18" charset="0"/>
              </a:rPr>
              <a:t>    if (root == </a:t>
            </a:r>
            <a:r>
              <a:rPr lang="en-US" sz="1400" kern="100" dirty="0" err="1">
                <a:latin typeface="Aptos" panose="020B0004020202020204" pitchFamily="34" charset="0"/>
                <a:ea typeface="Aptos" panose="020B0004020202020204" pitchFamily="34" charset="0"/>
                <a:cs typeface="Times New Roman" panose="02020603050405020304" pitchFamily="18" charset="0"/>
              </a:rPr>
              <a:t>nullptr</a:t>
            </a:r>
            <a:r>
              <a:rPr lang="en-US" sz="1400" kern="100" dirty="0">
                <a:latin typeface="Aptos" panose="020B0004020202020204" pitchFamily="34" charset="0"/>
                <a:ea typeface="Aptos" panose="020B0004020202020204" pitchFamily="34" charset="0"/>
                <a:cs typeface="Times New Roman" panose="02020603050405020304" pitchFamily="18" charset="0"/>
              </a:rPr>
              <a:t>) {</a:t>
            </a:r>
          </a:p>
          <a:p>
            <a:pPr>
              <a:lnSpc>
                <a:spcPct val="115000"/>
              </a:lnSpc>
              <a:spcAft>
                <a:spcPts val="800"/>
              </a:spcAft>
            </a:pPr>
            <a:r>
              <a:rPr lang="en-US" sz="1400" kern="100" dirty="0">
                <a:latin typeface="Aptos" panose="020B0004020202020204" pitchFamily="34" charset="0"/>
                <a:ea typeface="Aptos" panose="020B0004020202020204" pitchFamily="34" charset="0"/>
                <a:cs typeface="Times New Roman" panose="02020603050405020304" pitchFamily="18" charset="0"/>
              </a:rPr>
              <a:t>        root = </a:t>
            </a:r>
            <a:r>
              <a:rPr lang="en-US" sz="1400" kern="100" dirty="0" err="1">
                <a:latin typeface="Aptos" panose="020B0004020202020204" pitchFamily="34" charset="0"/>
                <a:ea typeface="Aptos" panose="020B0004020202020204" pitchFamily="34" charset="0"/>
                <a:cs typeface="Times New Roman" panose="02020603050405020304" pitchFamily="18" charset="0"/>
              </a:rPr>
              <a:t>newNode</a:t>
            </a:r>
            <a:r>
              <a:rPr lang="en-US" sz="1400" kern="100" dirty="0">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800"/>
              </a:spcAft>
            </a:pPr>
            <a:r>
              <a:rPr lang="en-US" sz="1400" kern="100" dirty="0">
                <a:latin typeface="Aptos" panose="020B0004020202020204" pitchFamily="34" charset="0"/>
                <a:ea typeface="Aptos" panose="020B0004020202020204" pitchFamily="34" charset="0"/>
                <a:cs typeface="Times New Roman" panose="02020603050405020304" pitchFamily="18" charset="0"/>
              </a:rPr>
              <a:t>        </a:t>
            </a:r>
            <a:r>
              <a:rPr lang="en-US" sz="1400" kern="100" dirty="0" err="1">
                <a:latin typeface="Aptos" panose="020B0004020202020204" pitchFamily="34" charset="0"/>
                <a:ea typeface="Aptos" panose="020B0004020202020204" pitchFamily="34" charset="0"/>
                <a:cs typeface="Times New Roman" panose="02020603050405020304" pitchFamily="18" charset="0"/>
              </a:rPr>
              <a:t>cout</a:t>
            </a:r>
            <a:r>
              <a:rPr lang="en-US" sz="1400" kern="100" dirty="0">
                <a:latin typeface="Aptos" panose="020B0004020202020204" pitchFamily="34" charset="0"/>
                <a:ea typeface="Aptos" panose="020B0004020202020204" pitchFamily="34" charset="0"/>
                <a:cs typeface="Times New Roman" panose="02020603050405020304" pitchFamily="18" charset="0"/>
              </a:rPr>
              <a:t> &lt;&lt; "Node inserted successfully" &lt;&lt; </a:t>
            </a:r>
            <a:r>
              <a:rPr lang="en-US" sz="1400" kern="100" dirty="0" err="1">
                <a:latin typeface="Aptos" panose="020B0004020202020204" pitchFamily="34" charset="0"/>
                <a:ea typeface="Aptos" panose="020B0004020202020204" pitchFamily="34" charset="0"/>
                <a:cs typeface="Times New Roman" panose="02020603050405020304" pitchFamily="18" charset="0"/>
              </a:rPr>
              <a:t>endl</a:t>
            </a:r>
            <a:r>
              <a:rPr lang="en-US" sz="1400" kern="100" dirty="0">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800"/>
              </a:spcAft>
            </a:pPr>
            <a:r>
              <a:rPr lang="en-US" sz="1400" kern="100" dirty="0">
                <a:latin typeface="Aptos" panose="020B0004020202020204" pitchFamily="34" charset="0"/>
                <a:ea typeface="Aptos" panose="020B0004020202020204" pitchFamily="34" charset="0"/>
                <a:cs typeface="Times New Roman" panose="02020603050405020304" pitchFamily="18" charset="0"/>
              </a:rPr>
              <a:t>        return;</a:t>
            </a:r>
          </a:p>
          <a:p>
            <a:pPr>
              <a:lnSpc>
                <a:spcPct val="115000"/>
              </a:lnSpc>
              <a:spcAft>
                <a:spcPts val="800"/>
              </a:spcAft>
            </a:pPr>
            <a:r>
              <a:rPr lang="en-US" sz="1400" kern="100" dirty="0">
                <a:latin typeface="Aptos" panose="020B0004020202020204" pitchFamily="34" charset="0"/>
                <a:ea typeface="Aptos" panose="020B0004020202020204" pitchFamily="34" charset="0"/>
                <a:cs typeface="Times New Roman" panose="02020603050405020304" pitchFamily="18" charset="0"/>
              </a:rPr>
              <a:t>    }</a:t>
            </a:r>
          </a:p>
          <a:p>
            <a:pPr>
              <a:lnSpc>
                <a:spcPct val="115000"/>
              </a:lnSpc>
              <a:spcAft>
                <a:spcPts val="800"/>
              </a:spcAft>
            </a:pPr>
            <a:r>
              <a:rPr lang="en-US" sz="1400" kern="100" dirty="0">
                <a:latin typeface="Aptos" panose="020B0004020202020204" pitchFamily="34" charset="0"/>
                <a:ea typeface="Aptos" panose="020B0004020202020204" pitchFamily="34" charset="0"/>
                <a:cs typeface="Times New Roman" panose="02020603050405020304" pitchFamily="18" charset="0"/>
              </a:rPr>
              <a:t> Node* current = root;</a:t>
            </a:r>
          </a:p>
          <a:p>
            <a:pPr>
              <a:lnSpc>
                <a:spcPct val="115000"/>
              </a:lnSpc>
              <a:spcAft>
                <a:spcPts val="800"/>
              </a:spcAft>
            </a:pPr>
            <a:r>
              <a:rPr lang="en-US" sz="1400" kern="100" dirty="0">
                <a:latin typeface="Aptos" panose="020B0004020202020204" pitchFamily="34" charset="0"/>
                <a:ea typeface="Aptos" panose="020B0004020202020204" pitchFamily="34" charset="0"/>
                <a:cs typeface="Times New Roman" panose="02020603050405020304" pitchFamily="18" charset="0"/>
              </a:rPr>
              <a:t> Node* parent = </a:t>
            </a:r>
            <a:r>
              <a:rPr lang="en-US" sz="1400" kern="100" dirty="0" err="1">
                <a:latin typeface="Aptos" panose="020B0004020202020204" pitchFamily="34" charset="0"/>
                <a:ea typeface="Aptos" panose="020B0004020202020204" pitchFamily="34" charset="0"/>
                <a:cs typeface="Times New Roman" panose="02020603050405020304" pitchFamily="18" charset="0"/>
              </a:rPr>
              <a:t>nullptr</a:t>
            </a:r>
            <a:r>
              <a:rPr lang="en-US" sz="1400" kern="100" dirty="0">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800"/>
              </a:spcAft>
            </a:pPr>
            <a:r>
              <a:rPr lang="en-US" sz="1400" kern="100" dirty="0">
                <a:latin typeface="Aptos" panose="020B0004020202020204" pitchFamily="34" charset="0"/>
                <a:ea typeface="Aptos" panose="020B0004020202020204" pitchFamily="34" charset="0"/>
                <a:cs typeface="Times New Roman" panose="02020603050405020304" pitchFamily="18" charset="0"/>
              </a:rPr>
              <a:t>    while (current != </a:t>
            </a:r>
            <a:r>
              <a:rPr lang="en-US" sz="1400" kern="100" dirty="0" err="1">
                <a:latin typeface="Aptos" panose="020B0004020202020204" pitchFamily="34" charset="0"/>
                <a:ea typeface="Aptos" panose="020B0004020202020204" pitchFamily="34" charset="0"/>
                <a:cs typeface="Times New Roman" panose="02020603050405020304" pitchFamily="18" charset="0"/>
              </a:rPr>
              <a:t>nullptr</a:t>
            </a:r>
            <a:r>
              <a:rPr lang="en-US" sz="1400" kern="100" dirty="0">
                <a:latin typeface="Aptos" panose="020B0004020202020204" pitchFamily="34" charset="0"/>
                <a:ea typeface="Aptos" panose="020B0004020202020204" pitchFamily="34" charset="0"/>
                <a:cs typeface="Times New Roman" panose="02020603050405020304" pitchFamily="18" charset="0"/>
              </a:rPr>
              <a:t>) {</a:t>
            </a:r>
          </a:p>
          <a:p>
            <a:pPr>
              <a:lnSpc>
                <a:spcPct val="115000"/>
              </a:lnSpc>
              <a:spcAft>
                <a:spcPts val="800"/>
              </a:spcAft>
            </a:pPr>
            <a:r>
              <a:rPr lang="en-US" sz="1400" kern="100" dirty="0">
                <a:latin typeface="Aptos" panose="020B0004020202020204" pitchFamily="34" charset="0"/>
                <a:ea typeface="Aptos" panose="020B0004020202020204" pitchFamily="34" charset="0"/>
                <a:cs typeface="Times New Roman" panose="02020603050405020304" pitchFamily="18" charset="0"/>
              </a:rPr>
              <a:t>        parent = current;</a:t>
            </a:r>
          </a:p>
          <a:p>
            <a:pPr>
              <a:lnSpc>
                <a:spcPct val="115000"/>
              </a:lnSpc>
              <a:spcAft>
                <a:spcPts val="800"/>
              </a:spcAft>
            </a:pPr>
            <a:r>
              <a:rPr lang="en-US" sz="1400" kern="100" dirty="0">
                <a:latin typeface="Aptos" panose="020B0004020202020204" pitchFamily="34" charset="0"/>
                <a:ea typeface="Aptos" panose="020B0004020202020204" pitchFamily="34" charset="0"/>
                <a:cs typeface="Times New Roman" panose="02020603050405020304" pitchFamily="18" charset="0"/>
              </a:rPr>
              <a:t>        if (data == current-&gt;data) {</a:t>
            </a:r>
          </a:p>
          <a:p>
            <a:pPr>
              <a:lnSpc>
                <a:spcPct val="115000"/>
              </a:lnSpc>
              <a:spcAft>
                <a:spcPts val="800"/>
              </a:spcAft>
            </a:pPr>
            <a:r>
              <a:rPr lang="en-US" sz="1400" kern="100" dirty="0">
                <a:latin typeface="Aptos" panose="020B0004020202020204" pitchFamily="34" charset="0"/>
                <a:ea typeface="Aptos" panose="020B0004020202020204" pitchFamily="34" charset="0"/>
                <a:cs typeface="Times New Roman" panose="02020603050405020304" pitchFamily="18" charset="0"/>
              </a:rPr>
              <a:t>            </a:t>
            </a:r>
            <a:r>
              <a:rPr lang="en-US" sz="1400" kern="100" dirty="0" err="1">
                <a:latin typeface="Aptos" panose="020B0004020202020204" pitchFamily="34" charset="0"/>
                <a:ea typeface="Aptos" panose="020B0004020202020204" pitchFamily="34" charset="0"/>
                <a:cs typeface="Times New Roman" panose="02020603050405020304" pitchFamily="18" charset="0"/>
              </a:rPr>
              <a:t>cout</a:t>
            </a:r>
            <a:r>
              <a:rPr lang="en-US" sz="1400" kern="100" dirty="0">
                <a:latin typeface="Aptos" panose="020B0004020202020204" pitchFamily="34" charset="0"/>
                <a:ea typeface="Aptos" panose="020B0004020202020204" pitchFamily="34" charset="0"/>
                <a:cs typeface="Times New Roman" panose="02020603050405020304" pitchFamily="18" charset="0"/>
              </a:rPr>
              <a:t> &lt;&lt; "Node already exists in the tree" &lt;&lt; </a:t>
            </a:r>
            <a:r>
              <a:rPr lang="en-US" sz="1400" kern="100" dirty="0" err="1">
                <a:latin typeface="Aptos" panose="020B0004020202020204" pitchFamily="34" charset="0"/>
                <a:ea typeface="Aptos" panose="020B0004020202020204" pitchFamily="34" charset="0"/>
                <a:cs typeface="Times New Roman" panose="02020603050405020304" pitchFamily="18" charset="0"/>
              </a:rPr>
              <a:t>endl</a:t>
            </a:r>
            <a:r>
              <a:rPr lang="en-US" sz="1400" kern="100" dirty="0">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800"/>
              </a:spcAft>
            </a:pPr>
            <a:r>
              <a:rPr lang="en-US" sz="1400" kern="100" dirty="0">
                <a:latin typeface="Aptos" panose="020B0004020202020204" pitchFamily="34" charset="0"/>
                <a:ea typeface="Aptos" panose="020B0004020202020204" pitchFamily="34" charset="0"/>
                <a:cs typeface="Times New Roman" panose="02020603050405020304" pitchFamily="18" charset="0"/>
              </a:rPr>
              <a:t>            delete </a:t>
            </a:r>
            <a:r>
              <a:rPr lang="en-US" sz="1400" kern="100" dirty="0" err="1">
                <a:latin typeface="Aptos" panose="020B0004020202020204" pitchFamily="34" charset="0"/>
                <a:ea typeface="Aptos" panose="020B0004020202020204" pitchFamily="34" charset="0"/>
                <a:cs typeface="Times New Roman" panose="02020603050405020304" pitchFamily="18" charset="0"/>
              </a:rPr>
              <a:t>newNode</a:t>
            </a:r>
            <a:r>
              <a:rPr lang="en-US" sz="1400" kern="100" dirty="0">
                <a:latin typeface="Aptos" panose="020B0004020202020204" pitchFamily="34" charset="0"/>
                <a:ea typeface="Aptos" panose="020B0004020202020204" pitchFamily="34" charset="0"/>
                <a:cs typeface="Times New Roman" panose="02020603050405020304" pitchFamily="18" charset="0"/>
              </a:rPr>
              <a:t>; // </a:t>
            </a:r>
            <a:r>
              <a:rPr lang="en-US" sz="1400" b="1" kern="100" dirty="0">
                <a:latin typeface="Aptos" panose="020B0004020202020204" pitchFamily="34" charset="0"/>
                <a:ea typeface="Aptos" panose="020B0004020202020204" pitchFamily="34" charset="0"/>
                <a:cs typeface="Times New Roman" panose="02020603050405020304" pitchFamily="18" charset="0"/>
              </a:rPr>
              <a:t>avoid memory leak</a:t>
            </a:r>
          </a:p>
          <a:p>
            <a:pPr>
              <a:lnSpc>
                <a:spcPct val="115000"/>
              </a:lnSpc>
              <a:spcAft>
                <a:spcPts val="800"/>
              </a:spcAft>
            </a:pPr>
            <a:r>
              <a:rPr lang="en-US" sz="1400" kern="100" dirty="0">
                <a:latin typeface="Aptos" panose="020B0004020202020204" pitchFamily="34" charset="0"/>
                <a:ea typeface="Aptos" panose="020B0004020202020204" pitchFamily="34" charset="0"/>
                <a:cs typeface="Times New Roman" panose="02020603050405020304" pitchFamily="18" charset="0"/>
              </a:rPr>
              <a:t>            return;</a:t>
            </a:r>
          </a:p>
          <a:p>
            <a:pPr>
              <a:lnSpc>
                <a:spcPct val="115000"/>
              </a:lnSpc>
              <a:spcAft>
                <a:spcPts val="800"/>
              </a:spcAft>
            </a:pPr>
            <a:r>
              <a:rPr lang="en-US" sz="1400" kern="100" dirty="0">
                <a:latin typeface="Aptos" panose="020B0004020202020204" pitchFamily="34" charset="0"/>
                <a:ea typeface="Aptos" panose="020B0004020202020204" pitchFamily="34" charset="0"/>
                <a:cs typeface="Times New Roman" panose="02020603050405020304" pitchFamily="18" charset="0"/>
              </a:rPr>
              <a:t>        }</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604520DF-8F8B-E418-0DB2-21EE45AC88C0}"/>
              </a:ext>
            </a:extLst>
          </p:cNvPr>
          <p:cNvSpPr txBox="1"/>
          <p:nvPr/>
        </p:nvSpPr>
        <p:spPr>
          <a:xfrm>
            <a:off x="4572000" y="0"/>
            <a:ext cx="4572000" cy="6483891"/>
          </a:xfrm>
          <a:prstGeom prst="rect">
            <a:avLst/>
          </a:prstGeom>
          <a:solidFill>
            <a:srgbClr val="00B0F0"/>
          </a:solidFill>
        </p:spPr>
        <p:txBody>
          <a:bodyPr wrap="square">
            <a:spAutoFit/>
          </a:bodyPr>
          <a:lstStyle/>
          <a:p>
            <a:pPr>
              <a:lnSpc>
                <a:spcPct val="115000"/>
              </a:lnSpc>
              <a:spcAft>
                <a:spcPts val="800"/>
              </a:spcAft>
            </a:pPr>
            <a:r>
              <a:rPr lang="en-US" sz="1400" kern="100" dirty="0">
                <a:latin typeface="Aptos" panose="020B0004020202020204" pitchFamily="34" charset="0"/>
                <a:ea typeface="Aptos" panose="020B0004020202020204" pitchFamily="34" charset="0"/>
                <a:cs typeface="Times New Roman" panose="02020603050405020304" pitchFamily="18" charset="0"/>
              </a:rPr>
              <a:t>else if (data &lt; current-&gt;data) {</a:t>
            </a:r>
          </a:p>
          <a:p>
            <a:pPr>
              <a:lnSpc>
                <a:spcPct val="115000"/>
              </a:lnSpc>
              <a:spcAft>
                <a:spcPts val="800"/>
              </a:spcAft>
            </a:pPr>
            <a:r>
              <a:rPr lang="en-US" sz="1400" kern="100" dirty="0">
                <a:latin typeface="Aptos" panose="020B0004020202020204" pitchFamily="34" charset="0"/>
                <a:ea typeface="Aptos" panose="020B0004020202020204" pitchFamily="34" charset="0"/>
                <a:cs typeface="Times New Roman" panose="02020603050405020304" pitchFamily="18" charset="0"/>
              </a:rPr>
              <a:t>            current = current-&gt;left;</a:t>
            </a:r>
          </a:p>
          <a:p>
            <a:pPr>
              <a:lnSpc>
                <a:spcPct val="115000"/>
              </a:lnSpc>
              <a:spcAft>
                <a:spcPts val="800"/>
              </a:spcAft>
            </a:pPr>
            <a:r>
              <a:rPr lang="en-US" sz="1400" kern="100" dirty="0">
                <a:latin typeface="Aptos" panose="020B0004020202020204" pitchFamily="34" charset="0"/>
                <a:ea typeface="Aptos" panose="020B0004020202020204" pitchFamily="34" charset="0"/>
                <a:cs typeface="Times New Roman" panose="02020603050405020304" pitchFamily="18" charset="0"/>
              </a:rPr>
              <a:t>        }</a:t>
            </a:r>
          </a:p>
          <a:p>
            <a:pPr>
              <a:lnSpc>
                <a:spcPct val="115000"/>
              </a:lnSpc>
              <a:spcAft>
                <a:spcPts val="800"/>
              </a:spcAft>
            </a:pPr>
            <a:r>
              <a:rPr lang="en-US" sz="1400" kern="100" dirty="0">
                <a:latin typeface="Aptos" panose="020B0004020202020204" pitchFamily="34" charset="0"/>
                <a:ea typeface="Aptos" panose="020B0004020202020204" pitchFamily="34" charset="0"/>
                <a:cs typeface="Times New Roman" panose="02020603050405020304" pitchFamily="18" charset="0"/>
              </a:rPr>
              <a:t>        else {</a:t>
            </a:r>
          </a:p>
          <a:p>
            <a:pPr>
              <a:lnSpc>
                <a:spcPct val="115000"/>
              </a:lnSpc>
              <a:spcAft>
                <a:spcPts val="800"/>
              </a:spcAft>
            </a:pPr>
            <a:r>
              <a:rPr lang="en-US" sz="1400" kern="100" dirty="0">
                <a:latin typeface="Aptos" panose="020B0004020202020204" pitchFamily="34" charset="0"/>
                <a:ea typeface="Aptos" panose="020B0004020202020204" pitchFamily="34" charset="0"/>
                <a:cs typeface="Times New Roman" panose="02020603050405020304" pitchFamily="18" charset="0"/>
              </a:rPr>
              <a:t>            current = current-&gt;right;</a:t>
            </a:r>
          </a:p>
          <a:p>
            <a:pPr>
              <a:lnSpc>
                <a:spcPct val="115000"/>
              </a:lnSpc>
              <a:spcAft>
                <a:spcPts val="800"/>
              </a:spcAft>
            </a:pPr>
            <a:r>
              <a:rPr lang="en-US" sz="1400" kern="100" dirty="0">
                <a:latin typeface="Aptos" panose="020B0004020202020204" pitchFamily="34" charset="0"/>
                <a:ea typeface="Aptos" panose="020B0004020202020204" pitchFamily="34" charset="0"/>
                <a:cs typeface="Times New Roman" panose="02020603050405020304" pitchFamily="18" charset="0"/>
              </a:rPr>
              <a:t>        }</a:t>
            </a:r>
          </a:p>
          <a:p>
            <a:pPr>
              <a:lnSpc>
                <a:spcPct val="115000"/>
              </a:lnSpc>
              <a:spcAft>
                <a:spcPts val="800"/>
              </a:spcAft>
            </a:pPr>
            <a:r>
              <a:rPr lang="en-US" sz="1400" kern="100" dirty="0">
                <a:latin typeface="Aptos" panose="020B0004020202020204" pitchFamily="34" charset="0"/>
                <a:ea typeface="Aptos" panose="020B0004020202020204" pitchFamily="34" charset="0"/>
                <a:cs typeface="Times New Roman" panose="02020603050405020304" pitchFamily="18" charset="0"/>
              </a:rPr>
              <a:t>    }</a:t>
            </a:r>
          </a:p>
          <a:p>
            <a:pPr>
              <a:lnSpc>
                <a:spcPct val="115000"/>
              </a:lnSpc>
              <a:spcAft>
                <a:spcPts val="800"/>
              </a:spcAft>
            </a:pPr>
            <a:r>
              <a:rPr lang="en-US" sz="1400" b="1" kern="100" dirty="0">
                <a:latin typeface="Aptos" panose="020B0004020202020204" pitchFamily="34" charset="0"/>
                <a:ea typeface="Aptos" panose="020B0004020202020204" pitchFamily="34" charset="0"/>
                <a:cs typeface="Times New Roman" panose="02020603050405020304" pitchFamily="18" charset="0"/>
              </a:rPr>
              <a:t>    // Attach new node to the correct parent side</a:t>
            </a:r>
          </a:p>
          <a:p>
            <a:pPr>
              <a:lnSpc>
                <a:spcPct val="115000"/>
              </a:lnSpc>
              <a:spcAft>
                <a:spcPts val="800"/>
              </a:spcAft>
            </a:pPr>
            <a:r>
              <a:rPr lang="en-US" sz="1400" kern="100" dirty="0">
                <a:latin typeface="Aptos" panose="020B0004020202020204" pitchFamily="34" charset="0"/>
                <a:ea typeface="Aptos" panose="020B0004020202020204" pitchFamily="34" charset="0"/>
                <a:cs typeface="Times New Roman" panose="02020603050405020304" pitchFamily="18" charset="0"/>
              </a:rPr>
              <a:t>    if (data &lt; parent-&gt;data) {</a:t>
            </a:r>
          </a:p>
          <a:p>
            <a:pPr>
              <a:lnSpc>
                <a:spcPct val="115000"/>
              </a:lnSpc>
              <a:spcAft>
                <a:spcPts val="800"/>
              </a:spcAft>
            </a:pPr>
            <a:r>
              <a:rPr lang="en-US" sz="1400" kern="100" dirty="0">
                <a:latin typeface="Aptos" panose="020B0004020202020204" pitchFamily="34" charset="0"/>
                <a:ea typeface="Aptos" panose="020B0004020202020204" pitchFamily="34" charset="0"/>
                <a:cs typeface="Times New Roman" panose="02020603050405020304" pitchFamily="18" charset="0"/>
              </a:rPr>
              <a:t>        parent-&gt;left = </a:t>
            </a:r>
            <a:r>
              <a:rPr lang="en-US" sz="1400" kern="100" dirty="0" err="1">
                <a:latin typeface="Aptos" panose="020B0004020202020204" pitchFamily="34" charset="0"/>
                <a:ea typeface="Aptos" panose="020B0004020202020204" pitchFamily="34" charset="0"/>
                <a:cs typeface="Times New Roman" panose="02020603050405020304" pitchFamily="18" charset="0"/>
              </a:rPr>
              <a:t>newNode</a:t>
            </a:r>
            <a:r>
              <a:rPr lang="en-US" sz="1400" kern="100" dirty="0">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800"/>
              </a:spcAft>
            </a:pPr>
            <a:r>
              <a:rPr lang="en-US" sz="1400" kern="100" dirty="0">
                <a:latin typeface="Aptos" panose="020B0004020202020204" pitchFamily="34" charset="0"/>
                <a:ea typeface="Aptos" panose="020B0004020202020204" pitchFamily="34" charset="0"/>
                <a:cs typeface="Times New Roman" panose="02020603050405020304" pitchFamily="18" charset="0"/>
              </a:rPr>
              <a:t>    } else {</a:t>
            </a:r>
          </a:p>
          <a:p>
            <a:pPr>
              <a:lnSpc>
                <a:spcPct val="115000"/>
              </a:lnSpc>
              <a:spcAft>
                <a:spcPts val="800"/>
              </a:spcAft>
            </a:pPr>
            <a:r>
              <a:rPr lang="en-US" sz="1400" kern="100" dirty="0">
                <a:latin typeface="Aptos" panose="020B0004020202020204" pitchFamily="34" charset="0"/>
                <a:ea typeface="Aptos" panose="020B0004020202020204" pitchFamily="34" charset="0"/>
                <a:cs typeface="Times New Roman" panose="02020603050405020304" pitchFamily="18" charset="0"/>
              </a:rPr>
              <a:t>        parent-&gt;right = </a:t>
            </a:r>
            <a:r>
              <a:rPr lang="en-US" sz="1400" kern="100" dirty="0" err="1">
                <a:latin typeface="Aptos" panose="020B0004020202020204" pitchFamily="34" charset="0"/>
                <a:ea typeface="Aptos" panose="020B0004020202020204" pitchFamily="34" charset="0"/>
                <a:cs typeface="Times New Roman" panose="02020603050405020304" pitchFamily="18" charset="0"/>
              </a:rPr>
              <a:t>newNode</a:t>
            </a:r>
            <a:r>
              <a:rPr lang="en-US" sz="1400" kern="100" dirty="0">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800"/>
              </a:spcAft>
            </a:pPr>
            <a:r>
              <a:rPr lang="en-US" sz="1400" kern="100" dirty="0">
                <a:latin typeface="Aptos" panose="020B0004020202020204" pitchFamily="34" charset="0"/>
                <a:ea typeface="Aptos" panose="020B0004020202020204" pitchFamily="34" charset="0"/>
                <a:cs typeface="Times New Roman" panose="02020603050405020304" pitchFamily="18" charset="0"/>
              </a:rPr>
              <a:t>    }</a:t>
            </a:r>
          </a:p>
          <a:p>
            <a:pPr>
              <a:lnSpc>
                <a:spcPct val="115000"/>
              </a:lnSpc>
              <a:spcAft>
                <a:spcPts val="800"/>
              </a:spcAft>
            </a:pPr>
            <a:r>
              <a:rPr lang="en-US" sz="1400" kern="100" dirty="0">
                <a:latin typeface="Aptos" panose="020B0004020202020204" pitchFamily="34" charset="0"/>
                <a:ea typeface="Aptos" panose="020B0004020202020204" pitchFamily="34" charset="0"/>
                <a:cs typeface="Times New Roman" panose="02020603050405020304" pitchFamily="18" charset="0"/>
              </a:rPr>
              <a:t>    </a:t>
            </a:r>
            <a:r>
              <a:rPr lang="en-US" sz="1400" kern="100" dirty="0" err="1">
                <a:latin typeface="Aptos" panose="020B0004020202020204" pitchFamily="34" charset="0"/>
                <a:ea typeface="Aptos" panose="020B0004020202020204" pitchFamily="34" charset="0"/>
                <a:cs typeface="Times New Roman" panose="02020603050405020304" pitchFamily="18" charset="0"/>
              </a:rPr>
              <a:t>cout</a:t>
            </a:r>
            <a:r>
              <a:rPr lang="en-US" sz="1400" kern="100" dirty="0">
                <a:latin typeface="Aptos" panose="020B0004020202020204" pitchFamily="34" charset="0"/>
                <a:ea typeface="Aptos" panose="020B0004020202020204" pitchFamily="34" charset="0"/>
                <a:cs typeface="Times New Roman" panose="02020603050405020304" pitchFamily="18" charset="0"/>
              </a:rPr>
              <a:t> &lt;&lt; "Node inserted successfully" &lt;&lt; </a:t>
            </a:r>
            <a:r>
              <a:rPr lang="en-US" sz="1400" kern="100" dirty="0" err="1">
                <a:latin typeface="Aptos" panose="020B0004020202020204" pitchFamily="34" charset="0"/>
                <a:ea typeface="Aptos" panose="020B0004020202020204" pitchFamily="34" charset="0"/>
                <a:cs typeface="Times New Roman" panose="02020603050405020304" pitchFamily="18" charset="0"/>
              </a:rPr>
              <a:t>endl</a:t>
            </a:r>
            <a:r>
              <a:rPr lang="en-US" sz="1400" kern="100" dirty="0">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800"/>
              </a:spcAft>
            </a:pPr>
            <a:r>
              <a:rPr lang="en-US" sz="1400" kern="100" dirty="0">
                <a:latin typeface="Aptos" panose="020B0004020202020204" pitchFamily="34" charset="0"/>
                <a:ea typeface="Aptos" panose="020B0004020202020204" pitchFamily="34" charset="0"/>
                <a:cs typeface="Times New Roman" panose="02020603050405020304" pitchFamily="18" charset="0"/>
              </a:rPr>
              <a:t>}</a:t>
            </a:r>
            <a:endParaRPr lang="en-US" sz="1400" kern="100" dirty="0">
              <a:latin typeface="Aptos" panose="020B0004020202020204" pitchFamily="34" charset="0"/>
              <a:cs typeface="Times New Roman" panose="02020603050405020304" pitchFamily="18" charset="0"/>
            </a:endParaRPr>
          </a:p>
          <a:p>
            <a:pPr marL="0" marR="0">
              <a:lnSpc>
                <a:spcPct val="115000"/>
              </a:lnSpc>
              <a:spcBef>
                <a:spcPts val="0"/>
              </a:spcBef>
              <a:spcAft>
                <a:spcPts val="800"/>
              </a:spcAft>
            </a:pPr>
            <a:endParaRPr lang="en-US" dirty="0"/>
          </a:p>
          <a:p>
            <a:pPr marL="0" marR="0">
              <a:lnSpc>
                <a:spcPct val="115000"/>
              </a:lnSpc>
              <a:spcBef>
                <a:spcPts val="0"/>
              </a:spcBef>
              <a:spcAft>
                <a:spcPts val="800"/>
              </a:spcAft>
            </a:pPr>
            <a:endParaRPr lang="en-US" dirty="0"/>
          </a:p>
          <a:p>
            <a:pPr marL="0" marR="0">
              <a:lnSpc>
                <a:spcPct val="115000"/>
              </a:lnSpc>
              <a:spcBef>
                <a:spcPts val="0"/>
              </a:spcBef>
              <a:spcAft>
                <a:spcPts val="800"/>
              </a:spcAft>
            </a:pPr>
            <a:endParaRPr lang="en-US" dirty="0"/>
          </a:p>
        </p:txBody>
      </p:sp>
      <p:sp>
        <p:nvSpPr>
          <p:cNvPr id="5" name="Footer Placeholder 4">
            <a:extLst>
              <a:ext uri="{FF2B5EF4-FFF2-40B4-BE49-F238E27FC236}">
                <a16:creationId xmlns:a16="http://schemas.microsoft.com/office/drawing/2014/main" id="{653CB16B-F115-69FB-93B4-496431E906BD}"/>
              </a:ext>
            </a:extLst>
          </p:cNvPr>
          <p:cNvSpPr>
            <a:spLocks noGrp="1"/>
          </p:cNvSpPr>
          <p:nvPr>
            <p:ph type="ftr" sz="quarter" idx="11"/>
          </p:nvPr>
        </p:nvSpPr>
        <p:spPr/>
        <p:txBody>
          <a:bodyPr/>
          <a:lstStyle/>
          <a:p>
            <a:r>
              <a:rPr lang="en-US"/>
              <a:t>Algorithm and Data Structure </a:t>
            </a:r>
            <a:endParaRPr lang="en-US" dirty="0"/>
          </a:p>
        </p:txBody>
      </p:sp>
      <p:sp>
        <p:nvSpPr>
          <p:cNvPr id="7" name="Slide Number Placeholder 6">
            <a:extLst>
              <a:ext uri="{FF2B5EF4-FFF2-40B4-BE49-F238E27FC236}">
                <a16:creationId xmlns:a16="http://schemas.microsoft.com/office/drawing/2014/main" id="{803D3F19-4F4B-F321-F40A-9683249965D3}"/>
              </a:ext>
            </a:extLst>
          </p:cNvPr>
          <p:cNvSpPr>
            <a:spLocks noGrp="1"/>
          </p:cNvSpPr>
          <p:nvPr>
            <p:ph type="sldNum" sz="quarter" idx="12"/>
          </p:nvPr>
        </p:nvSpPr>
        <p:spPr/>
        <p:txBody>
          <a:bodyPr/>
          <a:lstStyle/>
          <a:p>
            <a:fld id="{95E664E9-BB0A-4932-9D77-E0DDE5779A37}" type="slidenum">
              <a:rPr lang="en-US" smtClean="0"/>
              <a:pPr/>
              <a:t>168</a:t>
            </a:fld>
            <a:endParaRPr lang="en-US" dirty="0"/>
          </a:p>
        </p:txBody>
      </p:sp>
    </p:spTree>
    <p:extLst>
      <p:ext uri="{BB962C8B-B14F-4D97-AF65-F5344CB8AC3E}">
        <p14:creationId xmlns:p14="http://schemas.microsoft.com/office/powerpoint/2010/main" val="3383858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36C38-5372-48E6-8448-1629B408F8F7}"/>
              </a:ext>
            </a:extLst>
          </p:cNvPr>
          <p:cNvSpPr>
            <a:spLocks noGrp="1"/>
          </p:cNvSpPr>
          <p:nvPr>
            <p:ph type="title"/>
          </p:nvPr>
        </p:nvSpPr>
        <p:spPr/>
        <p:txBody>
          <a:bodyPr/>
          <a:lstStyle/>
          <a:p>
            <a:r>
              <a:rPr lang="en-US" b="1" dirty="0"/>
              <a:t>Recursive Insertion in BST</a:t>
            </a:r>
          </a:p>
        </p:txBody>
      </p:sp>
      <p:sp>
        <p:nvSpPr>
          <p:cNvPr id="10" name="TextBox 9">
            <a:extLst>
              <a:ext uri="{FF2B5EF4-FFF2-40B4-BE49-F238E27FC236}">
                <a16:creationId xmlns:a16="http://schemas.microsoft.com/office/drawing/2014/main" id="{BB42597E-2EBA-67C6-2160-758CEA5B843D}"/>
              </a:ext>
            </a:extLst>
          </p:cNvPr>
          <p:cNvSpPr txBox="1"/>
          <p:nvPr/>
        </p:nvSpPr>
        <p:spPr>
          <a:xfrm>
            <a:off x="457200" y="1219200"/>
            <a:ext cx="3581400" cy="3343159"/>
          </a:xfrm>
          <a:prstGeom prst="rect">
            <a:avLst/>
          </a:prstGeom>
          <a:solidFill>
            <a:srgbClr val="FFFF00"/>
          </a:solidFill>
        </p:spPr>
        <p:txBody>
          <a:bodyPr wrap="square">
            <a:spAutoFit/>
          </a:bodyPr>
          <a:lstStyle/>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#include &lt;iostream&gt;</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using namespace std;</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 Node structure for BST</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struct Node {</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int data;</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Node* left;</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Node* right;</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p>
        </p:txBody>
      </p:sp>
      <p:sp>
        <p:nvSpPr>
          <p:cNvPr id="12" name="TextBox 11">
            <a:extLst>
              <a:ext uri="{FF2B5EF4-FFF2-40B4-BE49-F238E27FC236}">
                <a16:creationId xmlns:a16="http://schemas.microsoft.com/office/drawing/2014/main" id="{D74DAF62-49F9-85CC-72E3-EF031341BB3F}"/>
              </a:ext>
            </a:extLst>
          </p:cNvPr>
          <p:cNvSpPr txBox="1"/>
          <p:nvPr/>
        </p:nvSpPr>
        <p:spPr>
          <a:xfrm>
            <a:off x="4038600" y="1219200"/>
            <a:ext cx="4572000" cy="3343159"/>
          </a:xfrm>
          <a:prstGeom prst="rect">
            <a:avLst/>
          </a:prstGeom>
          <a:solidFill>
            <a:srgbClr val="92D050"/>
          </a:solidFill>
        </p:spPr>
        <p:txBody>
          <a:bodyPr wrap="square">
            <a:spAutoFit/>
          </a:bodyPr>
          <a:lstStyle/>
          <a:p>
            <a:pPr>
              <a:lnSpc>
                <a:spcPct val="115000"/>
              </a:lnSpc>
              <a:spcAft>
                <a:spcPts val="800"/>
              </a:spcAft>
            </a:pPr>
            <a:r>
              <a:rPr lang="en-US" kern="100" dirty="0">
                <a:latin typeface="Aptos" panose="020B0004020202020204" pitchFamily="34" charset="0"/>
                <a:ea typeface="Aptos" panose="020B0004020202020204" pitchFamily="34" charset="0"/>
                <a:cs typeface="Times New Roman" panose="02020603050405020304" pitchFamily="18" charset="0"/>
              </a:rPr>
              <a:t>// Constructor to initialize a new node</a:t>
            </a:r>
          </a:p>
          <a:p>
            <a:pPr>
              <a:lnSpc>
                <a:spcPct val="115000"/>
              </a:lnSpc>
              <a:spcAft>
                <a:spcPts val="800"/>
              </a:spcAft>
            </a:pPr>
            <a:r>
              <a:rPr lang="en-US" kern="100" dirty="0">
                <a:latin typeface="Aptos" panose="020B0004020202020204" pitchFamily="34" charset="0"/>
                <a:ea typeface="Aptos" panose="020B0004020202020204" pitchFamily="34" charset="0"/>
                <a:cs typeface="Times New Roman" panose="02020603050405020304" pitchFamily="18" charset="0"/>
              </a:rPr>
              <a:t>    Node(int </a:t>
            </a:r>
            <a:r>
              <a:rPr lang="en-US" kern="100" dirty="0" err="1">
                <a:latin typeface="Aptos" panose="020B0004020202020204" pitchFamily="34" charset="0"/>
                <a:ea typeface="Aptos" panose="020B0004020202020204" pitchFamily="34" charset="0"/>
                <a:cs typeface="Times New Roman" panose="02020603050405020304" pitchFamily="18" charset="0"/>
              </a:rPr>
              <a:t>val</a:t>
            </a:r>
            <a:r>
              <a:rPr lang="en-US" kern="100" dirty="0">
                <a:latin typeface="Aptos" panose="020B0004020202020204" pitchFamily="34" charset="0"/>
                <a:ea typeface="Aptos" panose="020B0004020202020204" pitchFamily="34" charset="0"/>
                <a:cs typeface="Times New Roman" panose="02020603050405020304" pitchFamily="18" charset="0"/>
              </a:rPr>
              <a:t>) {</a:t>
            </a:r>
          </a:p>
          <a:p>
            <a:pPr>
              <a:lnSpc>
                <a:spcPct val="115000"/>
              </a:lnSpc>
              <a:spcAft>
                <a:spcPts val="800"/>
              </a:spcAft>
            </a:pPr>
            <a:r>
              <a:rPr lang="en-US" kern="100" dirty="0">
                <a:latin typeface="Aptos" panose="020B0004020202020204" pitchFamily="34" charset="0"/>
                <a:ea typeface="Aptos" panose="020B0004020202020204" pitchFamily="34" charset="0"/>
                <a:cs typeface="Times New Roman" panose="02020603050405020304" pitchFamily="18" charset="0"/>
              </a:rPr>
              <a:t>        data = </a:t>
            </a:r>
            <a:r>
              <a:rPr lang="en-US" kern="100" dirty="0" err="1">
                <a:latin typeface="Aptos" panose="020B0004020202020204" pitchFamily="34" charset="0"/>
                <a:ea typeface="Aptos" panose="020B0004020202020204" pitchFamily="34" charset="0"/>
                <a:cs typeface="Times New Roman" panose="02020603050405020304" pitchFamily="18" charset="0"/>
              </a:rPr>
              <a:t>val</a:t>
            </a:r>
            <a:r>
              <a:rPr lang="en-US" kern="100" dirty="0">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800"/>
              </a:spcAft>
            </a:pPr>
            <a:r>
              <a:rPr lang="en-US" kern="100" dirty="0">
                <a:latin typeface="Aptos" panose="020B0004020202020204" pitchFamily="34" charset="0"/>
                <a:ea typeface="Aptos" panose="020B0004020202020204" pitchFamily="34" charset="0"/>
                <a:cs typeface="Times New Roman" panose="02020603050405020304" pitchFamily="18" charset="0"/>
              </a:rPr>
              <a:t>        left = right = </a:t>
            </a:r>
            <a:r>
              <a:rPr lang="en-US" kern="100" dirty="0" err="1">
                <a:latin typeface="Aptos" panose="020B0004020202020204" pitchFamily="34" charset="0"/>
                <a:ea typeface="Aptos" panose="020B0004020202020204" pitchFamily="34" charset="0"/>
                <a:cs typeface="Times New Roman" panose="02020603050405020304" pitchFamily="18" charset="0"/>
              </a:rPr>
              <a:t>nullptr</a:t>
            </a:r>
            <a:r>
              <a:rPr lang="en-US" kern="100" dirty="0">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800"/>
              </a:spcAft>
            </a:pPr>
            <a:r>
              <a:rPr lang="en-US" kern="100" dirty="0">
                <a:latin typeface="Aptos" panose="020B0004020202020204" pitchFamily="34" charset="0"/>
                <a:ea typeface="Aptos" panose="020B0004020202020204" pitchFamily="34" charset="0"/>
                <a:cs typeface="Times New Roman" panose="02020603050405020304" pitchFamily="18" charset="0"/>
              </a:rPr>
              <a:t>    }</a:t>
            </a:r>
          </a:p>
          <a:p>
            <a:pPr>
              <a:lnSpc>
                <a:spcPct val="115000"/>
              </a:lnSpc>
              <a:spcAft>
                <a:spcPts val="800"/>
              </a:spcAft>
            </a:pPr>
            <a:r>
              <a:rPr lang="en-US" kern="100" dirty="0">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80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BB062520-5A8E-0269-5BD7-A1557A8C09AC}"/>
              </a:ext>
            </a:extLst>
          </p:cNvPr>
          <p:cNvSpPr>
            <a:spLocks noGrp="1"/>
          </p:cNvSpPr>
          <p:nvPr>
            <p:ph type="ftr" sz="quarter" idx="11"/>
          </p:nvPr>
        </p:nvSpPr>
        <p:spPr/>
        <p:txBody>
          <a:bodyPr/>
          <a:lstStyle/>
          <a:p>
            <a:r>
              <a:rPr lang="en-US"/>
              <a:t>Algorithm and Data Structure </a:t>
            </a:r>
            <a:endParaRPr lang="en-US" dirty="0"/>
          </a:p>
        </p:txBody>
      </p:sp>
      <p:sp>
        <p:nvSpPr>
          <p:cNvPr id="6" name="Slide Number Placeholder 5">
            <a:extLst>
              <a:ext uri="{FF2B5EF4-FFF2-40B4-BE49-F238E27FC236}">
                <a16:creationId xmlns:a16="http://schemas.microsoft.com/office/drawing/2014/main" id="{F68E6DB1-1934-C701-714B-D6DB141FA133}"/>
              </a:ext>
            </a:extLst>
          </p:cNvPr>
          <p:cNvSpPr>
            <a:spLocks noGrp="1"/>
          </p:cNvSpPr>
          <p:nvPr>
            <p:ph type="sldNum" sz="quarter" idx="12"/>
          </p:nvPr>
        </p:nvSpPr>
        <p:spPr/>
        <p:txBody>
          <a:bodyPr/>
          <a:lstStyle/>
          <a:p>
            <a:fld id="{95E664E9-BB0A-4932-9D77-E0DDE5779A37}" type="slidenum">
              <a:rPr lang="en-US" smtClean="0"/>
              <a:pPr/>
              <a:t>169</a:t>
            </a:fld>
            <a:endParaRPr lang="en-US" dirty="0"/>
          </a:p>
        </p:txBody>
      </p:sp>
    </p:spTree>
    <p:extLst>
      <p:ext uri="{BB962C8B-B14F-4D97-AF65-F5344CB8AC3E}">
        <p14:creationId xmlns:p14="http://schemas.microsoft.com/office/powerpoint/2010/main" val="2811711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C4253C2-A4F7-4444-A4D9-62608B386343}"/>
              </a:ext>
            </a:extLst>
          </p:cNvPr>
          <p:cNvSpPr txBox="1"/>
          <p:nvPr/>
        </p:nvSpPr>
        <p:spPr>
          <a:xfrm>
            <a:off x="152400" y="0"/>
            <a:ext cx="4419600" cy="6158545"/>
          </a:xfrm>
          <a:prstGeom prst="rect">
            <a:avLst/>
          </a:prstGeom>
          <a:solidFill>
            <a:srgbClr val="FFC000"/>
          </a:solidFill>
        </p:spPr>
        <p:txBody>
          <a:bodyPr wrap="square">
            <a:spAutoFit/>
          </a:bodyPr>
          <a:lstStyle/>
          <a:p>
            <a:pPr marL="0" marR="0">
              <a:lnSpc>
                <a:spcPct val="115000"/>
              </a:lnSpc>
              <a:spcBef>
                <a:spcPts val="0"/>
              </a:spcBef>
              <a:spcAft>
                <a:spcPts val="800"/>
              </a:spcAf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 Function to insert a node into BST</a:t>
            </a:r>
          </a:p>
          <a:p>
            <a:pPr>
              <a:lnSpc>
                <a:spcPct val="115000"/>
              </a:lnSpc>
              <a:spcAft>
                <a:spcPts val="800"/>
              </a:spcAft>
            </a:pPr>
            <a:r>
              <a:rPr lang="en-US" sz="1600" kern="100" dirty="0">
                <a:latin typeface="Aptos" panose="020B0004020202020204" pitchFamily="34" charset="0"/>
                <a:ea typeface="Aptos" panose="020B0004020202020204" pitchFamily="34" charset="0"/>
                <a:cs typeface="Times New Roman" panose="02020603050405020304" pitchFamily="18" charset="0"/>
              </a:rPr>
              <a:t>void </a:t>
            </a:r>
            <a:r>
              <a:rPr lang="en-US" sz="1600" kern="100" dirty="0" err="1">
                <a:latin typeface="Aptos" panose="020B0004020202020204" pitchFamily="34" charset="0"/>
                <a:ea typeface="Aptos" panose="020B0004020202020204" pitchFamily="34" charset="0"/>
                <a:cs typeface="Times New Roman" panose="02020603050405020304" pitchFamily="18" charset="0"/>
              </a:rPr>
              <a:t>insertNode</a:t>
            </a:r>
            <a:r>
              <a:rPr lang="en-US" sz="1600" kern="100" dirty="0">
                <a:latin typeface="Aptos" panose="020B0004020202020204" pitchFamily="34" charset="0"/>
                <a:ea typeface="Aptos" panose="020B0004020202020204" pitchFamily="34" charset="0"/>
                <a:cs typeface="Times New Roman" panose="02020603050405020304" pitchFamily="18" charset="0"/>
              </a:rPr>
              <a:t>(Node*&amp; root, int data) {</a:t>
            </a:r>
          </a:p>
          <a:p>
            <a:pPr>
              <a:lnSpc>
                <a:spcPct val="115000"/>
              </a:lnSpc>
              <a:spcAft>
                <a:spcPts val="800"/>
              </a:spcAft>
            </a:pPr>
            <a:r>
              <a:rPr lang="en-US" sz="1600" kern="100" dirty="0">
                <a:latin typeface="Aptos" panose="020B0004020202020204" pitchFamily="34" charset="0"/>
                <a:ea typeface="Aptos" panose="020B0004020202020204" pitchFamily="34" charset="0"/>
                <a:cs typeface="Times New Roman" panose="02020603050405020304" pitchFamily="18" charset="0"/>
              </a:rPr>
              <a:t>    if (root == </a:t>
            </a:r>
            <a:r>
              <a:rPr lang="en-US" sz="1600" kern="100" dirty="0" err="1">
                <a:latin typeface="Aptos" panose="020B0004020202020204" pitchFamily="34" charset="0"/>
                <a:ea typeface="Aptos" panose="020B0004020202020204" pitchFamily="34" charset="0"/>
                <a:cs typeface="Times New Roman" panose="02020603050405020304" pitchFamily="18" charset="0"/>
              </a:rPr>
              <a:t>nullptr</a:t>
            </a:r>
            <a:r>
              <a:rPr lang="en-US" sz="1600" kern="100" dirty="0">
                <a:latin typeface="Aptos" panose="020B0004020202020204" pitchFamily="34" charset="0"/>
                <a:ea typeface="Aptos" panose="020B0004020202020204" pitchFamily="34" charset="0"/>
                <a:cs typeface="Times New Roman" panose="02020603050405020304" pitchFamily="18" charset="0"/>
              </a:rPr>
              <a:t>) {</a:t>
            </a:r>
          </a:p>
          <a:p>
            <a:pPr>
              <a:lnSpc>
                <a:spcPct val="115000"/>
              </a:lnSpc>
              <a:spcAft>
                <a:spcPts val="800"/>
              </a:spcAft>
            </a:pPr>
            <a:r>
              <a:rPr lang="en-US" sz="1600" kern="100" dirty="0">
                <a:latin typeface="Aptos" panose="020B0004020202020204" pitchFamily="34" charset="0"/>
                <a:ea typeface="Aptos" panose="020B0004020202020204" pitchFamily="34" charset="0"/>
                <a:cs typeface="Times New Roman" panose="02020603050405020304" pitchFamily="18" charset="0"/>
              </a:rPr>
              <a:t>        root = new Node(data);</a:t>
            </a:r>
          </a:p>
          <a:p>
            <a:pPr>
              <a:lnSpc>
                <a:spcPct val="115000"/>
              </a:lnSpc>
              <a:spcAft>
                <a:spcPts val="800"/>
              </a:spcAft>
            </a:pPr>
            <a:r>
              <a:rPr lang="en-US" sz="1600" kern="100" dirty="0">
                <a:latin typeface="Aptos" panose="020B0004020202020204" pitchFamily="34" charset="0"/>
                <a:ea typeface="Aptos" panose="020B0004020202020204" pitchFamily="34" charset="0"/>
                <a:cs typeface="Times New Roman" panose="02020603050405020304" pitchFamily="18" charset="0"/>
              </a:rPr>
              <a:t>        </a:t>
            </a:r>
            <a:r>
              <a:rPr lang="en-US" sz="1600" kern="100" dirty="0" err="1">
                <a:latin typeface="Aptos" panose="020B0004020202020204" pitchFamily="34" charset="0"/>
                <a:ea typeface="Aptos" panose="020B0004020202020204" pitchFamily="34" charset="0"/>
                <a:cs typeface="Times New Roman" panose="02020603050405020304" pitchFamily="18" charset="0"/>
              </a:rPr>
              <a:t>cout</a:t>
            </a:r>
            <a:r>
              <a:rPr lang="en-US" sz="1600" kern="100" dirty="0">
                <a:latin typeface="Aptos" panose="020B0004020202020204" pitchFamily="34" charset="0"/>
                <a:ea typeface="Aptos" panose="020B0004020202020204" pitchFamily="34" charset="0"/>
                <a:cs typeface="Times New Roman" panose="02020603050405020304" pitchFamily="18" charset="0"/>
              </a:rPr>
              <a:t> &lt;&lt; "Node inserted successfully" &lt;&lt; </a:t>
            </a:r>
            <a:r>
              <a:rPr lang="en-US" sz="1600" kern="100" dirty="0" err="1">
                <a:latin typeface="Aptos" panose="020B0004020202020204" pitchFamily="34" charset="0"/>
                <a:ea typeface="Aptos" panose="020B0004020202020204" pitchFamily="34" charset="0"/>
                <a:cs typeface="Times New Roman" panose="02020603050405020304" pitchFamily="18" charset="0"/>
              </a:rPr>
              <a:t>endl</a:t>
            </a:r>
            <a:r>
              <a:rPr lang="en-US" sz="1600" kern="100" dirty="0">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800"/>
              </a:spcAft>
            </a:pPr>
            <a:r>
              <a:rPr lang="en-US" sz="1600" kern="100" dirty="0">
                <a:latin typeface="Aptos" panose="020B0004020202020204" pitchFamily="34" charset="0"/>
                <a:ea typeface="Aptos" panose="020B0004020202020204" pitchFamily="34" charset="0"/>
                <a:cs typeface="Times New Roman" panose="02020603050405020304" pitchFamily="18" charset="0"/>
              </a:rPr>
              <a:t>    } else if (data &gt; root-&gt;data) {</a:t>
            </a:r>
          </a:p>
          <a:p>
            <a:pPr>
              <a:lnSpc>
                <a:spcPct val="115000"/>
              </a:lnSpc>
              <a:spcAft>
                <a:spcPts val="800"/>
              </a:spcAft>
            </a:pPr>
            <a:r>
              <a:rPr lang="en-US" sz="1600" kern="100" dirty="0">
                <a:latin typeface="Aptos" panose="020B0004020202020204" pitchFamily="34" charset="0"/>
                <a:ea typeface="Aptos" panose="020B0004020202020204" pitchFamily="34" charset="0"/>
                <a:cs typeface="Times New Roman" panose="02020603050405020304" pitchFamily="18" charset="0"/>
              </a:rPr>
              <a:t>        </a:t>
            </a:r>
            <a:r>
              <a:rPr lang="en-US" sz="1600" kern="100" dirty="0" err="1">
                <a:latin typeface="Aptos" panose="020B0004020202020204" pitchFamily="34" charset="0"/>
                <a:ea typeface="Aptos" panose="020B0004020202020204" pitchFamily="34" charset="0"/>
                <a:cs typeface="Times New Roman" panose="02020603050405020304" pitchFamily="18" charset="0"/>
              </a:rPr>
              <a:t>insertNode</a:t>
            </a:r>
            <a:r>
              <a:rPr lang="en-US" sz="1600" kern="100" dirty="0">
                <a:latin typeface="Aptos" panose="020B0004020202020204" pitchFamily="34" charset="0"/>
                <a:ea typeface="Aptos" panose="020B0004020202020204" pitchFamily="34" charset="0"/>
                <a:cs typeface="Times New Roman" panose="02020603050405020304" pitchFamily="18" charset="0"/>
              </a:rPr>
              <a:t>(root-&gt;right, data); // Go to right subtree</a:t>
            </a:r>
          </a:p>
          <a:p>
            <a:pPr>
              <a:lnSpc>
                <a:spcPct val="115000"/>
              </a:lnSpc>
              <a:spcAft>
                <a:spcPts val="800"/>
              </a:spcAft>
            </a:pPr>
            <a:r>
              <a:rPr lang="en-US" sz="1600" kern="100" dirty="0">
                <a:latin typeface="Aptos" panose="020B0004020202020204" pitchFamily="34" charset="0"/>
                <a:ea typeface="Aptos" panose="020B0004020202020204" pitchFamily="34" charset="0"/>
                <a:cs typeface="Times New Roman" panose="02020603050405020304" pitchFamily="18" charset="0"/>
              </a:rPr>
              <a:t>    } else if (data &lt; root-&gt;data) {</a:t>
            </a:r>
          </a:p>
          <a:p>
            <a:pPr>
              <a:lnSpc>
                <a:spcPct val="115000"/>
              </a:lnSpc>
              <a:spcAft>
                <a:spcPts val="800"/>
              </a:spcAft>
            </a:pPr>
            <a:r>
              <a:rPr lang="en-US" sz="1600" kern="100" dirty="0">
                <a:latin typeface="Aptos" panose="020B0004020202020204" pitchFamily="34" charset="0"/>
                <a:ea typeface="Aptos" panose="020B0004020202020204" pitchFamily="34" charset="0"/>
                <a:cs typeface="Times New Roman" panose="02020603050405020304" pitchFamily="18" charset="0"/>
              </a:rPr>
              <a:t>        </a:t>
            </a:r>
            <a:r>
              <a:rPr lang="en-US" sz="1600" kern="100" dirty="0" err="1">
                <a:latin typeface="Aptos" panose="020B0004020202020204" pitchFamily="34" charset="0"/>
                <a:ea typeface="Aptos" panose="020B0004020202020204" pitchFamily="34" charset="0"/>
                <a:cs typeface="Times New Roman" panose="02020603050405020304" pitchFamily="18" charset="0"/>
              </a:rPr>
              <a:t>insertNode</a:t>
            </a:r>
            <a:r>
              <a:rPr lang="en-US" sz="1600" kern="100" dirty="0">
                <a:latin typeface="Aptos" panose="020B0004020202020204" pitchFamily="34" charset="0"/>
                <a:ea typeface="Aptos" panose="020B0004020202020204" pitchFamily="34" charset="0"/>
                <a:cs typeface="Times New Roman" panose="02020603050405020304" pitchFamily="18" charset="0"/>
              </a:rPr>
              <a:t>(root-&gt;left, data); // Go to left subtree</a:t>
            </a:r>
          </a:p>
          <a:p>
            <a:pPr>
              <a:lnSpc>
                <a:spcPct val="115000"/>
              </a:lnSpc>
              <a:spcAft>
                <a:spcPts val="800"/>
              </a:spcAft>
            </a:pPr>
            <a:r>
              <a:rPr lang="en-US" sz="1600" kern="100" dirty="0">
                <a:latin typeface="Aptos" panose="020B0004020202020204" pitchFamily="34" charset="0"/>
                <a:ea typeface="Aptos" panose="020B0004020202020204" pitchFamily="34" charset="0"/>
                <a:cs typeface="Times New Roman" panose="02020603050405020304" pitchFamily="18" charset="0"/>
              </a:rPr>
              <a:t>    } else {</a:t>
            </a:r>
          </a:p>
          <a:p>
            <a:pPr>
              <a:lnSpc>
                <a:spcPct val="115000"/>
              </a:lnSpc>
              <a:spcAft>
                <a:spcPts val="800"/>
              </a:spcAft>
            </a:pPr>
            <a:r>
              <a:rPr lang="en-US" sz="1600" kern="100" dirty="0">
                <a:latin typeface="Aptos" panose="020B0004020202020204" pitchFamily="34" charset="0"/>
                <a:ea typeface="Aptos" panose="020B0004020202020204" pitchFamily="34" charset="0"/>
                <a:cs typeface="Times New Roman" panose="02020603050405020304" pitchFamily="18" charset="0"/>
              </a:rPr>
              <a:t>        </a:t>
            </a:r>
            <a:r>
              <a:rPr lang="en-US" sz="1600" kern="100" dirty="0" err="1">
                <a:latin typeface="Aptos" panose="020B0004020202020204" pitchFamily="34" charset="0"/>
                <a:ea typeface="Aptos" panose="020B0004020202020204" pitchFamily="34" charset="0"/>
                <a:cs typeface="Times New Roman" panose="02020603050405020304" pitchFamily="18" charset="0"/>
              </a:rPr>
              <a:t>cout</a:t>
            </a:r>
            <a:r>
              <a:rPr lang="en-US" sz="1600" kern="100" dirty="0">
                <a:latin typeface="Aptos" panose="020B0004020202020204" pitchFamily="34" charset="0"/>
                <a:ea typeface="Aptos" panose="020B0004020202020204" pitchFamily="34" charset="0"/>
                <a:cs typeface="Times New Roman" panose="02020603050405020304" pitchFamily="18" charset="0"/>
              </a:rPr>
              <a:t> &lt;&lt; "Node already exists in the tree" &lt;&lt; </a:t>
            </a:r>
            <a:r>
              <a:rPr lang="en-US" sz="1600" kern="100" dirty="0" err="1">
                <a:latin typeface="Aptos" panose="020B0004020202020204" pitchFamily="34" charset="0"/>
                <a:ea typeface="Aptos" panose="020B0004020202020204" pitchFamily="34" charset="0"/>
                <a:cs typeface="Times New Roman" panose="02020603050405020304" pitchFamily="18" charset="0"/>
              </a:rPr>
              <a:t>endl</a:t>
            </a:r>
            <a:r>
              <a:rPr lang="en-US" sz="1600" kern="100" dirty="0">
                <a:latin typeface="Aptos" panose="020B0004020202020204" pitchFamily="34" charset="0"/>
                <a:ea typeface="Aptos" panose="020B0004020202020204" pitchFamily="34" charset="0"/>
                <a:cs typeface="Times New Roman" panose="02020603050405020304" pitchFamily="18" charset="0"/>
              </a:rPr>
              <a:t>; // Handle duplicate</a:t>
            </a:r>
          </a:p>
          <a:p>
            <a:pPr>
              <a:lnSpc>
                <a:spcPct val="115000"/>
              </a:lnSpc>
              <a:spcAft>
                <a:spcPts val="800"/>
              </a:spcAft>
            </a:pPr>
            <a:r>
              <a:rPr lang="en-US" sz="1600" kern="100" dirty="0">
                <a:latin typeface="Aptos" panose="020B0004020202020204" pitchFamily="34" charset="0"/>
                <a:ea typeface="Aptos" panose="020B0004020202020204" pitchFamily="34" charset="0"/>
                <a:cs typeface="Times New Roman" panose="02020603050405020304" pitchFamily="18" charset="0"/>
              </a:rPr>
              <a:t>    }</a:t>
            </a:r>
          </a:p>
          <a:p>
            <a:pPr>
              <a:lnSpc>
                <a:spcPct val="115000"/>
              </a:lnSpc>
              <a:spcAft>
                <a:spcPts val="800"/>
              </a:spcAft>
            </a:pPr>
            <a:r>
              <a:rPr lang="en-US" sz="1600" kern="100" dirty="0">
                <a:latin typeface="Aptos" panose="020B0004020202020204" pitchFamily="34" charset="0"/>
                <a:ea typeface="Aptos" panose="020B0004020202020204" pitchFamily="34" charset="0"/>
                <a:cs typeface="Times New Roman" panose="02020603050405020304" pitchFamily="18" charset="0"/>
              </a:rPr>
              <a:t>}</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604520DF-8F8B-E418-0DB2-21EE45AC88C0}"/>
              </a:ext>
            </a:extLst>
          </p:cNvPr>
          <p:cNvSpPr txBox="1"/>
          <p:nvPr/>
        </p:nvSpPr>
        <p:spPr>
          <a:xfrm>
            <a:off x="4572000" y="0"/>
            <a:ext cx="4572000" cy="6077113"/>
          </a:xfrm>
          <a:prstGeom prst="rect">
            <a:avLst/>
          </a:prstGeom>
          <a:solidFill>
            <a:srgbClr val="00B0F0"/>
          </a:solidFill>
        </p:spPr>
        <p:txBody>
          <a:bodyPr wrap="square">
            <a:spAutoFit/>
          </a:bodyPr>
          <a:lstStyle/>
          <a:p>
            <a:pPr>
              <a:lnSpc>
                <a:spcPct val="115000"/>
              </a:lnSpc>
              <a:spcAft>
                <a:spcPts val="800"/>
              </a:spcAft>
            </a:pPr>
            <a:r>
              <a:rPr lang="en-US" kern="100" dirty="0">
                <a:latin typeface="Aptos" panose="020B0004020202020204" pitchFamily="34" charset="0"/>
                <a:ea typeface="Aptos" panose="020B0004020202020204" pitchFamily="34" charset="0"/>
                <a:cs typeface="Times New Roman" panose="02020603050405020304" pitchFamily="18" charset="0"/>
              </a:rPr>
              <a:t>int main() {</a:t>
            </a:r>
          </a:p>
          <a:p>
            <a:pPr>
              <a:lnSpc>
                <a:spcPct val="115000"/>
              </a:lnSpc>
              <a:spcAft>
                <a:spcPts val="800"/>
              </a:spcAft>
            </a:pPr>
            <a:r>
              <a:rPr lang="en-US" kern="100" dirty="0">
                <a:latin typeface="Aptos" panose="020B0004020202020204" pitchFamily="34" charset="0"/>
                <a:ea typeface="Aptos" panose="020B0004020202020204" pitchFamily="34" charset="0"/>
                <a:cs typeface="Times New Roman" panose="02020603050405020304" pitchFamily="18" charset="0"/>
              </a:rPr>
              <a:t>    Node* root = </a:t>
            </a:r>
            <a:r>
              <a:rPr lang="en-US" kern="100" dirty="0" err="1">
                <a:latin typeface="Aptos" panose="020B0004020202020204" pitchFamily="34" charset="0"/>
                <a:ea typeface="Aptos" panose="020B0004020202020204" pitchFamily="34" charset="0"/>
                <a:cs typeface="Times New Roman" panose="02020603050405020304" pitchFamily="18" charset="0"/>
              </a:rPr>
              <a:t>nullptr</a:t>
            </a:r>
            <a:r>
              <a:rPr lang="en-US" kern="100" dirty="0">
                <a:latin typeface="Aptos" panose="020B0004020202020204" pitchFamily="34" charset="0"/>
                <a:ea typeface="Aptos" panose="020B0004020202020204" pitchFamily="34" charset="0"/>
                <a:cs typeface="Times New Roman" panose="02020603050405020304" pitchFamily="18" charset="0"/>
              </a:rPr>
              <a:t>; // Start with an empty tree</a:t>
            </a:r>
          </a:p>
          <a:p>
            <a:pPr>
              <a:lnSpc>
                <a:spcPct val="115000"/>
              </a:lnSpc>
              <a:spcAft>
                <a:spcPts val="800"/>
              </a:spcAft>
            </a:pPr>
            <a:r>
              <a:rPr lang="en-US" kern="100" dirty="0">
                <a:latin typeface="Aptos" panose="020B0004020202020204" pitchFamily="34" charset="0"/>
                <a:ea typeface="Aptos" panose="020B0004020202020204" pitchFamily="34" charset="0"/>
                <a:cs typeface="Times New Roman" panose="02020603050405020304" pitchFamily="18" charset="0"/>
              </a:rPr>
              <a:t>    </a:t>
            </a:r>
            <a:r>
              <a:rPr lang="en-US" kern="100" dirty="0" err="1">
                <a:latin typeface="Aptos" panose="020B0004020202020204" pitchFamily="34" charset="0"/>
                <a:ea typeface="Aptos" panose="020B0004020202020204" pitchFamily="34" charset="0"/>
                <a:cs typeface="Times New Roman" panose="02020603050405020304" pitchFamily="18" charset="0"/>
              </a:rPr>
              <a:t>insertNode</a:t>
            </a:r>
            <a:r>
              <a:rPr lang="en-US" kern="100" dirty="0">
                <a:latin typeface="Aptos" panose="020B0004020202020204" pitchFamily="34" charset="0"/>
                <a:ea typeface="Aptos" panose="020B0004020202020204" pitchFamily="34" charset="0"/>
                <a:cs typeface="Times New Roman" panose="02020603050405020304" pitchFamily="18" charset="0"/>
              </a:rPr>
              <a:t>(root, 50);</a:t>
            </a:r>
          </a:p>
          <a:p>
            <a:pPr>
              <a:lnSpc>
                <a:spcPct val="115000"/>
              </a:lnSpc>
              <a:spcAft>
                <a:spcPts val="800"/>
              </a:spcAft>
            </a:pPr>
            <a:r>
              <a:rPr lang="en-US" kern="100" dirty="0">
                <a:latin typeface="Aptos" panose="020B0004020202020204" pitchFamily="34" charset="0"/>
                <a:ea typeface="Aptos" panose="020B0004020202020204" pitchFamily="34" charset="0"/>
                <a:cs typeface="Times New Roman" panose="02020603050405020304" pitchFamily="18" charset="0"/>
              </a:rPr>
              <a:t>    </a:t>
            </a:r>
            <a:r>
              <a:rPr lang="en-US" kern="100" dirty="0" err="1">
                <a:latin typeface="Aptos" panose="020B0004020202020204" pitchFamily="34" charset="0"/>
                <a:ea typeface="Aptos" panose="020B0004020202020204" pitchFamily="34" charset="0"/>
                <a:cs typeface="Times New Roman" panose="02020603050405020304" pitchFamily="18" charset="0"/>
              </a:rPr>
              <a:t>insertNode</a:t>
            </a:r>
            <a:r>
              <a:rPr lang="en-US" kern="100" dirty="0">
                <a:latin typeface="Aptos" panose="020B0004020202020204" pitchFamily="34" charset="0"/>
                <a:ea typeface="Aptos" panose="020B0004020202020204" pitchFamily="34" charset="0"/>
                <a:cs typeface="Times New Roman" panose="02020603050405020304" pitchFamily="18" charset="0"/>
              </a:rPr>
              <a:t>(root, 30);</a:t>
            </a:r>
          </a:p>
          <a:p>
            <a:pPr>
              <a:lnSpc>
                <a:spcPct val="115000"/>
              </a:lnSpc>
              <a:spcAft>
                <a:spcPts val="800"/>
              </a:spcAft>
            </a:pPr>
            <a:r>
              <a:rPr lang="en-US" kern="100" dirty="0">
                <a:latin typeface="Aptos" panose="020B0004020202020204" pitchFamily="34" charset="0"/>
                <a:ea typeface="Aptos" panose="020B0004020202020204" pitchFamily="34" charset="0"/>
                <a:cs typeface="Times New Roman" panose="02020603050405020304" pitchFamily="18" charset="0"/>
              </a:rPr>
              <a:t>    </a:t>
            </a:r>
            <a:r>
              <a:rPr lang="en-US" kern="100" dirty="0" err="1">
                <a:latin typeface="Aptos" panose="020B0004020202020204" pitchFamily="34" charset="0"/>
                <a:ea typeface="Aptos" panose="020B0004020202020204" pitchFamily="34" charset="0"/>
                <a:cs typeface="Times New Roman" panose="02020603050405020304" pitchFamily="18" charset="0"/>
              </a:rPr>
              <a:t>insertNode</a:t>
            </a:r>
            <a:r>
              <a:rPr lang="en-US" kern="100" dirty="0">
                <a:latin typeface="Aptos" panose="020B0004020202020204" pitchFamily="34" charset="0"/>
                <a:ea typeface="Aptos" panose="020B0004020202020204" pitchFamily="34" charset="0"/>
                <a:cs typeface="Times New Roman" panose="02020603050405020304" pitchFamily="18" charset="0"/>
              </a:rPr>
              <a:t>(root, 70);</a:t>
            </a:r>
          </a:p>
          <a:p>
            <a:pPr>
              <a:lnSpc>
                <a:spcPct val="115000"/>
              </a:lnSpc>
              <a:spcAft>
                <a:spcPts val="800"/>
              </a:spcAft>
            </a:pPr>
            <a:r>
              <a:rPr lang="en-US" kern="100" dirty="0">
                <a:latin typeface="Aptos" panose="020B0004020202020204" pitchFamily="34" charset="0"/>
                <a:ea typeface="Aptos" panose="020B0004020202020204" pitchFamily="34" charset="0"/>
                <a:cs typeface="Times New Roman" panose="02020603050405020304" pitchFamily="18" charset="0"/>
              </a:rPr>
              <a:t>    </a:t>
            </a:r>
            <a:r>
              <a:rPr lang="en-US" kern="100" dirty="0" err="1">
                <a:latin typeface="Aptos" panose="020B0004020202020204" pitchFamily="34" charset="0"/>
                <a:ea typeface="Aptos" panose="020B0004020202020204" pitchFamily="34" charset="0"/>
                <a:cs typeface="Times New Roman" panose="02020603050405020304" pitchFamily="18" charset="0"/>
              </a:rPr>
              <a:t>insertNode</a:t>
            </a:r>
            <a:r>
              <a:rPr lang="en-US" kern="100" dirty="0">
                <a:latin typeface="Aptos" panose="020B0004020202020204" pitchFamily="34" charset="0"/>
                <a:ea typeface="Aptos" panose="020B0004020202020204" pitchFamily="34" charset="0"/>
                <a:cs typeface="Times New Roman" panose="02020603050405020304" pitchFamily="18" charset="0"/>
              </a:rPr>
              <a:t>(root, 20);</a:t>
            </a:r>
          </a:p>
          <a:p>
            <a:pPr>
              <a:lnSpc>
                <a:spcPct val="115000"/>
              </a:lnSpc>
              <a:spcAft>
                <a:spcPts val="800"/>
              </a:spcAft>
            </a:pPr>
            <a:r>
              <a:rPr lang="en-US" kern="100" dirty="0">
                <a:latin typeface="Aptos" panose="020B0004020202020204" pitchFamily="34" charset="0"/>
                <a:ea typeface="Aptos" panose="020B0004020202020204" pitchFamily="34" charset="0"/>
                <a:cs typeface="Times New Roman" panose="02020603050405020304" pitchFamily="18" charset="0"/>
              </a:rPr>
              <a:t>    </a:t>
            </a:r>
            <a:r>
              <a:rPr lang="en-US" kern="100" dirty="0" err="1">
                <a:latin typeface="Aptos" panose="020B0004020202020204" pitchFamily="34" charset="0"/>
                <a:ea typeface="Aptos" panose="020B0004020202020204" pitchFamily="34" charset="0"/>
                <a:cs typeface="Times New Roman" panose="02020603050405020304" pitchFamily="18" charset="0"/>
              </a:rPr>
              <a:t>insertNode</a:t>
            </a:r>
            <a:r>
              <a:rPr lang="en-US" kern="100" dirty="0">
                <a:latin typeface="Aptos" panose="020B0004020202020204" pitchFamily="34" charset="0"/>
                <a:ea typeface="Aptos" panose="020B0004020202020204" pitchFamily="34" charset="0"/>
                <a:cs typeface="Times New Roman" panose="02020603050405020304" pitchFamily="18" charset="0"/>
              </a:rPr>
              <a:t>(root, 40);</a:t>
            </a:r>
          </a:p>
          <a:p>
            <a:pPr>
              <a:lnSpc>
                <a:spcPct val="115000"/>
              </a:lnSpc>
              <a:spcAft>
                <a:spcPts val="800"/>
              </a:spcAft>
            </a:pPr>
            <a:r>
              <a:rPr lang="en-US" kern="100" dirty="0">
                <a:latin typeface="Aptos" panose="020B0004020202020204" pitchFamily="34" charset="0"/>
                <a:ea typeface="Aptos" panose="020B0004020202020204" pitchFamily="34" charset="0"/>
                <a:cs typeface="Times New Roman" panose="02020603050405020304" pitchFamily="18" charset="0"/>
              </a:rPr>
              <a:t>    </a:t>
            </a:r>
            <a:r>
              <a:rPr lang="en-US" kern="100" dirty="0" err="1">
                <a:latin typeface="Aptos" panose="020B0004020202020204" pitchFamily="34" charset="0"/>
                <a:ea typeface="Aptos" panose="020B0004020202020204" pitchFamily="34" charset="0"/>
                <a:cs typeface="Times New Roman" panose="02020603050405020304" pitchFamily="18" charset="0"/>
              </a:rPr>
              <a:t>insertNode</a:t>
            </a:r>
            <a:r>
              <a:rPr lang="en-US" kern="100" dirty="0">
                <a:latin typeface="Aptos" panose="020B0004020202020204" pitchFamily="34" charset="0"/>
                <a:ea typeface="Aptos" panose="020B0004020202020204" pitchFamily="34" charset="0"/>
                <a:cs typeface="Times New Roman" panose="02020603050405020304" pitchFamily="18" charset="0"/>
              </a:rPr>
              <a:t>(root, 60);</a:t>
            </a:r>
          </a:p>
          <a:p>
            <a:pPr>
              <a:lnSpc>
                <a:spcPct val="115000"/>
              </a:lnSpc>
              <a:spcAft>
                <a:spcPts val="800"/>
              </a:spcAft>
            </a:pPr>
            <a:r>
              <a:rPr lang="en-US" kern="100" dirty="0">
                <a:latin typeface="Aptos" panose="020B0004020202020204" pitchFamily="34" charset="0"/>
                <a:ea typeface="Aptos" panose="020B0004020202020204" pitchFamily="34" charset="0"/>
                <a:cs typeface="Times New Roman" panose="02020603050405020304" pitchFamily="18" charset="0"/>
              </a:rPr>
              <a:t>    </a:t>
            </a:r>
            <a:r>
              <a:rPr lang="en-US" kern="100" dirty="0" err="1">
                <a:latin typeface="Aptos" panose="020B0004020202020204" pitchFamily="34" charset="0"/>
                <a:ea typeface="Aptos" panose="020B0004020202020204" pitchFamily="34" charset="0"/>
                <a:cs typeface="Times New Roman" panose="02020603050405020304" pitchFamily="18" charset="0"/>
              </a:rPr>
              <a:t>insertNode</a:t>
            </a:r>
            <a:r>
              <a:rPr lang="en-US" kern="100" dirty="0">
                <a:latin typeface="Aptos" panose="020B0004020202020204" pitchFamily="34" charset="0"/>
                <a:ea typeface="Aptos" panose="020B0004020202020204" pitchFamily="34" charset="0"/>
                <a:cs typeface="Times New Roman" panose="02020603050405020304" pitchFamily="18" charset="0"/>
              </a:rPr>
              <a:t>(root, 80);</a:t>
            </a:r>
          </a:p>
          <a:p>
            <a:pPr>
              <a:lnSpc>
                <a:spcPct val="115000"/>
              </a:lnSpc>
              <a:spcAft>
                <a:spcPts val="800"/>
              </a:spcAft>
            </a:pPr>
            <a:r>
              <a:rPr lang="en-US" kern="100" dirty="0">
                <a:latin typeface="Aptos" panose="020B0004020202020204" pitchFamily="34" charset="0"/>
                <a:ea typeface="Aptos" panose="020B0004020202020204" pitchFamily="34" charset="0"/>
                <a:cs typeface="Times New Roman" panose="02020603050405020304" pitchFamily="18" charset="0"/>
              </a:rPr>
              <a:t>    </a:t>
            </a:r>
            <a:r>
              <a:rPr lang="en-US" kern="100" dirty="0" err="1">
                <a:latin typeface="Aptos" panose="020B0004020202020204" pitchFamily="34" charset="0"/>
                <a:ea typeface="Aptos" panose="020B0004020202020204" pitchFamily="34" charset="0"/>
                <a:cs typeface="Times New Roman" panose="02020603050405020304" pitchFamily="18" charset="0"/>
              </a:rPr>
              <a:t>insertNode</a:t>
            </a:r>
            <a:r>
              <a:rPr lang="en-US" kern="100" dirty="0">
                <a:latin typeface="Aptos" panose="020B0004020202020204" pitchFamily="34" charset="0"/>
                <a:ea typeface="Aptos" panose="020B0004020202020204" pitchFamily="34" charset="0"/>
                <a:cs typeface="Times New Roman" panose="02020603050405020304" pitchFamily="18" charset="0"/>
              </a:rPr>
              <a:t>(root, 50);  // Trying to insert a duplicate value</a:t>
            </a:r>
          </a:p>
          <a:p>
            <a:pPr>
              <a:lnSpc>
                <a:spcPct val="115000"/>
              </a:lnSpc>
              <a:spcAft>
                <a:spcPts val="800"/>
              </a:spcAft>
            </a:pPr>
            <a:r>
              <a:rPr lang="en-US" kern="100" dirty="0">
                <a:latin typeface="Aptos" panose="020B0004020202020204" pitchFamily="34" charset="0"/>
                <a:ea typeface="Aptos" panose="020B0004020202020204" pitchFamily="34" charset="0"/>
                <a:cs typeface="Times New Roman" panose="02020603050405020304" pitchFamily="18" charset="0"/>
              </a:rPr>
              <a:t>    return 0;</a:t>
            </a:r>
          </a:p>
          <a:p>
            <a:pPr>
              <a:lnSpc>
                <a:spcPct val="115000"/>
              </a:lnSpc>
              <a:spcAft>
                <a:spcPts val="800"/>
              </a:spcAft>
            </a:pPr>
            <a:r>
              <a:rPr lang="en-US" kern="100" dirty="0">
                <a:latin typeface="Aptos" panose="020B0004020202020204" pitchFamily="34" charset="0"/>
                <a:ea typeface="Aptos" panose="020B0004020202020204" pitchFamily="34" charset="0"/>
                <a:cs typeface="Times New Roman" panose="02020603050405020304" pitchFamily="18" charset="0"/>
              </a:rPr>
              <a:t>}</a:t>
            </a:r>
            <a:endParaRPr lang="en-US" kern="100" dirty="0">
              <a:latin typeface="Aptos" panose="020B0004020202020204" pitchFamily="34" charset="0"/>
              <a:cs typeface="Times New Roman" panose="02020603050405020304" pitchFamily="18" charset="0"/>
            </a:endParaRPr>
          </a:p>
          <a:p>
            <a:pPr marL="0" marR="0">
              <a:lnSpc>
                <a:spcPct val="115000"/>
              </a:lnSpc>
              <a:spcBef>
                <a:spcPts val="0"/>
              </a:spcBef>
              <a:spcAft>
                <a:spcPts val="800"/>
              </a:spcAft>
            </a:pPr>
            <a:endParaRPr lang="en-US" dirty="0"/>
          </a:p>
        </p:txBody>
      </p:sp>
      <p:sp>
        <p:nvSpPr>
          <p:cNvPr id="5" name="Footer Placeholder 4">
            <a:extLst>
              <a:ext uri="{FF2B5EF4-FFF2-40B4-BE49-F238E27FC236}">
                <a16:creationId xmlns:a16="http://schemas.microsoft.com/office/drawing/2014/main" id="{653CB16B-F115-69FB-93B4-496431E906BD}"/>
              </a:ext>
            </a:extLst>
          </p:cNvPr>
          <p:cNvSpPr>
            <a:spLocks noGrp="1"/>
          </p:cNvSpPr>
          <p:nvPr>
            <p:ph type="ftr" sz="quarter" idx="11"/>
          </p:nvPr>
        </p:nvSpPr>
        <p:spPr/>
        <p:txBody>
          <a:bodyPr/>
          <a:lstStyle/>
          <a:p>
            <a:r>
              <a:rPr lang="en-US"/>
              <a:t>Algorithm and Data Structure </a:t>
            </a:r>
            <a:endParaRPr lang="en-US" dirty="0"/>
          </a:p>
        </p:txBody>
      </p:sp>
      <p:sp>
        <p:nvSpPr>
          <p:cNvPr id="7" name="Slide Number Placeholder 6">
            <a:extLst>
              <a:ext uri="{FF2B5EF4-FFF2-40B4-BE49-F238E27FC236}">
                <a16:creationId xmlns:a16="http://schemas.microsoft.com/office/drawing/2014/main" id="{803D3F19-4F4B-F321-F40A-9683249965D3}"/>
              </a:ext>
            </a:extLst>
          </p:cNvPr>
          <p:cNvSpPr>
            <a:spLocks noGrp="1"/>
          </p:cNvSpPr>
          <p:nvPr>
            <p:ph type="sldNum" sz="quarter" idx="12"/>
          </p:nvPr>
        </p:nvSpPr>
        <p:spPr/>
        <p:txBody>
          <a:bodyPr/>
          <a:lstStyle/>
          <a:p>
            <a:fld id="{95E664E9-BB0A-4932-9D77-E0DDE5779A37}" type="slidenum">
              <a:rPr lang="en-US" smtClean="0"/>
              <a:pPr/>
              <a:t>170</a:t>
            </a:fld>
            <a:endParaRPr lang="en-US" dirty="0"/>
          </a:p>
        </p:txBody>
      </p:sp>
    </p:spTree>
    <p:extLst>
      <p:ext uri="{BB962C8B-B14F-4D97-AF65-F5344CB8AC3E}">
        <p14:creationId xmlns:p14="http://schemas.microsoft.com/office/powerpoint/2010/main" val="2115394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88B67-C8DE-08D4-CC09-8224430FE959}"/>
              </a:ext>
            </a:extLst>
          </p:cNvPr>
          <p:cNvSpPr>
            <a:spLocks noGrp="1"/>
          </p:cNvSpPr>
          <p:nvPr>
            <p:ph type="title"/>
          </p:nvPr>
        </p:nvSpPr>
        <p:spPr/>
        <p:txBody>
          <a:bodyPr/>
          <a:lstStyle/>
          <a:p>
            <a:r>
              <a:rPr lang="en-US" dirty="0"/>
              <a:t>Example</a:t>
            </a:r>
          </a:p>
        </p:txBody>
      </p:sp>
      <p:sp>
        <p:nvSpPr>
          <p:cNvPr id="3" name="Footer Placeholder 2">
            <a:extLst>
              <a:ext uri="{FF2B5EF4-FFF2-40B4-BE49-F238E27FC236}">
                <a16:creationId xmlns:a16="http://schemas.microsoft.com/office/drawing/2014/main" id="{45474F40-FD5E-241F-CC5B-BAB305B5D28E}"/>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9124A7B8-3F7A-FB42-E44A-32541DEDD3BD}"/>
              </a:ext>
            </a:extLst>
          </p:cNvPr>
          <p:cNvSpPr>
            <a:spLocks noGrp="1"/>
          </p:cNvSpPr>
          <p:nvPr>
            <p:ph type="sldNum" sz="quarter" idx="12"/>
          </p:nvPr>
        </p:nvSpPr>
        <p:spPr/>
        <p:txBody>
          <a:bodyPr/>
          <a:lstStyle/>
          <a:p>
            <a:fld id="{95E664E9-BB0A-4932-9D77-E0DDE5779A37}" type="slidenum">
              <a:rPr lang="en-US" smtClean="0"/>
              <a:pPr/>
              <a:t>171</a:t>
            </a:fld>
            <a:endParaRPr lang="en-US" dirty="0"/>
          </a:p>
        </p:txBody>
      </p:sp>
      <p:sp>
        <p:nvSpPr>
          <p:cNvPr id="5" name="Content Placeholder 4">
            <a:extLst>
              <a:ext uri="{FF2B5EF4-FFF2-40B4-BE49-F238E27FC236}">
                <a16:creationId xmlns:a16="http://schemas.microsoft.com/office/drawing/2014/main" id="{573F3AB7-B0FE-E44E-ED14-56C5C8C98B8B}"/>
              </a:ext>
            </a:extLst>
          </p:cNvPr>
          <p:cNvSpPr>
            <a:spLocks noGrp="1"/>
          </p:cNvSpPr>
          <p:nvPr>
            <p:ph sz="quarter" idx="1"/>
          </p:nvPr>
        </p:nvSpPr>
        <p:spPr>
          <a:xfrm>
            <a:off x="457200" y="1219200"/>
            <a:ext cx="4724400" cy="4937760"/>
          </a:xfrm>
        </p:spPr>
        <p:txBody>
          <a:bodyPr>
            <a:normAutofit fontScale="70000" lnSpcReduction="20000"/>
          </a:bodyPr>
          <a:lstStyle/>
          <a:p>
            <a:r>
              <a:rPr lang="en-US" sz="2300" dirty="0"/>
              <a:t>Suppose we have a BST like:</a:t>
            </a:r>
          </a:p>
          <a:p>
            <a:endParaRPr lang="en-US" sz="2300" dirty="0"/>
          </a:p>
          <a:p>
            <a:pPr marL="0" indent="0">
              <a:buNone/>
            </a:pPr>
            <a:r>
              <a:rPr lang="en-US" sz="2300" dirty="0"/>
              <a:t>        50</a:t>
            </a:r>
          </a:p>
          <a:p>
            <a:pPr marL="0" indent="0">
              <a:buNone/>
            </a:pPr>
            <a:r>
              <a:rPr lang="en-US" sz="2300" dirty="0"/>
              <a:t>      /</a:t>
            </a:r>
          </a:p>
          <a:p>
            <a:pPr marL="0" indent="0">
              <a:buNone/>
            </a:pPr>
            <a:r>
              <a:rPr lang="en-US" sz="2300" dirty="0"/>
              <a:t>  30</a:t>
            </a:r>
          </a:p>
          <a:p>
            <a:pPr marL="0" indent="0">
              <a:buNone/>
            </a:pPr>
            <a:endParaRPr lang="en-US" sz="2300" dirty="0"/>
          </a:p>
          <a:p>
            <a:pPr marL="0" indent="0">
              <a:buNone/>
            </a:pPr>
            <a:r>
              <a:rPr lang="en-US" sz="2300" dirty="0"/>
              <a:t>You want to insert 20.</a:t>
            </a:r>
          </a:p>
          <a:p>
            <a:pPr marL="0" indent="0">
              <a:buNone/>
            </a:pPr>
            <a:r>
              <a:rPr lang="en-US" dirty="0"/>
              <a:t>Here's how the recursion will flow:</a:t>
            </a:r>
          </a:p>
          <a:p>
            <a:pPr marL="0" indent="0">
              <a:buNone/>
            </a:pPr>
            <a:r>
              <a:rPr lang="en-US" dirty="0"/>
              <a:t>Call 1: </a:t>
            </a:r>
          </a:p>
          <a:p>
            <a:pPr lvl="1"/>
            <a:r>
              <a:rPr lang="en-US" dirty="0" err="1"/>
              <a:t>insertNode</a:t>
            </a:r>
            <a:r>
              <a:rPr lang="en-US" dirty="0"/>
              <a:t>(root, 20);</a:t>
            </a:r>
          </a:p>
          <a:p>
            <a:pPr lvl="1"/>
            <a:r>
              <a:rPr lang="en-US" dirty="0"/>
              <a:t>root = 50</a:t>
            </a:r>
          </a:p>
          <a:p>
            <a:pPr lvl="1"/>
            <a:r>
              <a:rPr lang="en-US" dirty="0"/>
              <a:t>20 &lt; 50 → Call </a:t>
            </a:r>
            <a:r>
              <a:rPr lang="en-US" dirty="0" err="1"/>
              <a:t>insertNode</a:t>
            </a:r>
            <a:r>
              <a:rPr lang="en-US" dirty="0"/>
              <a:t>(root-&gt;left, 20) → Go to Call 2</a:t>
            </a:r>
          </a:p>
          <a:p>
            <a:pPr marL="0" indent="0">
              <a:buNone/>
            </a:pPr>
            <a:r>
              <a:rPr lang="en-US" dirty="0"/>
              <a:t>Call 2:</a:t>
            </a:r>
          </a:p>
          <a:p>
            <a:pPr lvl="1"/>
            <a:r>
              <a:rPr lang="en-US" dirty="0"/>
              <a:t>root = 30</a:t>
            </a:r>
          </a:p>
          <a:p>
            <a:pPr lvl="1"/>
            <a:r>
              <a:rPr lang="en-US" dirty="0"/>
              <a:t>20 &lt; 30 → Call </a:t>
            </a:r>
            <a:r>
              <a:rPr lang="en-US" dirty="0" err="1"/>
              <a:t>insertNode</a:t>
            </a:r>
            <a:r>
              <a:rPr lang="en-US" dirty="0"/>
              <a:t>(root-&gt;left, 20) → Go to Call 3</a:t>
            </a:r>
          </a:p>
          <a:p>
            <a:pPr marL="0" indent="0">
              <a:buNone/>
            </a:pPr>
            <a:endParaRPr lang="en-US" dirty="0"/>
          </a:p>
        </p:txBody>
      </p:sp>
      <p:sp>
        <p:nvSpPr>
          <p:cNvPr id="6" name="Content Placeholder 5">
            <a:extLst>
              <a:ext uri="{FF2B5EF4-FFF2-40B4-BE49-F238E27FC236}">
                <a16:creationId xmlns:a16="http://schemas.microsoft.com/office/drawing/2014/main" id="{BCACBDD3-2B83-578D-AE39-9557C0B93687}"/>
              </a:ext>
            </a:extLst>
          </p:cNvPr>
          <p:cNvSpPr>
            <a:spLocks noGrp="1"/>
          </p:cNvSpPr>
          <p:nvPr>
            <p:ph sz="quarter" idx="2"/>
          </p:nvPr>
        </p:nvSpPr>
        <p:spPr>
          <a:xfrm>
            <a:off x="5105400" y="1216152"/>
            <a:ext cx="4038600" cy="4937760"/>
          </a:xfrm>
        </p:spPr>
        <p:txBody>
          <a:bodyPr>
            <a:normAutofit fontScale="70000" lnSpcReduction="20000"/>
          </a:bodyPr>
          <a:lstStyle/>
          <a:p>
            <a:pPr marL="0" indent="0">
              <a:buNone/>
            </a:pPr>
            <a:r>
              <a:rPr lang="en-US" dirty="0"/>
              <a:t>Call 3 (Base Case):</a:t>
            </a:r>
          </a:p>
          <a:p>
            <a:pPr lvl="1"/>
            <a:r>
              <a:rPr lang="en-US" dirty="0"/>
              <a:t>root = </a:t>
            </a:r>
            <a:r>
              <a:rPr lang="en-US" dirty="0" err="1"/>
              <a:t>nullptr</a:t>
            </a:r>
            <a:endParaRPr lang="en-US" dirty="0"/>
          </a:p>
          <a:p>
            <a:pPr lvl="1"/>
            <a:r>
              <a:rPr lang="en-US" dirty="0"/>
              <a:t>Now insert: root = new Node(20);</a:t>
            </a:r>
          </a:p>
          <a:p>
            <a:pPr lvl="1"/>
            <a:r>
              <a:rPr lang="en-US" dirty="0"/>
              <a:t>Print: Node inserted successfully</a:t>
            </a:r>
          </a:p>
          <a:p>
            <a:pPr lvl="1"/>
            <a:r>
              <a:rPr lang="en-US" b="1" dirty="0"/>
              <a:t>This call now returns</a:t>
            </a:r>
          </a:p>
          <a:p>
            <a:pPr marL="274320" lvl="1" indent="0">
              <a:buNone/>
            </a:pPr>
            <a:endParaRPr lang="en-US" b="1" dirty="0"/>
          </a:p>
          <a:p>
            <a:pPr marL="274320" lvl="1" indent="0">
              <a:buNone/>
            </a:pPr>
            <a:r>
              <a:rPr lang="en-US" b="1" dirty="0"/>
              <a:t>What Happens When Returning?</a:t>
            </a:r>
          </a:p>
          <a:p>
            <a:pPr marL="274320" lvl="1" indent="0">
              <a:buNone/>
            </a:pPr>
            <a:endParaRPr lang="en-US" b="1" dirty="0"/>
          </a:p>
          <a:p>
            <a:pPr marL="274320" lvl="1" indent="0">
              <a:buNone/>
            </a:pPr>
            <a:r>
              <a:rPr lang="en-US" b="1" dirty="0"/>
              <a:t>Call 3 returns:</a:t>
            </a:r>
          </a:p>
          <a:p>
            <a:pPr lvl="1"/>
            <a:r>
              <a:rPr lang="en-US" dirty="0"/>
              <a:t>It inserted the new node and returns control to </a:t>
            </a:r>
            <a:r>
              <a:rPr lang="en-US" b="1" dirty="0"/>
              <a:t>Call 2</a:t>
            </a:r>
          </a:p>
          <a:p>
            <a:pPr lvl="1"/>
            <a:endParaRPr lang="en-US" b="1" dirty="0"/>
          </a:p>
          <a:p>
            <a:pPr marL="274320" lvl="1" indent="0">
              <a:buNone/>
            </a:pPr>
            <a:r>
              <a:rPr lang="en-US" b="1" dirty="0"/>
              <a:t>Call 2 returns:</a:t>
            </a:r>
          </a:p>
          <a:p>
            <a:pPr lvl="1"/>
            <a:r>
              <a:rPr lang="en-US" dirty="0"/>
              <a:t>Nothing extra happens; it just finishes execution and returns to </a:t>
            </a:r>
            <a:r>
              <a:rPr lang="en-US" b="1" dirty="0"/>
              <a:t>Call 1</a:t>
            </a:r>
          </a:p>
          <a:p>
            <a:pPr lvl="1"/>
            <a:endParaRPr lang="en-US" b="1" dirty="0"/>
          </a:p>
          <a:p>
            <a:pPr marL="274320" lvl="1" indent="0">
              <a:buNone/>
            </a:pPr>
            <a:r>
              <a:rPr lang="en-US" b="1" dirty="0"/>
              <a:t>Call 1 returns: </a:t>
            </a:r>
          </a:p>
          <a:p>
            <a:pPr lvl="1"/>
            <a:r>
              <a:rPr lang="en-US" dirty="0"/>
              <a:t>Same — just ends and returns to wherever </a:t>
            </a:r>
            <a:r>
              <a:rPr lang="en-US" dirty="0" err="1"/>
              <a:t>insertNode</a:t>
            </a:r>
            <a:r>
              <a:rPr lang="en-US" dirty="0"/>
              <a:t>() was first called.</a:t>
            </a:r>
          </a:p>
        </p:txBody>
      </p:sp>
    </p:spTree>
    <p:extLst>
      <p:ext uri="{BB962C8B-B14F-4D97-AF65-F5344CB8AC3E}">
        <p14:creationId xmlns:p14="http://schemas.microsoft.com/office/powerpoint/2010/main" val="2797986663"/>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F9B46D-E907-5505-D23E-0E742BF921A4}"/>
              </a:ext>
            </a:extLst>
          </p:cNvPr>
          <p:cNvSpPr txBox="1"/>
          <p:nvPr/>
        </p:nvSpPr>
        <p:spPr>
          <a:xfrm>
            <a:off x="76200" y="0"/>
            <a:ext cx="4419600" cy="3240567"/>
          </a:xfrm>
          <a:prstGeom prst="rect">
            <a:avLst/>
          </a:prstGeom>
          <a:solidFill>
            <a:schemeClr val="accent2">
              <a:lumMod val="60000"/>
              <a:lumOff val="40000"/>
            </a:schemeClr>
          </a:solidFill>
        </p:spPr>
        <p:txBody>
          <a:bodyPr wrap="square">
            <a:spAutoFit/>
          </a:bodyPr>
          <a:lstStyle/>
          <a:p>
            <a:pPr marL="0" marR="0">
              <a:lnSpc>
                <a:spcPct val="115000"/>
              </a:lnSpc>
              <a:spcBef>
                <a:spcPts val="0"/>
              </a:spcBef>
              <a:spcAft>
                <a:spcPts val="800"/>
              </a:spcAf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 Function to display </a:t>
            </a:r>
            <a:r>
              <a:rPr lang="en-US" sz="1800" b="1" kern="100" dirty="0" err="1">
                <a:effectLst/>
                <a:latin typeface="Aptos" panose="020B0004020202020204" pitchFamily="34" charset="0"/>
                <a:ea typeface="Aptos" panose="020B0004020202020204" pitchFamily="34" charset="0"/>
                <a:cs typeface="Times New Roman" panose="02020603050405020304" pitchFamily="18" charset="0"/>
              </a:rPr>
              <a:t>inorder</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 traversal of BST</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void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inorderTraversal</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(Node* root) {</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if (root == NULL) return;</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inorderTraversal</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(root-&gt;left);</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cout</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&lt;&lt; root-&gt;data &lt;&lt; " ";</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inorderTraversal</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(root-&gt;right);</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p>
        </p:txBody>
      </p:sp>
      <p:sp>
        <p:nvSpPr>
          <p:cNvPr id="6" name="TextBox 5">
            <a:extLst>
              <a:ext uri="{FF2B5EF4-FFF2-40B4-BE49-F238E27FC236}">
                <a16:creationId xmlns:a16="http://schemas.microsoft.com/office/drawing/2014/main" id="{5011E9DA-9ECC-FCA1-70D0-3002F6D35A36}"/>
              </a:ext>
            </a:extLst>
          </p:cNvPr>
          <p:cNvSpPr txBox="1"/>
          <p:nvPr/>
        </p:nvSpPr>
        <p:spPr>
          <a:xfrm>
            <a:off x="4495800" y="0"/>
            <a:ext cx="4648200" cy="3343159"/>
          </a:xfrm>
          <a:prstGeom prst="rect">
            <a:avLst/>
          </a:prstGeom>
          <a:solidFill>
            <a:schemeClr val="accent4">
              <a:lumMod val="60000"/>
              <a:lumOff val="40000"/>
            </a:schemeClr>
          </a:solidFill>
        </p:spPr>
        <p:txBody>
          <a:bodyPr wrap="square">
            <a:spAutoFit/>
          </a:bodyPr>
          <a:lstStyle/>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 Display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inorder</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traversal of BST</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cout</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&lt;&lt;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Inorder</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traversal of BST: ";</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inorderTraversal</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(root);</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cout</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&lt;&lt;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endl</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return 0;</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p>
          <a:p>
            <a:pPr marL="0" marR="0">
              <a:lnSpc>
                <a:spcPct val="115000"/>
              </a:lnSpc>
              <a:spcBef>
                <a:spcPts val="0"/>
              </a:spcBef>
              <a:spcAft>
                <a:spcPts val="800"/>
              </a:spcAft>
            </a:pPr>
            <a:endParaRPr lang="en-US" kern="100" dirty="0">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Bef>
                <a:spcPts val="0"/>
              </a:spcBef>
              <a:spcAft>
                <a:spcPts val="80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56221440-8318-B9B3-974A-850393DD8188}"/>
              </a:ext>
            </a:extLst>
          </p:cNvPr>
          <p:cNvSpPr txBox="1"/>
          <p:nvPr/>
        </p:nvSpPr>
        <p:spPr>
          <a:xfrm>
            <a:off x="76200" y="3200400"/>
            <a:ext cx="4419600" cy="3128805"/>
          </a:xfrm>
          <a:prstGeom prst="rect">
            <a:avLst/>
          </a:prstGeom>
          <a:solidFill>
            <a:schemeClr val="accent3">
              <a:lumMod val="60000"/>
              <a:lumOff val="40000"/>
            </a:schemeClr>
          </a:solidFill>
        </p:spPr>
        <p:txBody>
          <a:bodyPr wrap="square">
            <a:spAutoFit/>
          </a:bodyPr>
          <a:lstStyle/>
          <a:p>
            <a:pPr marL="0" marR="0">
              <a:lnSpc>
                <a:spcPct val="115000"/>
              </a:lnSpc>
              <a:spcBef>
                <a:spcPts val="0"/>
              </a:spcBef>
              <a:spcAft>
                <a:spcPts val="800"/>
              </a:spcAft>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int main() {</a:t>
            </a:r>
          </a:p>
          <a:p>
            <a:pPr marL="0" marR="0">
              <a:lnSpc>
                <a:spcPct val="115000"/>
              </a:lnSpc>
              <a:spcBef>
                <a:spcPts val="0"/>
              </a:spcBef>
              <a:spcAft>
                <a:spcPts val="800"/>
              </a:spcAft>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    Node* root = NULL; // Initialize empty BST</a:t>
            </a:r>
          </a:p>
          <a:p>
            <a:pPr marL="0" marR="0">
              <a:lnSpc>
                <a:spcPct val="115000"/>
              </a:lnSpc>
              <a:spcBef>
                <a:spcPts val="0"/>
              </a:spcBef>
              <a:spcAft>
                <a:spcPts val="800"/>
              </a:spcAft>
            </a:pPr>
            <a:r>
              <a:rPr lang="en-US" sz="1200" b="1" kern="100" dirty="0">
                <a:effectLst/>
                <a:latin typeface="Aptos" panose="020B0004020202020204" pitchFamily="34" charset="0"/>
                <a:ea typeface="Aptos" panose="020B0004020202020204" pitchFamily="34" charset="0"/>
                <a:cs typeface="Times New Roman" panose="02020603050405020304" pitchFamily="18" charset="0"/>
              </a:rPr>
              <a:t>     // Insert nodes into BST</a:t>
            </a:r>
          </a:p>
          <a:p>
            <a:pPr marL="0" marR="0">
              <a:lnSpc>
                <a:spcPct val="115000"/>
              </a:lnSpc>
              <a:spcBef>
                <a:spcPts val="0"/>
              </a:spcBef>
              <a:spcAft>
                <a:spcPts val="800"/>
              </a:spcAft>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insertNode</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(root, 50);</a:t>
            </a:r>
          </a:p>
          <a:p>
            <a:pPr marL="0" marR="0">
              <a:lnSpc>
                <a:spcPct val="115000"/>
              </a:lnSpc>
              <a:spcBef>
                <a:spcPts val="0"/>
              </a:spcBef>
              <a:spcAft>
                <a:spcPts val="800"/>
              </a:spcAft>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insertNode</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(root, 30);</a:t>
            </a:r>
          </a:p>
          <a:p>
            <a:pPr marL="0" marR="0">
              <a:lnSpc>
                <a:spcPct val="115000"/>
              </a:lnSpc>
              <a:spcBef>
                <a:spcPts val="0"/>
              </a:spcBef>
              <a:spcAft>
                <a:spcPts val="800"/>
              </a:spcAft>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insertNode</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(root, 20);</a:t>
            </a:r>
          </a:p>
          <a:p>
            <a:pPr marL="0" marR="0">
              <a:lnSpc>
                <a:spcPct val="115000"/>
              </a:lnSpc>
              <a:spcBef>
                <a:spcPts val="0"/>
              </a:spcBef>
              <a:spcAft>
                <a:spcPts val="800"/>
              </a:spcAft>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insertNode</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(root, 40);</a:t>
            </a:r>
          </a:p>
          <a:p>
            <a:pPr marL="0" marR="0">
              <a:lnSpc>
                <a:spcPct val="115000"/>
              </a:lnSpc>
              <a:spcBef>
                <a:spcPts val="0"/>
              </a:spcBef>
              <a:spcAft>
                <a:spcPts val="800"/>
              </a:spcAft>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insertNode</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(root, 70);</a:t>
            </a:r>
          </a:p>
          <a:p>
            <a:pPr marL="0" marR="0">
              <a:lnSpc>
                <a:spcPct val="115000"/>
              </a:lnSpc>
              <a:spcBef>
                <a:spcPts val="0"/>
              </a:spcBef>
              <a:spcAft>
                <a:spcPts val="800"/>
              </a:spcAft>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insertNode</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(root, 60);</a:t>
            </a:r>
          </a:p>
          <a:p>
            <a:pPr marL="0" marR="0">
              <a:lnSpc>
                <a:spcPct val="115000"/>
              </a:lnSpc>
              <a:spcBef>
                <a:spcPts val="0"/>
              </a:spcBef>
              <a:spcAft>
                <a:spcPts val="800"/>
              </a:spcAft>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insertNode</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(root, 80);</a:t>
            </a:r>
          </a:p>
        </p:txBody>
      </p:sp>
      <p:sp>
        <p:nvSpPr>
          <p:cNvPr id="10" name="TextBox 9">
            <a:extLst>
              <a:ext uri="{FF2B5EF4-FFF2-40B4-BE49-F238E27FC236}">
                <a16:creationId xmlns:a16="http://schemas.microsoft.com/office/drawing/2014/main" id="{D57F77DA-7352-D4E6-6A76-C13D537D8CC9}"/>
              </a:ext>
            </a:extLst>
          </p:cNvPr>
          <p:cNvSpPr txBox="1"/>
          <p:nvPr/>
        </p:nvSpPr>
        <p:spPr>
          <a:xfrm>
            <a:off x="4495800" y="3277612"/>
            <a:ext cx="4648200" cy="3046988"/>
          </a:xfrm>
          <a:prstGeom prst="rect">
            <a:avLst/>
          </a:prstGeom>
          <a:solidFill>
            <a:schemeClr val="accent5">
              <a:lumMod val="60000"/>
              <a:lumOff val="40000"/>
            </a:schemeClr>
          </a:solidFill>
        </p:spPr>
        <p:txBody>
          <a:bodyPr wrap="square">
            <a:spAutoFit/>
          </a:bodyPr>
          <a:lstStyle/>
          <a:p>
            <a:r>
              <a:rPr lang="en-US" sz="3200" dirty="0"/>
              <a:t>                 50</a:t>
            </a:r>
          </a:p>
          <a:p>
            <a:r>
              <a:rPr lang="en-US" sz="3200" dirty="0"/>
              <a:t>               /     \</a:t>
            </a:r>
          </a:p>
          <a:p>
            <a:r>
              <a:rPr lang="en-US" sz="3200" dirty="0"/>
              <a:t>            30      70</a:t>
            </a:r>
          </a:p>
          <a:p>
            <a:r>
              <a:rPr lang="en-US" sz="3200" dirty="0"/>
              <a:t>           /   \     /   \</a:t>
            </a:r>
          </a:p>
          <a:p>
            <a:r>
              <a:rPr lang="en-US" sz="3200" dirty="0"/>
              <a:t>        20   40 60   80</a:t>
            </a:r>
          </a:p>
          <a:p>
            <a:endParaRPr lang="en-US" sz="3200" dirty="0"/>
          </a:p>
        </p:txBody>
      </p:sp>
      <p:sp>
        <p:nvSpPr>
          <p:cNvPr id="5" name="Footer Placeholder 4">
            <a:extLst>
              <a:ext uri="{FF2B5EF4-FFF2-40B4-BE49-F238E27FC236}">
                <a16:creationId xmlns:a16="http://schemas.microsoft.com/office/drawing/2014/main" id="{14D77F6E-DEAE-733C-22E9-11F4E918FCF2}"/>
              </a:ext>
            </a:extLst>
          </p:cNvPr>
          <p:cNvSpPr>
            <a:spLocks noGrp="1"/>
          </p:cNvSpPr>
          <p:nvPr>
            <p:ph type="ftr" sz="quarter" idx="11"/>
          </p:nvPr>
        </p:nvSpPr>
        <p:spPr/>
        <p:txBody>
          <a:bodyPr/>
          <a:lstStyle/>
          <a:p>
            <a:r>
              <a:rPr lang="en-US"/>
              <a:t>Algorithm and Data Structure </a:t>
            </a:r>
            <a:endParaRPr lang="en-US" dirty="0"/>
          </a:p>
        </p:txBody>
      </p:sp>
      <p:sp>
        <p:nvSpPr>
          <p:cNvPr id="7" name="Slide Number Placeholder 6">
            <a:extLst>
              <a:ext uri="{FF2B5EF4-FFF2-40B4-BE49-F238E27FC236}">
                <a16:creationId xmlns:a16="http://schemas.microsoft.com/office/drawing/2014/main" id="{4492B80C-F6D6-B131-034E-B8A7BB865DFE}"/>
              </a:ext>
            </a:extLst>
          </p:cNvPr>
          <p:cNvSpPr>
            <a:spLocks noGrp="1"/>
          </p:cNvSpPr>
          <p:nvPr>
            <p:ph type="sldNum" sz="quarter" idx="12"/>
          </p:nvPr>
        </p:nvSpPr>
        <p:spPr/>
        <p:txBody>
          <a:bodyPr/>
          <a:lstStyle/>
          <a:p>
            <a:fld id="{95E664E9-BB0A-4932-9D77-E0DDE5779A37}" type="slidenum">
              <a:rPr lang="en-US" smtClean="0"/>
              <a:pPr/>
              <a:t>172</a:t>
            </a:fld>
            <a:endParaRPr lang="en-US" dirty="0"/>
          </a:p>
        </p:txBody>
      </p:sp>
    </p:spTree>
    <p:extLst>
      <p:ext uri="{BB962C8B-B14F-4D97-AF65-F5344CB8AC3E}">
        <p14:creationId xmlns:p14="http://schemas.microsoft.com/office/powerpoint/2010/main" val="3437019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0" grpId="0" animBg="1"/>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SEARCHING A NODE</a:t>
            </a:r>
            <a:br>
              <a:rPr lang="en-US" b="1" dirty="0"/>
            </a:br>
            <a:endParaRPr lang="en-US" dirty="0"/>
          </a:p>
        </p:txBody>
      </p:sp>
      <p:sp>
        <p:nvSpPr>
          <p:cNvPr id="4" name="Content Placeholder 3"/>
          <p:cNvSpPr>
            <a:spLocks noGrp="1"/>
          </p:cNvSpPr>
          <p:nvPr>
            <p:ph sz="quarter" idx="1"/>
          </p:nvPr>
        </p:nvSpPr>
        <p:spPr/>
        <p:txBody>
          <a:bodyPr>
            <a:normAutofit fontScale="77500" lnSpcReduction="20000"/>
          </a:bodyPr>
          <a:lstStyle/>
          <a:p>
            <a:pPr>
              <a:buNone/>
            </a:pPr>
            <a:r>
              <a:rPr lang="en-US" b="1" dirty="0"/>
              <a:t>ALGORITHM</a:t>
            </a:r>
          </a:p>
          <a:p>
            <a:pPr>
              <a:buNone/>
            </a:pPr>
            <a:r>
              <a:rPr lang="en-US" dirty="0"/>
              <a:t>1. Input the DATA to be searched and assign the address of the root node to ROOT.</a:t>
            </a:r>
          </a:p>
          <a:p>
            <a:pPr>
              <a:buNone/>
            </a:pPr>
            <a:r>
              <a:rPr lang="en-US" dirty="0"/>
              <a:t>2. If (DATA == ROOT → Info)</a:t>
            </a:r>
          </a:p>
          <a:p>
            <a:pPr lvl="1">
              <a:buNone/>
            </a:pPr>
            <a:r>
              <a:rPr lang="en-US" dirty="0"/>
              <a:t>(</a:t>
            </a:r>
            <a:r>
              <a:rPr lang="en-US" i="1" dirty="0"/>
              <a:t>a) Display “The DATA exist in the tree”</a:t>
            </a:r>
          </a:p>
          <a:p>
            <a:pPr lvl="1">
              <a:buNone/>
            </a:pPr>
            <a:r>
              <a:rPr lang="en-US" dirty="0"/>
              <a:t>(</a:t>
            </a:r>
            <a:r>
              <a:rPr lang="en-US" i="1" dirty="0"/>
              <a:t>b) </a:t>
            </a:r>
            <a:r>
              <a:rPr lang="en-US" i="1" dirty="0" err="1"/>
              <a:t>GoTo</a:t>
            </a:r>
            <a:r>
              <a:rPr lang="en-US" i="1" dirty="0"/>
              <a:t> Step 6</a:t>
            </a:r>
          </a:p>
          <a:p>
            <a:pPr>
              <a:buNone/>
            </a:pPr>
            <a:r>
              <a:rPr lang="en-US" dirty="0"/>
              <a:t>3. If (ROOT == NULL)</a:t>
            </a:r>
          </a:p>
          <a:p>
            <a:pPr lvl="1">
              <a:buNone/>
            </a:pPr>
            <a:r>
              <a:rPr lang="en-US" dirty="0"/>
              <a:t>(</a:t>
            </a:r>
            <a:r>
              <a:rPr lang="en-US" i="1" dirty="0"/>
              <a:t>a) Display “The DATA does not exist”</a:t>
            </a:r>
          </a:p>
          <a:p>
            <a:pPr lvl="1">
              <a:buNone/>
            </a:pPr>
            <a:r>
              <a:rPr lang="en-US" dirty="0"/>
              <a:t>(</a:t>
            </a:r>
            <a:r>
              <a:rPr lang="en-US" i="1" dirty="0"/>
              <a:t>b) </a:t>
            </a:r>
            <a:r>
              <a:rPr lang="en-US" i="1" dirty="0" err="1"/>
              <a:t>GoTo</a:t>
            </a:r>
            <a:r>
              <a:rPr lang="en-US" i="1" dirty="0"/>
              <a:t> Step 6</a:t>
            </a:r>
          </a:p>
          <a:p>
            <a:pPr>
              <a:buNone/>
            </a:pPr>
            <a:r>
              <a:rPr lang="en-US" dirty="0"/>
              <a:t>4. If(DATA &gt; </a:t>
            </a:r>
            <a:r>
              <a:rPr lang="en-US" dirty="0" err="1"/>
              <a:t>ROOT→Info</a:t>
            </a:r>
            <a:r>
              <a:rPr lang="en-US" dirty="0"/>
              <a:t>)</a:t>
            </a:r>
          </a:p>
          <a:p>
            <a:pPr lvl="1">
              <a:buNone/>
            </a:pPr>
            <a:r>
              <a:rPr lang="en-US" dirty="0"/>
              <a:t>(</a:t>
            </a:r>
            <a:r>
              <a:rPr lang="en-US" i="1" dirty="0"/>
              <a:t>a) ROOT = </a:t>
            </a:r>
            <a:r>
              <a:rPr lang="en-US" i="1" dirty="0" err="1"/>
              <a:t>ROOT→RChild</a:t>
            </a:r>
            <a:endParaRPr lang="en-US" i="1" dirty="0"/>
          </a:p>
          <a:p>
            <a:pPr lvl="1">
              <a:buNone/>
            </a:pPr>
            <a:r>
              <a:rPr lang="en-US" dirty="0"/>
              <a:t>(</a:t>
            </a:r>
            <a:r>
              <a:rPr lang="en-US" i="1" dirty="0"/>
              <a:t>b) </a:t>
            </a:r>
            <a:r>
              <a:rPr lang="en-US" i="1" dirty="0" err="1"/>
              <a:t>GoTo</a:t>
            </a:r>
            <a:r>
              <a:rPr lang="en-US" i="1" dirty="0"/>
              <a:t> Step 2</a:t>
            </a:r>
          </a:p>
          <a:p>
            <a:pPr>
              <a:buNone/>
            </a:pPr>
            <a:r>
              <a:rPr lang="en-US" dirty="0"/>
              <a:t>5. If(DATA &lt; </a:t>
            </a:r>
            <a:r>
              <a:rPr lang="en-US" dirty="0" err="1"/>
              <a:t>ROOT→Info</a:t>
            </a:r>
            <a:r>
              <a:rPr lang="en-US" dirty="0"/>
              <a:t>)</a:t>
            </a:r>
          </a:p>
          <a:p>
            <a:pPr lvl="1">
              <a:buNone/>
            </a:pPr>
            <a:r>
              <a:rPr lang="en-US" dirty="0"/>
              <a:t>(</a:t>
            </a:r>
            <a:r>
              <a:rPr lang="en-US" i="1" dirty="0"/>
              <a:t>a) ROOT = </a:t>
            </a:r>
            <a:r>
              <a:rPr lang="en-US" i="1" dirty="0" err="1"/>
              <a:t>ROOT→Lchild</a:t>
            </a:r>
            <a:endParaRPr lang="en-US" i="1" dirty="0"/>
          </a:p>
          <a:p>
            <a:pPr lvl="1">
              <a:buNone/>
            </a:pPr>
            <a:r>
              <a:rPr lang="en-US" dirty="0"/>
              <a:t>(</a:t>
            </a:r>
            <a:r>
              <a:rPr lang="en-US" i="1" dirty="0"/>
              <a:t>b) </a:t>
            </a:r>
            <a:r>
              <a:rPr lang="en-US" i="1" dirty="0" err="1"/>
              <a:t>GoTo</a:t>
            </a:r>
            <a:r>
              <a:rPr lang="en-US" i="1" dirty="0"/>
              <a:t> Step 2</a:t>
            </a:r>
          </a:p>
          <a:p>
            <a:pPr>
              <a:buNone/>
            </a:pPr>
            <a:r>
              <a:rPr lang="en-US" dirty="0"/>
              <a:t>6. Exit</a:t>
            </a:r>
          </a:p>
        </p:txBody>
      </p:sp>
      <p:sp>
        <p:nvSpPr>
          <p:cNvPr id="6" name="Footer Placeholder 5">
            <a:extLst>
              <a:ext uri="{FF2B5EF4-FFF2-40B4-BE49-F238E27FC236}">
                <a16:creationId xmlns:a16="http://schemas.microsoft.com/office/drawing/2014/main" id="{F1B4E810-BBB1-C280-1829-E539F94C82CD}"/>
              </a:ext>
            </a:extLst>
          </p:cNvPr>
          <p:cNvSpPr>
            <a:spLocks noGrp="1"/>
          </p:cNvSpPr>
          <p:nvPr>
            <p:ph type="ftr" sz="quarter" idx="11"/>
          </p:nvPr>
        </p:nvSpPr>
        <p:spPr/>
        <p:txBody>
          <a:bodyPr/>
          <a:lstStyle/>
          <a:p>
            <a:r>
              <a:rPr lang="en-US"/>
              <a:t>Algorithm and Data Structure </a:t>
            </a:r>
            <a:endParaRPr lang="en-US" dirty="0"/>
          </a:p>
        </p:txBody>
      </p:sp>
      <p:sp>
        <p:nvSpPr>
          <p:cNvPr id="7" name="Slide Number Placeholder 6">
            <a:extLst>
              <a:ext uri="{FF2B5EF4-FFF2-40B4-BE49-F238E27FC236}">
                <a16:creationId xmlns:a16="http://schemas.microsoft.com/office/drawing/2014/main" id="{621D1FFC-DDB3-ECB4-6009-D6D98F37520F}"/>
              </a:ext>
            </a:extLst>
          </p:cNvPr>
          <p:cNvSpPr>
            <a:spLocks noGrp="1"/>
          </p:cNvSpPr>
          <p:nvPr>
            <p:ph type="sldNum" sz="quarter" idx="12"/>
          </p:nvPr>
        </p:nvSpPr>
        <p:spPr/>
        <p:txBody>
          <a:bodyPr/>
          <a:lstStyle/>
          <a:p>
            <a:fld id="{95E664E9-BB0A-4932-9D77-E0DDE5779A37}" type="slidenum">
              <a:rPr lang="en-US" smtClean="0"/>
              <a:pPr/>
              <a:t>173</a:t>
            </a:fld>
            <a:endParaRPr lang="en-US"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0D75F5F-5138-AABD-55BD-CA682DE1044E}"/>
              </a:ext>
            </a:extLst>
          </p:cNvPr>
          <p:cNvSpPr txBox="1"/>
          <p:nvPr/>
        </p:nvSpPr>
        <p:spPr>
          <a:xfrm>
            <a:off x="76200" y="0"/>
            <a:ext cx="4572000" cy="6547562"/>
          </a:xfrm>
          <a:prstGeom prst="rect">
            <a:avLst/>
          </a:prstGeom>
          <a:solidFill>
            <a:srgbClr val="FFFF00"/>
          </a:solidFill>
        </p:spPr>
        <p:txBody>
          <a:bodyPr wrap="square">
            <a:spAutoFit/>
          </a:bodyPr>
          <a:lstStyle/>
          <a:p>
            <a:pPr marL="0" marR="0">
              <a:lnSpc>
                <a:spcPct val="115000"/>
              </a:lnSpc>
              <a:spcBef>
                <a:spcPts val="0"/>
              </a:spcBef>
              <a:spcAft>
                <a:spcPts val="800"/>
              </a:spcAft>
            </a:pPr>
            <a:r>
              <a:rPr lang="en-US" sz="1550" kern="100" dirty="0">
                <a:effectLst/>
                <a:latin typeface="Aptos" panose="020B0004020202020204" pitchFamily="34" charset="0"/>
                <a:ea typeface="Aptos" panose="020B0004020202020204" pitchFamily="34" charset="0"/>
                <a:cs typeface="Times New Roman" panose="02020603050405020304" pitchFamily="18" charset="0"/>
              </a:rPr>
              <a:t> </a:t>
            </a:r>
            <a:r>
              <a:rPr lang="en-US" sz="1550" kern="100" dirty="0" err="1">
                <a:effectLst/>
                <a:latin typeface="Aptos" panose="020B0004020202020204" pitchFamily="34" charset="0"/>
                <a:ea typeface="Aptos" panose="020B0004020202020204" pitchFamily="34" charset="0"/>
                <a:cs typeface="Times New Roman" panose="02020603050405020304" pitchFamily="18" charset="0"/>
              </a:rPr>
              <a:t>BinarySearchTree</a:t>
            </a:r>
            <a:r>
              <a:rPr lang="en-US" sz="1550" kern="100" dirty="0">
                <a:effectLst/>
                <a:latin typeface="Aptos" panose="020B0004020202020204" pitchFamily="34" charset="0"/>
                <a:ea typeface="Aptos" panose="020B0004020202020204" pitchFamily="34" charset="0"/>
                <a:cs typeface="Times New Roman" panose="02020603050405020304" pitchFamily="18" charset="0"/>
              </a:rPr>
              <a:t>() : root(</a:t>
            </a:r>
            <a:r>
              <a:rPr lang="en-US" sz="1550" kern="100" dirty="0" err="1">
                <a:effectLst/>
                <a:latin typeface="Aptos" panose="020B0004020202020204" pitchFamily="34" charset="0"/>
                <a:ea typeface="Aptos" panose="020B0004020202020204" pitchFamily="34" charset="0"/>
                <a:cs typeface="Times New Roman" panose="02020603050405020304" pitchFamily="18" charset="0"/>
              </a:rPr>
              <a:t>nullptr</a:t>
            </a:r>
            <a:r>
              <a:rPr lang="en-US" sz="1550" kern="100" dirty="0">
                <a:effectLst/>
                <a:latin typeface="Aptos" panose="020B0004020202020204" pitchFamily="34" charset="0"/>
                <a:ea typeface="Aptos" panose="020B0004020202020204" pitchFamily="34" charset="0"/>
                <a:cs typeface="Times New Roman" panose="02020603050405020304" pitchFamily="18" charset="0"/>
              </a:rPr>
              <a:t>) {}</a:t>
            </a:r>
          </a:p>
          <a:p>
            <a:pPr marL="0" marR="0">
              <a:lnSpc>
                <a:spcPct val="115000"/>
              </a:lnSpc>
              <a:spcBef>
                <a:spcPts val="0"/>
              </a:spcBef>
              <a:spcAft>
                <a:spcPts val="800"/>
              </a:spcAft>
            </a:pPr>
            <a:r>
              <a:rPr lang="en-US" sz="1550" kern="100" dirty="0">
                <a:effectLst/>
                <a:latin typeface="Aptos" panose="020B0004020202020204" pitchFamily="34" charset="0"/>
                <a:ea typeface="Aptos" panose="020B0004020202020204" pitchFamily="34" charset="0"/>
                <a:cs typeface="Times New Roman" panose="02020603050405020304" pitchFamily="18" charset="0"/>
              </a:rPr>
              <a:t>     bool search(int value) {</a:t>
            </a:r>
          </a:p>
          <a:p>
            <a:pPr marL="0" marR="0">
              <a:lnSpc>
                <a:spcPct val="115000"/>
              </a:lnSpc>
              <a:spcBef>
                <a:spcPts val="0"/>
              </a:spcBef>
              <a:spcAft>
                <a:spcPts val="800"/>
              </a:spcAft>
            </a:pPr>
            <a:r>
              <a:rPr lang="en-US" sz="1550" kern="100" dirty="0">
                <a:effectLst/>
                <a:latin typeface="Aptos" panose="020B0004020202020204" pitchFamily="34" charset="0"/>
                <a:ea typeface="Aptos" panose="020B0004020202020204" pitchFamily="34" charset="0"/>
                <a:cs typeface="Times New Roman" panose="02020603050405020304" pitchFamily="18" charset="0"/>
              </a:rPr>
              <a:t>        Node* current = root;</a:t>
            </a:r>
          </a:p>
          <a:p>
            <a:pPr marL="0" marR="0">
              <a:lnSpc>
                <a:spcPct val="115000"/>
              </a:lnSpc>
              <a:spcBef>
                <a:spcPts val="0"/>
              </a:spcBef>
              <a:spcAft>
                <a:spcPts val="800"/>
              </a:spcAft>
            </a:pPr>
            <a:r>
              <a:rPr lang="en-US" sz="1550" kern="100" dirty="0">
                <a:effectLst/>
                <a:latin typeface="Aptos" panose="020B0004020202020204" pitchFamily="34" charset="0"/>
                <a:ea typeface="Aptos" panose="020B0004020202020204" pitchFamily="34" charset="0"/>
                <a:cs typeface="Times New Roman" panose="02020603050405020304" pitchFamily="18" charset="0"/>
              </a:rPr>
              <a:t>         while (current != </a:t>
            </a:r>
            <a:r>
              <a:rPr lang="en-US" sz="1550" kern="100" dirty="0" err="1">
                <a:effectLst/>
                <a:latin typeface="Aptos" panose="020B0004020202020204" pitchFamily="34" charset="0"/>
                <a:ea typeface="Aptos" panose="020B0004020202020204" pitchFamily="34" charset="0"/>
                <a:cs typeface="Times New Roman" panose="02020603050405020304" pitchFamily="18" charset="0"/>
              </a:rPr>
              <a:t>nullptr</a:t>
            </a:r>
            <a:r>
              <a:rPr lang="en-US" sz="1550" kern="100" dirty="0">
                <a:effectLst/>
                <a:latin typeface="Aptos" panose="020B0004020202020204" pitchFamily="34" charset="0"/>
                <a:ea typeface="Aptos" panose="020B0004020202020204" pitchFamily="34" charset="0"/>
                <a:cs typeface="Times New Roman" panose="02020603050405020304" pitchFamily="18" charset="0"/>
              </a:rPr>
              <a:t>) { // Loop until we reach a null node</a:t>
            </a:r>
          </a:p>
          <a:p>
            <a:pPr marL="0" marR="0">
              <a:lnSpc>
                <a:spcPct val="115000"/>
              </a:lnSpc>
              <a:spcBef>
                <a:spcPts val="0"/>
              </a:spcBef>
              <a:spcAft>
                <a:spcPts val="800"/>
              </a:spcAft>
            </a:pPr>
            <a:r>
              <a:rPr lang="en-US" sz="1550" kern="100" dirty="0">
                <a:effectLst/>
                <a:latin typeface="Aptos" panose="020B0004020202020204" pitchFamily="34" charset="0"/>
                <a:ea typeface="Aptos" panose="020B0004020202020204" pitchFamily="34" charset="0"/>
                <a:cs typeface="Times New Roman" panose="02020603050405020304" pitchFamily="18" charset="0"/>
              </a:rPr>
              <a:t>            if (value == current-&gt;data) {</a:t>
            </a:r>
          </a:p>
          <a:p>
            <a:pPr marL="0" marR="0">
              <a:lnSpc>
                <a:spcPct val="115000"/>
              </a:lnSpc>
              <a:spcBef>
                <a:spcPts val="0"/>
              </a:spcBef>
              <a:spcAft>
                <a:spcPts val="800"/>
              </a:spcAft>
            </a:pPr>
            <a:r>
              <a:rPr lang="en-US" sz="1550" kern="100" dirty="0">
                <a:effectLst/>
                <a:latin typeface="Aptos" panose="020B0004020202020204" pitchFamily="34" charset="0"/>
                <a:ea typeface="Aptos" panose="020B0004020202020204" pitchFamily="34" charset="0"/>
                <a:cs typeface="Times New Roman" panose="02020603050405020304" pitchFamily="18" charset="0"/>
              </a:rPr>
              <a:t>                return true; // Found the value</a:t>
            </a:r>
          </a:p>
          <a:p>
            <a:pPr marL="0" marR="0">
              <a:lnSpc>
                <a:spcPct val="115000"/>
              </a:lnSpc>
              <a:spcBef>
                <a:spcPts val="0"/>
              </a:spcBef>
              <a:spcAft>
                <a:spcPts val="800"/>
              </a:spcAft>
            </a:pPr>
            <a:r>
              <a:rPr lang="en-US" sz="1550" kern="100" dirty="0">
                <a:effectLst/>
                <a:latin typeface="Aptos" panose="020B0004020202020204" pitchFamily="34" charset="0"/>
                <a:ea typeface="Aptos" panose="020B0004020202020204" pitchFamily="34" charset="0"/>
                <a:cs typeface="Times New Roman" panose="02020603050405020304" pitchFamily="18" charset="0"/>
              </a:rPr>
              <a:t>            } else if (value &lt; current-&gt;data) {</a:t>
            </a:r>
          </a:p>
          <a:p>
            <a:pPr marL="0" marR="0">
              <a:lnSpc>
                <a:spcPct val="115000"/>
              </a:lnSpc>
              <a:spcBef>
                <a:spcPts val="0"/>
              </a:spcBef>
              <a:spcAft>
                <a:spcPts val="800"/>
              </a:spcAft>
            </a:pPr>
            <a:r>
              <a:rPr lang="en-US" sz="1550" kern="100" dirty="0">
                <a:effectLst/>
                <a:latin typeface="Aptos" panose="020B0004020202020204" pitchFamily="34" charset="0"/>
                <a:ea typeface="Aptos" panose="020B0004020202020204" pitchFamily="34" charset="0"/>
                <a:cs typeface="Times New Roman" panose="02020603050405020304" pitchFamily="18" charset="0"/>
              </a:rPr>
              <a:t>                current = current-&gt;left; // Search left subtree</a:t>
            </a:r>
          </a:p>
          <a:p>
            <a:pPr marL="0" marR="0">
              <a:lnSpc>
                <a:spcPct val="115000"/>
              </a:lnSpc>
              <a:spcBef>
                <a:spcPts val="0"/>
              </a:spcBef>
              <a:spcAft>
                <a:spcPts val="800"/>
              </a:spcAft>
            </a:pPr>
            <a:r>
              <a:rPr lang="en-US" sz="1550" kern="100" dirty="0">
                <a:effectLst/>
                <a:latin typeface="Aptos" panose="020B0004020202020204" pitchFamily="34" charset="0"/>
                <a:ea typeface="Aptos" panose="020B0004020202020204" pitchFamily="34" charset="0"/>
                <a:cs typeface="Times New Roman" panose="02020603050405020304" pitchFamily="18" charset="0"/>
              </a:rPr>
              <a:t>            } else {</a:t>
            </a:r>
          </a:p>
          <a:p>
            <a:pPr marL="0" marR="0">
              <a:lnSpc>
                <a:spcPct val="115000"/>
              </a:lnSpc>
              <a:spcBef>
                <a:spcPts val="0"/>
              </a:spcBef>
              <a:spcAft>
                <a:spcPts val="800"/>
              </a:spcAft>
            </a:pPr>
            <a:r>
              <a:rPr lang="en-US" sz="1550" kern="100" dirty="0">
                <a:effectLst/>
                <a:latin typeface="Aptos" panose="020B0004020202020204" pitchFamily="34" charset="0"/>
                <a:ea typeface="Aptos" panose="020B0004020202020204" pitchFamily="34" charset="0"/>
                <a:cs typeface="Times New Roman" panose="02020603050405020304" pitchFamily="18" charset="0"/>
              </a:rPr>
              <a:t>                current = current-&gt;right; // Search right subtree</a:t>
            </a:r>
          </a:p>
          <a:p>
            <a:pPr marL="0" marR="0">
              <a:lnSpc>
                <a:spcPct val="115000"/>
              </a:lnSpc>
              <a:spcBef>
                <a:spcPts val="0"/>
              </a:spcBef>
              <a:spcAft>
                <a:spcPts val="800"/>
              </a:spcAft>
            </a:pPr>
            <a:r>
              <a:rPr lang="en-US" sz="1550" kern="100" dirty="0">
                <a:effectLst/>
                <a:latin typeface="Aptos" panose="020B0004020202020204" pitchFamily="34" charset="0"/>
                <a:ea typeface="Aptos" panose="020B0004020202020204" pitchFamily="34" charset="0"/>
                <a:cs typeface="Times New Roman" panose="02020603050405020304" pitchFamily="18" charset="0"/>
              </a:rPr>
              <a:t>            }</a:t>
            </a:r>
          </a:p>
          <a:p>
            <a:pPr marL="0" marR="0">
              <a:lnSpc>
                <a:spcPct val="115000"/>
              </a:lnSpc>
              <a:spcBef>
                <a:spcPts val="0"/>
              </a:spcBef>
              <a:spcAft>
                <a:spcPts val="800"/>
              </a:spcAft>
            </a:pPr>
            <a:r>
              <a:rPr lang="en-US" sz="1550" kern="100" dirty="0">
                <a:effectLst/>
                <a:latin typeface="Aptos" panose="020B0004020202020204" pitchFamily="34" charset="0"/>
                <a:ea typeface="Aptos" panose="020B0004020202020204" pitchFamily="34" charset="0"/>
                <a:cs typeface="Times New Roman" panose="02020603050405020304" pitchFamily="18" charset="0"/>
              </a:rPr>
              <a:t>        }</a:t>
            </a:r>
          </a:p>
          <a:p>
            <a:pPr marL="0" marR="0">
              <a:lnSpc>
                <a:spcPct val="115000"/>
              </a:lnSpc>
              <a:spcBef>
                <a:spcPts val="0"/>
              </a:spcBef>
              <a:spcAft>
                <a:spcPts val="800"/>
              </a:spcAft>
            </a:pPr>
            <a:r>
              <a:rPr lang="en-US" sz="1550" kern="100" dirty="0">
                <a:effectLst/>
                <a:latin typeface="Aptos" panose="020B0004020202020204" pitchFamily="34" charset="0"/>
                <a:ea typeface="Aptos" panose="020B0004020202020204" pitchFamily="34" charset="0"/>
                <a:cs typeface="Times New Roman" panose="02020603050405020304" pitchFamily="18" charset="0"/>
              </a:rPr>
              <a:t>         return false; // Value not found</a:t>
            </a:r>
          </a:p>
          <a:p>
            <a:pPr marL="0" marR="0">
              <a:lnSpc>
                <a:spcPct val="115000"/>
              </a:lnSpc>
              <a:spcBef>
                <a:spcPts val="0"/>
              </a:spcBef>
              <a:spcAft>
                <a:spcPts val="800"/>
              </a:spcAft>
            </a:pPr>
            <a:r>
              <a:rPr lang="en-US" sz="1550" kern="100" dirty="0">
                <a:effectLst/>
                <a:latin typeface="Aptos" panose="020B0004020202020204" pitchFamily="34" charset="0"/>
                <a:ea typeface="Aptos" panose="020B0004020202020204" pitchFamily="34" charset="0"/>
                <a:cs typeface="Times New Roman" panose="02020603050405020304" pitchFamily="18" charset="0"/>
              </a:rPr>
              <a:t>    }</a:t>
            </a:r>
          </a:p>
          <a:p>
            <a:pPr marL="0" marR="0">
              <a:lnSpc>
                <a:spcPct val="115000"/>
              </a:lnSpc>
              <a:spcBef>
                <a:spcPts val="0"/>
              </a:spcBef>
              <a:spcAft>
                <a:spcPts val="800"/>
              </a:spcAft>
            </a:pPr>
            <a:r>
              <a:rPr lang="en-US" sz="1550" kern="100" dirty="0">
                <a:effectLst/>
                <a:latin typeface="Aptos" panose="020B0004020202020204" pitchFamily="34" charset="0"/>
                <a:ea typeface="Aptos" panose="020B0004020202020204" pitchFamily="34" charset="0"/>
                <a:cs typeface="Times New Roman" panose="02020603050405020304" pitchFamily="18" charset="0"/>
              </a:rPr>
              <a:t>};</a:t>
            </a:r>
          </a:p>
          <a:p>
            <a:pPr marL="0" marR="0">
              <a:lnSpc>
                <a:spcPct val="115000"/>
              </a:lnSpc>
              <a:spcBef>
                <a:spcPts val="0"/>
              </a:spcBef>
              <a:spcAft>
                <a:spcPts val="800"/>
              </a:spcAft>
            </a:pPr>
            <a:endParaRPr lang="en-US" sz="1550" dirty="0"/>
          </a:p>
        </p:txBody>
      </p:sp>
      <p:sp>
        <p:nvSpPr>
          <p:cNvPr id="7" name="TextBox 6">
            <a:extLst>
              <a:ext uri="{FF2B5EF4-FFF2-40B4-BE49-F238E27FC236}">
                <a16:creationId xmlns:a16="http://schemas.microsoft.com/office/drawing/2014/main" id="{D7860D03-A372-58C2-4431-76AB4A9DF76D}"/>
              </a:ext>
            </a:extLst>
          </p:cNvPr>
          <p:cNvSpPr txBox="1"/>
          <p:nvPr/>
        </p:nvSpPr>
        <p:spPr>
          <a:xfrm>
            <a:off x="4648200" y="0"/>
            <a:ext cx="4572000" cy="6404510"/>
          </a:xfrm>
          <a:prstGeom prst="rect">
            <a:avLst/>
          </a:prstGeom>
          <a:solidFill>
            <a:srgbClr val="92D050"/>
          </a:solidFill>
        </p:spPr>
        <p:txBody>
          <a:bodyPr wrap="square">
            <a:spAutoFit/>
          </a:bodyPr>
          <a:lstStyle/>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int main() {</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 ...(BST creation and usage)</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int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valueToSearch</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 42; // Example value to search for</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if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bst.search</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valueToSearch</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cout</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&lt;&lt;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valueToSearch</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&lt;&lt; " found in the BST" &lt;&lt;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endl</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 else {</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cout</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&lt;&lt;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valueToSearch</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&lt;&lt; " not found in the BST" &lt;&lt;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endl</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a:p>
            <a:pPr marL="0" marR="0">
              <a:lnSpc>
                <a:spcPct val="115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p>
          <a:p>
            <a:pPr marL="0" marR="0">
              <a:lnSpc>
                <a:spcPct val="115000"/>
              </a:lnSpc>
              <a:spcBef>
                <a:spcPts val="0"/>
              </a:spcBef>
              <a:spcAft>
                <a:spcPts val="80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Bef>
                <a:spcPts val="0"/>
              </a:spcBef>
              <a:spcAft>
                <a:spcPts val="800"/>
              </a:spcAft>
            </a:pPr>
            <a:endParaRPr lang="en-US" kern="100" dirty="0">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Bef>
                <a:spcPts val="0"/>
              </a:spcBef>
              <a:spcAft>
                <a:spcPts val="80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4DC4634-CBCF-5DB8-C687-CAC49917E3FA}"/>
              </a:ext>
            </a:extLst>
          </p:cNvPr>
          <p:cNvSpPr>
            <a:spLocks noGrp="1"/>
          </p:cNvSpPr>
          <p:nvPr>
            <p:ph type="ftr" sz="quarter" idx="11"/>
          </p:nvPr>
        </p:nvSpPr>
        <p:spPr/>
        <p:txBody>
          <a:bodyPr/>
          <a:lstStyle/>
          <a:p>
            <a:r>
              <a:rPr lang="en-US"/>
              <a:t>Algorithm and Data Structure </a:t>
            </a:r>
            <a:endParaRPr lang="en-US" dirty="0"/>
          </a:p>
        </p:txBody>
      </p:sp>
      <p:sp>
        <p:nvSpPr>
          <p:cNvPr id="5" name="Slide Number Placeholder 4">
            <a:extLst>
              <a:ext uri="{FF2B5EF4-FFF2-40B4-BE49-F238E27FC236}">
                <a16:creationId xmlns:a16="http://schemas.microsoft.com/office/drawing/2014/main" id="{39837432-E668-07A4-2F9C-1BCF39F5A3CC}"/>
              </a:ext>
            </a:extLst>
          </p:cNvPr>
          <p:cNvSpPr>
            <a:spLocks noGrp="1"/>
          </p:cNvSpPr>
          <p:nvPr>
            <p:ph type="sldNum" sz="quarter" idx="12"/>
          </p:nvPr>
        </p:nvSpPr>
        <p:spPr/>
        <p:txBody>
          <a:bodyPr/>
          <a:lstStyle/>
          <a:p>
            <a:fld id="{95E664E9-BB0A-4932-9D77-E0DDE5779A37}" type="slidenum">
              <a:rPr lang="en-US" smtClean="0"/>
              <a:pPr/>
              <a:t>174</a:t>
            </a:fld>
            <a:endParaRPr lang="en-US" dirty="0"/>
          </a:p>
        </p:txBody>
      </p:sp>
    </p:spTree>
    <p:extLst>
      <p:ext uri="{BB962C8B-B14F-4D97-AF65-F5344CB8AC3E}">
        <p14:creationId xmlns:p14="http://schemas.microsoft.com/office/powerpoint/2010/main" val="2753331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2436" y="638375"/>
            <a:ext cx="4169563" cy="504625"/>
          </a:xfrm>
          <a:prstGeom prst="rect">
            <a:avLst/>
          </a:prstGeom>
        </p:spPr>
        <p:txBody>
          <a:bodyPr vert="horz" wrap="square" lIns="0" tIns="12065" rIns="0" bIns="0" rtlCol="0">
            <a:spAutoFit/>
          </a:bodyPr>
          <a:lstStyle/>
          <a:p>
            <a:pPr marL="12700">
              <a:lnSpc>
                <a:spcPct val="100000"/>
              </a:lnSpc>
              <a:spcBef>
                <a:spcPts val="95"/>
              </a:spcBef>
            </a:pPr>
            <a:r>
              <a:rPr spc="-10" dirty="0"/>
              <a:t>Deleting </a:t>
            </a:r>
            <a:r>
              <a:rPr spc="-5" dirty="0"/>
              <a:t>a</a:t>
            </a:r>
            <a:r>
              <a:rPr lang="en-US" spc="-5" dirty="0"/>
              <a:t> </a:t>
            </a:r>
            <a:r>
              <a:rPr lang="en-US" dirty="0"/>
              <a:t>Node</a:t>
            </a:r>
            <a:endParaRPr dirty="0"/>
          </a:p>
        </p:txBody>
      </p:sp>
      <p:sp>
        <p:nvSpPr>
          <p:cNvPr id="3" name="object 3"/>
          <p:cNvSpPr txBox="1"/>
          <p:nvPr/>
        </p:nvSpPr>
        <p:spPr>
          <a:xfrm>
            <a:off x="402742" y="1092454"/>
            <a:ext cx="7212965" cy="1837689"/>
          </a:xfrm>
          <a:prstGeom prst="rect">
            <a:avLst/>
          </a:prstGeom>
        </p:spPr>
        <p:txBody>
          <a:bodyPr vert="horz" wrap="square" lIns="0" tIns="76200" rIns="0" bIns="0" rtlCol="0">
            <a:spAutoFit/>
          </a:bodyPr>
          <a:lstStyle/>
          <a:p>
            <a:pPr marL="355600" indent="-342900">
              <a:lnSpc>
                <a:spcPct val="100000"/>
              </a:lnSpc>
              <a:spcBef>
                <a:spcPts val="600"/>
              </a:spcBef>
              <a:buChar char="•"/>
              <a:tabLst>
                <a:tab pos="354965" algn="l"/>
                <a:tab pos="355600" algn="l"/>
              </a:tabLst>
            </a:pPr>
            <a:r>
              <a:rPr sz="2100" spc="-5" dirty="0">
                <a:latin typeface="Tahoma"/>
                <a:cs typeface="Tahoma"/>
              </a:rPr>
              <a:t>A </a:t>
            </a:r>
            <a:r>
              <a:rPr sz="2100" dirty="0">
                <a:latin typeface="Tahoma"/>
                <a:cs typeface="Tahoma"/>
              </a:rPr>
              <a:t>node being </a:t>
            </a:r>
            <a:r>
              <a:rPr sz="2100" spc="-5" dirty="0">
                <a:latin typeface="Tahoma"/>
                <a:cs typeface="Tahoma"/>
              </a:rPr>
              <a:t>erased </a:t>
            </a:r>
            <a:r>
              <a:rPr sz="2100" dirty="0">
                <a:latin typeface="Tahoma"/>
                <a:cs typeface="Tahoma"/>
              </a:rPr>
              <a:t>is not always </a:t>
            </a:r>
            <a:r>
              <a:rPr sz="2100" spc="-5" dirty="0">
                <a:latin typeface="Tahoma"/>
                <a:cs typeface="Tahoma"/>
              </a:rPr>
              <a:t>going to </a:t>
            </a:r>
            <a:r>
              <a:rPr sz="2100" dirty="0">
                <a:latin typeface="Tahoma"/>
                <a:cs typeface="Tahoma"/>
              </a:rPr>
              <a:t>be a leaf</a:t>
            </a:r>
            <a:r>
              <a:rPr sz="2100" spc="-50" dirty="0">
                <a:latin typeface="Tahoma"/>
                <a:cs typeface="Tahoma"/>
              </a:rPr>
              <a:t> </a:t>
            </a:r>
            <a:r>
              <a:rPr sz="2100" dirty="0">
                <a:latin typeface="Tahoma"/>
                <a:cs typeface="Tahoma"/>
              </a:rPr>
              <a:t>node</a:t>
            </a:r>
            <a:endParaRPr sz="2100">
              <a:latin typeface="Tahoma"/>
              <a:cs typeface="Tahoma"/>
            </a:endParaRPr>
          </a:p>
          <a:p>
            <a:pPr marL="355600" indent="-342900">
              <a:lnSpc>
                <a:spcPct val="100000"/>
              </a:lnSpc>
              <a:spcBef>
                <a:spcPts val="505"/>
              </a:spcBef>
              <a:buChar char="•"/>
              <a:tabLst>
                <a:tab pos="354965" algn="l"/>
                <a:tab pos="355600" algn="l"/>
              </a:tabLst>
            </a:pPr>
            <a:r>
              <a:rPr sz="2100" dirty="0">
                <a:latin typeface="Tahoma"/>
                <a:cs typeface="Tahoma"/>
              </a:rPr>
              <a:t>There are three possible</a:t>
            </a:r>
            <a:r>
              <a:rPr sz="2100" spc="-30" dirty="0">
                <a:latin typeface="Tahoma"/>
                <a:cs typeface="Tahoma"/>
              </a:rPr>
              <a:t> </a:t>
            </a:r>
            <a:r>
              <a:rPr sz="2100" spc="-5" dirty="0">
                <a:latin typeface="Tahoma"/>
                <a:cs typeface="Tahoma"/>
              </a:rPr>
              <a:t>scenarios:</a:t>
            </a:r>
            <a:endParaRPr sz="2100">
              <a:latin typeface="Tahoma"/>
              <a:cs typeface="Tahoma"/>
            </a:endParaRPr>
          </a:p>
          <a:p>
            <a:pPr marL="756285" lvl="1" indent="-287020">
              <a:lnSpc>
                <a:spcPct val="100000"/>
              </a:lnSpc>
              <a:spcBef>
                <a:spcPts val="470"/>
              </a:spcBef>
              <a:buChar char="–"/>
              <a:tabLst>
                <a:tab pos="756285" algn="l"/>
                <a:tab pos="756920" algn="l"/>
              </a:tabLst>
            </a:pPr>
            <a:r>
              <a:rPr sz="1900" spc="-5" dirty="0">
                <a:latin typeface="Tahoma"/>
                <a:cs typeface="Tahoma"/>
              </a:rPr>
              <a:t>The node is a leaf</a:t>
            </a:r>
            <a:r>
              <a:rPr sz="1900" spc="80" dirty="0">
                <a:latin typeface="Tahoma"/>
                <a:cs typeface="Tahoma"/>
              </a:rPr>
              <a:t> </a:t>
            </a:r>
            <a:r>
              <a:rPr sz="1900" spc="-5" dirty="0">
                <a:latin typeface="Tahoma"/>
                <a:cs typeface="Tahoma"/>
              </a:rPr>
              <a:t>node,</a:t>
            </a:r>
            <a:endParaRPr sz="1900">
              <a:latin typeface="Tahoma"/>
              <a:cs typeface="Tahoma"/>
            </a:endParaRPr>
          </a:p>
          <a:p>
            <a:pPr marL="756285" lvl="1" indent="-287020">
              <a:lnSpc>
                <a:spcPct val="100000"/>
              </a:lnSpc>
              <a:spcBef>
                <a:spcPts val="455"/>
              </a:spcBef>
              <a:buChar char="–"/>
              <a:tabLst>
                <a:tab pos="756285" algn="l"/>
                <a:tab pos="756920" algn="l"/>
              </a:tabLst>
            </a:pPr>
            <a:r>
              <a:rPr sz="1900" spc="-5" dirty="0">
                <a:latin typeface="Tahoma"/>
                <a:cs typeface="Tahoma"/>
              </a:rPr>
              <a:t>It has </a:t>
            </a:r>
            <a:r>
              <a:rPr sz="1900" spc="-10" dirty="0">
                <a:latin typeface="Tahoma"/>
                <a:cs typeface="Tahoma"/>
              </a:rPr>
              <a:t>exactly </a:t>
            </a:r>
            <a:r>
              <a:rPr sz="1900" spc="-5" dirty="0">
                <a:latin typeface="Tahoma"/>
                <a:cs typeface="Tahoma"/>
              </a:rPr>
              <a:t>one </a:t>
            </a:r>
            <a:r>
              <a:rPr sz="1900" spc="-10" dirty="0">
                <a:latin typeface="Tahoma"/>
                <a:cs typeface="Tahoma"/>
              </a:rPr>
              <a:t>child,</a:t>
            </a:r>
            <a:r>
              <a:rPr sz="1900" spc="120" dirty="0">
                <a:latin typeface="Tahoma"/>
                <a:cs typeface="Tahoma"/>
              </a:rPr>
              <a:t> </a:t>
            </a:r>
            <a:r>
              <a:rPr sz="1900" spc="-5" dirty="0">
                <a:latin typeface="Tahoma"/>
                <a:cs typeface="Tahoma"/>
              </a:rPr>
              <a:t>or</a:t>
            </a:r>
            <a:endParaRPr sz="1900">
              <a:latin typeface="Tahoma"/>
              <a:cs typeface="Tahoma"/>
            </a:endParaRPr>
          </a:p>
          <a:p>
            <a:pPr marL="756285" lvl="1" indent="-287020">
              <a:lnSpc>
                <a:spcPct val="100000"/>
              </a:lnSpc>
              <a:spcBef>
                <a:spcPts val="455"/>
              </a:spcBef>
              <a:buChar char="–"/>
              <a:tabLst>
                <a:tab pos="756285" algn="l"/>
                <a:tab pos="756920" algn="l"/>
              </a:tabLst>
            </a:pPr>
            <a:r>
              <a:rPr sz="1900" spc="-5" dirty="0">
                <a:latin typeface="Tahoma"/>
                <a:cs typeface="Tahoma"/>
              </a:rPr>
              <a:t>It has </a:t>
            </a:r>
            <a:r>
              <a:rPr sz="1900" spc="-10" dirty="0">
                <a:latin typeface="Tahoma"/>
                <a:cs typeface="Tahoma"/>
              </a:rPr>
              <a:t>two children </a:t>
            </a:r>
            <a:r>
              <a:rPr sz="1900" spc="-5" dirty="0">
                <a:latin typeface="Tahoma"/>
                <a:cs typeface="Tahoma"/>
              </a:rPr>
              <a:t>(it is a </a:t>
            </a:r>
            <a:r>
              <a:rPr sz="1900" spc="-10" dirty="0">
                <a:latin typeface="Tahoma"/>
                <a:cs typeface="Tahoma"/>
              </a:rPr>
              <a:t>full</a:t>
            </a:r>
            <a:r>
              <a:rPr sz="1900" spc="185" dirty="0">
                <a:latin typeface="Tahoma"/>
                <a:cs typeface="Tahoma"/>
              </a:rPr>
              <a:t> </a:t>
            </a:r>
            <a:r>
              <a:rPr sz="1900" spc="-5" dirty="0">
                <a:latin typeface="Tahoma"/>
                <a:cs typeface="Tahoma"/>
              </a:rPr>
              <a:t>node)</a:t>
            </a:r>
            <a:endParaRPr sz="1900">
              <a:latin typeface="Tahoma"/>
              <a:cs typeface="Tahoma"/>
            </a:endParaRPr>
          </a:p>
        </p:txBody>
      </p:sp>
      <p:sp>
        <p:nvSpPr>
          <p:cNvPr id="4" name="object 4"/>
          <p:cNvSpPr/>
          <p:nvPr/>
        </p:nvSpPr>
        <p:spPr>
          <a:xfrm>
            <a:off x="492251" y="3479291"/>
            <a:ext cx="8005572" cy="1851659"/>
          </a:xfrm>
          <a:prstGeom prst="rect">
            <a:avLst/>
          </a:prstGeom>
          <a:blipFill>
            <a:blip r:embed="rId2" cstate="print"/>
            <a:stretch>
              <a:fillRect/>
            </a:stretch>
          </a:blipFill>
        </p:spPr>
        <p:txBody>
          <a:bodyPr wrap="square" lIns="0" tIns="0" rIns="0" bIns="0" rtlCol="0"/>
          <a:lstStyle/>
          <a:p>
            <a:endParaRPr/>
          </a:p>
        </p:txBody>
      </p:sp>
      <p:sp>
        <p:nvSpPr>
          <p:cNvPr id="7" name="Footer Placeholder 6">
            <a:extLst>
              <a:ext uri="{FF2B5EF4-FFF2-40B4-BE49-F238E27FC236}">
                <a16:creationId xmlns:a16="http://schemas.microsoft.com/office/drawing/2014/main" id="{A3BC7AE9-35FE-AF60-BDEA-491C97EC68E7}"/>
              </a:ext>
            </a:extLst>
          </p:cNvPr>
          <p:cNvSpPr>
            <a:spLocks noGrp="1"/>
          </p:cNvSpPr>
          <p:nvPr>
            <p:ph type="ftr" sz="quarter" idx="11"/>
          </p:nvPr>
        </p:nvSpPr>
        <p:spPr/>
        <p:txBody>
          <a:bodyPr/>
          <a:lstStyle/>
          <a:p>
            <a:r>
              <a:rPr lang="en-US"/>
              <a:t>Algorithm and Data Structure </a:t>
            </a:r>
            <a:endParaRPr lang="en-US" dirty="0"/>
          </a:p>
        </p:txBody>
      </p:sp>
      <p:sp>
        <p:nvSpPr>
          <p:cNvPr id="8" name="Slide Number Placeholder 7">
            <a:extLst>
              <a:ext uri="{FF2B5EF4-FFF2-40B4-BE49-F238E27FC236}">
                <a16:creationId xmlns:a16="http://schemas.microsoft.com/office/drawing/2014/main" id="{49B40A64-133F-A48E-BE88-1C8878F59D11}"/>
              </a:ext>
            </a:extLst>
          </p:cNvPr>
          <p:cNvSpPr>
            <a:spLocks noGrp="1"/>
          </p:cNvSpPr>
          <p:nvPr>
            <p:ph type="sldNum" sz="quarter" idx="12"/>
          </p:nvPr>
        </p:nvSpPr>
        <p:spPr/>
        <p:txBody>
          <a:bodyPr/>
          <a:lstStyle/>
          <a:p>
            <a:fld id="{95E664E9-BB0A-4932-9D77-E0DDE5779A37}" type="slidenum">
              <a:rPr lang="en-US" smtClean="0"/>
              <a:pPr/>
              <a:t>175</a:t>
            </a:fld>
            <a:endParaRPr lang="en-US"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rtl="0"/>
            <a:r>
              <a:rPr lang="en-US"/>
              <a:t>Deletion in BST</a:t>
            </a:r>
          </a:p>
        </p:txBody>
      </p:sp>
      <p:sp>
        <p:nvSpPr>
          <p:cNvPr id="71683" name="Rectangle 3"/>
          <p:cNvSpPr>
            <a:spLocks noGrp="1" noChangeArrowheads="1"/>
          </p:cNvSpPr>
          <p:nvPr>
            <p:ph type="body" idx="1"/>
          </p:nvPr>
        </p:nvSpPr>
        <p:spPr/>
        <p:txBody>
          <a:bodyPr/>
          <a:lstStyle/>
          <a:p>
            <a:pPr algn="l" rtl="0">
              <a:buFont typeface="Monotype Sorts" pitchFamily="2" charset="2"/>
              <a:buNone/>
            </a:pPr>
            <a:r>
              <a:rPr lang="en-US" sz="2400" b="1"/>
              <a:t>Three cases:</a:t>
            </a:r>
          </a:p>
          <a:p>
            <a:pPr algn="l" rtl="0">
              <a:buFont typeface="Monotype Sorts" pitchFamily="2" charset="2"/>
              <a:buNone/>
            </a:pPr>
            <a:r>
              <a:rPr lang="en-US" sz="2400" b="1"/>
              <a:t>(1) The node is a leaf</a:t>
            </a:r>
          </a:p>
          <a:p>
            <a:pPr lvl="1" algn="l" rtl="0"/>
            <a:r>
              <a:rPr lang="en-US" sz="2000" b="1"/>
              <a:t>Delete it immediately</a:t>
            </a:r>
          </a:p>
          <a:p>
            <a:pPr algn="l" rtl="0">
              <a:buFont typeface="Monotype Sorts" pitchFamily="2" charset="2"/>
              <a:buNone/>
            </a:pPr>
            <a:r>
              <a:rPr lang="en-US" sz="2400" b="1"/>
              <a:t>(2) The node has one child</a:t>
            </a:r>
          </a:p>
          <a:p>
            <a:pPr lvl="1" algn="l" rtl="0"/>
            <a:r>
              <a:rPr lang="en-US" sz="2000" b="1"/>
              <a:t>Adjust a pointer from the parent to bypass that node</a:t>
            </a:r>
          </a:p>
        </p:txBody>
      </p:sp>
      <p:pic>
        <p:nvPicPr>
          <p:cNvPr id="71684" name="Picture 4" descr="fig4_24"/>
          <p:cNvPicPr>
            <a:picLocks noChangeAspect="1" noChangeArrowheads="1"/>
          </p:cNvPicPr>
          <p:nvPr/>
        </p:nvPicPr>
        <p:blipFill>
          <a:blip r:embed="rId2">
            <a:lum bright="-20000" contrast="80000"/>
          </a:blip>
          <a:srcRect/>
          <a:stretch>
            <a:fillRect/>
          </a:stretch>
        </p:blipFill>
        <p:spPr bwMode="auto">
          <a:xfrm>
            <a:off x="838200" y="3276600"/>
            <a:ext cx="7239000" cy="3100388"/>
          </a:xfrm>
          <a:prstGeom prst="rect">
            <a:avLst/>
          </a:prstGeom>
          <a:noFill/>
          <a:ln w="9525">
            <a:noFill/>
            <a:miter lim="800000"/>
            <a:headEnd/>
            <a:tailEnd/>
          </a:ln>
        </p:spPr>
      </p:pic>
      <p:sp>
        <p:nvSpPr>
          <p:cNvPr id="4" name="Footer Placeholder 3">
            <a:extLst>
              <a:ext uri="{FF2B5EF4-FFF2-40B4-BE49-F238E27FC236}">
                <a16:creationId xmlns:a16="http://schemas.microsoft.com/office/drawing/2014/main" id="{F2DFB24C-0404-D0DC-CF5C-FFF4DEE95D3B}"/>
              </a:ext>
            </a:extLst>
          </p:cNvPr>
          <p:cNvSpPr>
            <a:spLocks noGrp="1"/>
          </p:cNvSpPr>
          <p:nvPr>
            <p:ph type="ftr" sz="quarter" idx="11"/>
          </p:nvPr>
        </p:nvSpPr>
        <p:spPr/>
        <p:txBody>
          <a:bodyPr/>
          <a:lstStyle/>
          <a:p>
            <a:r>
              <a:rPr lang="en-US"/>
              <a:t>Algorithm and Data Structure </a:t>
            </a:r>
            <a:endParaRPr lang="en-US" dirty="0"/>
          </a:p>
        </p:txBody>
      </p:sp>
      <p:sp>
        <p:nvSpPr>
          <p:cNvPr id="5" name="Slide Number Placeholder 4">
            <a:extLst>
              <a:ext uri="{FF2B5EF4-FFF2-40B4-BE49-F238E27FC236}">
                <a16:creationId xmlns:a16="http://schemas.microsoft.com/office/drawing/2014/main" id="{A6A241D0-B361-7903-7ACA-B9DAC35DB15D}"/>
              </a:ext>
            </a:extLst>
          </p:cNvPr>
          <p:cNvSpPr>
            <a:spLocks noGrp="1"/>
          </p:cNvSpPr>
          <p:nvPr>
            <p:ph type="sldNum" sz="quarter" idx="12"/>
          </p:nvPr>
        </p:nvSpPr>
        <p:spPr/>
        <p:txBody>
          <a:bodyPr/>
          <a:lstStyle/>
          <a:p>
            <a:fld id="{95E664E9-BB0A-4932-9D77-E0DDE5779A37}" type="slidenum">
              <a:rPr lang="en-US" smtClean="0"/>
              <a:pPr/>
              <a:t>176</a:t>
            </a:fld>
            <a:endParaRPr lang="en-US"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2437" y="538480"/>
            <a:ext cx="4548505" cy="452120"/>
          </a:xfrm>
          <a:prstGeom prst="rect">
            <a:avLst/>
          </a:prstGeom>
        </p:spPr>
        <p:txBody>
          <a:bodyPr vert="horz" wrap="square" lIns="0" tIns="12065" rIns="0" bIns="0" rtlCol="0">
            <a:spAutoFit/>
          </a:bodyPr>
          <a:lstStyle/>
          <a:p>
            <a:pPr marL="12700">
              <a:lnSpc>
                <a:spcPct val="100000"/>
              </a:lnSpc>
              <a:spcBef>
                <a:spcPts val="95"/>
              </a:spcBef>
            </a:pPr>
            <a:r>
              <a:rPr spc="-10" dirty="0"/>
              <a:t>Deleting </a:t>
            </a:r>
            <a:r>
              <a:rPr spc="-5" dirty="0"/>
              <a:t>a </a:t>
            </a:r>
            <a:r>
              <a:rPr dirty="0"/>
              <a:t>Node </a:t>
            </a:r>
            <a:r>
              <a:rPr spc="-5" dirty="0"/>
              <a:t>– Leaf</a:t>
            </a:r>
            <a:r>
              <a:rPr spc="35" dirty="0"/>
              <a:t> </a:t>
            </a:r>
            <a:r>
              <a:rPr spc="-10" dirty="0"/>
              <a:t>Node</a:t>
            </a:r>
          </a:p>
        </p:txBody>
      </p:sp>
      <p:sp>
        <p:nvSpPr>
          <p:cNvPr id="3" name="object 3"/>
          <p:cNvSpPr txBox="1"/>
          <p:nvPr/>
        </p:nvSpPr>
        <p:spPr>
          <a:xfrm>
            <a:off x="402742" y="1330960"/>
            <a:ext cx="4739640" cy="345440"/>
          </a:xfrm>
          <a:prstGeom prst="rect">
            <a:avLst/>
          </a:prstGeom>
        </p:spPr>
        <p:txBody>
          <a:bodyPr vert="horz" wrap="square" lIns="0" tIns="12700" rIns="0" bIns="0" rtlCol="0">
            <a:spAutoFit/>
          </a:bodyPr>
          <a:lstStyle/>
          <a:p>
            <a:pPr marL="355600" indent="-342900">
              <a:lnSpc>
                <a:spcPct val="100000"/>
              </a:lnSpc>
              <a:spcBef>
                <a:spcPts val="100"/>
              </a:spcBef>
              <a:buChar char="•"/>
              <a:tabLst>
                <a:tab pos="354965" algn="l"/>
                <a:tab pos="355600" algn="l"/>
              </a:tabLst>
            </a:pPr>
            <a:r>
              <a:rPr sz="2100" spc="-5" dirty="0">
                <a:latin typeface="Tahoma"/>
                <a:cs typeface="Tahoma"/>
              </a:rPr>
              <a:t>Consider deleting </a:t>
            </a:r>
            <a:r>
              <a:rPr sz="2100" dirty="0">
                <a:latin typeface="Tahoma"/>
                <a:cs typeface="Tahoma"/>
              </a:rPr>
              <a:t>node </a:t>
            </a:r>
            <a:r>
              <a:rPr sz="2100" spc="-5" dirty="0">
                <a:latin typeface="Tahoma"/>
                <a:cs typeface="Tahoma"/>
              </a:rPr>
              <a:t>containing</a:t>
            </a:r>
            <a:r>
              <a:rPr sz="2100" spc="-30" dirty="0">
                <a:latin typeface="Tahoma"/>
                <a:cs typeface="Tahoma"/>
              </a:rPr>
              <a:t> </a:t>
            </a:r>
            <a:r>
              <a:rPr sz="2100" dirty="0">
                <a:latin typeface="Tahoma"/>
                <a:cs typeface="Tahoma"/>
              </a:rPr>
              <a:t>40</a:t>
            </a:r>
          </a:p>
        </p:txBody>
      </p:sp>
      <p:sp>
        <p:nvSpPr>
          <p:cNvPr id="4" name="object 4"/>
          <p:cNvSpPr/>
          <p:nvPr/>
        </p:nvSpPr>
        <p:spPr>
          <a:xfrm>
            <a:off x="350490" y="3380232"/>
            <a:ext cx="8004182" cy="1851659"/>
          </a:xfrm>
          <a:prstGeom prst="rect">
            <a:avLst/>
          </a:prstGeom>
          <a:blipFill>
            <a:blip r:embed="rId2" cstate="print"/>
            <a:stretch>
              <a:fillRect/>
            </a:stretch>
          </a:blipFill>
        </p:spPr>
        <p:txBody>
          <a:bodyPr wrap="square" lIns="0" tIns="0" rIns="0" bIns="0" rtlCol="0"/>
          <a:lstStyle/>
          <a:p>
            <a:endParaRPr/>
          </a:p>
        </p:txBody>
      </p:sp>
      <p:sp>
        <p:nvSpPr>
          <p:cNvPr id="7" name="Footer Placeholder 6">
            <a:extLst>
              <a:ext uri="{FF2B5EF4-FFF2-40B4-BE49-F238E27FC236}">
                <a16:creationId xmlns:a16="http://schemas.microsoft.com/office/drawing/2014/main" id="{E5729F83-961C-4371-3BBE-A60D5720C8E6}"/>
              </a:ext>
            </a:extLst>
          </p:cNvPr>
          <p:cNvSpPr>
            <a:spLocks noGrp="1"/>
          </p:cNvSpPr>
          <p:nvPr>
            <p:ph type="ftr" sz="quarter" idx="11"/>
          </p:nvPr>
        </p:nvSpPr>
        <p:spPr/>
        <p:txBody>
          <a:bodyPr/>
          <a:lstStyle/>
          <a:p>
            <a:r>
              <a:rPr lang="en-US"/>
              <a:t>Algorithm and Data Structure </a:t>
            </a:r>
            <a:endParaRPr lang="en-US" dirty="0"/>
          </a:p>
        </p:txBody>
      </p:sp>
      <p:sp>
        <p:nvSpPr>
          <p:cNvPr id="8" name="Slide Number Placeholder 7">
            <a:extLst>
              <a:ext uri="{FF2B5EF4-FFF2-40B4-BE49-F238E27FC236}">
                <a16:creationId xmlns:a16="http://schemas.microsoft.com/office/drawing/2014/main" id="{8FF732C0-8ABD-0C82-0F1B-9ED2075F436E}"/>
              </a:ext>
            </a:extLst>
          </p:cNvPr>
          <p:cNvSpPr>
            <a:spLocks noGrp="1"/>
          </p:cNvSpPr>
          <p:nvPr>
            <p:ph type="sldNum" sz="quarter" idx="12"/>
          </p:nvPr>
        </p:nvSpPr>
        <p:spPr/>
        <p:txBody>
          <a:bodyPr/>
          <a:lstStyle/>
          <a:p>
            <a:fld id="{95E664E9-BB0A-4932-9D77-E0DDE5779A37}" type="slidenum">
              <a:rPr lang="en-US" smtClean="0"/>
              <a:pPr/>
              <a:t>177</a:t>
            </a:fld>
            <a:endParaRPr lang="en-US" dirty="0"/>
          </a:p>
        </p:txBody>
      </p:sp>
    </p:spTree>
    <p:extLst>
      <p:ext uri="{BB962C8B-B14F-4D97-AF65-F5344CB8AC3E}">
        <p14:creationId xmlns:p14="http://schemas.microsoft.com/office/powerpoint/2010/main" val="73714079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2437" y="690880"/>
            <a:ext cx="4548505" cy="452120"/>
          </a:xfrm>
          <a:prstGeom prst="rect">
            <a:avLst/>
          </a:prstGeom>
        </p:spPr>
        <p:txBody>
          <a:bodyPr vert="horz" wrap="square" lIns="0" tIns="12065" rIns="0" bIns="0" rtlCol="0">
            <a:spAutoFit/>
          </a:bodyPr>
          <a:lstStyle/>
          <a:p>
            <a:pPr marL="12700">
              <a:lnSpc>
                <a:spcPct val="100000"/>
              </a:lnSpc>
              <a:spcBef>
                <a:spcPts val="95"/>
              </a:spcBef>
            </a:pPr>
            <a:r>
              <a:rPr spc="-10" dirty="0"/>
              <a:t>Deleting </a:t>
            </a:r>
            <a:r>
              <a:rPr spc="-5" dirty="0"/>
              <a:t>a </a:t>
            </a:r>
            <a:r>
              <a:rPr dirty="0"/>
              <a:t>Node </a:t>
            </a:r>
            <a:r>
              <a:rPr spc="-5" dirty="0"/>
              <a:t>– Leaf</a:t>
            </a:r>
            <a:r>
              <a:rPr spc="35" dirty="0"/>
              <a:t> </a:t>
            </a:r>
            <a:r>
              <a:rPr spc="-10" dirty="0"/>
              <a:t>Node</a:t>
            </a:r>
          </a:p>
        </p:txBody>
      </p:sp>
      <p:sp>
        <p:nvSpPr>
          <p:cNvPr id="3" name="object 3"/>
          <p:cNvSpPr txBox="1"/>
          <p:nvPr/>
        </p:nvSpPr>
        <p:spPr>
          <a:xfrm>
            <a:off x="402742" y="1297305"/>
            <a:ext cx="6203315" cy="760095"/>
          </a:xfrm>
          <a:prstGeom prst="rect">
            <a:avLst/>
          </a:prstGeom>
        </p:spPr>
        <p:txBody>
          <a:bodyPr vert="horz" wrap="square" lIns="0" tIns="78105" rIns="0" bIns="0" rtlCol="0">
            <a:spAutoFit/>
          </a:bodyPr>
          <a:lstStyle/>
          <a:p>
            <a:pPr marL="355600" indent="-342900">
              <a:lnSpc>
                <a:spcPct val="100000"/>
              </a:lnSpc>
              <a:spcBef>
                <a:spcPts val="615"/>
              </a:spcBef>
              <a:buChar char="•"/>
              <a:tabLst>
                <a:tab pos="354965" algn="l"/>
                <a:tab pos="355600" algn="l"/>
              </a:tabLst>
            </a:pPr>
            <a:r>
              <a:rPr sz="2100" spc="-5" dirty="0">
                <a:latin typeface="Tahoma"/>
                <a:cs typeface="Tahoma"/>
              </a:rPr>
              <a:t>Consider deleting </a:t>
            </a:r>
            <a:r>
              <a:rPr sz="2100" dirty="0">
                <a:latin typeface="Tahoma"/>
                <a:cs typeface="Tahoma"/>
              </a:rPr>
              <a:t>node </a:t>
            </a:r>
            <a:r>
              <a:rPr sz="2100" spc="-5" dirty="0">
                <a:latin typeface="Tahoma"/>
                <a:cs typeface="Tahoma"/>
              </a:rPr>
              <a:t>containing</a:t>
            </a:r>
            <a:r>
              <a:rPr sz="2100" spc="-40" dirty="0">
                <a:latin typeface="Tahoma"/>
                <a:cs typeface="Tahoma"/>
              </a:rPr>
              <a:t> </a:t>
            </a:r>
            <a:r>
              <a:rPr sz="2100" dirty="0">
                <a:latin typeface="Tahoma"/>
                <a:cs typeface="Tahoma"/>
              </a:rPr>
              <a:t>40</a:t>
            </a:r>
          </a:p>
          <a:p>
            <a:pPr marL="469900">
              <a:lnSpc>
                <a:spcPct val="100000"/>
              </a:lnSpc>
              <a:spcBef>
                <a:spcPts val="465"/>
              </a:spcBef>
              <a:tabLst>
                <a:tab pos="756285" algn="l"/>
              </a:tabLst>
            </a:pPr>
            <a:r>
              <a:rPr sz="1900" spc="-5" dirty="0">
                <a:latin typeface="Tahoma"/>
                <a:cs typeface="Tahoma"/>
              </a:rPr>
              <a:t>–	</a:t>
            </a:r>
            <a:r>
              <a:rPr sz="1900" spc="-10" dirty="0">
                <a:latin typeface="Tahoma"/>
                <a:cs typeface="Tahoma"/>
              </a:rPr>
              <a:t>Node </a:t>
            </a:r>
            <a:r>
              <a:rPr sz="1900" spc="-5" dirty="0">
                <a:latin typeface="Tahoma"/>
                <a:cs typeface="Tahoma"/>
              </a:rPr>
              <a:t>is deleted and </a:t>
            </a:r>
            <a:r>
              <a:rPr sz="1900" spc="-10" dirty="0">
                <a:latin typeface="Tahoma"/>
                <a:cs typeface="Tahoma"/>
              </a:rPr>
              <a:t>right child </a:t>
            </a:r>
            <a:r>
              <a:rPr sz="1900" spc="-5" dirty="0">
                <a:latin typeface="Tahoma"/>
                <a:cs typeface="Tahoma"/>
              </a:rPr>
              <a:t>of 39 is set to</a:t>
            </a:r>
            <a:r>
              <a:rPr sz="1900" spc="229" dirty="0">
                <a:latin typeface="Tahoma"/>
                <a:cs typeface="Tahoma"/>
              </a:rPr>
              <a:t> </a:t>
            </a:r>
            <a:r>
              <a:rPr sz="1900" spc="-10" dirty="0">
                <a:latin typeface="Tahoma"/>
                <a:cs typeface="Tahoma"/>
              </a:rPr>
              <a:t>NULL</a:t>
            </a:r>
            <a:endParaRPr sz="1900" dirty="0">
              <a:latin typeface="Tahoma"/>
              <a:cs typeface="Tahoma"/>
            </a:endParaRPr>
          </a:p>
        </p:txBody>
      </p:sp>
      <p:sp>
        <p:nvSpPr>
          <p:cNvPr id="4" name="object 4"/>
          <p:cNvSpPr/>
          <p:nvPr/>
        </p:nvSpPr>
        <p:spPr>
          <a:xfrm>
            <a:off x="350490" y="3380232"/>
            <a:ext cx="8004182" cy="1851659"/>
          </a:xfrm>
          <a:prstGeom prst="rect">
            <a:avLst/>
          </a:prstGeom>
          <a:blipFill>
            <a:blip r:embed="rId2" cstate="print"/>
            <a:stretch>
              <a:fillRect/>
            </a:stretch>
          </a:blipFill>
        </p:spPr>
        <p:txBody>
          <a:bodyPr wrap="square" lIns="0" tIns="0" rIns="0" bIns="0" rtlCol="0"/>
          <a:lstStyle/>
          <a:p>
            <a:endParaRPr/>
          </a:p>
        </p:txBody>
      </p:sp>
      <p:sp>
        <p:nvSpPr>
          <p:cNvPr id="7" name="Footer Placeholder 6">
            <a:extLst>
              <a:ext uri="{FF2B5EF4-FFF2-40B4-BE49-F238E27FC236}">
                <a16:creationId xmlns:a16="http://schemas.microsoft.com/office/drawing/2014/main" id="{80B9DCD9-0EBA-ADF6-F2C3-FBF4438A8864}"/>
              </a:ext>
            </a:extLst>
          </p:cNvPr>
          <p:cNvSpPr>
            <a:spLocks noGrp="1"/>
          </p:cNvSpPr>
          <p:nvPr>
            <p:ph type="ftr" sz="quarter" idx="11"/>
          </p:nvPr>
        </p:nvSpPr>
        <p:spPr/>
        <p:txBody>
          <a:bodyPr/>
          <a:lstStyle/>
          <a:p>
            <a:r>
              <a:rPr lang="en-US"/>
              <a:t>Algorithm and Data Structure </a:t>
            </a:r>
            <a:endParaRPr lang="en-US" dirty="0"/>
          </a:p>
        </p:txBody>
      </p:sp>
      <p:sp>
        <p:nvSpPr>
          <p:cNvPr id="8" name="Slide Number Placeholder 7">
            <a:extLst>
              <a:ext uri="{FF2B5EF4-FFF2-40B4-BE49-F238E27FC236}">
                <a16:creationId xmlns:a16="http://schemas.microsoft.com/office/drawing/2014/main" id="{92723BA6-1DA3-A010-28BF-2238A202C538}"/>
              </a:ext>
            </a:extLst>
          </p:cNvPr>
          <p:cNvSpPr>
            <a:spLocks noGrp="1"/>
          </p:cNvSpPr>
          <p:nvPr>
            <p:ph type="sldNum" sz="quarter" idx="12"/>
          </p:nvPr>
        </p:nvSpPr>
        <p:spPr/>
        <p:txBody>
          <a:bodyPr/>
          <a:lstStyle/>
          <a:p>
            <a:fld id="{95E664E9-BB0A-4932-9D77-E0DDE5779A37}" type="slidenum">
              <a:rPr lang="en-US" smtClean="0"/>
              <a:pPr/>
              <a:t>178</a:t>
            </a:fld>
            <a:endParaRPr lang="en-US" dirty="0"/>
          </a:p>
        </p:txBody>
      </p:sp>
    </p:spTree>
    <p:extLst>
      <p:ext uri="{BB962C8B-B14F-4D97-AF65-F5344CB8AC3E}">
        <p14:creationId xmlns:p14="http://schemas.microsoft.com/office/powerpoint/2010/main" val="1474320899"/>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2437" y="690880"/>
            <a:ext cx="4548505" cy="452120"/>
          </a:xfrm>
          <a:prstGeom prst="rect">
            <a:avLst/>
          </a:prstGeom>
        </p:spPr>
        <p:txBody>
          <a:bodyPr vert="horz" wrap="square" lIns="0" tIns="12065" rIns="0" bIns="0" rtlCol="0">
            <a:spAutoFit/>
          </a:bodyPr>
          <a:lstStyle/>
          <a:p>
            <a:pPr marL="12700">
              <a:lnSpc>
                <a:spcPct val="100000"/>
              </a:lnSpc>
              <a:spcBef>
                <a:spcPts val="95"/>
              </a:spcBef>
            </a:pPr>
            <a:r>
              <a:rPr spc="-10" dirty="0"/>
              <a:t>Deleting </a:t>
            </a:r>
            <a:r>
              <a:rPr spc="-5" dirty="0"/>
              <a:t>a </a:t>
            </a:r>
            <a:r>
              <a:rPr dirty="0"/>
              <a:t>Node </a:t>
            </a:r>
            <a:r>
              <a:rPr spc="-5" dirty="0"/>
              <a:t>– Leaf</a:t>
            </a:r>
            <a:r>
              <a:rPr spc="35" dirty="0"/>
              <a:t> </a:t>
            </a:r>
            <a:r>
              <a:rPr spc="-10" dirty="0"/>
              <a:t>Node</a:t>
            </a:r>
          </a:p>
        </p:txBody>
      </p:sp>
      <p:sp>
        <p:nvSpPr>
          <p:cNvPr id="3" name="object 3"/>
          <p:cNvSpPr txBox="1"/>
          <p:nvPr/>
        </p:nvSpPr>
        <p:spPr>
          <a:xfrm>
            <a:off x="402742" y="1206500"/>
            <a:ext cx="5396230" cy="2222500"/>
          </a:xfrm>
          <a:prstGeom prst="rect">
            <a:avLst/>
          </a:prstGeom>
        </p:spPr>
        <p:txBody>
          <a:bodyPr vert="horz" wrap="square" lIns="0" tIns="78105" rIns="0" bIns="0" rtlCol="0">
            <a:spAutoFit/>
          </a:bodyPr>
          <a:lstStyle/>
          <a:p>
            <a:pPr marL="355600" indent="-342900">
              <a:lnSpc>
                <a:spcPct val="100000"/>
              </a:lnSpc>
              <a:spcBef>
                <a:spcPts val="615"/>
              </a:spcBef>
              <a:buChar char="•"/>
              <a:tabLst>
                <a:tab pos="354965" algn="l"/>
                <a:tab pos="355600" algn="l"/>
              </a:tabLst>
            </a:pPr>
            <a:r>
              <a:rPr sz="2100" spc="-5" dirty="0">
                <a:latin typeface="Tahoma"/>
                <a:cs typeface="Tahoma"/>
              </a:rPr>
              <a:t>Deleting </a:t>
            </a:r>
            <a:r>
              <a:rPr sz="2100" dirty="0">
                <a:latin typeface="Tahoma"/>
                <a:cs typeface="Tahoma"/>
              </a:rPr>
              <a:t>a leaf </a:t>
            </a:r>
            <a:r>
              <a:rPr sz="2100" spc="-5" dirty="0">
                <a:latin typeface="Tahoma"/>
                <a:cs typeface="Tahoma"/>
              </a:rPr>
              <a:t>node </a:t>
            </a:r>
            <a:r>
              <a:rPr sz="2100" dirty="0">
                <a:latin typeface="Tahoma"/>
                <a:cs typeface="Tahoma"/>
              </a:rPr>
              <a:t>is</a:t>
            </a:r>
            <a:r>
              <a:rPr sz="2100" spc="-30" dirty="0">
                <a:latin typeface="Tahoma"/>
                <a:cs typeface="Tahoma"/>
              </a:rPr>
              <a:t> </a:t>
            </a:r>
            <a:r>
              <a:rPr sz="2100" spc="-5" dirty="0">
                <a:latin typeface="Tahoma"/>
                <a:cs typeface="Tahoma"/>
              </a:rPr>
              <a:t>easy</a:t>
            </a:r>
            <a:endParaRPr sz="2100" dirty="0">
              <a:latin typeface="Tahoma"/>
              <a:cs typeface="Tahoma"/>
            </a:endParaRPr>
          </a:p>
          <a:p>
            <a:pPr marL="756285" lvl="1" indent="-287020">
              <a:lnSpc>
                <a:spcPct val="100000"/>
              </a:lnSpc>
              <a:spcBef>
                <a:spcPts val="465"/>
              </a:spcBef>
              <a:buChar char="–"/>
              <a:tabLst>
                <a:tab pos="756285" algn="l"/>
                <a:tab pos="756920" algn="l"/>
              </a:tabLst>
            </a:pPr>
            <a:r>
              <a:rPr sz="1900" spc="-10" dirty="0">
                <a:latin typeface="Tahoma"/>
                <a:cs typeface="Tahoma"/>
              </a:rPr>
              <a:t>Find </a:t>
            </a:r>
            <a:r>
              <a:rPr sz="1900" spc="-5" dirty="0">
                <a:latin typeface="Tahoma"/>
                <a:cs typeface="Tahoma"/>
              </a:rPr>
              <a:t>its</a:t>
            </a:r>
            <a:r>
              <a:rPr sz="1900" spc="40" dirty="0">
                <a:latin typeface="Tahoma"/>
                <a:cs typeface="Tahoma"/>
              </a:rPr>
              <a:t> </a:t>
            </a:r>
            <a:r>
              <a:rPr sz="1900" spc="-5" dirty="0">
                <a:latin typeface="Tahoma"/>
                <a:cs typeface="Tahoma"/>
              </a:rPr>
              <a:t>parent</a:t>
            </a:r>
            <a:endParaRPr sz="1900" dirty="0">
              <a:latin typeface="Tahoma"/>
              <a:cs typeface="Tahoma"/>
            </a:endParaRPr>
          </a:p>
          <a:p>
            <a:pPr marL="756285" lvl="1" indent="-287020">
              <a:lnSpc>
                <a:spcPct val="100000"/>
              </a:lnSpc>
              <a:spcBef>
                <a:spcPts val="459"/>
              </a:spcBef>
              <a:buChar char="–"/>
              <a:tabLst>
                <a:tab pos="756285" algn="l"/>
                <a:tab pos="756920" algn="l"/>
              </a:tabLst>
            </a:pPr>
            <a:r>
              <a:rPr sz="1900" spc="-5" dirty="0">
                <a:latin typeface="Tahoma"/>
                <a:cs typeface="Tahoma"/>
              </a:rPr>
              <a:t>Set the </a:t>
            </a:r>
            <a:r>
              <a:rPr sz="1900" spc="-10" dirty="0">
                <a:latin typeface="Tahoma"/>
                <a:cs typeface="Tahoma"/>
              </a:rPr>
              <a:t>child </a:t>
            </a:r>
            <a:r>
              <a:rPr sz="1900" spc="-5" dirty="0">
                <a:latin typeface="Tahoma"/>
                <a:cs typeface="Tahoma"/>
              </a:rPr>
              <a:t>pointer </a:t>
            </a:r>
            <a:r>
              <a:rPr sz="1900" spc="-10" dirty="0">
                <a:latin typeface="Tahoma"/>
                <a:cs typeface="Tahoma"/>
              </a:rPr>
              <a:t>that </a:t>
            </a:r>
            <a:r>
              <a:rPr sz="1900" spc="-5" dirty="0">
                <a:latin typeface="Tahoma"/>
                <a:cs typeface="Tahoma"/>
              </a:rPr>
              <a:t>links to it to</a:t>
            </a:r>
            <a:r>
              <a:rPr sz="1900" spc="190" dirty="0">
                <a:latin typeface="Tahoma"/>
                <a:cs typeface="Tahoma"/>
              </a:rPr>
              <a:t> </a:t>
            </a:r>
            <a:r>
              <a:rPr sz="1900" spc="-10" dirty="0">
                <a:latin typeface="Tahoma"/>
                <a:cs typeface="Tahoma"/>
              </a:rPr>
              <a:t>NULL</a:t>
            </a:r>
            <a:endParaRPr sz="1900" dirty="0">
              <a:latin typeface="Tahoma"/>
              <a:cs typeface="Tahoma"/>
            </a:endParaRPr>
          </a:p>
          <a:p>
            <a:pPr marL="756285" lvl="1" indent="-287020">
              <a:lnSpc>
                <a:spcPct val="100000"/>
              </a:lnSpc>
              <a:spcBef>
                <a:spcPts val="455"/>
              </a:spcBef>
              <a:buChar char="–"/>
              <a:tabLst>
                <a:tab pos="756285" algn="l"/>
                <a:tab pos="756920" algn="l"/>
              </a:tabLst>
            </a:pPr>
            <a:r>
              <a:rPr sz="1900" spc="-5" dirty="0">
                <a:latin typeface="Tahoma"/>
                <a:cs typeface="Tahoma"/>
              </a:rPr>
              <a:t>Free the node’s</a:t>
            </a:r>
            <a:r>
              <a:rPr sz="1900" spc="70" dirty="0">
                <a:latin typeface="Tahoma"/>
                <a:cs typeface="Tahoma"/>
              </a:rPr>
              <a:t> </a:t>
            </a:r>
            <a:r>
              <a:rPr sz="1900" spc="-5" dirty="0">
                <a:latin typeface="Tahoma"/>
                <a:cs typeface="Tahoma"/>
              </a:rPr>
              <a:t>memory</a:t>
            </a:r>
            <a:endParaRPr sz="1900" dirty="0">
              <a:latin typeface="Tahoma"/>
              <a:cs typeface="Tahoma"/>
            </a:endParaRPr>
          </a:p>
          <a:p>
            <a:pPr lvl="1">
              <a:lnSpc>
                <a:spcPct val="100000"/>
              </a:lnSpc>
              <a:spcBef>
                <a:spcPts val="20"/>
              </a:spcBef>
              <a:buFont typeface="Tahoma"/>
              <a:buChar char="–"/>
            </a:pPr>
            <a:endParaRPr sz="2900" dirty="0">
              <a:latin typeface="Tahoma"/>
              <a:cs typeface="Tahoma"/>
            </a:endParaRPr>
          </a:p>
          <a:p>
            <a:pPr marL="355600" indent="-342900">
              <a:lnSpc>
                <a:spcPct val="100000"/>
              </a:lnSpc>
              <a:buChar char="•"/>
              <a:tabLst>
                <a:tab pos="354965" algn="l"/>
                <a:tab pos="355600" algn="l"/>
              </a:tabLst>
            </a:pPr>
            <a:r>
              <a:rPr sz="2100" spc="-5" dirty="0">
                <a:latin typeface="Tahoma"/>
                <a:cs typeface="Tahoma"/>
              </a:rPr>
              <a:t>Consider deleting </a:t>
            </a:r>
            <a:r>
              <a:rPr sz="2100" dirty="0">
                <a:latin typeface="Tahoma"/>
                <a:cs typeface="Tahoma"/>
              </a:rPr>
              <a:t>node </a:t>
            </a:r>
            <a:r>
              <a:rPr sz="2100" spc="-5" dirty="0">
                <a:latin typeface="Tahoma"/>
                <a:cs typeface="Tahoma"/>
              </a:rPr>
              <a:t>containing</a:t>
            </a:r>
            <a:r>
              <a:rPr sz="2100" spc="-25" dirty="0">
                <a:latin typeface="Tahoma"/>
                <a:cs typeface="Tahoma"/>
              </a:rPr>
              <a:t> </a:t>
            </a:r>
            <a:r>
              <a:rPr sz="2100" spc="5" dirty="0">
                <a:latin typeface="Tahoma"/>
                <a:cs typeface="Tahoma"/>
              </a:rPr>
              <a:t>25</a:t>
            </a:r>
            <a:endParaRPr sz="2100" dirty="0">
              <a:latin typeface="Tahoma"/>
              <a:cs typeface="Tahoma"/>
            </a:endParaRPr>
          </a:p>
        </p:txBody>
      </p:sp>
      <p:grpSp>
        <p:nvGrpSpPr>
          <p:cNvPr id="4" name="object 4"/>
          <p:cNvGrpSpPr/>
          <p:nvPr/>
        </p:nvGrpSpPr>
        <p:grpSpPr>
          <a:xfrm>
            <a:off x="446277" y="3692397"/>
            <a:ext cx="2641600" cy="2251710"/>
            <a:chOff x="446277" y="3692397"/>
            <a:chExt cx="2641600" cy="2251710"/>
          </a:xfrm>
        </p:grpSpPr>
        <p:sp>
          <p:nvSpPr>
            <p:cNvPr id="5" name="object 5"/>
            <p:cNvSpPr/>
            <p:nvPr/>
          </p:nvSpPr>
          <p:spPr>
            <a:xfrm>
              <a:off x="1309877" y="3717797"/>
              <a:ext cx="1219200" cy="2200910"/>
            </a:xfrm>
            <a:custGeom>
              <a:avLst/>
              <a:gdLst/>
              <a:ahLst/>
              <a:cxnLst/>
              <a:rect l="l" t="t" r="r" b="b"/>
              <a:pathLst>
                <a:path w="1219200" h="2200910">
                  <a:moveTo>
                    <a:pt x="0" y="285750"/>
                  </a:moveTo>
                  <a:lnTo>
                    <a:pt x="4130" y="243513"/>
                  </a:lnTo>
                  <a:lnTo>
                    <a:pt x="16129" y="203204"/>
                  </a:lnTo>
                  <a:lnTo>
                    <a:pt x="35408" y="165265"/>
                  </a:lnTo>
                  <a:lnTo>
                    <a:pt x="61376" y="130135"/>
                  </a:lnTo>
                  <a:lnTo>
                    <a:pt x="93446" y="98258"/>
                  </a:lnTo>
                  <a:lnTo>
                    <a:pt x="131028" y="70074"/>
                  </a:lnTo>
                  <a:lnTo>
                    <a:pt x="173533" y="46024"/>
                  </a:lnTo>
                  <a:lnTo>
                    <a:pt x="220372" y="26550"/>
                  </a:lnTo>
                  <a:lnTo>
                    <a:pt x="270955" y="12094"/>
                  </a:lnTo>
                  <a:lnTo>
                    <a:pt x="324694" y="3097"/>
                  </a:lnTo>
                  <a:lnTo>
                    <a:pt x="380999" y="0"/>
                  </a:lnTo>
                  <a:lnTo>
                    <a:pt x="437305" y="3097"/>
                  </a:lnTo>
                  <a:lnTo>
                    <a:pt x="491044" y="12094"/>
                  </a:lnTo>
                  <a:lnTo>
                    <a:pt x="541627" y="26550"/>
                  </a:lnTo>
                  <a:lnTo>
                    <a:pt x="588466" y="46024"/>
                  </a:lnTo>
                  <a:lnTo>
                    <a:pt x="630971" y="70074"/>
                  </a:lnTo>
                  <a:lnTo>
                    <a:pt x="668553" y="98258"/>
                  </a:lnTo>
                  <a:lnTo>
                    <a:pt x="700623" y="130135"/>
                  </a:lnTo>
                  <a:lnTo>
                    <a:pt x="726591" y="165265"/>
                  </a:lnTo>
                  <a:lnTo>
                    <a:pt x="745870" y="203204"/>
                  </a:lnTo>
                  <a:lnTo>
                    <a:pt x="757869" y="243513"/>
                  </a:lnTo>
                  <a:lnTo>
                    <a:pt x="761999" y="285750"/>
                  </a:lnTo>
                  <a:lnTo>
                    <a:pt x="757869" y="327986"/>
                  </a:lnTo>
                  <a:lnTo>
                    <a:pt x="745870" y="368295"/>
                  </a:lnTo>
                  <a:lnTo>
                    <a:pt x="726591" y="406234"/>
                  </a:lnTo>
                  <a:lnTo>
                    <a:pt x="700623" y="441364"/>
                  </a:lnTo>
                  <a:lnTo>
                    <a:pt x="668553" y="473241"/>
                  </a:lnTo>
                  <a:lnTo>
                    <a:pt x="630971" y="501425"/>
                  </a:lnTo>
                  <a:lnTo>
                    <a:pt x="588466" y="525475"/>
                  </a:lnTo>
                  <a:lnTo>
                    <a:pt x="541627" y="544949"/>
                  </a:lnTo>
                  <a:lnTo>
                    <a:pt x="491044" y="559405"/>
                  </a:lnTo>
                  <a:lnTo>
                    <a:pt x="437305" y="568402"/>
                  </a:lnTo>
                  <a:lnTo>
                    <a:pt x="380999" y="571500"/>
                  </a:lnTo>
                  <a:lnTo>
                    <a:pt x="324694" y="568402"/>
                  </a:lnTo>
                  <a:lnTo>
                    <a:pt x="270955" y="559405"/>
                  </a:lnTo>
                  <a:lnTo>
                    <a:pt x="220372" y="544949"/>
                  </a:lnTo>
                  <a:lnTo>
                    <a:pt x="173533" y="525475"/>
                  </a:lnTo>
                  <a:lnTo>
                    <a:pt x="131028" y="501425"/>
                  </a:lnTo>
                  <a:lnTo>
                    <a:pt x="93446" y="473241"/>
                  </a:lnTo>
                  <a:lnTo>
                    <a:pt x="61376" y="441364"/>
                  </a:lnTo>
                  <a:lnTo>
                    <a:pt x="35408" y="406234"/>
                  </a:lnTo>
                  <a:lnTo>
                    <a:pt x="16129" y="368295"/>
                  </a:lnTo>
                  <a:lnTo>
                    <a:pt x="4130" y="327986"/>
                  </a:lnTo>
                  <a:lnTo>
                    <a:pt x="0" y="285750"/>
                  </a:lnTo>
                  <a:close/>
                </a:path>
                <a:path w="1219200" h="2200910">
                  <a:moveTo>
                    <a:pt x="457199" y="1076706"/>
                  </a:moveTo>
                  <a:lnTo>
                    <a:pt x="461330" y="1034469"/>
                  </a:lnTo>
                  <a:lnTo>
                    <a:pt x="473329" y="994160"/>
                  </a:lnTo>
                  <a:lnTo>
                    <a:pt x="492608" y="956221"/>
                  </a:lnTo>
                  <a:lnTo>
                    <a:pt x="518576" y="921091"/>
                  </a:lnTo>
                  <a:lnTo>
                    <a:pt x="550646" y="889214"/>
                  </a:lnTo>
                  <a:lnTo>
                    <a:pt x="588228" y="861030"/>
                  </a:lnTo>
                  <a:lnTo>
                    <a:pt x="630733" y="836980"/>
                  </a:lnTo>
                  <a:lnTo>
                    <a:pt x="677572" y="817506"/>
                  </a:lnTo>
                  <a:lnTo>
                    <a:pt x="728155" y="803050"/>
                  </a:lnTo>
                  <a:lnTo>
                    <a:pt x="781894" y="794053"/>
                  </a:lnTo>
                  <a:lnTo>
                    <a:pt x="838199" y="790956"/>
                  </a:lnTo>
                  <a:lnTo>
                    <a:pt x="894505" y="794053"/>
                  </a:lnTo>
                  <a:lnTo>
                    <a:pt x="948244" y="803050"/>
                  </a:lnTo>
                  <a:lnTo>
                    <a:pt x="998827" y="817506"/>
                  </a:lnTo>
                  <a:lnTo>
                    <a:pt x="1045666" y="836980"/>
                  </a:lnTo>
                  <a:lnTo>
                    <a:pt x="1088171" y="861030"/>
                  </a:lnTo>
                  <a:lnTo>
                    <a:pt x="1125753" y="889214"/>
                  </a:lnTo>
                  <a:lnTo>
                    <a:pt x="1157823" y="921091"/>
                  </a:lnTo>
                  <a:lnTo>
                    <a:pt x="1183791" y="956221"/>
                  </a:lnTo>
                  <a:lnTo>
                    <a:pt x="1203070" y="994160"/>
                  </a:lnTo>
                  <a:lnTo>
                    <a:pt x="1215069" y="1034469"/>
                  </a:lnTo>
                  <a:lnTo>
                    <a:pt x="1219199" y="1076706"/>
                  </a:lnTo>
                  <a:lnTo>
                    <a:pt x="1215069" y="1118942"/>
                  </a:lnTo>
                  <a:lnTo>
                    <a:pt x="1203070" y="1159251"/>
                  </a:lnTo>
                  <a:lnTo>
                    <a:pt x="1183791" y="1197190"/>
                  </a:lnTo>
                  <a:lnTo>
                    <a:pt x="1157823" y="1232320"/>
                  </a:lnTo>
                  <a:lnTo>
                    <a:pt x="1125753" y="1264197"/>
                  </a:lnTo>
                  <a:lnTo>
                    <a:pt x="1088171" y="1292381"/>
                  </a:lnTo>
                  <a:lnTo>
                    <a:pt x="1045666" y="1316431"/>
                  </a:lnTo>
                  <a:lnTo>
                    <a:pt x="998827" y="1335905"/>
                  </a:lnTo>
                  <a:lnTo>
                    <a:pt x="948244" y="1350361"/>
                  </a:lnTo>
                  <a:lnTo>
                    <a:pt x="894505" y="1359358"/>
                  </a:lnTo>
                  <a:lnTo>
                    <a:pt x="838199" y="1362456"/>
                  </a:lnTo>
                  <a:lnTo>
                    <a:pt x="781894" y="1359358"/>
                  </a:lnTo>
                  <a:lnTo>
                    <a:pt x="728155" y="1350361"/>
                  </a:lnTo>
                  <a:lnTo>
                    <a:pt x="677572" y="1335905"/>
                  </a:lnTo>
                  <a:lnTo>
                    <a:pt x="630733" y="1316431"/>
                  </a:lnTo>
                  <a:lnTo>
                    <a:pt x="588228" y="1292381"/>
                  </a:lnTo>
                  <a:lnTo>
                    <a:pt x="550646" y="1264197"/>
                  </a:lnTo>
                  <a:lnTo>
                    <a:pt x="518576" y="1232320"/>
                  </a:lnTo>
                  <a:lnTo>
                    <a:pt x="492608" y="1197190"/>
                  </a:lnTo>
                  <a:lnTo>
                    <a:pt x="473329" y="1159251"/>
                  </a:lnTo>
                  <a:lnTo>
                    <a:pt x="461330" y="1118942"/>
                  </a:lnTo>
                  <a:lnTo>
                    <a:pt x="457199" y="1076706"/>
                  </a:lnTo>
                  <a:close/>
                </a:path>
                <a:path w="1219200" h="2200910">
                  <a:moveTo>
                    <a:pt x="76200" y="1914905"/>
                  </a:moveTo>
                  <a:lnTo>
                    <a:pt x="80330" y="1872669"/>
                  </a:lnTo>
                  <a:lnTo>
                    <a:pt x="92329" y="1832360"/>
                  </a:lnTo>
                  <a:lnTo>
                    <a:pt x="111608" y="1794421"/>
                  </a:lnTo>
                  <a:lnTo>
                    <a:pt x="137576" y="1759291"/>
                  </a:lnTo>
                  <a:lnTo>
                    <a:pt x="169646" y="1727414"/>
                  </a:lnTo>
                  <a:lnTo>
                    <a:pt x="207228" y="1699230"/>
                  </a:lnTo>
                  <a:lnTo>
                    <a:pt x="249733" y="1675180"/>
                  </a:lnTo>
                  <a:lnTo>
                    <a:pt x="296572" y="1655706"/>
                  </a:lnTo>
                  <a:lnTo>
                    <a:pt x="347155" y="1641250"/>
                  </a:lnTo>
                  <a:lnTo>
                    <a:pt x="400894" y="1632253"/>
                  </a:lnTo>
                  <a:lnTo>
                    <a:pt x="457199" y="1629155"/>
                  </a:lnTo>
                  <a:lnTo>
                    <a:pt x="513505" y="1632253"/>
                  </a:lnTo>
                  <a:lnTo>
                    <a:pt x="567244" y="1641250"/>
                  </a:lnTo>
                  <a:lnTo>
                    <a:pt x="617827" y="1655706"/>
                  </a:lnTo>
                  <a:lnTo>
                    <a:pt x="664666" y="1675180"/>
                  </a:lnTo>
                  <a:lnTo>
                    <a:pt x="707171" y="1699230"/>
                  </a:lnTo>
                  <a:lnTo>
                    <a:pt x="744753" y="1727414"/>
                  </a:lnTo>
                  <a:lnTo>
                    <a:pt x="776823" y="1759291"/>
                  </a:lnTo>
                  <a:lnTo>
                    <a:pt x="802791" y="1794421"/>
                  </a:lnTo>
                  <a:lnTo>
                    <a:pt x="822070" y="1832360"/>
                  </a:lnTo>
                  <a:lnTo>
                    <a:pt x="834069" y="1872669"/>
                  </a:lnTo>
                  <a:lnTo>
                    <a:pt x="838199" y="1914905"/>
                  </a:lnTo>
                  <a:lnTo>
                    <a:pt x="834069" y="1957130"/>
                  </a:lnTo>
                  <a:lnTo>
                    <a:pt x="822070" y="1997432"/>
                  </a:lnTo>
                  <a:lnTo>
                    <a:pt x="802791" y="2035368"/>
                  </a:lnTo>
                  <a:lnTo>
                    <a:pt x="776823" y="2070497"/>
                  </a:lnTo>
                  <a:lnTo>
                    <a:pt x="744753" y="2102376"/>
                  </a:lnTo>
                  <a:lnTo>
                    <a:pt x="707171" y="2130564"/>
                  </a:lnTo>
                  <a:lnTo>
                    <a:pt x="664666" y="2154618"/>
                  </a:lnTo>
                  <a:lnTo>
                    <a:pt x="617827" y="2174096"/>
                  </a:lnTo>
                  <a:lnTo>
                    <a:pt x="567244" y="2188557"/>
                  </a:lnTo>
                  <a:lnTo>
                    <a:pt x="513505" y="2197557"/>
                  </a:lnTo>
                  <a:lnTo>
                    <a:pt x="457199" y="2200655"/>
                  </a:lnTo>
                  <a:lnTo>
                    <a:pt x="400894" y="2197557"/>
                  </a:lnTo>
                  <a:lnTo>
                    <a:pt x="347155" y="2188557"/>
                  </a:lnTo>
                  <a:lnTo>
                    <a:pt x="296572" y="2174096"/>
                  </a:lnTo>
                  <a:lnTo>
                    <a:pt x="249733" y="2154618"/>
                  </a:lnTo>
                  <a:lnTo>
                    <a:pt x="207228" y="2130564"/>
                  </a:lnTo>
                  <a:lnTo>
                    <a:pt x="169646" y="2102376"/>
                  </a:lnTo>
                  <a:lnTo>
                    <a:pt x="137576" y="2070497"/>
                  </a:lnTo>
                  <a:lnTo>
                    <a:pt x="111608" y="2035368"/>
                  </a:lnTo>
                  <a:lnTo>
                    <a:pt x="92329" y="1997432"/>
                  </a:lnTo>
                  <a:lnTo>
                    <a:pt x="80330" y="1957130"/>
                  </a:lnTo>
                  <a:lnTo>
                    <a:pt x="76200" y="1914905"/>
                  </a:lnTo>
                  <a:close/>
                </a:path>
              </a:pathLst>
            </a:custGeom>
            <a:ln w="50800">
              <a:solidFill>
                <a:srgbClr val="006FC0"/>
              </a:solidFill>
            </a:ln>
          </p:spPr>
          <p:txBody>
            <a:bodyPr wrap="square" lIns="0" tIns="0" rIns="0" bIns="0" rtlCol="0"/>
            <a:lstStyle/>
            <a:p>
              <a:endParaRPr/>
            </a:p>
          </p:txBody>
        </p:sp>
        <p:sp>
          <p:nvSpPr>
            <p:cNvPr id="6" name="object 6"/>
            <p:cNvSpPr/>
            <p:nvPr/>
          </p:nvSpPr>
          <p:spPr>
            <a:xfrm>
              <a:off x="1684528" y="4300346"/>
              <a:ext cx="473075" cy="1017269"/>
            </a:xfrm>
            <a:custGeom>
              <a:avLst/>
              <a:gdLst/>
              <a:ahLst/>
              <a:cxnLst/>
              <a:rect l="l" t="t" r="r" b="b"/>
              <a:pathLst>
                <a:path w="473075" h="1017270">
                  <a:moveTo>
                    <a:pt x="463550" y="179832"/>
                  </a:moveTo>
                  <a:lnTo>
                    <a:pt x="450215" y="165989"/>
                  </a:lnTo>
                  <a:lnTo>
                    <a:pt x="374904" y="87757"/>
                  </a:lnTo>
                  <a:lnTo>
                    <a:pt x="362153" y="123698"/>
                  </a:lnTo>
                  <a:lnTo>
                    <a:pt x="12700" y="0"/>
                  </a:lnTo>
                  <a:lnTo>
                    <a:pt x="0" y="35814"/>
                  </a:lnTo>
                  <a:lnTo>
                    <a:pt x="349415" y="159626"/>
                  </a:lnTo>
                  <a:lnTo>
                    <a:pt x="336677" y="195580"/>
                  </a:lnTo>
                  <a:lnTo>
                    <a:pt x="463550" y="179832"/>
                  </a:lnTo>
                  <a:close/>
                </a:path>
                <a:path w="473075" h="1017270">
                  <a:moveTo>
                    <a:pt x="472694" y="823976"/>
                  </a:moveTo>
                  <a:lnTo>
                    <a:pt x="454406" y="790702"/>
                  </a:lnTo>
                  <a:lnTo>
                    <a:pt x="173507" y="945121"/>
                  </a:lnTo>
                  <a:lnTo>
                    <a:pt x="155194" y="911733"/>
                  </a:lnTo>
                  <a:lnTo>
                    <a:pt x="82550" y="1016889"/>
                  </a:lnTo>
                  <a:lnTo>
                    <a:pt x="210185" y="1011936"/>
                  </a:lnTo>
                  <a:lnTo>
                    <a:pt x="196862" y="987679"/>
                  </a:lnTo>
                  <a:lnTo>
                    <a:pt x="191820" y="978496"/>
                  </a:lnTo>
                  <a:lnTo>
                    <a:pt x="472694" y="823976"/>
                  </a:lnTo>
                  <a:close/>
                </a:path>
              </a:pathLst>
            </a:custGeom>
            <a:solidFill>
              <a:srgbClr val="000000"/>
            </a:solidFill>
          </p:spPr>
          <p:txBody>
            <a:bodyPr wrap="square" lIns="0" tIns="0" rIns="0" bIns="0" rtlCol="0"/>
            <a:lstStyle/>
            <a:p>
              <a:endParaRPr/>
            </a:p>
          </p:txBody>
        </p:sp>
        <p:sp>
          <p:nvSpPr>
            <p:cNvPr id="7" name="object 7"/>
            <p:cNvSpPr/>
            <p:nvPr/>
          </p:nvSpPr>
          <p:spPr>
            <a:xfrm>
              <a:off x="471677" y="4508753"/>
              <a:ext cx="1066800" cy="1409700"/>
            </a:xfrm>
            <a:custGeom>
              <a:avLst/>
              <a:gdLst/>
              <a:ahLst/>
              <a:cxnLst/>
              <a:rect l="l" t="t" r="r" b="b"/>
              <a:pathLst>
                <a:path w="1066800" h="1409700">
                  <a:moveTo>
                    <a:pt x="304800" y="285750"/>
                  </a:moveTo>
                  <a:lnTo>
                    <a:pt x="308930" y="243513"/>
                  </a:lnTo>
                  <a:lnTo>
                    <a:pt x="320930" y="203204"/>
                  </a:lnTo>
                  <a:lnTo>
                    <a:pt x="340210" y="165265"/>
                  </a:lnTo>
                  <a:lnTo>
                    <a:pt x="366179" y="130135"/>
                  </a:lnTo>
                  <a:lnTo>
                    <a:pt x="398250" y="98258"/>
                  </a:lnTo>
                  <a:lnTo>
                    <a:pt x="435833" y="70074"/>
                  </a:lnTo>
                  <a:lnTo>
                    <a:pt x="478338" y="46024"/>
                  </a:lnTo>
                  <a:lnTo>
                    <a:pt x="525177" y="26550"/>
                  </a:lnTo>
                  <a:lnTo>
                    <a:pt x="575760" y="12094"/>
                  </a:lnTo>
                  <a:lnTo>
                    <a:pt x="629497" y="3097"/>
                  </a:lnTo>
                  <a:lnTo>
                    <a:pt x="685800" y="0"/>
                  </a:lnTo>
                  <a:lnTo>
                    <a:pt x="742105" y="3097"/>
                  </a:lnTo>
                  <a:lnTo>
                    <a:pt x="795844" y="12094"/>
                  </a:lnTo>
                  <a:lnTo>
                    <a:pt x="846427" y="26550"/>
                  </a:lnTo>
                  <a:lnTo>
                    <a:pt x="893266" y="46024"/>
                  </a:lnTo>
                  <a:lnTo>
                    <a:pt x="935771" y="70074"/>
                  </a:lnTo>
                  <a:lnTo>
                    <a:pt x="973353" y="98258"/>
                  </a:lnTo>
                  <a:lnTo>
                    <a:pt x="1005423" y="130135"/>
                  </a:lnTo>
                  <a:lnTo>
                    <a:pt x="1031391" y="165265"/>
                  </a:lnTo>
                  <a:lnTo>
                    <a:pt x="1050670" y="203204"/>
                  </a:lnTo>
                  <a:lnTo>
                    <a:pt x="1062669" y="243513"/>
                  </a:lnTo>
                  <a:lnTo>
                    <a:pt x="1066800" y="285750"/>
                  </a:lnTo>
                  <a:lnTo>
                    <a:pt x="1062669" y="327986"/>
                  </a:lnTo>
                  <a:lnTo>
                    <a:pt x="1050670" y="368295"/>
                  </a:lnTo>
                  <a:lnTo>
                    <a:pt x="1031391" y="406234"/>
                  </a:lnTo>
                  <a:lnTo>
                    <a:pt x="1005423" y="441364"/>
                  </a:lnTo>
                  <a:lnTo>
                    <a:pt x="973353" y="473241"/>
                  </a:lnTo>
                  <a:lnTo>
                    <a:pt x="935771" y="501425"/>
                  </a:lnTo>
                  <a:lnTo>
                    <a:pt x="893266" y="525475"/>
                  </a:lnTo>
                  <a:lnTo>
                    <a:pt x="846427" y="544949"/>
                  </a:lnTo>
                  <a:lnTo>
                    <a:pt x="795844" y="559405"/>
                  </a:lnTo>
                  <a:lnTo>
                    <a:pt x="742105" y="568402"/>
                  </a:lnTo>
                  <a:lnTo>
                    <a:pt x="685800" y="571500"/>
                  </a:lnTo>
                  <a:lnTo>
                    <a:pt x="629497" y="568402"/>
                  </a:lnTo>
                  <a:lnTo>
                    <a:pt x="575760" y="559405"/>
                  </a:lnTo>
                  <a:lnTo>
                    <a:pt x="525177" y="544949"/>
                  </a:lnTo>
                  <a:lnTo>
                    <a:pt x="478338" y="525475"/>
                  </a:lnTo>
                  <a:lnTo>
                    <a:pt x="435833" y="501425"/>
                  </a:lnTo>
                  <a:lnTo>
                    <a:pt x="398250" y="473241"/>
                  </a:lnTo>
                  <a:lnTo>
                    <a:pt x="366179" y="441364"/>
                  </a:lnTo>
                  <a:lnTo>
                    <a:pt x="340210" y="406234"/>
                  </a:lnTo>
                  <a:lnTo>
                    <a:pt x="320930" y="368295"/>
                  </a:lnTo>
                  <a:lnTo>
                    <a:pt x="308930" y="327986"/>
                  </a:lnTo>
                  <a:lnTo>
                    <a:pt x="304800" y="285750"/>
                  </a:lnTo>
                  <a:close/>
                </a:path>
                <a:path w="1066800" h="1409700">
                  <a:moveTo>
                    <a:pt x="0" y="1123950"/>
                  </a:moveTo>
                  <a:lnTo>
                    <a:pt x="4130" y="1081713"/>
                  </a:lnTo>
                  <a:lnTo>
                    <a:pt x="16130" y="1041404"/>
                  </a:lnTo>
                  <a:lnTo>
                    <a:pt x="35410" y="1003465"/>
                  </a:lnTo>
                  <a:lnTo>
                    <a:pt x="61379" y="968335"/>
                  </a:lnTo>
                  <a:lnTo>
                    <a:pt x="93450" y="936458"/>
                  </a:lnTo>
                  <a:lnTo>
                    <a:pt x="131033" y="908274"/>
                  </a:lnTo>
                  <a:lnTo>
                    <a:pt x="173538" y="884224"/>
                  </a:lnTo>
                  <a:lnTo>
                    <a:pt x="220377" y="864750"/>
                  </a:lnTo>
                  <a:lnTo>
                    <a:pt x="270960" y="850294"/>
                  </a:lnTo>
                  <a:lnTo>
                    <a:pt x="324697" y="841297"/>
                  </a:lnTo>
                  <a:lnTo>
                    <a:pt x="381000" y="838200"/>
                  </a:lnTo>
                  <a:lnTo>
                    <a:pt x="437302" y="841297"/>
                  </a:lnTo>
                  <a:lnTo>
                    <a:pt x="491039" y="850294"/>
                  </a:lnTo>
                  <a:lnTo>
                    <a:pt x="541622" y="864750"/>
                  </a:lnTo>
                  <a:lnTo>
                    <a:pt x="588461" y="884224"/>
                  </a:lnTo>
                  <a:lnTo>
                    <a:pt x="630966" y="908274"/>
                  </a:lnTo>
                  <a:lnTo>
                    <a:pt x="668549" y="936458"/>
                  </a:lnTo>
                  <a:lnTo>
                    <a:pt x="700620" y="968335"/>
                  </a:lnTo>
                  <a:lnTo>
                    <a:pt x="726589" y="1003465"/>
                  </a:lnTo>
                  <a:lnTo>
                    <a:pt x="745869" y="1041404"/>
                  </a:lnTo>
                  <a:lnTo>
                    <a:pt x="757869" y="1081713"/>
                  </a:lnTo>
                  <a:lnTo>
                    <a:pt x="762000" y="1123950"/>
                  </a:lnTo>
                  <a:lnTo>
                    <a:pt x="757869" y="1166174"/>
                  </a:lnTo>
                  <a:lnTo>
                    <a:pt x="745869" y="1206476"/>
                  </a:lnTo>
                  <a:lnTo>
                    <a:pt x="726589" y="1244412"/>
                  </a:lnTo>
                  <a:lnTo>
                    <a:pt x="700620" y="1279541"/>
                  </a:lnTo>
                  <a:lnTo>
                    <a:pt x="668549" y="1311420"/>
                  </a:lnTo>
                  <a:lnTo>
                    <a:pt x="630966" y="1339608"/>
                  </a:lnTo>
                  <a:lnTo>
                    <a:pt x="588461" y="1363662"/>
                  </a:lnTo>
                  <a:lnTo>
                    <a:pt x="541622" y="1383140"/>
                  </a:lnTo>
                  <a:lnTo>
                    <a:pt x="491039" y="1397601"/>
                  </a:lnTo>
                  <a:lnTo>
                    <a:pt x="437302" y="1406601"/>
                  </a:lnTo>
                  <a:lnTo>
                    <a:pt x="381000" y="1409700"/>
                  </a:lnTo>
                  <a:lnTo>
                    <a:pt x="324697" y="1406601"/>
                  </a:lnTo>
                  <a:lnTo>
                    <a:pt x="270960" y="1397601"/>
                  </a:lnTo>
                  <a:lnTo>
                    <a:pt x="220377" y="1383140"/>
                  </a:lnTo>
                  <a:lnTo>
                    <a:pt x="173538" y="1363662"/>
                  </a:lnTo>
                  <a:lnTo>
                    <a:pt x="131033" y="1339608"/>
                  </a:lnTo>
                  <a:lnTo>
                    <a:pt x="93450" y="1311420"/>
                  </a:lnTo>
                  <a:lnTo>
                    <a:pt x="61379" y="1279541"/>
                  </a:lnTo>
                  <a:lnTo>
                    <a:pt x="35410" y="1244412"/>
                  </a:lnTo>
                  <a:lnTo>
                    <a:pt x="16130" y="1206476"/>
                  </a:lnTo>
                  <a:lnTo>
                    <a:pt x="4130" y="1166174"/>
                  </a:lnTo>
                  <a:lnTo>
                    <a:pt x="0" y="1123950"/>
                  </a:lnTo>
                  <a:close/>
                </a:path>
              </a:pathLst>
            </a:custGeom>
            <a:ln w="50800">
              <a:solidFill>
                <a:srgbClr val="006FC0"/>
              </a:solidFill>
            </a:ln>
          </p:spPr>
          <p:txBody>
            <a:bodyPr wrap="square" lIns="0" tIns="0" rIns="0" bIns="0" rtlCol="0"/>
            <a:lstStyle/>
            <a:p>
              <a:endParaRPr/>
            </a:p>
          </p:txBody>
        </p:sp>
        <p:sp>
          <p:nvSpPr>
            <p:cNvPr id="8" name="object 8"/>
            <p:cNvSpPr/>
            <p:nvPr/>
          </p:nvSpPr>
          <p:spPr>
            <a:xfrm>
              <a:off x="852678" y="4299965"/>
              <a:ext cx="1828800" cy="1028700"/>
            </a:xfrm>
            <a:custGeom>
              <a:avLst/>
              <a:gdLst/>
              <a:ahLst/>
              <a:cxnLst/>
              <a:rect l="l" t="t" r="r" b="b"/>
              <a:pathLst>
                <a:path w="1828800" h="1028700">
                  <a:moveTo>
                    <a:pt x="315595" y="823468"/>
                  </a:moveTo>
                  <a:lnTo>
                    <a:pt x="294005" y="791972"/>
                  </a:lnTo>
                  <a:lnTo>
                    <a:pt x="83375" y="936777"/>
                  </a:lnTo>
                  <a:lnTo>
                    <a:pt x="61810" y="905383"/>
                  </a:lnTo>
                  <a:lnTo>
                    <a:pt x="0" y="1017270"/>
                  </a:lnTo>
                  <a:lnTo>
                    <a:pt x="126568" y="999617"/>
                  </a:lnTo>
                  <a:lnTo>
                    <a:pt x="112420" y="979043"/>
                  </a:lnTo>
                  <a:lnTo>
                    <a:pt x="104990" y="968248"/>
                  </a:lnTo>
                  <a:lnTo>
                    <a:pt x="315595" y="823468"/>
                  </a:lnTo>
                  <a:close/>
                </a:path>
                <a:path w="1828800" h="1028700">
                  <a:moveTo>
                    <a:pt x="843788" y="36576"/>
                  </a:moveTo>
                  <a:lnTo>
                    <a:pt x="832612" y="0"/>
                  </a:lnTo>
                  <a:lnTo>
                    <a:pt x="408647" y="128828"/>
                  </a:lnTo>
                  <a:lnTo>
                    <a:pt x="397573" y="92329"/>
                  </a:lnTo>
                  <a:lnTo>
                    <a:pt x="304800" y="180213"/>
                  </a:lnTo>
                  <a:lnTo>
                    <a:pt x="430784" y="201676"/>
                  </a:lnTo>
                  <a:lnTo>
                    <a:pt x="421398" y="170815"/>
                  </a:lnTo>
                  <a:lnTo>
                    <a:pt x="419722" y="165277"/>
                  </a:lnTo>
                  <a:lnTo>
                    <a:pt x="843788" y="36576"/>
                  </a:lnTo>
                  <a:close/>
                </a:path>
                <a:path w="1828800" h="1028700">
                  <a:moveTo>
                    <a:pt x="1828800" y="1017270"/>
                  </a:moveTo>
                  <a:lnTo>
                    <a:pt x="1813369" y="1000125"/>
                  </a:lnTo>
                  <a:lnTo>
                    <a:pt x="1743329" y="922274"/>
                  </a:lnTo>
                  <a:lnTo>
                    <a:pt x="1729409" y="957732"/>
                  </a:lnTo>
                  <a:lnTo>
                    <a:pt x="1302385" y="789940"/>
                  </a:lnTo>
                  <a:lnTo>
                    <a:pt x="1288415" y="825500"/>
                  </a:lnTo>
                  <a:lnTo>
                    <a:pt x="1715477" y="993190"/>
                  </a:lnTo>
                  <a:lnTo>
                    <a:pt x="1701546" y="1028700"/>
                  </a:lnTo>
                  <a:lnTo>
                    <a:pt x="1828800" y="1017270"/>
                  </a:lnTo>
                  <a:close/>
                </a:path>
              </a:pathLst>
            </a:custGeom>
            <a:solidFill>
              <a:srgbClr val="000000"/>
            </a:solidFill>
          </p:spPr>
          <p:txBody>
            <a:bodyPr wrap="square" lIns="0" tIns="0" rIns="0" bIns="0" rtlCol="0"/>
            <a:lstStyle/>
            <a:p>
              <a:endParaRPr/>
            </a:p>
          </p:txBody>
        </p:sp>
        <p:sp>
          <p:nvSpPr>
            <p:cNvPr id="9" name="object 9"/>
            <p:cNvSpPr/>
            <p:nvPr/>
          </p:nvSpPr>
          <p:spPr>
            <a:xfrm>
              <a:off x="2300477" y="5346953"/>
              <a:ext cx="762000" cy="571500"/>
            </a:xfrm>
            <a:custGeom>
              <a:avLst/>
              <a:gdLst/>
              <a:ahLst/>
              <a:cxnLst/>
              <a:rect l="l" t="t" r="r" b="b"/>
              <a:pathLst>
                <a:path w="762000" h="571500">
                  <a:moveTo>
                    <a:pt x="0" y="285750"/>
                  </a:moveTo>
                  <a:lnTo>
                    <a:pt x="4130" y="243513"/>
                  </a:lnTo>
                  <a:lnTo>
                    <a:pt x="16129" y="203204"/>
                  </a:lnTo>
                  <a:lnTo>
                    <a:pt x="35408" y="165265"/>
                  </a:lnTo>
                  <a:lnTo>
                    <a:pt x="61376" y="130135"/>
                  </a:lnTo>
                  <a:lnTo>
                    <a:pt x="93446" y="98258"/>
                  </a:lnTo>
                  <a:lnTo>
                    <a:pt x="131028" y="70074"/>
                  </a:lnTo>
                  <a:lnTo>
                    <a:pt x="173533" y="46024"/>
                  </a:lnTo>
                  <a:lnTo>
                    <a:pt x="220372" y="26550"/>
                  </a:lnTo>
                  <a:lnTo>
                    <a:pt x="270955" y="12094"/>
                  </a:lnTo>
                  <a:lnTo>
                    <a:pt x="324694" y="3097"/>
                  </a:lnTo>
                  <a:lnTo>
                    <a:pt x="381000" y="0"/>
                  </a:lnTo>
                  <a:lnTo>
                    <a:pt x="437305" y="3097"/>
                  </a:lnTo>
                  <a:lnTo>
                    <a:pt x="491044" y="12094"/>
                  </a:lnTo>
                  <a:lnTo>
                    <a:pt x="541627" y="26550"/>
                  </a:lnTo>
                  <a:lnTo>
                    <a:pt x="588466" y="46024"/>
                  </a:lnTo>
                  <a:lnTo>
                    <a:pt x="630971" y="70074"/>
                  </a:lnTo>
                  <a:lnTo>
                    <a:pt x="668553" y="98258"/>
                  </a:lnTo>
                  <a:lnTo>
                    <a:pt x="700623" y="130135"/>
                  </a:lnTo>
                  <a:lnTo>
                    <a:pt x="726591" y="165265"/>
                  </a:lnTo>
                  <a:lnTo>
                    <a:pt x="745870" y="203204"/>
                  </a:lnTo>
                  <a:lnTo>
                    <a:pt x="757869" y="243513"/>
                  </a:lnTo>
                  <a:lnTo>
                    <a:pt x="762000" y="285750"/>
                  </a:lnTo>
                  <a:lnTo>
                    <a:pt x="757869" y="327974"/>
                  </a:lnTo>
                  <a:lnTo>
                    <a:pt x="745870" y="368276"/>
                  </a:lnTo>
                  <a:lnTo>
                    <a:pt x="726591" y="406212"/>
                  </a:lnTo>
                  <a:lnTo>
                    <a:pt x="700623" y="441341"/>
                  </a:lnTo>
                  <a:lnTo>
                    <a:pt x="668553" y="473220"/>
                  </a:lnTo>
                  <a:lnTo>
                    <a:pt x="630971" y="501408"/>
                  </a:lnTo>
                  <a:lnTo>
                    <a:pt x="588466" y="525462"/>
                  </a:lnTo>
                  <a:lnTo>
                    <a:pt x="541627" y="544940"/>
                  </a:lnTo>
                  <a:lnTo>
                    <a:pt x="491044" y="559401"/>
                  </a:lnTo>
                  <a:lnTo>
                    <a:pt x="437305" y="568401"/>
                  </a:lnTo>
                  <a:lnTo>
                    <a:pt x="381000" y="571500"/>
                  </a:lnTo>
                  <a:lnTo>
                    <a:pt x="324694" y="568401"/>
                  </a:lnTo>
                  <a:lnTo>
                    <a:pt x="270955" y="559401"/>
                  </a:lnTo>
                  <a:lnTo>
                    <a:pt x="220372" y="544940"/>
                  </a:lnTo>
                  <a:lnTo>
                    <a:pt x="173533" y="525462"/>
                  </a:lnTo>
                  <a:lnTo>
                    <a:pt x="131028" y="501408"/>
                  </a:lnTo>
                  <a:lnTo>
                    <a:pt x="93446" y="473220"/>
                  </a:lnTo>
                  <a:lnTo>
                    <a:pt x="61376" y="441341"/>
                  </a:lnTo>
                  <a:lnTo>
                    <a:pt x="35408" y="406212"/>
                  </a:lnTo>
                  <a:lnTo>
                    <a:pt x="16129" y="368276"/>
                  </a:lnTo>
                  <a:lnTo>
                    <a:pt x="4130" y="327974"/>
                  </a:lnTo>
                  <a:lnTo>
                    <a:pt x="0" y="285750"/>
                  </a:lnTo>
                  <a:close/>
                </a:path>
              </a:pathLst>
            </a:custGeom>
            <a:ln w="50800">
              <a:solidFill>
                <a:srgbClr val="006FC0"/>
              </a:solidFill>
            </a:ln>
          </p:spPr>
          <p:txBody>
            <a:bodyPr wrap="square" lIns="0" tIns="0" rIns="0" bIns="0" rtlCol="0"/>
            <a:lstStyle/>
            <a:p>
              <a:endParaRPr/>
            </a:p>
          </p:txBody>
        </p:sp>
      </p:grpSp>
      <p:sp>
        <p:nvSpPr>
          <p:cNvPr id="10" name="object 10"/>
          <p:cNvSpPr txBox="1"/>
          <p:nvPr/>
        </p:nvSpPr>
        <p:spPr>
          <a:xfrm>
            <a:off x="1023315" y="4540122"/>
            <a:ext cx="19240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Tahoma"/>
                <a:cs typeface="Tahoma"/>
              </a:rPr>
              <a:t>5</a:t>
            </a:r>
            <a:endParaRPr sz="2400">
              <a:latin typeface="Tahoma"/>
              <a:cs typeface="Tahoma"/>
            </a:endParaRPr>
          </a:p>
        </p:txBody>
      </p:sp>
      <p:sp>
        <p:nvSpPr>
          <p:cNvPr id="11" name="object 11"/>
          <p:cNvSpPr txBox="1"/>
          <p:nvPr/>
        </p:nvSpPr>
        <p:spPr>
          <a:xfrm>
            <a:off x="1472946" y="3777437"/>
            <a:ext cx="358140" cy="391795"/>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FF3300"/>
                </a:solidFill>
                <a:latin typeface="Tahoma"/>
                <a:cs typeface="Tahoma"/>
              </a:rPr>
              <a:t>10</a:t>
            </a:r>
            <a:endParaRPr sz="2400">
              <a:latin typeface="Tahoma"/>
              <a:cs typeface="Tahoma"/>
            </a:endParaRPr>
          </a:p>
        </p:txBody>
      </p:sp>
      <p:sp>
        <p:nvSpPr>
          <p:cNvPr id="12" name="object 12"/>
          <p:cNvSpPr txBox="1"/>
          <p:nvPr/>
        </p:nvSpPr>
        <p:spPr>
          <a:xfrm>
            <a:off x="1968245" y="4540122"/>
            <a:ext cx="358140"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FF3300"/>
                </a:solidFill>
                <a:latin typeface="Tahoma"/>
                <a:cs typeface="Tahoma"/>
              </a:rPr>
              <a:t>30</a:t>
            </a:r>
            <a:endParaRPr sz="2400">
              <a:latin typeface="Tahoma"/>
              <a:cs typeface="Tahoma"/>
            </a:endParaRPr>
          </a:p>
        </p:txBody>
      </p:sp>
      <p:sp>
        <p:nvSpPr>
          <p:cNvPr id="13" name="object 13"/>
          <p:cNvSpPr txBox="1"/>
          <p:nvPr/>
        </p:nvSpPr>
        <p:spPr>
          <a:xfrm>
            <a:off x="718515" y="5454192"/>
            <a:ext cx="192405"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Tahoma"/>
                <a:cs typeface="Tahoma"/>
              </a:rPr>
              <a:t>2</a:t>
            </a:r>
            <a:endParaRPr sz="2400">
              <a:latin typeface="Tahoma"/>
              <a:cs typeface="Tahoma"/>
            </a:endParaRPr>
          </a:p>
        </p:txBody>
      </p:sp>
      <p:sp>
        <p:nvSpPr>
          <p:cNvPr id="14" name="object 14"/>
          <p:cNvSpPr txBox="1"/>
          <p:nvPr/>
        </p:nvSpPr>
        <p:spPr>
          <a:xfrm>
            <a:off x="1587246" y="5454192"/>
            <a:ext cx="1310640" cy="391795"/>
          </a:xfrm>
          <a:prstGeom prst="rect">
            <a:avLst/>
          </a:prstGeom>
        </p:spPr>
        <p:txBody>
          <a:bodyPr vert="horz" wrap="square" lIns="0" tIns="12700" rIns="0" bIns="0" rtlCol="0">
            <a:spAutoFit/>
          </a:bodyPr>
          <a:lstStyle/>
          <a:p>
            <a:pPr marL="12700">
              <a:lnSpc>
                <a:spcPct val="100000"/>
              </a:lnSpc>
              <a:spcBef>
                <a:spcPts val="100"/>
              </a:spcBef>
              <a:tabLst>
                <a:tab pos="965200" algn="l"/>
              </a:tabLst>
            </a:pPr>
            <a:r>
              <a:rPr sz="2400" spc="-5" dirty="0">
                <a:solidFill>
                  <a:srgbClr val="FF3300"/>
                </a:solidFill>
                <a:latin typeface="Tahoma"/>
                <a:cs typeface="Tahoma"/>
              </a:rPr>
              <a:t>2</a:t>
            </a:r>
            <a:r>
              <a:rPr sz="2400" dirty="0">
                <a:solidFill>
                  <a:srgbClr val="FF3300"/>
                </a:solidFill>
                <a:latin typeface="Tahoma"/>
                <a:cs typeface="Tahoma"/>
              </a:rPr>
              <a:t>5	</a:t>
            </a:r>
            <a:r>
              <a:rPr sz="2400" spc="-5" dirty="0">
                <a:latin typeface="Tahoma"/>
                <a:cs typeface="Tahoma"/>
              </a:rPr>
              <a:t>45</a:t>
            </a:r>
            <a:endParaRPr sz="2400">
              <a:latin typeface="Tahoma"/>
              <a:cs typeface="Tahoma"/>
            </a:endParaRPr>
          </a:p>
        </p:txBody>
      </p:sp>
      <p:sp>
        <p:nvSpPr>
          <p:cNvPr id="15" name="object 15"/>
          <p:cNvSpPr txBox="1"/>
          <p:nvPr/>
        </p:nvSpPr>
        <p:spPr>
          <a:xfrm>
            <a:off x="3141345" y="3823842"/>
            <a:ext cx="2113915" cy="1671320"/>
          </a:xfrm>
          <a:prstGeom prst="rect">
            <a:avLst/>
          </a:prstGeom>
        </p:spPr>
        <p:txBody>
          <a:bodyPr vert="horz" wrap="square" lIns="0" tIns="195580" rIns="0" bIns="0" rtlCol="0">
            <a:spAutoFit/>
          </a:bodyPr>
          <a:lstStyle/>
          <a:p>
            <a:pPr marL="12700">
              <a:lnSpc>
                <a:spcPct val="100000"/>
              </a:lnSpc>
              <a:spcBef>
                <a:spcPts val="1540"/>
              </a:spcBef>
            </a:pPr>
            <a:r>
              <a:rPr sz="2400" dirty="0">
                <a:latin typeface="Tahoma"/>
                <a:cs typeface="Tahoma"/>
              </a:rPr>
              <a:t>10 </a:t>
            </a:r>
            <a:r>
              <a:rPr sz="2400" spc="-5" dirty="0">
                <a:latin typeface="Tahoma"/>
                <a:cs typeface="Tahoma"/>
              </a:rPr>
              <a:t>&lt; 25,</a:t>
            </a:r>
            <a:r>
              <a:rPr sz="2400" spc="-30" dirty="0">
                <a:latin typeface="Tahoma"/>
                <a:cs typeface="Tahoma"/>
              </a:rPr>
              <a:t> </a:t>
            </a:r>
            <a:r>
              <a:rPr sz="2400" spc="-5" dirty="0">
                <a:latin typeface="Tahoma"/>
                <a:cs typeface="Tahoma"/>
              </a:rPr>
              <a:t>right</a:t>
            </a:r>
            <a:endParaRPr sz="2400">
              <a:latin typeface="Tahoma"/>
              <a:cs typeface="Tahoma"/>
            </a:endParaRPr>
          </a:p>
          <a:p>
            <a:pPr marL="12700">
              <a:lnSpc>
                <a:spcPct val="100000"/>
              </a:lnSpc>
              <a:spcBef>
                <a:spcPts val="1440"/>
              </a:spcBef>
            </a:pPr>
            <a:r>
              <a:rPr sz="2400" dirty="0">
                <a:latin typeface="Tahoma"/>
                <a:cs typeface="Tahoma"/>
              </a:rPr>
              <a:t>30 </a:t>
            </a:r>
            <a:r>
              <a:rPr sz="2400" spc="-5" dirty="0">
                <a:latin typeface="Tahoma"/>
                <a:cs typeface="Tahoma"/>
              </a:rPr>
              <a:t>&gt; 25,</a:t>
            </a:r>
            <a:r>
              <a:rPr sz="2400" spc="-25" dirty="0">
                <a:latin typeface="Tahoma"/>
                <a:cs typeface="Tahoma"/>
              </a:rPr>
              <a:t> </a:t>
            </a:r>
            <a:r>
              <a:rPr sz="2400" dirty="0">
                <a:latin typeface="Tahoma"/>
                <a:cs typeface="Tahoma"/>
              </a:rPr>
              <a:t>left</a:t>
            </a:r>
            <a:endParaRPr sz="2400">
              <a:latin typeface="Tahoma"/>
              <a:cs typeface="Tahoma"/>
            </a:endParaRPr>
          </a:p>
          <a:p>
            <a:pPr marL="12700">
              <a:lnSpc>
                <a:spcPct val="100000"/>
              </a:lnSpc>
              <a:spcBef>
                <a:spcPts val="1440"/>
              </a:spcBef>
            </a:pPr>
            <a:r>
              <a:rPr sz="2400" dirty="0">
                <a:latin typeface="Tahoma"/>
                <a:cs typeface="Tahoma"/>
              </a:rPr>
              <a:t>25 </a:t>
            </a:r>
            <a:r>
              <a:rPr sz="2400" spc="-5" dirty="0">
                <a:latin typeface="Tahoma"/>
                <a:cs typeface="Tahoma"/>
              </a:rPr>
              <a:t>= 25,</a:t>
            </a:r>
            <a:r>
              <a:rPr sz="2400" spc="-70" dirty="0">
                <a:latin typeface="Tahoma"/>
                <a:cs typeface="Tahoma"/>
              </a:rPr>
              <a:t> </a:t>
            </a:r>
            <a:r>
              <a:rPr sz="2400" dirty="0">
                <a:latin typeface="Tahoma"/>
                <a:cs typeface="Tahoma"/>
              </a:rPr>
              <a:t>delete</a:t>
            </a:r>
            <a:endParaRPr sz="2400">
              <a:latin typeface="Tahoma"/>
              <a:cs typeface="Tahoma"/>
            </a:endParaRPr>
          </a:p>
        </p:txBody>
      </p:sp>
      <p:grpSp>
        <p:nvGrpSpPr>
          <p:cNvPr id="16" name="object 16"/>
          <p:cNvGrpSpPr/>
          <p:nvPr/>
        </p:nvGrpSpPr>
        <p:grpSpPr>
          <a:xfrm>
            <a:off x="6085078" y="3692397"/>
            <a:ext cx="2641600" cy="2251710"/>
            <a:chOff x="6085078" y="3692397"/>
            <a:chExt cx="2641600" cy="2251710"/>
          </a:xfrm>
        </p:grpSpPr>
        <p:sp>
          <p:nvSpPr>
            <p:cNvPr id="17" name="object 17"/>
            <p:cNvSpPr/>
            <p:nvPr/>
          </p:nvSpPr>
          <p:spPr>
            <a:xfrm>
              <a:off x="6948678" y="3717797"/>
              <a:ext cx="1219200" cy="1362710"/>
            </a:xfrm>
            <a:custGeom>
              <a:avLst/>
              <a:gdLst/>
              <a:ahLst/>
              <a:cxnLst/>
              <a:rect l="l" t="t" r="r" b="b"/>
              <a:pathLst>
                <a:path w="1219200" h="1362710">
                  <a:moveTo>
                    <a:pt x="0" y="285750"/>
                  </a:moveTo>
                  <a:lnTo>
                    <a:pt x="4130" y="243513"/>
                  </a:lnTo>
                  <a:lnTo>
                    <a:pt x="16129" y="203204"/>
                  </a:lnTo>
                  <a:lnTo>
                    <a:pt x="35408" y="165265"/>
                  </a:lnTo>
                  <a:lnTo>
                    <a:pt x="61376" y="130135"/>
                  </a:lnTo>
                  <a:lnTo>
                    <a:pt x="93446" y="98258"/>
                  </a:lnTo>
                  <a:lnTo>
                    <a:pt x="131028" y="70074"/>
                  </a:lnTo>
                  <a:lnTo>
                    <a:pt x="173533" y="46024"/>
                  </a:lnTo>
                  <a:lnTo>
                    <a:pt x="220372" y="26550"/>
                  </a:lnTo>
                  <a:lnTo>
                    <a:pt x="270955" y="12094"/>
                  </a:lnTo>
                  <a:lnTo>
                    <a:pt x="324694" y="3097"/>
                  </a:lnTo>
                  <a:lnTo>
                    <a:pt x="381000" y="0"/>
                  </a:lnTo>
                  <a:lnTo>
                    <a:pt x="437305" y="3097"/>
                  </a:lnTo>
                  <a:lnTo>
                    <a:pt x="491044" y="12094"/>
                  </a:lnTo>
                  <a:lnTo>
                    <a:pt x="541627" y="26550"/>
                  </a:lnTo>
                  <a:lnTo>
                    <a:pt x="588466" y="46024"/>
                  </a:lnTo>
                  <a:lnTo>
                    <a:pt x="630971" y="70074"/>
                  </a:lnTo>
                  <a:lnTo>
                    <a:pt x="668553" y="98258"/>
                  </a:lnTo>
                  <a:lnTo>
                    <a:pt x="700623" y="130135"/>
                  </a:lnTo>
                  <a:lnTo>
                    <a:pt x="726591" y="165265"/>
                  </a:lnTo>
                  <a:lnTo>
                    <a:pt x="745870" y="203204"/>
                  </a:lnTo>
                  <a:lnTo>
                    <a:pt x="757869" y="243513"/>
                  </a:lnTo>
                  <a:lnTo>
                    <a:pt x="762000" y="285750"/>
                  </a:lnTo>
                  <a:lnTo>
                    <a:pt x="757869" y="327986"/>
                  </a:lnTo>
                  <a:lnTo>
                    <a:pt x="745870" y="368295"/>
                  </a:lnTo>
                  <a:lnTo>
                    <a:pt x="726591" y="406234"/>
                  </a:lnTo>
                  <a:lnTo>
                    <a:pt x="700623" y="441364"/>
                  </a:lnTo>
                  <a:lnTo>
                    <a:pt x="668553" y="473241"/>
                  </a:lnTo>
                  <a:lnTo>
                    <a:pt x="630971" y="501425"/>
                  </a:lnTo>
                  <a:lnTo>
                    <a:pt x="588466" y="525475"/>
                  </a:lnTo>
                  <a:lnTo>
                    <a:pt x="541627" y="544949"/>
                  </a:lnTo>
                  <a:lnTo>
                    <a:pt x="491044" y="559405"/>
                  </a:lnTo>
                  <a:lnTo>
                    <a:pt x="437305" y="568402"/>
                  </a:lnTo>
                  <a:lnTo>
                    <a:pt x="381000" y="571500"/>
                  </a:lnTo>
                  <a:lnTo>
                    <a:pt x="324694" y="568402"/>
                  </a:lnTo>
                  <a:lnTo>
                    <a:pt x="270955" y="559405"/>
                  </a:lnTo>
                  <a:lnTo>
                    <a:pt x="220372" y="544949"/>
                  </a:lnTo>
                  <a:lnTo>
                    <a:pt x="173533" y="525475"/>
                  </a:lnTo>
                  <a:lnTo>
                    <a:pt x="131028" y="501425"/>
                  </a:lnTo>
                  <a:lnTo>
                    <a:pt x="93446" y="473241"/>
                  </a:lnTo>
                  <a:lnTo>
                    <a:pt x="61376" y="441364"/>
                  </a:lnTo>
                  <a:lnTo>
                    <a:pt x="35408" y="406234"/>
                  </a:lnTo>
                  <a:lnTo>
                    <a:pt x="16129" y="368295"/>
                  </a:lnTo>
                  <a:lnTo>
                    <a:pt x="4130" y="327986"/>
                  </a:lnTo>
                  <a:lnTo>
                    <a:pt x="0" y="285750"/>
                  </a:lnTo>
                  <a:close/>
                </a:path>
                <a:path w="1219200" h="1362710">
                  <a:moveTo>
                    <a:pt x="457200" y="1076706"/>
                  </a:moveTo>
                  <a:lnTo>
                    <a:pt x="461330" y="1034469"/>
                  </a:lnTo>
                  <a:lnTo>
                    <a:pt x="473329" y="994160"/>
                  </a:lnTo>
                  <a:lnTo>
                    <a:pt x="492608" y="956221"/>
                  </a:lnTo>
                  <a:lnTo>
                    <a:pt x="518576" y="921091"/>
                  </a:lnTo>
                  <a:lnTo>
                    <a:pt x="550646" y="889214"/>
                  </a:lnTo>
                  <a:lnTo>
                    <a:pt x="588228" y="861030"/>
                  </a:lnTo>
                  <a:lnTo>
                    <a:pt x="630733" y="836980"/>
                  </a:lnTo>
                  <a:lnTo>
                    <a:pt x="677572" y="817506"/>
                  </a:lnTo>
                  <a:lnTo>
                    <a:pt x="728155" y="803050"/>
                  </a:lnTo>
                  <a:lnTo>
                    <a:pt x="781894" y="794053"/>
                  </a:lnTo>
                  <a:lnTo>
                    <a:pt x="838200" y="790956"/>
                  </a:lnTo>
                  <a:lnTo>
                    <a:pt x="894505" y="794053"/>
                  </a:lnTo>
                  <a:lnTo>
                    <a:pt x="948244" y="803050"/>
                  </a:lnTo>
                  <a:lnTo>
                    <a:pt x="998827" y="817506"/>
                  </a:lnTo>
                  <a:lnTo>
                    <a:pt x="1045666" y="836980"/>
                  </a:lnTo>
                  <a:lnTo>
                    <a:pt x="1088171" y="861030"/>
                  </a:lnTo>
                  <a:lnTo>
                    <a:pt x="1125753" y="889214"/>
                  </a:lnTo>
                  <a:lnTo>
                    <a:pt x="1157823" y="921091"/>
                  </a:lnTo>
                  <a:lnTo>
                    <a:pt x="1183791" y="956221"/>
                  </a:lnTo>
                  <a:lnTo>
                    <a:pt x="1203070" y="994160"/>
                  </a:lnTo>
                  <a:lnTo>
                    <a:pt x="1215069" y="1034469"/>
                  </a:lnTo>
                  <a:lnTo>
                    <a:pt x="1219200" y="1076706"/>
                  </a:lnTo>
                  <a:lnTo>
                    <a:pt x="1215069" y="1118942"/>
                  </a:lnTo>
                  <a:lnTo>
                    <a:pt x="1203070" y="1159251"/>
                  </a:lnTo>
                  <a:lnTo>
                    <a:pt x="1183791" y="1197190"/>
                  </a:lnTo>
                  <a:lnTo>
                    <a:pt x="1157823" y="1232320"/>
                  </a:lnTo>
                  <a:lnTo>
                    <a:pt x="1125753" y="1264197"/>
                  </a:lnTo>
                  <a:lnTo>
                    <a:pt x="1088171" y="1292381"/>
                  </a:lnTo>
                  <a:lnTo>
                    <a:pt x="1045666" y="1316431"/>
                  </a:lnTo>
                  <a:lnTo>
                    <a:pt x="998827" y="1335905"/>
                  </a:lnTo>
                  <a:lnTo>
                    <a:pt x="948244" y="1350361"/>
                  </a:lnTo>
                  <a:lnTo>
                    <a:pt x="894505" y="1359358"/>
                  </a:lnTo>
                  <a:lnTo>
                    <a:pt x="838200" y="1362456"/>
                  </a:lnTo>
                  <a:lnTo>
                    <a:pt x="781894" y="1359358"/>
                  </a:lnTo>
                  <a:lnTo>
                    <a:pt x="728155" y="1350361"/>
                  </a:lnTo>
                  <a:lnTo>
                    <a:pt x="677572" y="1335905"/>
                  </a:lnTo>
                  <a:lnTo>
                    <a:pt x="630733" y="1316431"/>
                  </a:lnTo>
                  <a:lnTo>
                    <a:pt x="588228" y="1292381"/>
                  </a:lnTo>
                  <a:lnTo>
                    <a:pt x="550646" y="1264197"/>
                  </a:lnTo>
                  <a:lnTo>
                    <a:pt x="518576" y="1232320"/>
                  </a:lnTo>
                  <a:lnTo>
                    <a:pt x="492608" y="1197190"/>
                  </a:lnTo>
                  <a:lnTo>
                    <a:pt x="473329" y="1159251"/>
                  </a:lnTo>
                  <a:lnTo>
                    <a:pt x="461330" y="1118942"/>
                  </a:lnTo>
                  <a:lnTo>
                    <a:pt x="457200" y="1076706"/>
                  </a:lnTo>
                  <a:close/>
                </a:path>
              </a:pathLst>
            </a:custGeom>
            <a:ln w="50800">
              <a:solidFill>
                <a:srgbClr val="006FC0"/>
              </a:solidFill>
            </a:ln>
          </p:spPr>
          <p:txBody>
            <a:bodyPr wrap="square" lIns="0" tIns="0" rIns="0" bIns="0" rtlCol="0"/>
            <a:lstStyle/>
            <a:p>
              <a:endParaRPr/>
            </a:p>
          </p:txBody>
        </p:sp>
        <p:sp>
          <p:nvSpPr>
            <p:cNvPr id="18" name="object 18"/>
            <p:cNvSpPr/>
            <p:nvPr/>
          </p:nvSpPr>
          <p:spPr>
            <a:xfrm>
              <a:off x="7323328" y="4300346"/>
              <a:ext cx="463550" cy="195580"/>
            </a:xfrm>
            <a:custGeom>
              <a:avLst/>
              <a:gdLst/>
              <a:ahLst/>
              <a:cxnLst/>
              <a:rect l="l" t="t" r="r" b="b"/>
              <a:pathLst>
                <a:path w="463550" h="195579">
                  <a:moveTo>
                    <a:pt x="349427" y="159617"/>
                  </a:moveTo>
                  <a:lnTo>
                    <a:pt x="336676" y="195579"/>
                  </a:lnTo>
                  <a:lnTo>
                    <a:pt x="463550" y="179831"/>
                  </a:lnTo>
                  <a:lnTo>
                    <a:pt x="450222" y="165988"/>
                  </a:lnTo>
                  <a:lnTo>
                    <a:pt x="367411" y="165988"/>
                  </a:lnTo>
                  <a:lnTo>
                    <a:pt x="349427" y="159617"/>
                  </a:lnTo>
                  <a:close/>
                </a:path>
                <a:path w="463550" h="195579">
                  <a:moveTo>
                    <a:pt x="362162" y="123695"/>
                  </a:moveTo>
                  <a:lnTo>
                    <a:pt x="349427" y="159617"/>
                  </a:lnTo>
                  <a:lnTo>
                    <a:pt x="367411" y="165988"/>
                  </a:lnTo>
                  <a:lnTo>
                    <a:pt x="380111" y="130047"/>
                  </a:lnTo>
                  <a:lnTo>
                    <a:pt x="362162" y="123695"/>
                  </a:lnTo>
                  <a:close/>
                </a:path>
                <a:path w="463550" h="195579">
                  <a:moveTo>
                    <a:pt x="374903" y="87756"/>
                  </a:moveTo>
                  <a:lnTo>
                    <a:pt x="362162" y="123695"/>
                  </a:lnTo>
                  <a:lnTo>
                    <a:pt x="380111" y="130047"/>
                  </a:lnTo>
                  <a:lnTo>
                    <a:pt x="367411" y="165988"/>
                  </a:lnTo>
                  <a:lnTo>
                    <a:pt x="450222" y="165988"/>
                  </a:lnTo>
                  <a:lnTo>
                    <a:pt x="374903" y="87756"/>
                  </a:lnTo>
                  <a:close/>
                </a:path>
                <a:path w="463550" h="195579">
                  <a:moveTo>
                    <a:pt x="12700" y="0"/>
                  </a:moveTo>
                  <a:lnTo>
                    <a:pt x="0" y="35813"/>
                  </a:lnTo>
                  <a:lnTo>
                    <a:pt x="349427" y="159617"/>
                  </a:lnTo>
                  <a:lnTo>
                    <a:pt x="362162" y="123695"/>
                  </a:lnTo>
                  <a:lnTo>
                    <a:pt x="12700" y="0"/>
                  </a:lnTo>
                  <a:close/>
                </a:path>
              </a:pathLst>
            </a:custGeom>
            <a:solidFill>
              <a:srgbClr val="000000"/>
            </a:solidFill>
          </p:spPr>
          <p:txBody>
            <a:bodyPr wrap="square" lIns="0" tIns="0" rIns="0" bIns="0" rtlCol="0"/>
            <a:lstStyle/>
            <a:p>
              <a:endParaRPr/>
            </a:p>
          </p:txBody>
        </p:sp>
        <p:sp>
          <p:nvSpPr>
            <p:cNvPr id="19" name="object 19"/>
            <p:cNvSpPr/>
            <p:nvPr/>
          </p:nvSpPr>
          <p:spPr>
            <a:xfrm>
              <a:off x="6110478" y="4508753"/>
              <a:ext cx="1066800" cy="1409700"/>
            </a:xfrm>
            <a:custGeom>
              <a:avLst/>
              <a:gdLst/>
              <a:ahLst/>
              <a:cxnLst/>
              <a:rect l="l" t="t" r="r" b="b"/>
              <a:pathLst>
                <a:path w="1066800" h="1409700">
                  <a:moveTo>
                    <a:pt x="304800" y="285750"/>
                  </a:moveTo>
                  <a:lnTo>
                    <a:pt x="308930" y="243513"/>
                  </a:lnTo>
                  <a:lnTo>
                    <a:pt x="320929" y="203204"/>
                  </a:lnTo>
                  <a:lnTo>
                    <a:pt x="340208" y="165265"/>
                  </a:lnTo>
                  <a:lnTo>
                    <a:pt x="366176" y="130135"/>
                  </a:lnTo>
                  <a:lnTo>
                    <a:pt x="398246" y="98258"/>
                  </a:lnTo>
                  <a:lnTo>
                    <a:pt x="435828" y="70074"/>
                  </a:lnTo>
                  <a:lnTo>
                    <a:pt x="478333" y="46024"/>
                  </a:lnTo>
                  <a:lnTo>
                    <a:pt x="525172" y="26550"/>
                  </a:lnTo>
                  <a:lnTo>
                    <a:pt x="575755" y="12094"/>
                  </a:lnTo>
                  <a:lnTo>
                    <a:pt x="629494" y="3097"/>
                  </a:lnTo>
                  <a:lnTo>
                    <a:pt x="685800" y="0"/>
                  </a:lnTo>
                  <a:lnTo>
                    <a:pt x="742105" y="3097"/>
                  </a:lnTo>
                  <a:lnTo>
                    <a:pt x="795844" y="12094"/>
                  </a:lnTo>
                  <a:lnTo>
                    <a:pt x="846427" y="26550"/>
                  </a:lnTo>
                  <a:lnTo>
                    <a:pt x="893266" y="46024"/>
                  </a:lnTo>
                  <a:lnTo>
                    <a:pt x="935771" y="70074"/>
                  </a:lnTo>
                  <a:lnTo>
                    <a:pt x="973353" y="98258"/>
                  </a:lnTo>
                  <a:lnTo>
                    <a:pt x="1005423" y="130135"/>
                  </a:lnTo>
                  <a:lnTo>
                    <a:pt x="1031391" y="165265"/>
                  </a:lnTo>
                  <a:lnTo>
                    <a:pt x="1050670" y="203204"/>
                  </a:lnTo>
                  <a:lnTo>
                    <a:pt x="1062669" y="243513"/>
                  </a:lnTo>
                  <a:lnTo>
                    <a:pt x="1066800" y="285750"/>
                  </a:lnTo>
                  <a:lnTo>
                    <a:pt x="1062669" y="327986"/>
                  </a:lnTo>
                  <a:lnTo>
                    <a:pt x="1050670" y="368295"/>
                  </a:lnTo>
                  <a:lnTo>
                    <a:pt x="1031391" y="406234"/>
                  </a:lnTo>
                  <a:lnTo>
                    <a:pt x="1005423" y="441364"/>
                  </a:lnTo>
                  <a:lnTo>
                    <a:pt x="973353" y="473241"/>
                  </a:lnTo>
                  <a:lnTo>
                    <a:pt x="935771" y="501425"/>
                  </a:lnTo>
                  <a:lnTo>
                    <a:pt x="893266" y="525475"/>
                  </a:lnTo>
                  <a:lnTo>
                    <a:pt x="846427" y="544949"/>
                  </a:lnTo>
                  <a:lnTo>
                    <a:pt x="795844" y="559405"/>
                  </a:lnTo>
                  <a:lnTo>
                    <a:pt x="742105" y="568402"/>
                  </a:lnTo>
                  <a:lnTo>
                    <a:pt x="685800" y="571500"/>
                  </a:lnTo>
                  <a:lnTo>
                    <a:pt x="629494" y="568402"/>
                  </a:lnTo>
                  <a:lnTo>
                    <a:pt x="575755" y="559405"/>
                  </a:lnTo>
                  <a:lnTo>
                    <a:pt x="525172" y="544949"/>
                  </a:lnTo>
                  <a:lnTo>
                    <a:pt x="478333" y="525475"/>
                  </a:lnTo>
                  <a:lnTo>
                    <a:pt x="435828" y="501425"/>
                  </a:lnTo>
                  <a:lnTo>
                    <a:pt x="398246" y="473241"/>
                  </a:lnTo>
                  <a:lnTo>
                    <a:pt x="366176" y="441364"/>
                  </a:lnTo>
                  <a:lnTo>
                    <a:pt x="340208" y="406234"/>
                  </a:lnTo>
                  <a:lnTo>
                    <a:pt x="320929" y="368295"/>
                  </a:lnTo>
                  <a:lnTo>
                    <a:pt x="308930" y="327986"/>
                  </a:lnTo>
                  <a:lnTo>
                    <a:pt x="304800" y="285750"/>
                  </a:lnTo>
                  <a:close/>
                </a:path>
                <a:path w="1066800" h="1409700">
                  <a:moveTo>
                    <a:pt x="0" y="1123950"/>
                  </a:moveTo>
                  <a:lnTo>
                    <a:pt x="4130" y="1081713"/>
                  </a:lnTo>
                  <a:lnTo>
                    <a:pt x="16129" y="1041404"/>
                  </a:lnTo>
                  <a:lnTo>
                    <a:pt x="35408" y="1003465"/>
                  </a:lnTo>
                  <a:lnTo>
                    <a:pt x="61376" y="968335"/>
                  </a:lnTo>
                  <a:lnTo>
                    <a:pt x="93446" y="936458"/>
                  </a:lnTo>
                  <a:lnTo>
                    <a:pt x="131028" y="908274"/>
                  </a:lnTo>
                  <a:lnTo>
                    <a:pt x="173533" y="884224"/>
                  </a:lnTo>
                  <a:lnTo>
                    <a:pt x="220372" y="864750"/>
                  </a:lnTo>
                  <a:lnTo>
                    <a:pt x="270955" y="850294"/>
                  </a:lnTo>
                  <a:lnTo>
                    <a:pt x="324694" y="841297"/>
                  </a:lnTo>
                  <a:lnTo>
                    <a:pt x="381000" y="838200"/>
                  </a:lnTo>
                  <a:lnTo>
                    <a:pt x="437305" y="841297"/>
                  </a:lnTo>
                  <a:lnTo>
                    <a:pt x="491044" y="850294"/>
                  </a:lnTo>
                  <a:lnTo>
                    <a:pt x="541627" y="864750"/>
                  </a:lnTo>
                  <a:lnTo>
                    <a:pt x="588466" y="884224"/>
                  </a:lnTo>
                  <a:lnTo>
                    <a:pt x="630971" y="908274"/>
                  </a:lnTo>
                  <a:lnTo>
                    <a:pt x="668553" y="936458"/>
                  </a:lnTo>
                  <a:lnTo>
                    <a:pt x="700623" y="968335"/>
                  </a:lnTo>
                  <a:lnTo>
                    <a:pt x="726591" y="1003465"/>
                  </a:lnTo>
                  <a:lnTo>
                    <a:pt x="745870" y="1041404"/>
                  </a:lnTo>
                  <a:lnTo>
                    <a:pt x="757869" y="1081713"/>
                  </a:lnTo>
                  <a:lnTo>
                    <a:pt x="762000" y="1123950"/>
                  </a:lnTo>
                  <a:lnTo>
                    <a:pt x="757869" y="1166174"/>
                  </a:lnTo>
                  <a:lnTo>
                    <a:pt x="745870" y="1206476"/>
                  </a:lnTo>
                  <a:lnTo>
                    <a:pt x="726591" y="1244412"/>
                  </a:lnTo>
                  <a:lnTo>
                    <a:pt x="700623" y="1279541"/>
                  </a:lnTo>
                  <a:lnTo>
                    <a:pt x="668553" y="1311420"/>
                  </a:lnTo>
                  <a:lnTo>
                    <a:pt x="630971" y="1339608"/>
                  </a:lnTo>
                  <a:lnTo>
                    <a:pt x="588466" y="1363662"/>
                  </a:lnTo>
                  <a:lnTo>
                    <a:pt x="541627" y="1383140"/>
                  </a:lnTo>
                  <a:lnTo>
                    <a:pt x="491044" y="1397601"/>
                  </a:lnTo>
                  <a:lnTo>
                    <a:pt x="437305" y="1406601"/>
                  </a:lnTo>
                  <a:lnTo>
                    <a:pt x="381000" y="1409700"/>
                  </a:lnTo>
                  <a:lnTo>
                    <a:pt x="324694" y="1406601"/>
                  </a:lnTo>
                  <a:lnTo>
                    <a:pt x="270955" y="1397601"/>
                  </a:lnTo>
                  <a:lnTo>
                    <a:pt x="220372" y="1383140"/>
                  </a:lnTo>
                  <a:lnTo>
                    <a:pt x="173533" y="1363662"/>
                  </a:lnTo>
                  <a:lnTo>
                    <a:pt x="131028" y="1339608"/>
                  </a:lnTo>
                  <a:lnTo>
                    <a:pt x="93446" y="1311420"/>
                  </a:lnTo>
                  <a:lnTo>
                    <a:pt x="61376" y="1279541"/>
                  </a:lnTo>
                  <a:lnTo>
                    <a:pt x="35408" y="1244412"/>
                  </a:lnTo>
                  <a:lnTo>
                    <a:pt x="16129" y="1206476"/>
                  </a:lnTo>
                  <a:lnTo>
                    <a:pt x="4130" y="1166174"/>
                  </a:lnTo>
                  <a:lnTo>
                    <a:pt x="0" y="1123950"/>
                  </a:lnTo>
                  <a:close/>
                </a:path>
              </a:pathLst>
            </a:custGeom>
            <a:ln w="50800">
              <a:solidFill>
                <a:srgbClr val="006FC0"/>
              </a:solidFill>
            </a:ln>
          </p:spPr>
          <p:txBody>
            <a:bodyPr wrap="square" lIns="0" tIns="0" rIns="0" bIns="0" rtlCol="0"/>
            <a:lstStyle/>
            <a:p>
              <a:endParaRPr/>
            </a:p>
          </p:txBody>
        </p:sp>
        <p:sp>
          <p:nvSpPr>
            <p:cNvPr id="20" name="object 20"/>
            <p:cNvSpPr/>
            <p:nvPr/>
          </p:nvSpPr>
          <p:spPr>
            <a:xfrm>
              <a:off x="6491478" y="4299965"/>
              <a:ext cx="1828800" cy="1028700"/>
            </a:xfrm>
            <a:custGeom>
              <a:avLst/>
              <a:gdLst/>
              <a:ahLst/>
              <a:cxnLst/>
              <a:rect l="l" t="t" r="r" b="b"/>
              <a:pathLst>
                <a:path w="1828800" h="1028700">
                  <a:moveTo>
                    <a:pt x="315595" y="823468"/>
                  </a:moveTo>
                  <a:lnTo>
                    <a:pt x="294005" y="791972"/>
                  </a:lnTo>
                  <a:lnTo>
                    <a:pt x="83400" y="936752"/>
                  </a:lnTo>
                  <a:lnTo>
                    <a:pt x="61849" y="905383"/>
                  </a:lnTo>
                  <a:lnTo>
                    <a:pt x="0" y="1017270"/>
                  </a:lnTo>
                  <a:lnTo>
                    <a:pt x="126619" y="999617"/>
                  </a:lnTo>
                  <a:lnTo>
                    <a:pt x="112471" y="979043"/>
                  </a:lnTo>
                  <a:lnTo>
                    <a:pt x="105029" y="968222"/>
                  </a:lnTo>
                  <a:lnTo>
                    <a:pt x="315595" y="823468"/>
                  </a:lnTo>
                  <a:close/>
                </a:path>
                <a:path w="1828800" h="1028700">
                  <a:moveTo>
                    <a:pt x="843788" y="36576"/>
                  </a:moveTo>
                  <a:lnTo>
                    <a:pt x="832612" y="0"/>
                  </a:lnTo>
                  <a:lnTo>
                    <a:pt x="408609" y="128841"/>
                  </a:lnTo>
                  <a:lnTo>
                    <a:pt x="397510" y="92329"/>
                  </a:lnTo>
                  <a:lnTo>
                    <a:pt x="304800" y="180213"/>
                  </a:lnTo>
                  <a:lnTo>
                    <a:pt x="430784" y="201676"/>
                  </a:lnTo>
                  <a:lnTo>
                    <a:pt x="421386" y="170815"/>
                  </a:lnTo>
                  <a:lnTo>
                    <a:pt x="419696" y="165277"/>
                  </a:lnTo>
                  <a:lnTo>
                    <a:pt x="843788" y="36576"/>
                  </a:lnTo>
                  <a:close/>
                </a:path>
                <a:path w="1828800" h="1028700">
                  <a:moveTo>
                    <a:pt x="1828800" y="1017270"/>
                  </a:moveTo>
                  <a:lnTo>
                    <a:pt x="1813369" y="1000125"/>
                  </a:lnTo>
                  <a:lnTo>
                    <a:pt x="1743329" y="922274"/>
                  </a:lnTo>
                  <a:lnTo>
                    <a:pt x="1729409" y="957732"/>
                  </a:lnTo>
                  <a:lnTo>
                    <a:pt x="1302385" y="789940"/>
                  </a:lnTo>
                  <a:lnTo>
                    <a:pt x="1288415" y="825500"/>
                  </a:lnTo>
                  <a:lnTo>
                    <a:pt x="1715477" y="993190"/>
                  </a:lnTo>
                  <a:lnTo>
                    <a:pt x="1701546" y="1028700"/>
                  </a:lnTo>
                  <a:lnTo>
                    <a:pt x="1828800" y="1017270"/>
                  </a:lnTo>
                  <a:close/>
                </a:path>
              </a:pathLst>
            </a:custGeom>
            <a:solidFill>
              <a:srgbClr val="000000"/>
            </a:solidFill>
          </p:spPr>
          <p:txBody>
            <a:bodyPr wrap="square" lIns="0" tIns="0" rIns="0" bIns="0" rtlCol="0"/>
            <a:lstStyle/>
            <a:p>
              <a:endParaRPr/>
            </a:p>
          </p:txBody>
        </p:sp>
        <p:sp>
          <p:nvSpPr>
            <p:cNvPr id="21" name="object 21"/>
            <p:cNvSpPr/>
            <p:nvPr/>
          </p:nvSpPr>
          <p:spPr>
            <a:xfrm>
              <a:off x="7939278" y="5346953"/>
              <a:ext cx="762000" cy="571500"/>
            </a:xfrm>
            <a:custGeom>
              <a:avLst/>
              <a:gdLst/>
              <a:ahLst/>
              <a:cxnLst/>
              <a:rect l="l" t="t" r="r" b="b"/>
              <a:pathLst>
                <a:path w="762000" h="571500">
                  <a:moveTo>
                    <a:pt x="0" y="285750"/>
                  </a:moveTo>
                  <a:lnTo>
                    <a:pt x="4130" y="243513"/>
                  </a:lnTo>
                  <a:lnTo>
                    <a:pt x="16129" y="203204"/>
                  </a:lnTo>
                  <a:lnTo>
                    <a:pt x="35408" y="165265"/>
                  </a:lnTo>
                  <a:lnTo>
                    <a:pt x="61376" y="130135"/>
                  </a:lnTo>
                  <a:lnTo>
                    <a:pt x="93446" y="98258"/>
                  </a:lnTo>
                  <a:lnTo>
                    <a:pt x="131028" y="70074"/>
                  </a:lnTo>
                  <a:lnTo>
                    <a:pt x="173533" y="46024"/>
                  </a:lnTo>
                  <a:lnTo>
                    <a:pt x="220372" y="26550"/>
                  </a:lnTo>
                  <a:lnTo>
                    <a:pt x="270955" y="12094"/>
                  </a:lnTo>
                  <a:lnTo>
                    <a:pt x="324694" y="3097"/>
                  </a:lnTo>
                  <a:lnTo>
                    <a:pt x="381000" y="0"/>
                  </a:lnTo>
                  <a:lnTo>
                    <a:pt x="437305" y="3097"/>
                  </a:lnTo>
                  <a:lnTo>
                    <a:pt x="491044" y="12094"/>
                  </a:lnTo>
                  <a:lnTo>
                    <a:pt x="541627" y="26550"/>
                  </a:lnTo>
                  <a:lnTo>
                    <a:pt x="588466" y="46024"/>
                  </a:lnTo>
                  <a:lnTo>
                    <a:pt x="630971" y="70074"/>
                  </a:lnTo>
                  <a:lnTo>
                    <a:pt x="668553" y="98258"/>
                  </a:lnTo>
                  <a:lnTo>
                    <a:pt x="700623" y="130135"/>
                  </a:lnTo>
                  <a:lnTo>
                    <a:pt x="726591" y="165265"/>
                  </a:lnTo>
                  <a:lnTo>
                    <a:pt x="745870" y="203204"/>
                  </a:lnTo>
                  <a:lnTo>
                    <a:pt x="757869" y="243513"/>
                  </a:lnTo>
                  <a:lnTo>
                    <a:pt x="762000" y="285750"/>
                  </a:lnTo>
                  <a:lnTo>
                    <a:pt x="757869" y="327974"/>
                  </a:lnTo>
                  <a:lnTo>
                    <a:pt x="745870" y="368276"/>
                  </a:lnTo>
                  <a:lnTo>
                    <a:pt x="726591" y="406212"/>
                  </a:lnTo>
                  <a:lnTo>
                    <a:pt x="700623" y="441341"/>
                  </a:lnTo>
                  <a:lnTo>
                    <a:pt x="668553" y="473220"/>
                  </a:lnTo>
                  <a:lnTo>
                    <a:pt x="630971" y="501408"/>
                  </a:lnTo>
                  <a:lnTo>
                    <a:pt x="588466" y="525462"/>
                  </a:lnTo>
                  <a:lnTo>
                    <a:pt x="541627" y="544940"/>
                  </a:lnTo>
                  <a:lnTo>
                    <a:pt x="491044" y="559401"/>
                  </a:lnTo>
                  <a:lnTo>
                    <a:pt x="437305" y="568401"/>
                  </a:lnTo>
                  <a:lnTo>
                    <a:pt x="381000" y="571500"/>
                  </a:lnTo>
                  <a:lnTo>
                    <a:pt x="324694" y="568401"/>
                  </a:lnTo>
                  <a:lnTo>
                    <a:pt x="270955" y="559401"/>
                  </a:lnTo>
                  <a:lnTo>
                    <a:pt x="220372" y="544940"/>
                  </a:lnTo>
                  <a:lnTo>
                    <a:pt x="173533" y="525462"/>
                  </a:lnTo>
                  <a:lnTo>
                    <a:pt x="131028" y="501408"/>
                  </a:lnTo>
                  <a:lnTo>
                    <a:pt x="93446" y="473220"/>
                  </a:lnTo>
                  <a:lnTo>
                    <a:pt x="61376" y="441341"/>
                  </a:lnTo>
                  <a:lnTo>
                    <a:pt x="35408" y="406212"/>
                  </a:lnTo>
                  <a:lnTo>
                    <a:pt x="16129" y="368276"/>
                  </a:lnTo>
                  <a:lnTo>
                    <a:pt x="4130" y="327974"/>
                  </a:lnTo>
                  <a:lnTo>
                    <a:pt x="0" y="285750"/>
                  </a:lnTo>
                  <a:close/>
                </a:path>
              </a:pathLst>
            </a:custGeom>
            <a:ln w="50800">
              <a:solidFill>
                <a:srgbClr val="006FC0"/>
              </a:solidFill>
            </a:ln>
          </p:spPr>
          <p:txBody>
            <a:bodyPr wrap="square" lIns="0" tIns="0" rIns="0" bIns="0" rtlCol="0"/>
            <a:lstStyle/>
            <a:p>
              <a:endParaRPr/>
            </a:p>
          </p:txBody>
        </p:sp>
      </p:grpSp>
      <p:sp>
        <p:nvSpPr>
          <p:cNvPr id="22" name="object 22"/>
          <p:cNvSpPr txBox="1"/>
          <p:nvPr/>
        </p:nvSpPr>
        <p:spPr>
          <a:xfrm>
            <a:off x="6663055" y="4540122"/>
            <a:ext cx="19240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Tahoma"/>
                <a:cs typeface="Tahoma"/>
              </a:rPr>
              <a:t>5</a:t>
            </a:r>
            <a:endParaRPr sz="2400">
              <a:latin typeface="Tahoma"/>
              <a:cs typeface="Tahoma"/>
            </a:endParaRPr>
          </a:p>
        </p:txBody>
      </p:sp>
      <p:sp>
        <p:nvSpPr>
          <p:cNvPr id="23" name="object 23"/>
          <p:cNvSpPr txBox="1"/>
          <p:nvPr/>
        </p:nvSpPr>
        <p:spPr>
          <a:xfrm>
            <a:off x="7112634" y="3777437"/>
            <a:ext cx="358140" cy="391795"/>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FF3300"/>
                </a:solidFill>
                <a:latin typeface="Tahoma"/>
                <a:cs typeface="Tahoma"/>
              </a:rPr>
              <a:t>10</a:t>
            </a:r>
            <a:endParaRPr sz="2400">
              <a:latin typeface="Tahoma"/>
              <a:cs typeface="Tahoma"/>
            </a:endParaRPr>
          </a:p>
        </p:txBody>
      </p:sp>
      <p:sp>
        <p:nvSpPr>
          <p:cNvPr id="24" name="object 24"/>
          <p:cNvSpPr txBox="1"/>
          <p:nvPr/>
        </p:nvSpPr>
        <p:spPr>
          <a:xfrm>
            <a:off x="7607934" y="4540122"/>
            <a:ext cx="358140"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FF3300"/>
                </a:solidFill>
                <a:latin typeface="Tahoma"/>
                <a:cs typeface="Tahoma"/>
              </a:rPr>
              <a:t>30</a:t>
            </a:r>
            <a:endParaRPr sz="2400">
              <a:latin typeface="Tahoma"/>
              <a:cs typeface="Tahoma"/>
            </a:endParaRPr>
          </a:p>
        </p:txBody>
      </p:sp>
      <p:sp>
        <p:nvSpPr>
          <p:cNvPr id="25" name="object 25"/>
          <p:cNvSpPr txBox="1"/>
          <p:nvPr/>
        </p:nvSpPr>
        <p:spPr>
          <a:xfrm>
            <a:off x="6358254" y="5454192"/>
            <a:ext cx="192405"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Tahoma"/>
                <a:cs typeface="Tahoma"/>
              </a:rPr>
              <a:t>2</a:t>
            </a:r>
            <a:endParaRPr sz="2400">
              <a:latin typeface="Tahoma"/>
              <a:cs typeface="Tahoma"/>
            </a:endParaRPr>
          </a:p>
        </p:txBody>
      </p:sp>
      <p:sp>
        <p:nvSpPr>
          <p:cNvPr id="26" name="object 26"/>
          <p:cNvSpPr txBox="1"/>
          <p:nvPr/>
        </p:nvSpPr>
        <p:spPr>
          <a:xfrm>
            <a:off x="8179434" y="5454192"/>
            <a:ext cx="358140" cy="391795"/>
          </a:xfrm>
          <a:prstGeom prst="rect">
            <a:avLst/>
          </a:prstGeom>
        </p:spPr>
        <p:txBody>
          <a:bodyPr vert="horz" wrap="square" lIns="0" tIns="12700" rIns="0" bIns="0" rtlCol="0">
            <a:spAutoFit/>
          </a:bodyPr>
          <a:lstStyle/>
          <a:p>
            <a:pPr marL="12700">
              <a:lnSpc>
                <a:spcPct val="100000"/>
              </a:lnSpc>
              <a:spcBef>
                <a:spcPts val="100"/>
              </a:spcBef>
            </a:pPr>
            <a:r>
              <a:rPr sz="2400" spc="-5" dirty="0">
                <a:latin typeface="Tahoma"/>
                <a:cs typeface="Tahoma"/>
              </a:rPr>
              <a:t>45</a:t>
            </a:r>
            <a:endParaRPr sz="2400">
              <a:latin typeface="Tahoma"/>
              <a:cs typeface="Tahoma"/>
            </a:endParaRPr>
          </a:p>
        </p:txBody>
      </p:sp>
      <p:sp>
        <p:nvSpPr>
          <p:cNvPr id="27" name="object 27"/>
          <p:cNvSpPr/>
          <p:nvPr/>
        </p:nvSpPr>
        <p:spPr>
          <a:xfrm>
            <a:off x="5271515" y="4641637"/>
            <a:ext cx="838835" cy="342900"/>
          </a:xfrm>
          <a:custGeom>
            <a:avLst/>
            <a:gdLst/>
            <a:ahLst/>
            <a:cxnLst/>
            <a:rect l="l" t="t" r="r" b="b"/>
            <a:pathLst>
              <a:path w="838835" h="342900">
                <a:moveTo>
                  <a:pt x="687197" y="171154"/>
                </a:moveTo>
                <a:lnTo>
                  <a:pt x="514985" y="271611"/>
                </a:lnTo>
                <a:lnTo>
                  <a:pt x="503680" y="281640"/>
                </a:lnTo>
                <a:lnTo>
                  <a:pt x="497316" y="294788"/>
                </a:lnTo>
                <a:lnTo>
                  <a:pt x="496357" y="309366"/>
                </a:lnTo>
                <a:lnTo>
                  <a:pt x="501269" y="323681"/>
                </a:lnTo>
                <a:lnTo>
                  <a:pt x="511298" y="334986"/>
                </a:lnTo>
                <a:lnTo>
                  <a:pt x="524446" y="341350"/>
                </a:lnTo>
                <a:lnTo>
                  <a:pt x="539023" y="342308"/>
                </a:lnTo>
                <a:lnTo>
                  <a:pt x="553338" y="337397"/>
                </a:lnTo>
                <a:lnTo>
                  <a:pt x="773012" y="209254"/>
                </a:lnTo>
                <a:lnTo>
                  <a:pt x="762762" y="209254"/>
                </a:lnTo>
                <a:lnTo>
                  <a:pt x="762762" y="204047"/>
                </a:lnTo>
                <a:lnTo>
                  <a:pt x="743585" y="204047"/>
                </a:lnTo>
                <a:lnTo>
                  <a:pt x="687197" y="171154"/>
                </a:lnTo>
                <a:close/>
              </a:path>
              <a:path w="838835" h="342900">
                <a:moveTo>
                  <a:pt x="621882" y="133054"/>
                </a:moveTo>
                <a:lnTo>
                  <a:pt x="0" y="133054"/>
                </a:lnTo>
                <a:lnTo>
                  <a:pt x="0" y="209254"/>
                </a:lnTo>
                <a:lnTo>
                  <a:pt x="621882" y="209254"/>
                </a:lnTo>
                <a:lnTo>
                  <a:pt x="687197" y="171154"/>
                </a:lnTo>
                <a:lnTo>
                  <a:pt x="621882" y="133054"/>
                </a:lnTo>
                <a:close/>
              </a:path>
              <a:path w="838835" h="342900">
                <a:moveTo>
                  <a:pt x="773012" y="133054"/>
                </a:moveTo>
                <a:lnTo>
                  <a:pt x="762762" y="133054"/>
                </a:lnTo>
                <a:lnTo>
                  <a:pt x="762762" y="209254"/>
                </a:lnTo>
                <a:lnTo>
                  <a:pt x="773012" y="209254"/>
                </a:lnTo>
                <a:lnTo>
                  <a:pt x="838326" y="171154"/>
                </a:lnTo>
                <a:lnTo>
                  <a:pt x="773012" y="133054"/>
                </a:lnTo>
                <a:close/>
              </a:path>
              <a:path w="838835" h="342900">
                <a:moveTo>
                  <a:pt x="743585" y="138261"/>
                </a:moveTo>
                <a:lnTo>
                  <a:pt x="687197" y="171154"/>
                </a:lnTo>
                <a:lnTo>
                  <a:pt x="743585" y="204047"/>
                </a:lnTo>
                <a:lnTo>
                  <a:pt x="743585" y="138261"/>
                </a:lnTo>
                <a:close/>
              </a:path>
              <a:path w="838835" h="342900">
                <a:moveTo>
                  <a:pt x="762762" y="138261"/>
                </a:moveTo>
                <a:lnTo>
                  <a:pt x="743585" y="138261"/>
                </a:lnTo>
                <a:lnTo>
                  <a:pt x="743585" y="204047"/>
                </a:lnTo>
                <a:lnTo>
                  <a:pt x="762762" y="204047"/>
                </a:lnTo>
                <a:lnTo>
                  <a:pt x="762762" y="138261"/>
                </a:lnTo>
                <a:close/>
              </a:path>
              <a:path w="838835" h="342900">
                <a:moveTo>
                  <a:pt x="539023" y="0"/>
                </a:moveTo>
                <a:lnTo>
                  <a:pt x="524446" y="958"/>
                </a:lnTo>
                <a:lnTo>
                  <a:pt x="511298" y="7322"/>
                </a:lnTo>
                <a:lnTo>
                  <a:pt x="501269" y="18627"/>
                </a:lnTo>
                <a:lnTo>
                  <a:pt x="496357" y="32942"/>
                </a:lnTo>
                <a:lnTo>
                  <a:pt x="497316" y="47519"/>
                </a:lnTo>
                <a:lnTo>
                  <a:pt x="503680" y="60668"/>
                </a:lnTo>
                <a:lnTo>
                  <a:pt x="514985" y="70697"/>
                </a:lnTo>
                <a:lnTo>
                  <a:pt x="687197" y="171154"/>
                </a:lnTo>
                <a:lnTo>
                  <a:pt x="743585" y="138261"/>
                </a:lnTo>
                <a:lnTo>
                  <a:pt x="762762" y="138261"/>
                </a:lnTo>
                <a:lnTo>
                  <a:pt x="762762" y="133054"/>
                </a:lnTo>
                <a:lnTo>
                  <a:pt x="773012" y="133054"/>
                </a:lnTo>
                <a:lnTo>
                  <a:pt x="553338" y="4911"/>
                </a:lnTo>
                <a:lnTo>
                  <a:pt x="539023" y="0"/>
                </a:lnTo>
                <a:close/>
              </a:path>
            </a:pathLst>
          </a:custGeom>
          <a:solidFill>
            <a:srgbClr val="000000"/>
          </a:solidFill>
        </p:spPr>
        <p:txBody>
          <a:bodyPr wrap="square" lIns="0" tIns="0" rIns="0" bIns="0" rtlCol="0"/>
          <a:lstStyle/>
          <a:p>
            <a:endParaRPr/>
          </a:p>
        </p:txBody>
      </p:sp>
      <p:sp>
        <p:nvSpPr>
          <p:cNvPr id="30" name="Footer Placeholder 29">
            <a:extLst>
              <a:ext uri="{FF2B5EF4-FFF2-40B4-BE49-F238E27FC236}">
                <a16:creationId xmlns:a16="http://schemas.microsoft.com/office/drawing/2014/main" id="{EADB5697-4F72-B1ED-06E8-2FA42532B4FF}"/>
              </a:ext>
            </a:extLst>
          </p:cNvPr>
          <p:cNvSpPr>
            <a:spLocks noGrp="1"/>
          </p:cNvSpPr>
          <p:nvPr>
            <p:ph type="ftr" sz="quarter" idx="11"/>
          </p:nvPr>
        </p:nvSpPr>
        <p:spPr/>
        <p:txBody>
          <a:bodyPr/>
          <a:lstStyle/>
          <a:p>
            <a:r>
              <a:rPr lang="en-US"/>
              <a:t>Algorithm and Data Structure </a:t>
            </a:r>
            <a:endParaRPr lang="en-US" dirty="0"/>
          </a:p>
        </p:txBody>
      </p:sp>
      <p:sp>
        <p:nvSpPr>
          <p:cNvPr id="31" name="Slide Number Placeholder 30">
            <a:extLst>
              <a:ext uri="{FF2B5EF4-FFF2-40B4-BE49-F238E27FC236}">
                <a16:creationId xmlns:a16="http://schemas.microsoft.com/office/drawing/2014/main" id="{E85C3EF0-6DCB-D4A5-A744-1FF75920168D}"/>
              </a:ext>
            </a:extLst>
          </p:cNvPr>
          <p:cNvSpPr>
            <a:spLocks noGrp="1"/>
          </p:cNvSpPr>
          <p:nvPr>
            <p:ph type="sldNum" sz="quarter" idx="12"/>
          </p:nvPr>
        </p:nvSpPr>
        <p:spPr/>
        <p:txBody>
          <a:bodyPr/>
          <a:lstStyle/>
          <a:p>
            <a:fld id="{95E664E9-BB0A-4932-9D77-E0DDE5779A37}" type="slidenum">
              <a:rPr lang="en-US" smtClean="0"/>
              <a:pPr/>
              <a:t>179</a:t>
            </a:fld>
            <a:endParaRPr lang="en-US"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2437" y="690880"/>
            <a:ext cx="4548505" cy="452120"/>
          </a:xfrm>
          <a:prstGeom prst="rect">
            <a:avLst/>
          </a:prstGeom>
        </p:spPr>
        <p:txBody>
          <a:bodyPr vert="horz" wrap="square" lIns="0" tIns="12065" rIns="0" bIns="0" rtlCol="0">
            <a:spAutoFit/>
          </a:bodyPr>
          <a:lstStyle/>
          <a:p>
            <a:pPr marL="12700">
              <a:lnSpc>
                <a:spcPct val="100000"/>
              </a:lnSpc>
              <a:spcBef>
                <a:spcPts val="95"/>
              </a:spcBef>
            </a:pPr>
            <a:r>
              <a:rPr spc="-10" dirty="0"/>
              <a:t>Deleting </a:t>
            </a:r>
            <a:r>
              <a:rPr spc="-5" dirty="0"/>
              <a:t>a </a:t>
            </a:r>
            <a:r>
              <a:rPr dirty="0"/>
              <a:t>Node </a:t>
            </a:r>
            <a:r>
              <a:rPr spc="-5" dirty="0"/>
              <a:t>– Leaf</a:t>
            </a:r>
            <a:r>
              <a:rPr spc="35" dirty="0"/>
              <a:t> </a:t>
            </a:r>
            <a:r>
              <a:rPr spc="-10" dirty="0"/>
              <a:t>Node</a:t>
            </a:r>
          </a:p>
        </p:txBody>
      </p:sp>
      <p:sp>
        <p:nvSpPr>
          <p:cNvPr id="3" name="object 3"/>
          <p:cNvSpPr txBox="1"/>
          <p:nvPr/>
        </p:nvSpPr>
        <p:spPr>
          <a:xfrm>
            <a:off x="402742" y="1156461"/>
            <a:ext cx="4740275" cy="345440"/>
          </a:xfrm>
          <a:prstGeom prst="rect">
            <a:avLst/>
          </a:prstGeom>
        </p:spPr>
        <p:txBody>
          <a:bodyPr vert="horz" wrap="square" lIns="0" tIns="12700" rIns="0" bIns="0" rtlCol="0">
            <a:spAutoFit/>
          </a:bodyPr>
          <a:lstStyle/>
          <a:p>
            <a:pPr marL="355600" indent="-342900">
              <a:lnSpc>
                <a:spcPct val="100000"/>
              </a:lnSpc>
              <a:spcBef>
                <a:spcPts val="100"/>
              </a:spcBef>
              <a:buChar char="•"/>
              <a:tabLst>
                <a:tab pos="354965" algn="l"/>
                <a:tab pos="355600" algn="l"/>
              </a:tabLst>
            </a:pPr>
            <a:r>
              <a:rPr sz="2100" spc="-5" dirty="0">
                <a:latin typeface="Tahoma"/>
                <a:cs typeface="Tahoma"/>
              </a:rPr>
              <a:t>Consider deleting </a:t>
            </a:r>
            <a:r>
              <a:rPr sz="2100" dirty="0">
                <a:latin typeface="Tahoma"/>
                <a:cs typeface="Tahoma"/>
              </a:rPr>
              <a:t>node </a:t>
            </a:r>
            <a:r>
              <a:rPr sz="2100" spc="-5" dirty="0">
                <a:latin typeface="Tahoma"/>
                <a:cs typeface="Tahoma"/>
              </a:rPr>
              <a:t>containing</a:t>
            </a:r>
            <a:r>
              <a:rPr sz="2100" spc="-30" dirty="0">
                <a:latin typeface="Tahoma"/>
                <a:cs typeface="Tahoma"/>
              </a:rPr>
              <a:t> </a:t>
            </a:r>
            <a:r>
              <a:rPr sz="2100" dirty="0">
                <a:latin typeface="Tahoma"/>
                <a:cs typeface="Tahoma"/>
              </a:rPr>
              <a:t>75</a:t>
            </a:r>
            <a:endParaRPr sz="2100">
              <a:latin typeface="Tahoma"/>
              <a:cs typeface="Tahoma"/>
            </a:endParaRPr>
          </a:p>
        </p:txBody>
      </p:sp>
      <p:sp>
        <p:nvSpPr>
          <p:cNvPr id="4" name="object 4"/>
          <p:cNvSpPr/>
          <p:nvPr/>
        </p:nvSpPr>
        <p:spPr>
          <a:xfrm>
            <a:off x="492251" y="2587751"/>
            <a:ext cx="8005572" cy="1856231"/>
          </a:xfrm>
          <a:prstGeom prst="rect">
            <a:avLst/>
          </a:prstGeom>
          <a:blipFill>
            <a:blip r:embed="rId2" cstate="print"/>
            <a:stretch>
              <a:fillRect/>
            </a:stretch>
          </a:blipFill>
        </p:spPr>
        <p:txBody>
          <a:bodyPr wrap="square" lIns="0" tIns="0" rIns="0" bIns="0" rtlCol="0"/>
          <a:lstStyle/>
          <a:p>
            <a:endParaRPr/>
          </a:p>
        </p:txBody>
      </p:sp>
      <p:sp>
        <p:nvSpPr>
          <p:cNvPr id="7" name="Footer Placeholder 6">
            <a:extLst>
              <a:ext uri="{FF2B5EF4-FFF2-40B4-BE49-F238E27FC236}">
                <a16:creationId xmlns:a16="http://schemas.microsoft.com/office/drawing/2014/main" id="{87117E5A-A268-DDF6-AE42-CEB5D895DF5D}"/>
              </a:ext>
            </a:extLst>
          </p:cNvPr>
          <p:cNvSpPr>
            <a:spLocks noGrp="1"/>
          </p:cNvSpPr>
          <p:nvPr>
            <p:ph type="ftr" sz="quarter" idx="11"/>
          </p:nvPr>
        </p:nvSpPr>
        <p:spPr/>
        <p:txBody>
          <a:bodyPr/>
          <a:lstStyle/>
          <a:p>
            <a:r>
              <a:rPr lang="en-US"/>
              <a:t>Algorithm and Data Structure </a:t>
            </a:r>
            <a:endParaRPr lang="en-US" dirty="0"/>
          </a:p>
        </p:txBody>
      </p:sp>
      <p:sp>
        <p:nvSpPr>
          <p:cNvPr id="8" name="Slide Number Placeholder 7">
            <a:extLst>
              <a:ext uri="{FF2B5EF4-FFF2-40B4-BE49-F238E27FC236}">
                <a16:creationId xmlns:a16="http://schemas.microsoft.com/office/drawing/2014/main" id="{41B68016-49D7-EE3C-22D2-6328A9566EB3}"/>
              </a:ext>
            </a:extLst>
          </p:cNvPr>
          <p:cNvSpPr>
            <a:spLocks noGrp="1"/>
          </p:cNvSpPr>
          <p:nvPr>
            <p:ph type="sldNum" sz="quarter" idx="12"/>
          </p:nvPr>
        </p:nvSpPr>
        <p:spPr/>
        <p:txBody>
          <a:bodyPr/>
          <a:lstStyle/>
          <a:p>
            <a:fld id="{95E664E9-BB0A-4932-9D77-E0DDE5779A37}" type="slidenum">
              <a:rPr lang="en-US" smtClean="0"/>
              <a:pPr/>
              <a:t>180</a:t>
            </a:fld>
            <a:endParaRPr lang="en-US"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2437" y="614680"/>
            <a:ext cx="4548505" cy="452120"/>
          </a:xfrm>
          <a:prstGeom prst="rect">
            <a:avLst/>
          </a:prstGeom>
        </p:spPr>
        <p:txBody>
          <a:bodyPr vert="horz" wrap="square" lIns="0" tIns="12065" rIns="0" bIns="0" rtlCol="0">
            <a:spAutoFit/>
          </a:bodyPr>
          <a:lstStyle/>
          <a:p>
            <a:pPr marL="12700">
              <a:lnSpc>
                <a:spcPct val="100000"/>
              </a:lnSpc>
              <a:spcBef>
                <a:spcPts val="95"/>
              </a:spcBef>
            </a:pPr>
            <a:r>
              <a:rPr spc="-10" dirty="0"/>
              <a:t>Deleting </a:t>
            </a:r>
            <a:r>
              <a:rPr spc="-5" dirty="0"/>
              <a:t>a </a:t>
            </a:r>
            <a:r>
              <a:rPr dirty="0"/>
              <a:t>Node </a:t>
            </a:r>
            <a:r>
              <a:rPr spc="-5" dirty="0"/>
              <a:t>– Leaf</a:t>
            </a:r>
            <a:r>
              <a:rPr spc="35" dirty="0"/>
              <a:t> </a:t>
            </a:r>
            <a:r>
              <a:rPr spc="-10" dirty="0"/>
              <a:t>Node</a:t>
            </a:r>
          </a:p>
        </p:txBody>
      </p:sp>
      <p:sp>
        <p:nvSpPr>
          <p:cNvPr id="3" name="object 3"/>
          <p:cNvSpPr txBox="1"/>
          <p:nvPr/>
        </p:nvSpPr>
        <p:spPr>
          <a:xfrm>
            <a:off x="402742" y="1090631"/>
            <a:ext cx="6509384" cy="760095"/>
          </a:xfrm>
          <a:prstGeom prst="rect">
            <a:avLst/>
          </a:prstGeom>
        </p:spPr>
        <p:txBody>
          <a:bodyPr vert="horz" wrap="square" lIns="0" tIns="78105" rIns="0" bIns="0" rtlCol="0">
            <a:spAutoFit/>
          </a:bodyPr>
          <a:lstStyle/>
          <a:p>
            <a:pPr marL="355600" indent="-342900">
              <a:lnSpc>
                <a:spcPct val="100000"/>
              </a:lnSpc>
              <a:spcBef>
                <a:spcPts val="615"/>
              </a:spcBef>
              <a:buChar char="•"/>
              <a:tabLst>
                <a:tab pos="354965" algn="l"/>
                <a:tab pos="355600" algn="l"/>
              </a:tabLst>
            </a:pPr>
            <a:r>
              <a:rPr sz="2100" spc="-5" dirty="0">
                <a:latin typeface="Tahoma"/>
                <a:cs typeface="Tahoma"/>
              </a:rPr>
              <a:t>Consider deleting </a:t>
            </a:r>
            <a:r>
              <a:rPr sz="2100" dirty="0">
                <a:latin typeface="Tahoma"/>
                <a:cs typeface="Tahoma"/>
              </a:rPr>
              <a:t>node </a:t>
            </a:r>
            <a:r>
              <a:rPr sz="2100" spc="-5" dirty="0">
                <a:latin typeface="Tahoma"/>
                <a:cs typeface="Tahoma"/>
              </a:rPr>
              <a:t>containing</a:t>
            </a:r>
            <a:r>
              <a:rPr sz="2100" spc="-40" dirty="0">
                <a:latin typeface="Tahoma"/>
                <a:cs typeface="Tahoma"/>
              </a:rPr>
              <a:t> </a:t>
            </a:r>
            <a:r>
              <a:rPr sz="2100" dirty="0">
                <a:latin typeface="Tahoma"/>
                <a:cs typeface="Tahoma"/>
              </a:rPr>
              <a:t>75</a:t>
            </a:r>
            <a:endParaRPr sz="2100">
              <a:latin typeface="Tahoma"/>
              <a:cs typeface="Tahoma"/>
            </a:endParaRPr>
          </a:p>
          <a:p>
            <a:pPr marL="469900">
              <a:lnSpc>
                <a:spcPct val="100000"/>
              </a:lnSpc>
              <a:spcBef>
                <a:spcPts val="465"/>
              </a:spcBef>
              <a:tabLst>
                <a:tab pos="756285" algn="l"/>
              </a:tabLst>
            </a:pPr>
            <a:r>
              <a:rPr sz="1900" spc="-5" dirty="0">
                <a:latin typeface="Tahoma"/>
                <a:cs typeface="Tahoma"/>
              </a:rPr>
              <a:t>–	The node is deleted and left </a:t>
            </a:r>
            <a:r>
              <a:rPr sz="1900" spc="-10" dirty="0">
                <a:latin typeface="Tahoma"/>
                <a:cs typeface="Tahoma"/>
              </a:rPr>
              <a:t>child </a:t>
            </a:r>
            <a:r>
              <a:rPr sz="1900" spc="-5" dirty="0">
                <a:latin typeface="Tahoma"/>
                <a:cs typeface="Tahoma"/>
              </a:rPr>
              <a:t>of 81 is set to</a:t>
            </a:r>
            <a:r>
              <a:rPr sz="1900" spc="260" dirty="0">
                <a:latin typeface="Tahoma"/>
                <a:cs typeface="Tahoma"/>
              </a:rPr>
              <a:t> </a:t>
            </a:r>
            <a:r>
              <a:rPr sz="1900" spc="-10" dirty="0">
                <a:latin typeface="Tahoma"/>
                <a:cs typeface="Tahoma"/>
              </a:rPr>
              <a:t>NULL</a:t>
            </a:r>
            <a:endParaRPr sz="1900">
              <a:latin typeface="Tahoma"/>
              <a:cs typeface="Tahoma"/>
            </a:endParaRPr>
          </a:p>
        </p:txBody>
      </p:sp>
      <p:sp>
        <p:nvSpPr>
          <p:cNvPr id="4" name="object 4"/>
          <p:cNvSpPr/>
          <p:nvPr/>
        </p:nvSpPr>
        <p:spPr>
          <a:xfrm>
            <a:off x="492251" y="2741676"/>
            <a:ext cx="8005572" cy="1851659"/>
          </a:xfrm>
          <a:prstGeom prst="rect">
            <a:avLst/>
          </a:prstGeom>
          <a:blipFill>
            <a:blip r:embed="rId2" cstate="print"/>
            <a:stretch>
              <a:fillRect/>
            </a:stretch>
          </a:blipFill>
        </p:spPr>
        <p:txBody>
          <a:bodyPr wrap="square" lIns="0" tIns="0" rIns="0" bIns="0" rtlCol="0"/>
          <a:lstStyle/>
          <a:p>
            <a:endParaRPr/>
          </a:p>
        </p:txBody>
      </p:sp>
      <p:sp>
        <p:nvSpPr>
          <p:cNvPr id="7" name="Footer Placeholder 6">
            <a:extLst>
              <a:ext uri="{FF2B5EF4-FFF2-40B4-BE49-F238E27FC236}">
                <a16:creationId xmlns:a16="http://schemas.microsoft.com/office/drawing/2014/main" id="{C38400F6-566B-F803-C712-5BEFB6B64430}"/>
              </a:ext>
            </a:extLst>
          </p:cNvPr>
          <p:cNvSpPr>
            <a:spLocks noGrp="1"/>
          </p:cNvSpPr>
          <p:nvPr>
            <p:ph type="ftr" sz="quarter" idx="11"/>
          </p:nvPr>
        </p:nvSpPr>
        <p:spPr/>
        <p:txBody>
          <a:bodyPr/>
          <a:lstStyle/>
          <a:p>
            <a:r>
              <a:rPr lang="en-US"/>
              <a:t>Algorithm and Data Structure </a:t>
            </a:r>
            <a:endParaRPr lang="en-US" dirty="0"/>
          </a:p>
        </p:txBody>
      </p:sp>
      <p:sp>
        <p:nvSpPr>
          <p:cNvPr id="8" name="Slide Number Placeholder 7">
            <a:extLst>
              <a:ext uri="{FF2B5EF4-FFF2-40B4-BE49-F238E27FC236}">
                <a16:creationId xmlns:a16="http://schemas.microsoft.com/office/drawing/2014/main" id="{8C8BFC4E-EB95-9CEA-071E-15B4A340B507}"/>
              </a:ext>
            </a:extLst>
          </p:cNvPr>
          <p:cNvSpPr>
            <a:spLocks noGrp="1"/>
          </p:cNvSpPr>
          <p:nvPr>
            <p:ph type="sldNum" sz="quarter" idx="12"/>
          </p:nvPr>
        </p:nvSpPr>
        <p:spPr/>
        <p:txBody>
          <a:bodyPr/>
          <a:lstStyle/>
          <a:p>
            <a:fld id="{95E664E9-BB0A-4932-9D77-E0DDE5779A37}" type="slidenum">
              <a:rPr lang="en-US" smtClean="0"/>
              <a:pPr/>
              <a:t>181</a:t>
            </a:fld>
            <a:endParaRPr lang="en-US"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2437" y="614680"/>
            <a:ext cx="5487670" cy="452120"/>
          </a:xfrm>
          <a:prstGeom prst="rect">
            <a:avLst/>
          </a:prstGeom>
        </p:spPr>
        <p:txBody>
          <a:bodyPr vert="horz" wrap="square" lIns="0" tIns="12065" rIns="0" bIns="0" rtlCol="0">
            <a:spAutoFit/>
          </a:bodyPr>
          <a:lstStyle/>
          <a:p>
            <a:pPr marL="12700">
              <a:lnSpc>
                <a:spcPct val="100000"/>
              </a:lnSpc>
              <a:spcBef>
                <a:spcPts val="95"/>
              </a:spcBef>
            </a:pPr>
            <a:r>
              <a:rPr spc="-10" dirty="0"/>
              <a:t>Deleting </a:t>
            </a:r>
            <a:r>
              <a:rPr spc="-5" dirty="0"/>
              <a:t>a Node – Node With</a:t>
            </a:r>
            <a:r>
              <a:rPr spc="70" dirty="0"/>
              <a:t> </a:t>
            </a:r>
            <a:r>
              <a:rPr spc="-5" dirty="0"/>
              <a:t>Child</a:t>
            </a:r>
          </a:p>
        </p:txBody>
      </p:sp>
      <p:sp>
        <p:nvSpPr>
          <p:cNvPr id="3" name="object 3"/>
          <p:cNvSpPr txBox="1"/>
          <p:nvPr/>
        </p:nvSpPr>
        <p:spPr>
          <a:xfrm>
            <a:off x="402742" y="1090631"/>
            <a:ext cx="7933690" cy="1870075"/>
          </a:xfrm>
          <a:prstGeom prst="rect">
            <a:avLst/>
          </a:prstGeom>
        </p:spPr>
        <p:txBody>
          <a:bodyPr vert="horz" wrap="square" lIns="0" tIns="78105" rIns="0" bIns="0" rtlCol="0">
            <a:spAutoFit/>
          </a:bodyPr>
          <a:lstStyle/>
          <a:p>
            <a:pPr marL="355600" indent="-342900">
              <a:lnSpc>
                <a:spcPct val="100000"/>
              </a:lnSpc>
              <a:spcBef>
                <a:spcPts val="615"/>
              </a:spcBef>
              <a:buChar char="•"/>
              <a:tabLst>
                <a:tab pos="354965" algn="l"/>
                <a:tab pos="355600" algn="l"/>
              </a:tabLst>
            </a:pPr>
            <a:r>
              <a:rPr sz="2100" spc="-5" dirty="0">
                <a:latin typeface="Tahoma"/>
                <a:cs typeface="Tahoma"/>
              </a:rPr>
              <a:t>If </a:t>
            </a:r>
            <a:r>
              <a:rPr sz="2100" dirty="0">
                <a:latin typeface="Tahoma"/>
                <a:cs typeface="Tahoma"/>
              </a:rPr>
              <a:t>a node has </a:t>
            </a:r>
            <a:r>
              <a:rPr sz="2100" spc="-5" dirty="0">
                <a:latin typeface="Tahoma"/>
                <a:cs typeface="Tahoma"/>
              </a:rPr>
              <a:t>only </a:t>
            </a:r>
            <a:r>
              <a:rPr sz="2100" dirty="0">
                <a:latin typeface="Tahoma"/>
                <a:cs typeface="Tahoma"/>
              </a:rPr>
              <a:t>one </a:t>
            </a:r>
            <a:r>
              <a:rPr sz="2100" spc="-5" dirty="0">
                <a:latin typeface="Tahoma"/>
                <a:cs typeface="Tahoma"/>
              </a:rPr>
              <a:t>child </a:t>
            </a:r>
            <a:r>
              <a:rPr sz="2100" dirty="0">
                <a:latin typeface="Tahoma"/>
                <a:cs typeface="Tahoma"/>
              </a:rPr>
              <a:t>(left or</a:t>
            </a:r>
            <a:r>
              <a:rPr sz="2100" spc="10" dirty="0">
                <a:latin typeface="Tahoma"/>
                <a:cs typeface="Tahoma"/>
              </a:rPr>
              <a:t> </a:t>
            </a:r>
            <a:r>
              <a:rPr sz="2100" spc="-5" dirty="0">
                <a:latin typeface="Tahoma"/>
                <a:cs typeface="Tahoma"/>
              </a:rPr>
              <a:t>right)</a:t>
            </a:r>
            <a:endParaRPr sz="2100">
              <a:latin typeface="Tahoma"/>
              <a:cs typeface="Tahoma"/>
            </a:endParaRPr>
          </a:p>
          <a:p>
            <a:pPr marL="469900">
              <a:lnSpc>
                <a:spcPct val="100000"/>
              </a:lnSpc>
              <a:spcBef>
                <a:spcPts val="465"/>
              </a:spcBef>
              <a:tabLst>
                <a:tab pos="756285" algn="l"/>
              </a:tabLst>
            </a:pPr>
            <a:r>
              <a:rPr sz="1900" spc="-5" dirty="0">
                <a:latin typeface="Tahoma"/>
                <a:cs typeface="Tahoma"/>
              </a:rPr>
              <a:t>–	</a:t>
            </a:r>
            <a:r>
              <a:rPr sz="1900" spc="-10" dirty="0">
                <a:latin typeface="Tahoma"/>
                <a:cs typeface="Tahoma"/>
              </a:rPr>
              <a:t>Simply </a:t>
            </a:r>
            <a:r>
              <a:rPr sz="1900" spc="-5" dirty="0">
                <a:latin typeface="Tahoma"/>
                <a:cs typeface="Tahoma"/>
              </a:rPr>
              <a:t>promote the subtree associated </a:t>
            </a:r>
            <a:r>
              <a:rPr sz="1900" spc="-10" dirty="0">
                <a:latin typeface="Tahoma"/>
                <a:cs typeface="Tahoma"/>
              </a:rPr>
              <a:t>with </a:t>
            </a:r>
            <a:r>
              <a:rPr sz="1900" spc="-5" dirty="0">
                <a:latin typeface="Tahoma"/>
                <a:cs typeface="Tahoma"/>
              </a:rPr>
              <a:t>the</a:t>
            </a:r>
            <a:r>
              <a:rPr sz="1900" spc="220" dirty="0">
                <a:latin typeface="Tahoma"/>
                <a:cs typeface="Tahoma"/>
              </a:rPr>
              <a:t> </a:t>
            </a:r>
            <a:r>
              <a:rPr sz="1900" spc="-10" dirty="0">
                <a:latin typeface="Tahoma"/>
                <a:cs typeface="Tahoma"/>
              </a:rPr>
              <a:t>child</a:t>
            </a:r>
            <a:endParaRPr sz="1900">
              <a:latin typeface="Tahoma"/>
              <a:cs typeface="Tahoma"/>
            </a:endParaRPr>
          </a:p>
          <a:p>
            <a:pPr>
              <a:lnSpc>
                <a:spcPct val="100000"/>
              </a:lnSpc>
              <a:spcBef>
                <a:spcPts val="35"/>
              </a:spcBef>
            </a:pPr>
            <a:endParaRPr sz="2850">
              <a:latin typeface="Tahoma"/>
              <a:cs typeface="Tahoma"/>
            </a:endParaRPr>
          </a:p>
          <a:p>
            <a:pPr marL="355600" indent="-342900">
              <a:lnSpc>
                <a:spcPct val="100000"/>
              </a:lnSpc>
              <a:buChar char="•"/>
              <a:tabLst>
                <a:tab pos="354965" algn="l"/>
                <a:tab pos="355600" algn="l"/>
              </a:tabLst>
            </a:pPr>
            <a:r>
              <a:rPr sz="2100" spc="-5" dirty="0">
                <a:latin typeface="Arial"/>
                <a:cs typeface="Arial"/>
              </a:rPr>
              <a:t>Consider deleting 18 which has one right</a:t>
            </a:r>
            <a:r>
              <a:rPr sz="2100" spc="-30" dirty="0">
                <a:latin typeface="Arial"/>
                <a:cs typeface="Arial"/>
              </a:rPr>
              <a:t> </a:t>
            </a:r>
            <a:r>
              <a:rPr sz="2100" spc="-5" dirty="0">
                <a:latin typeface="Arial"/>
                <a:cs typeface="Arial"/>
              </a:rPr>
              <a:t>child</a:t>
            </a:r>
            <a:endParaRPr sz="2100">
              <a:latin typeface="Arial"/>
              <a:cs typeface="Arial"/>
            </a:endParaRPr>
          </a:p>
          <a:p>
            <a:pPr marL="469900">
              <a:lnSpc>
                <a:spcPct val="100000"/>
              </a:lnSpc>
              <a:spcBef>
                <a:spcPts val="465"/>
              </a:spcBef>
              <a:tabLst>
                <a:tab pos="756285" algn="l"/>
                <a:tab pos="3379470" algn="l"/>
              </a:tabLst>
            </a:pPr>
            <a:r>
              <a:rPr sz="1900" spc="-5" dirty="0">
                <a:latin typeface="Tahoma"/>
                <a:cs typeface="Tahoma"/>
              </a:rPr>
              <a:t>–	</a:t>
            </a:r>
            <a:r>
              <a:rPr sz="1900" spc="-5" dirty="0">
                <a:latin typeface="Arial"/>
                <a:cs typeface="Arial"/>
              </a:rPr>
              <a:t>Node 18 is</a:t>
            </a:r>
            <a:r>
              <a:rPr sz="1900" spc="65" dirty="0">
                <a:latin typeface="Arial"/>
                <a:cs typeface="Arial"/>
              </a:rPr>
              <a:t> </a:t>
            </a:r>
            <a:r>
              <a:rPr sz="1900" spc="-5" dirty="0">
                <a:latin typeface="Arial"/>
                <a:cs typeface="Arial"/>
              </a:rPr>
              <a:t>deleted</a:t>
            </a:r>
            <a:r>
              <a:rPr sz="1900" spc="45" dirty="0">
                <a:latin typeface="Arial"/>
                <a:cs typeface="Arial"/>
              </a:rPr>
              <a:t> </a:t>
            </a:r>
            <a:r>
              <a:rPr sz="1900" spc="-5" dirty="0">
                <a:latin typeface="Arial"/>
                <a:cs typeface="Arial"/>
              </a:rPr>
              <a:t>and	right tree of node 5 is update to point to</a:t>
            </a:r>
            <a:r>
              <a:rPr sz="1900" spc="130" dirty="0">
                <a:latin typeface="Arial"/>
                <a:cs typeface="Arial"/>
              </a:rPr>
              <a:t> </a:t>
            </a:r>
            <a:r>
              <a:rPr sz="1900" spc="-5" dirty="0">
                <a:latin typeface="Arial"/>
                <a:cs typeface="Arial"/>
              </a:rPr>
              <a:t>21</a:t>
            </a:r>
            <a:endParaRPr sz="1900">
              <a:latin typeface="Arial"/>
              <a:cs typeface="Arial"/>
            </a:endParaRPr>
          </a:p>
        </p:txBody>
      </p:sp>
      <p:sp>
        <p:nvSpPr>
          <p:cNvPr id="4" name="object 4"/>
          <p:cNvSpPr/>
          <p:nvPr/>
        </p:nvSpPr>
        <p:spPr>
          <a:xfrm>
            <a:off x="956310" y="3323832"/>
            <a:ext cx="2828925" cy="2399588"/>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5452109" y="3400028"/>
            <a:ext cx="2828924" cy="2399963"/>
          </a:xfrm>
          <a:prstGeom prst="rect">
            <a:avLst/>
          </a:prstGeom>
          <a:blipFill>
            <a:blip r:embed="rId3" cstate="print"/>
            <a:stretch>
              <a:fillRect/>
            </a:stretch>
          </a:blipFill>
        </p:spPr>
        <p:txBody>
          <a:bodyPr wrap="square" lIns="0" tIns="0" rIns="0" bIns="0" rtlCol="0"/>
          <a:lstStyle/>
          <a:p>
            <a:endParaRPr/>
          </a:p>
        </p:txBody>
      </p:sp>
      <p:sp>
        <p:nvSpPr>
          <p:cNvPr id="8" name="Footer Placeholder 7">
            <a:extLst>
              <a:ext uri="{FF2B5EF4-FFF2-40B4-BE49-F238E27FC236}">
                <a16:creationId xmlns:a16="http://schemas.microsoft.com/office/drawing/2014/main" id="{C8A53E40-10E8-2053-AE7B-52E1F65087E0}"/>
              </a:ext>
            </a:extLst>
          </p:cNvPr>
          <p:cNvSpPr>
            <a:spLocks noGrp="1"/>
          </p:cNvSpPr>
          <p:nvPr>
            <p:ph type="ftr" sz="quarter" idx="11"/>
          </p:nvPr>
        </p:nvSpPr>
        <p:spPr/>
        <p:txBody>
          <a:bodyPr/>
          <a:lstStyle/>
          <a:p>
            <a:r>
              <a:rPr lang="en-US"/>
              <a:t>Algorithm and Data Structure </a:t>
            </a:r>
            <a:endParaRPr lang="en-US" dirty="0"/>
          </a:p>
        </p:txBody>
      </p:sp>
      <p:sp>
        <p:nvSpPr>
          <p:cNvPr id="9" name="Slide Number Placeholder 8">
            <a:extLst>
              <a:ext uri="{FF2B5EF4-FFF2-40B4-BE49-F238E27FC236}">
                <a16:creationId xmlns:a16="http://schemas.microsoft.com/office/drawing/2014/main" id="{9C2A6578-6074-D0BB-8A3E-D65BD1634D12}"/>
              </a:ext>
            </a:extLst>
          </p:cNvPr>
          <p:cNvSpPr>
            <a:spLocks noGrp="1"/>
          </p:cNvSpPr>
          <p:nvPr>
            <p:ph type="sldNum" sz="quarter" idx="12"/>
          </p:nvPr>
        </p:nvSpPr>
        <p:spPr/>
        <p:txBody>
          <a:bodyPr/>
          <a:lstStyle/>
          <a:p>
            <a:fld id="{95E664E9-BB0A-4932-9D77-E0DDE5779A37}" type="slidenum">
              <a:rPr lang="en-US" smtClean="0"/>
              <a:pPr/>
              <a:t>182</a:t>
            </a:fld>
            <a:endParaRPr lang="en-US"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2437" y="609600"/>
            <a:ext cx="5487670" cy="452120"/>
          </a:xfrm>
          <a:prstGeom prst="rect">
            <a:avLst/>
          </a:prstGeom>
        </p:spPr>
        <p:txBody>
          <a:bodyPr vert="horz" wrap="square" lIns="0" tIns="12065" rIns="0" bIns="0" rtlCol="0">
            <a:spAutoFit/>
          </a:bodyPr>
          <a:lstStyle/>
          <a:p>
            <a:pPr marL="12700">
              <a:lnSpc>
                <a:spcPct val="100000"/>
              </a:lnSpc>
              <a:spcBef>
                <a:spcPts val="95"/>
              </a:spcBef>
            </a:pPr>
            <a:r>
              <a:rPr spc="-10" dirty="0"/>
              <a:t>Deleting </a:t>
            </a:r>
            <a:r>
              <a:rPr spc="-5" dirty="0"/>
              <a:t>a Node – Node With</a:t>
            </a:r>
            <a:r>
              <a:rPr spc="70" dirty="0"/>
              <a:t> </a:t>
            </a:r>
            <a:r>
              <a:rPr spc="-5" dirty="0"/>
              <a:t>Child</a:t>
            </a:r>
          </a:p>
        </p:txBody>
      </p:sp>
      <p:sp>
        <p:nvSpPr>
          <p:cNvPr id="3" name="object 3"/>
          <p:cNvSpPr txBox="1"/>
          <p:nvPr/>
        </p:nvSpPr>
        <p:spPr>
          <a:xfrm>
            <a:off x="402742" y="1150365"/>
            <a:ext cx="5487670" cy="345440"/>
          </a:xfrm>
          <a:prstGeom prst="rect">
            <a:avLst/>
          </a:prstGeom>
        </p:spPr>
        <p:txBody>
          <a:bodyPr vert="horz" wrap="square" lIns="0" tIns="12700" rIns="0" bIns="0" rtlCol="0">
            <a:spAutoFit/>
          </a:bodyPr>
          <a:lstStyle/>
          <a:p>
            <a:pPr marL="355600" indent="-342900">
              <a:lnSpc>
                <a:spcPct val="100000"/>
              </a:lnSpc>
              <a:spcBef>
                <a:spcPts val="100"/>
              </a:spcBef>
              <a:buChar char="•"/>
              <a:tabLst>
                <a:tab pos="354965" algn="l"/>
                <a:tab pos="355600" algn="l"/>
              </a:tabLst>
            </a:pPr>
            <a:r>
              <a:rPr sz="2100" spc="-5" dirty="0">
                <a:latin typeface="Arial"/>
                <a:cs typeface="Arial"/>
              </a:rPr>
              <a:t>Consider deleting 8 which has one </a:t>
            </a:r>
            <a:r>
              <a:rPr sz="2100" dirty="0">
                <a:latin typeface="Arial"/>
                <a:cs typeface="Arial"/>
              </a:rPr>
              <a:t>left</a:t>
            </a:r>
            <a:r>
              <a:rPr sz="2100" spc="-20" dirty="0">
                <a:latin typeface="Arial"/>
                <a:cs typeface="Arial"/>
              </a:rPr>
              <a:t> </a:t>
            </a:r>
            <a:r>
              <a:rPr sz="2100" spc="-5" dirty="0">
                <a:latin typeface="Arial"/>
                <a:cs typeface="Arial"/>
              </a:rPr>
              <a:t>child</a:t>
            </a:r>
            <a:endParaRPr sz="2100">
              <a:latin typeface="Arial"/>
              <a:cs typeface="Arial"/>
            </a:endParaRPr>
          </a:p>
        </p:txBody>
      </p:sp>
      <p:sp>
        <p:nvSpPr>
          <p:cNvPr id="4" name="object 4"/>
          <p:cNvSpPr/>
          <p:nvPr/>
        </p:nvSpPr>
        <p:spPr>
          <a:xfrm>
            <a:off x="487680" y="2752344"/>
            <a:ext cx="8010144" cy="1851659"/>
          </a:xfrm>
          <a:prstGeom prst="rect">
            <a:avLst/>
          </a:prstGeom>
          <a:blipFill>
            <a:blip r:embed="rId2" cstate="print"/>
            <a:stretch>
              <a:fillRect/>
            </a:stretch>
          </a:blipFill>
        </p:spPr>
        <p:txBody>
          <a:bodyPr wrap="square" lIns="0" tIns="0" rIns="0" bIns="0" rtlCol="0"/>
          <a:lstStyle/>
          <a:p>
            <a:endParaRPr/>
          </a:p>
        </p:txBody>
      </p:sp>
      <p:sp>
        <p:nvSpPr>
          <p:cNvPr id="7" name="Footer Placeholder 6">
            <a:extLst>
              <a:ext uri="{FF2B5EF4-FFF2-40B4-BE49-F238E27FC236}">
                <a16:creationId xmlns:a16="http://schemas.microsoft.com/office/drawing/2014/main" id="{23C44C44-4335-2FB7-1B9A-F9BB75D8AB92}"/>
              </a:ext>
            </a:extLst>
          </p:cNvPr>
          <p:cNvSpPr>
            <a:spLocks noGrp="1"/>
          </p:cNvSpPr>
          <p:nvPr>
            <p:ph type="ftr" sz="quarter" idx="11"/>
          </p:nvPr>
        </p:nvSpPr>
        <p:spPr/>
        <p:txBody>
          <a:bodyPr/>
          <a:lstStyle/>
          <a:p>
            <a:r>
              <a:rPr lang="en-US"/>
              <a:t>Algorithm and Data Structure </a:t>
            </a:r>
            <a:endParaRPr lang="en-US" dirty="0"/>
          </a:p>
        </p:txBody>
      </p:sp>
      <p:sp>
        <p:nvSpPr>
          <p:cNvPr id="8" name="Slide Number Placeholder 7">
            <a:extLst>
              <a:ext uri="{FF2B5EF4-FFF2-40B4-BE49-F238E27FC236}">
                <a16:creationId xmlns:a16="http://schemas.microsoft.com/office/drawing/2014/main" id="{3FB06A8A-278F-1CB7-09F8-907A605B92D8}"/>
              </a:ext>
            </a:extLst>
          </p:cNvPr>
          <p:cNvSpPr>
            <a:spLocks noGrp="1"/>
          </p:cNvSpPr>
          <p:nvPr>
            <p:ph type="sldNum" sz="quarter" idx="12"/>
          </p:nvPr>
        </p:nvSpPr>
        <p:spPr/>
        <p:txBody>
          <a:bodyPr/>
          <a:lstStyle/>
          <a:p>
            <a:fld id="{95E664E9-BB0A-4932-9D77-E0DDE5779A37}" type="slidenum">
              <a:rPr lang="en-US" smtClean="0"/>
              <a:pPr/>
              <a:t>183</a:t>
            </a:fld>
            <a:endParaRPr lang="en-US"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2437" y="614680"/>
            <a:ext cx="5487670" cy="452120"/>
          </a:xfrm>
          <a:prstGeom prst="rect">
            <a:avLst/>
          </a:prstGeom>
        </p:spPr>
        <p:txBody>
          <a:bodyPr vert="horz" wrap="square" lIns="0" tIns="12065" rIns="0" bIns="0" rtlCol="0">
            <a:spAutoFit/>
          </a:bodyPr>
          <a:lstStyle/>
          <a:p>
            <a:pPr marL="12700">
              <a:lnSpc>
                <a:spcPct val="100000"/>
              </a:lnSpc>
              <a:spcBef>
                <a:spcPts val="95"/>
              </a:spcBef>
            </a:pPr>
            <a:r>
              <a:rPr spc="-10" dirty="0"/>
              <a:t>Deleting </a:t>
            </a:r>
            <a:r>
              <a:rPr spc="-5" dirty="0"/>
              <a:t>a Node – Node With</a:t>
            </a:r>
            <a:r>
              <a:rPr spc="70" dirty="0"/>
              <a:t> </a:t>
            </a:r>
            <a:r>
              <a:rPr spc="-5" dirty="0"/>
              <a:t>Child</a:t>
            </a:r>
          </a:p>
        </p:txBody>
      </p:sp>
      <p:sp>
        <p:nvSpPr>
          <p:cNvPr id="3" name="object 3"/>
          <p:cNvSpPr txBox="1"/>
          <p:nvPr/>
        </p:nvSpPr>
        <p:spPr>
          <a:xfrm>
            <a:off x="402742" y="1084534"/>
            <a:ext cx="7520940" cy="760095"/>
          </a:xfrm>
          <a:prstGeom prst="rect">
            <a:avLst/>
          </a:prstGeom>
        </p:spPr>
        <p:txBody>
          <a:bodyPr vert="horz" wrap="square" lIns="0" tIns="78105" rIns="0" bIns="0" rtlCol="0">
            <a:spAutoFit/>
          </a:bodyPr>
          <a:lstStyle/>
          <a:p>
            <a:pPr marL="355600" indent="-342900">
              <a:lnSpc>
                <a:spcPct val="100000"/>
              </a:lnSpc>
              <a:spcBef>
                <a:spcPts val="615"/>
              </a:spcBef>
              <a:buChar char="•"/>
              <a:tabLst>
                <a:tab pos="354965" algn="l"/>
                <a:tab pos="355600" algn="l"/>
              </a:tabLst>
            </a:pPr>
            <a:r>
              <a:rPr sz="2100" spc="-5" dirty="0">
                <a:latin typeface="Arial"/>
                <a:cs typeface="Arial"/>
              </a:rPr>
              <a:t>Consider deleting 8 which has one </a:t>
            </a:r>
            <a:r>
              <a:rPr sz="2100" dirty="0">
                <a:latin typeface="Arial"/>
                <a:cs typeface="Arial"/>
              </a:rPr>
              <a:t>left</a:t>
            </a:r>
            <a:r>
              <a:rPr sz="2100" spc="-25" dirty="0">
                <a:latin typeface="Arial"/>
                <a:cs typeface="Arial"/>
              </a:rPr>
              <a:t> </a:t>
            </a:r>
            <a:r>
              <a:rPr sz="2100" spc="-5" dirty="0">
                <a:latin typeface="Arial"/>
                <a:cs typeface="Arial"/>
              </a:rPr>
              <a:t>child</a:t>
            </a:r>
            <a:endParaRPr sz="2100">
              <a:latin typeface="Arial"/>
              <a:cs typeface="Arial"/>
            </a:endParaRPr>
          </a:p>
          <a:p>
            <a:pPr marL="469900">
              <a:lnSpc>
                <a:spcPct val="100000"/>
              </a:lnSpc>
              <a:spcBef>
                <a:spcPts val="465"/>
              </a:spcBef>
              <a:tabLst>
                <a:tab pos="756285" algn="l"/>
              </a:tabLst>
            </a:pPr>
            <a:r>
              <a:rPr sz="1900" spc="-5" dirty="0">
                <a:latin typeface="Tahoma"/>
                <a:cs typeface="Tahoma"/>
              </a:rPr>
              <a:t>–	</a:t>
            </a:r>
            <a:r>
              <a:rPr sz="1900" spc="-5" dirty="0">
                <a:latin typeface="Arial"/>
                <a:cs typeface="Arial"/>
              </a:rPr>
              <a:t>Node 8 is deleted and the left tree of 11 is updated to point to</a:t>
            </a:r>
            <a:r>
              <a:rPr sz="1900" spc="285" dirty="0">
                <a:latin typeface="Arial"/>
                <a:cs typeface="Arial"/>
              </a:rPr>
              <a:t> </a:t>
            </a:r>
            <a:r>
              <a:rPr sz="1900" spc="-5" dirty="0">
                <a:latin typeface="Arial"/>
                <a:cs typeface="Arial"/>
              </a:rPr>
              <a:t>3</a:t>
            </a:r>
            <a:endParaRPr sz="1900">
              <a:latin typeface="Arial"/>
              <a:cs typeface="Arial"/>
            </a:endParaRPr>
          </a:p>
        </p:txBody>
      </p:sp>
      <p:sp>
        <p:nvSpPr>
          <p:cNvPr id="4" name="object 4"/>
          <p:cNvSpPr/>
          <p:nvPr/>
        </p:nvSpPr>
        <p:spPr>
          <a:xfrm>
            <a:off x="633905" y="3380232"/>
            <a:ext cx="7720768" cy="1851659"/>
          </a:xfrm>
          <a:prstGeom prst="rect">
            <a:avLst/>
          </a:prstGeom>
          <a:blipFill>
            <a:blip r:embed="rId2" cstate="print"/>
            <a:stretch>
              <a:fillRect/>
            </a:stretch>
          </a:blipFill>
        </p:spPr>
        <p:txBody>
          <a:bodyPr wrap="square" lIns="0" tIns="0" rIns="0" bIns="0" rtlCol="0"/>
          <a:lstStyle/>
          <a:p>
            <a:endParaRPr/>
          </a:p>
        </p:txBody>
      </p:sp>
      <p:sp>
        <p:nvSpPr>
          <p:cNvPr id="7" name="Footer Placeholder 6">
            <a:extLst>
              <a:ext uri="{FF2B5EF4-FFF2-40B4-BE49-F238E27FC236}">
                <a16:creationId xmlns:a16="http://schemas.microsoft.com/office/drawing/2014/main" id="{4F124CB4-ACDF-23D5-C8EB-8427770FAD25}"/>
              </a:ext>
            </a:extLst>
          </p:cNvPr>
          <p:cNvSpPr>
            <a:spLocks noGrp="1"/>
          </p:cNvSpPr>
          <p:nvPr>
            <p:ph type="ftr" sz="quarter" idx="11"/>
          </p:nvPr>
        </p:nvSpPr>
        <p:spPr/>
        <p:txBody>
          <a:bodyPr/>
          <a:lstStyle/>
          <a:p>
            <a:r>
              <a:rPr lang="en-US"/>
              <a:t>Algorithm and Data Structure </a:t>
            </a:r>
            <a:endParaRPr lang="en-US" dirty="0"/>
          </a:p>
        </p:txBody>
      </p:sp>
      <p:sp>
        <p:nvSpPr>
          <p:cNvPr id="8" name="Slide Number Placeholder 7">
            <a:extLst>
              <a:ext uri="{FF2B5EF4-FFF2-40B4-BE49-F238E27FC236}">
                <a16:creationId xmlns:a16="http://schemas.microsoft.com/office/drawing/2014/main" id="{DE9E1E4F-8B3D-917E-29F0-A570D179C98F}"/>
              </a:ext>
            </a:extLst>
          </p:cNvPr>
          <p:cNvSpPr>
            <a:spLocks noGrp="1"/>
          </p:cNvSpPr>
          <p:nvPr>
            <p:ph type="sldNum" sz="quarter" idx="12"/>
          </p:nvPr>
        </p:nvSpPr>
        <p:spPr/>
        <p:txBody>
          <a:bodyPr/>
          <a:lstStyle/>
          <a:p>
            <a:fld id="{95E664E9-BB0A-4932-9D77-E0DDE5779A37}" type="slidenum">
              <a:rPr lang="en-US" smtClean="0"/>
              <a:pPr/>
              <a:t>184</a:t>
            </a:fld>
            <a:endParaRPr lang="en-US"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2437" y="614680"/>
            <a:ext cx="5487670" cy="452120"/>
          </a:xfrm>
          <a:prstGeom prst="rect">
            <a:avLst/>
          </a:prstGeom>
        </p:spPr>
        <p:txBody>
          <a:bodyPr vert="horz" wrap="square" lIns="0" tIns="12065" rIns="0" bIns="0" rtlCol="0">
            <a:spAutoFit/>
          </a:bodyPr>
          <a:lstStyle/>
          <a:p>
            <a:pPr marL="12700">
              <a:lnSpc>
                <a:spcPct val="100000"/>
              </a:lnSpc>
              <a:spcBef>
                <a:spcPts val="95"/>
              </a:spcBef>
            </a:pPr>
            <a:r>
              <a:rPr spc="-10" dirty="0"/>
              <a:t>Deleting </a:t>
            </a:r>
            <a:r>
              <a:rPr spc="-5" dirty="0"/>
              <a:t>a </a:t>
            </a:r>
            <a:r>
              <a:rPr dirty="0"/>
              <a:t>Node </a:t>
            </a:r>
            <a:r>
              <a:rPr spc="-5" dirty="0"/>
              <a:t>– Node With</a:t>
            </a:r>
            <a:r>
              <a:rPr spc="50" dirty="0"/>
              <a:t> </a:t>
            </a:r>
            <a:r>
              <a:rPr spc="-5" dirty="0"/>
              <a:t>Child</a:t>
            </a:r>
          </a:p>
        </p:txBody>
      </p:sp>
      <p:sp>
        <p:nvSpPr>
          <p:cNvPr id="3" name="object 3"/>
          <p:cNvSpPr txBox="1"/>
          <p:nvPr/>
        </p:nvSpPr>
        <p:spPr>
          <a:xfrm>
            <a:off x="402742" y="1156461"/>
            <a:ext cx="5201285" cy="345440"/>
          </a:xfrm>
          <a:prstGeom prst="rect">
            <a:avLst/>
          </a:prstGeom>
        </p:spPr>
        <p:txBody>
          <a:bodyPr vert="horz" wrap="square" lIns="0" tIns="12700" rIns="0" bIns="0" rtlCol="0">
            <a:spAutoFit/>
          </a:bodyPr>
          <a:lstStyle/>
          <a:p>
            <a:pPr marL="355600" indent="-342900">
              <a:lnSpc>
                <a:spcPct val="100000"/>
              </a:lnSpc>
              <a:spcBef>
                <a:spcPts val="100"/>
              </a:spcBef>
              <a:buChar char="•"/>
              <a:tabLst>
                <a:tab pos="354965" algn="l"/>
                <a:tab pos="355600" algn="l"/>
              </a:tabLst>
            </a:pPr>
            <a:r>
              <a:rPr sz="2100" spc="-5" dirty="0">
                <a:latin typeface="Tahoma"/>
                <a:cs typeface="Tahoma"/>
              </a:rPr>
              <a:t>Consider deleting </a:t>
            </a:r>
            <a:r>
              <a:rPr sz="2100" dirty="0">
                <a:latin typeface="Tahoma"/>
                <a:cs typeface="Tahoma"/>
              </a:rPr>
              <a:t>the node </a:t>
            </a:r>
            <a:r>
              <a:rPr sz="2100" spc="-5" dirty="0">
                <a:latin typeface="Tahoma"/>
                <a:cs typeface="Tahoma"/>
              </a:rPr>
              <a:t>containing</a:t>
            </a:r>
            <a:r>
              <a:rPr sz="2100" spc="-35" dirty="0">
                <a:latin typeface="Tahoma"/>
                <a:cs typeface="Tahoma"/>
              </a:rPr>
              <a:t> </a:t>
            </a:r>
            <a:r>
              <a:rPr sz="2100" dirty="0">
                <a:latin typeface="Tahoma"/>
                <a:cs typeface="Tahoma"/>
              </a:rPr>
              <a:t>99</a:t>
            </a:r>
            <a:endParaRPr sz="2100">
              <a:latin typeface="Tahoma"/>
              <a:cs typeface="Tahoma"/>
            </a:endParaRPr>
          </a:p>
        </p:txBody>
      </p:sp>
      <p:sp>
        <p:nvSpPr>
          <p:cNvPr id="4" name="object 4"/>
          <p:cNvSpPr/>
          <p:nvPr/>
        </p:nvSpPr>
        <p:spPr>
          <a:xfrm>
            <a:off x="1214448" y="3380232"/>
            <a:ext cx="7144796" cy="1856231"/>
          </a:xfrm>
          <a:prstGeom prst="rect">
            <a:avLst/>
          </a:prstGeom>
          <a:blipFill>
            <a:blip r:embed="rId2" cstate="print"/>
            <a:stretch>
              <a:fillRect/>
            </a:stretch>
          </a:blipFill>
        </p:spPr>
        <p:txBody>
          <a:bodyPr wrap="square" lIns="0" tIns="0" rIns="0" bIns="0" rtlCol="0"/>
          <a:lstStyle/>
          <a:p>
            <a:endParaRPr/>
          </a:p>
        </p:txBody>
      </p:sp>
      <p:sp>
        <p:nvSpPr>
          <p:cNvPr id="7" name="Footer Placeholder 6">
            <a:extLst>
              <a:ext uri="{FF2B5EF4-FFF2-40B4-BE49-F238E27FC236}">
                <a16:creationId xmlns:a16="http://schemas.microsoft.com/office/drawing/2014/main" id="{B85B508F-B4EF-AC2B-772F-C81077C047F7}"/>
              </a:ext>
            </a:extLst>
          </p:cNvPr>
          <p:cNvSpPr>
            <a:spLocks noGrp="1"/>
          </p:cNvSpPr>
          <p:nvPr>
            <p:ph type="ftr" sz="quarter" idx="11"/>
          </p:nvPr>
        </p:nvSpPr>
        <p:spPr/>
        <p:txBody>
          <a:bodyPr/>
          <a:lstStyle/>
          <a:p>
            <a:r>
              <a:rPr lang="en-US"/>
              <a:t>Algorithm and Data Structure </a:t>
            </a:r>
            <a:endParaRPr lang="en-US" dirty="0"/>
          </a:p>
        </p:txBody>
      </p:sp>
      <p:sp>
        <p:nvSpPr>
          <p:cNvPr id="8" name="Slide Number Placeholder 7">
            <a:extLst>
              <a:ext uri="{FF2B5EF4-FFF2-40B4-BE49-F238E27FC236}">
                <a16:creationId xmlns:a16="http://schemas.microsoft.com/office/drawing/2014/main" id="{89F7E1A7-3AF4-1BBA-C5D7-88BF9D65D108}"/>
              </a:ext>
            </a:extLst>
          </p:cNvPr>
          <p:cNvSpPr>
            <a:spLocks noGrp="1"/>
          </p:cNvSpPr>
          <p:nvPr>
            <p:ph type="sldNum" sz="quarter" idx="12"/>
          </p:nvPr>
        </p:nvSpPr>
        <p:spPr/>
        <p:txBody>
          <a:bodyPr/>
          <a:lstStyle/>
          <a:p>
            <a:fld id="{95E664E9-BB0A-4932-9D77-E0DDE5779A37}" type="slidenum">
              <a:rPr lang="en-US" smtClean="0"/>
              <a:pPr/>
              <a:t>185</a:t>
            </a:fld>
            <a:endParaRPr lang="en-US"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2437" y="614680"/>
            <a:ext cx="5487670" cy="452120"/>
          </a:xfrm>
          <a:prstGeom prst="rect">
            <a:avLst/>
          </a:prstGeom>
        </p:spPr>
        <p:txBody>
          <a:bodyPr vert="horz" wrap="square" lIns="0" tIns="12065" rIns="0" bIns="0" rtlCol="0">
            <a:spAutoFit/>
          </a:bodyPr>
          <a:lstStyle/>
          <a:p>
            <a:pPr marL="12700">
              <a:lnSpc>
                <a:spcPct val="100000"/>
              </a:lnSpc>
              <a:spcBef>
                <a:spcPts val="95"/>
              </a:spcBef>
            </a:pPr>
            <a:r>
              <a:rPr spc="-10" dirty="0"/>
              <a:t>Deleting </a:t>
            </a:r>
            <a:r>
              <a:rPr spc="-5" dirty="0"/>
              <a:t>a </a:t>
            </a:r>
            <a:r>
              <a:rPr dirty="0"/>
              <a:t>Node </a:t>
            </a:r>
            <a:r>
              <a:rPr spc="-5" dirty="0"/>
              <a:t>– Node With</a:t>
            </a:r>
            <a:r>
              <a:rPr spc="50" dirty="0"/>
              <a:t> </a:t>
            </a:r>
            <a:r>
              <a:rPr spc="-5" dirty="0"/>
              <a:t>Child</a:t>
            </a:r>
          </a:p>
        </p:txBody>
      </p:sp>
      <p:sp>
        <p:nvSpPr>
          <p:cNvPr id="3" name="object 3"/>
          <p:cNvSpPr txBox="1"/>
          <p:nvPr/>
        </p:nvSpPr>
        <p:spPr>
          <a:xfrm>
            <a:off x="402742" y="1090631"/>
            <a:ext cx="5629910" cy="1108075"/>
          </a:xfrm>
          <a:prstGeom prst="rect">
            <a:avLst/>
          </a:prstGeom>
        </p:spPr>
        <p:txBody>
          <a:bodyPr vert="horz" wrap="square" lIns="0" tIns="78105" rIns="0" bIns="0" rtlCol="0">
            <a:spAutoFit/>
          </a:bodyPr>
          <a:lstStyle/>
          <a:p>
            <a:pPr marL="355600" indent="-342900">
              <a:lnSpc>
                <a:spcPct val="100000"/>
              </a:lnSpc>
              <a:spcBef>
                <a:spcPts val="615"/>
              </a:spcBef>
              <a:buChar char="•"/>
              <a:tabLst>
                <a:tab pos="354965" algn="l"/>
                <a:tab pos="355600" algn="l"/>
              </a:tabLst>
            </a:pPr>
            <a:r>
              <a:rPr sz="2100" spc="-5" dirty="0">
                <a:latin typeface="Tahoma"/>
                <a:cs typeface="Tahoma"/>
              </a:rPr>
              <a:t>Consider deleting </a:t>
            </a:r>
            <a:r>
              <a:rPr sz="2100" dirty="0">
                <a:latin typeface="Tahoma"/>
                <a:cs typeface="Tahoma"/>
              </a:rPr>
              <a:t>the node </a:t>
            </a:r>
            <a:r>
              <a:rPr sz="2100" spc="-5" dirty="0">
                <a:latin typeface="Tahoma"/>
                <a:cs typeface="Tahoma"/>
              </a:rPr>
              <a:t>containing</a:t>
            </a:r>
            <a:r>
              <a:rPr sz="2100" spc="-20" dirty="0">
                <a:latin typeface="Tahoma"/>
                <a:cs typeface="Tahoma"/>
              </a:rPr>
              <a:t> </a:t>
            </a:r>
            <a:r>
              <a:rPr sz="2100" spc="5" dirty="0">
                <a:latin typeface="Tahoma"/>
                <a:cs typeface="Tahoma"/>
              </a:rPr>
              <a:t>99</a:t>
            </a:r>
            <a:endParaRPr sz="2100">
              <a:latin typeface="Tahoma"/>
              <a:cs typeface="Tahoma"/>
            </a:endParaRPr>
          </a:p>
          <a:p>
            <a:pPr marL="756285" lvl="1" indent="-287020">
              <a:lnSpc>
                <a:spcPct val="100000"/>
              </a:lnSpc>
              <a:spcBef>
                <a:spcPts val="465"/>
              </a:spcBef>
              <a:buChar char="–"/>
              <a:tabLst>
                <a:tab pos="756285" algn="l"/>
                <a:tab pos="756920" algn="l"/>
              </a:tabLst>
            </a:pPr>
            <a:r>
              <a:rPr sz="1900" spc="-5" dirty="0">
                <a:latin typeface="Tahoma"/>
                <a:cs typeface="Tahoma"/>
              </a:rPr>
              <a:t>The </a:t>
            </a:r>
            <a:r>
              <a:rPr sz="1900" spc="-10" dirty="0">
                <a:latin typeface="Tahoma"/>
                <a:cs typeface="Tahoma"/>
              </a:rPr>
              <a:t>right </a:t>
            </a:r>
            <a:r>
              <a:rPr sz="1900" spc="-5" dirty="0">
                <a:latin typeface="Tahoma"/>
                <a:cs typeface="Tahoma"/>
              </a:rPr>
              <a:t>tree of 70 is set to point to node</a:t>
            </a:r>
            <a:r>
              <a:rPr sz="1900" spc="235" dirty="0">
                <a:latin typeface="Tahoma"/>
                <a:cs typeface="Tahoma"/>
              </a:rPr>
              <a:t> </a:t>
            </a:r>
            <a:r>
              <a:rPr sz="1900" spc="-5" dirty="0">
                <a:latin typeface="Tahoma"/>
                <a:cs typeface="Tahoma"/>
              </a:rPr>
              <a:t>92</a:t>
            </a:r>
            <a:endParaRPr sz="1900">
              <a:latin typeface="Tahoma"/>
              <a:cs typeface="Tahoma"/>
            </a:endParaRPr>
          </a:p>
          <a:p>
            <a:pPr marL="756285" lvl="1" indent="-287020">
              <a:lnSpc>
                <a:spcPct val="100000"/>
              </a:lnSpc>
              <a:spcBef>
                <a:spcPts val="459"/>
              </a:spcBef>
              <a:buChar char="–"/>
              <a:tabLst>
                <a:tab pos="756285" algn="l"/>
                <a:tab pos="756920" algn="l"/>
              </a:tabLst>
            </a:pPr>
            <a:r>
              <a:rPr sz="1900" spc="-5" dirty="0">
                <a:latin typeface="Tahoma"/>
                <a:cs typeface="Tahoma"/>
              </a:rPr>
              <a:t>Again, the order of the tree is</a:t>
            </a:r>
            <a:r>
              <a:rPr sz="1900" spc="125" dirty="0">
                <a:latin typeface="Tahoma"/>
                <a:cs typeface="Tahoma"/>
              </a:rPr>
              <a:t> </a:t>
            </a:r>
            <a:r>
              <a:rPr sz="1900" spc="-5" dirty="0">
                <a:latin typeface="Tahoma"/>
                <a:cs typeface="Tahoma"/>
              </a:rPr>
              <a:t>maintained</a:t>
            </a:r>
            <a:endParaRPr sz="1900">
              <a:latin typeface="Tahoma"/>
              <a:cs typeface="Tahoma"/>
            </a:endParaRPr>
          </a:p>
        </p:txBody>
      </p:sp>
      <p:sp>
        <p:nvSpPr>
          <p:cNvPr id="4" name="object 4"/>
          <p:cNvSpPr/>
          <p:nvPr/>
        </p:nvSpPr>
        <p:spPr>
          <a:xfrm>
            <a:off x="1009709" y="3235451"/>
            <a:ext cx="7716734" cy="1851659"/>
          </a:xfrm>
          <a:prstGeom prst="rect">
            <a:avLst/>
          </a:prstGeom>
          <a:blipFill>
            <a:blip r:embed="rId2" cstate="print"/>
            <a:stretch>
              <a:fillRect/>
            </a:stretch>
          </a:blipFill>
        </p:spPr>
        <p:txBody>
          <a:bodyPr wrap="square" lIns="0" tIns="0" rIns="0" bIns="0" rtlCol="0"/>
          <a:lstStyle/>
          <a:p>
            <a:endParaRPr/>
          </a:p>
        </p:txBody>
      </p:sp>
      <p:sp>
        <p:nvSpPr>
          <p:cNvPr id="7" name="Footer Placeholder 6">
            <a:extLst>
              <a:ext uri="{FF2B5EF4-FFF2-40B4-BE49-F238E27FC236}">
                <a16:creationId xmlns:a16="http://schemas.microsoft.com/office/drawing/2014/main" id="{CBF51CCD-C1D5-D302-08D6-03B01DC1EA56}"/>
              </a:ext>
            </a:extLst>
          </p:cNvPr>
          <p:cNvSpPr>
            <a:spLocks noGrp="1"/>
          </p:cNvSpPr>
          <p:nvPr>
            <p:ph type="ftr" sz="quarter" idx="11"/>
          </p:nvPr>
        </p:nvSpPr>
        <p:spPr/>
        <p:txBody>
          <a:bodyPr/>
          <a:lstStyle/>
          <a:p>
            <a:r>
              <a:rPr lang="en-US"/>
              <a:t>Algorithm and Data Structure </a:t>
            </a:r>
            <a:endParaRPr lang="en-US" dirty="0"/>
          </a:p>
        </p:txBody>
      </p:sp>
      <p:sp>
        <p:nvSpPr>
          <p:cNvPr id="8" name="Slide Number Placeholder 7">
            <a:extLst>
              <a:ext uri="{FF2B5EF4-FFF2-40B4-BE49-F238E27FC236}">
                <a16:creationId xmlns:a16="http://schemas.microsoft.com/office/drawing/2014/main" id="{D055ACF2-438F-3EC9-51DC-DAA9D4045035}"/>
              </a:ext>
            </a:extLst>
          </p:cNvPr>
          <p:cNvSpPr>
            <a:spLocks noGrp="1"/>
          </p:cNvSpPr>
          <p:nvPr>
            <p:ph type="sldNum" sz="quarter" idx="12"/>
          </p:nvPr>
        </p:nvSpPr>
        <p:spPr/>
        <p:txBody>
          <a:bodyPr/>
          <a:lstStyle/>
          <a:p>
            <a:fld id="{95E664E9-BB0A-4932-9D77-E0DDE5779A37}" type="slidenum">
              <a:rPr lang="en-US" smtClean="0"/>
              <a:pPr/>
              <a:t>186</a:t>
            </a:fld>
            <a:endParaRPr lang="en-US"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en-US"/>
              <a:t>Deletion in BST</a:t>
            </a:r>
          </a:p>
        </p:txBody>
      </p:sp>
      <p:sp>
        <p:nvSpPr>
          <p:cNvPr id="72707" name="Rectangle 3"/>
          <p:cNvSpPr>
            <a:spLocks noGrp="1" noChangeArrowheads="1"/>
          </p:cNvSpPr>
          <p:nvPr>
            <p:ph type="body" idx="1"/>
          </p:nvPr>
        </p:nvSpPr>
        <p:spPr>
          <a:xfrm>
            <a:off x="533400" y="1219200"/>
            <a:ext cx="7848600" cy="5029200"/>
          </a:xfrm>
        </p:spPr>
        <p:txBody>
          <a:bodyPr/>
          <a:lstStyle/>
          <a:p>
            <a:pPr algn="l" rtl="0">
              <a:lnSpc>
                <a:spcPct val="90000"/>
              </a:lnSpc>
              <a:buFont typeface="Monotype Sorts" pitchFamily="2" charset="2"/>
              <a:buNone/>
            </a:pPr>
            <a:r>
              <a:rPr lang="en-US" sz="2400" b="1" dirty="0"/>
              <a:t>(3) The node has 2 children</a:t>
            </a:r>
          </a:p>
          <a:p>
            <a:pPr lvl="1" algn="l" rtl="0">
              <a:lnSpc>
                <a:spcPct val="90000"/>
              </a:lnSpc>
            </a:pPr>
            <a:r>
              <a:rPr lang="en-US" sz="2000" b="1" dirty="0"/>
              <a:t>Replace the key of that node with the minimum element at the right subtree </a:t>
            </a:r>
          </a:p>
          <a:p>
            <a:pPr lvl="1" algn="l" rtl="0">
              <a:lnSpc>
                <a:spcPct val="90000"/>
              </a:lnSpc>
            </a:pPr>
            <a:r>
              <a:rPr lang="en-US" sz="2000" b="1" dirty="0"/>
              <a:t>Delete the minimum element </a:t>
            </a:r>
          </a:p>
          <a:p>
            <a:pPr lvl="2" algn="l" rtl="0">
              <a:lnSpc>
                <a:spcPct val="90000"/>
              </a:lnSpc>
            </a:pPr>
            <a:r>
              <a:rPr lang="en-US" sz="1800" b="1" dirty="0"/>
              <a:t>Has either no child or only right child because if it has a left child, that left child would be smaller and would have been chosen. So invoke case 1 or 2.</a:t>
            </a:r>
          </a:p>
          <a:p>
            <a:pPr lvl="1" algn="l" rtl="0">
              <a:lnSpc>
                <a:spcPct val="90000"/>
              </a:lnSpc>
            </a:pPr>
            <a:endParaRPr lang="en-US" sz="2000" b="1" dirty="0"/>
          </a:p>
          <a:p>
            <a:pPr lvl="1" algn="l" rtl="0">
              <a:lnSpc>
                <a:spcPct val="90000"/>
              </a:lnSpc>
            </a:pPr>
            <a:endParaRPr lang="en-US" sz="2000" b="1" dirty="0"/>
          </a:p>
          <a:p>
            <a:pPr lvl="1" algn="l" rtl="0">
              <a:lnSpc>
                <a:spcPct val="90000"/>
              </a:lnSpc>
            </a:pPr>
            <a:endParaRPr lang="en-US" sz="2000" b="1" dirty="0"/>
          </a:p>
          <a:p>
            <a:pPr lvl="1" algn="l" rtl="0">
              <a:lnSpc>
                <a:spcPct val="90000"/>
              </a:lnSpc>
            </a:pPr>
            <a:endParaRPr lang="en-US" sz="2000" b="1" dirty="0"/>
          </a:p>
          <a:p>
            <a:pPr lvl="1" algn="l" rtl="0">
              <a:lnSpc>
                <a:spcPct val="90000"/>
              </a:lnSpc>
              <a:buFont typeface="Monotype Sorts" pitchFamily="2" charset="2"/>
              <a:buNone/>
            </a:pPr>
            <a:endParaRPr lang="en-US" sz="2000" b="1" dirty="0"/>
          </a:p>
          <a:p>
            <a:pPr lvl="1" algn="l" rtl="0">
              <a:lnSpc>
                <a:spcPct val="90000"/>
              </a:lnSpc>
            </a:pPr>
            <a:endParaRPr lang="en-US" sz="2000" b="1" dirty="0"/>
          </a:p>
          <a:p>
            <a:pPr lvl="1" algn="l" rtl="0">
              <a:lnSpc>
                <a:spcPct val="90000"/>
              </a:lnSpc>
            </a:pPr>
            <a:endParaRPr lang="en-US" sz="2000" b="1" dirty="0"/>
          </a:p>
          <a:p>
            <a:pPr lvl="1" algn="l" rtl="0">
              <a:lnSpc>
                <a:spcPct val="90000"/>
              </a:lnSpc>
            </a:pPr>
            <a:endParaRPr lang="en-US" sz="2000" b="1" dirty="0"/>
          </a:p>
          <a:p>
            <a:pPr lvl="1" algn="l" rtl="0">
              <a:lnSpc>
                <a:spcPct val="90000"/>
              </a:lnSpc>
              <a:buFontTx/>
              <a:buNone/>
            </a:pPr>
            <a:endParaRPr lang="en-US" sz="2000" b="1" dirty="0"/>
          </a:p>
        </p:txBody>
      </p:sp>
      <p:pic>
        <p:nvPicPr>
          <p:cNvPr id="72708" name="Picture 4" descr="fig4_25"/>
          <p:cNvPicPr>
            <a:picLocks noChangeAspect="1" noChangeArrowheads="1"/>
          </p:cNvPicPr>
          <p:nvPr/>
        </p:nvPicPr>
        <p:blipFill>
          <a:blip r:embed="rId2">
            <a:lum bright="-20000" contrast="40000"/>
          </a:blip>
          <a:srcRect/>
          <a:stretch>
            <a:fillRect/>
          </a:stretch>
        </p:blipFill>
        <p:spPr bwMode="auto">
          <a:xfrm>
            <a:off x="2057400" y="3657600"/>
            <a:ext cx="5181600" cy="2944813"/>
          </a:xfrm>
          <a:prstGeom prst="rect">
            <a:avLst/>
          </a:prstGeom>
          <a:noFill/>
          <a:ln w="9525">
            <a:noFill/>
            <a:miter lim="800000"/>
            <a:headEnd/>
            <a:tailEnd/>
          </a:ln>
        </p:spPr>
      </p:pic>
      <p:sp>
        <p:nvSpPr>
          <p:cNvPr id="72709" name="Oval 5"/>
          <p:cNvSpPr>
            <a:spLocks noChangeArrowheads="1"/>
          </p:cNvSpPr>
          <p:nvPr/>
        </p:nvSpPr>
        <p:spPr bwMode="auto">
          <a:xfrm>
            <a:off x="2590800" y="4267200"/>
            <a:ext cx="304800" cy="304800"/>
          </a:xfrm>
          <a:prstGeom prst="ellipse">
            <a:avLst/>
          </a:prstGeom>
          <a:noFill/>
          <a:ln w="31750">
            <a:solidFill>
              <a:srgbClr val="FF0000"/>
            </a:solidFill>
            <a:round/>
            <a:headEnd type="none" w="sm" len="sm"/>
            <a:tailEnd type="none" w="sm" len="sm"/>
          </a:ln>
        </p:spPr>
        <p:txBody>
          <a:bodyPr wrap="none" anchor="ctr"/>
          <a:lstStyle/>
          <a:p>
            <a:endParaRPr lang="ar-SA"/>
          </a:p>
        </p:txBody>
      </p:sp>
      <p:sp>
        <p:nvSpPr>
          <p:cNvPr id="72710" name="Oval 6"/>
          <p:cNvSpPr>
            <a:spLocks noChangeArrowheads="1"/>
          </p:cNvSpPr>
          <p:nvPr/>
        </p:nvSpPr>
        <p:spPr bwMode="auto">
          <a:xfrm>
            <a:off x="5867400" y="5410200"/>
            <a:ext cx="304800" cy="304800"/>
          </a:xfrm>
          <a:prstGeom prst="ellipse">
            <a:avLst/>
          </a:prstGeom>
          <a:noFill/>
          <a:ln w="31750">
            <a:solidFill>
              <a:srgbClr val="FF0000"/>
            </a:solidFill>
            <a:round/>
            <a:headEnd type="none" w="sm" len="sm"/>
            <a:tailEnd type="none" w="sm" len="sm"/>
          </a:ln>
        </p:spPr>
        <p:txBody>
          <a:bodyPr wrap="none" anchor="ctr"/>
          <a:lstStyle/>
          <a:p>
            <a:endParaRPr lang="ar-SA"/>
          </a:p>
        </p:txBody>
      </p:sp>
      <p:sp>
        <p:nvSpPr>
          <p:cNvPr id="4" name="Footer Placeholder 3">
            <a:extLst>
              <a:ext uri="{FF2B5EF4-FFF2-40B4-BE49-F238E27FC236}">
                <a16:creationId xmlns:a16="http://schemas.microsoft.com/office/drawing/2014/main" id="{F89DB61D-C847-9B6B-07EF-7862910CDAEF}"/>
              </a:ext>
            </a:extLst>
          </p:cNvPr>
          <p:cNvSpPr>
            <a:spLocks noGrp="1"/>
          </p:cNvSpPr>
          <p:nvPr>
            <p:ph type="ftr" sz="quarter" idx="11"/>
          </p:nvPr>
        </p:nvSpPr>
        <p:spPr/>
        <p:txBody>
          <a:bodyPr/>
          <a:lstStyle/>
          <a:p>
            <a:r>
              <a:rPr lang="en-US"/>
              <a:t>Algorithm and Data Structure </a:t>
            </a:r>
            <a:endParaRPr lang="en-US" dirty="0"/>
          </a:p>
        </p:txBody>
      </p:sp>
      <p:sp>
        <p:nvSpPr>
          <p:cNvPr id="5" name="Slide Number Placeholder 4">
            <a:extLst>
              <a:ext uri="{FF2B5EF4-FFF2-40B4-BE49-F238E27FC236}">
                <a16:creationId xmlns:a16="http://schemas.microsoft.com/office/drawing/2014/main" id="{13A719C5-6DF1-3F26-B58A-1CD626FF3F38}"/>
              </a:ext>
            </a:extLst>
          </p:cNvPr>
          <p:cNvSpPr>
            <a:spLocks noGrp="1"/>
          </p:cNvSpPr>
          <p:nvPr>
            <p:ph type="sldNum" sz="quarter" idx="12"/>
          </p:nvPr>
        </p:nvSpPr>
        <p:spPr/>
        <p:txBody>
          <a:bodyPr/>
          <a:lstStyle/>
          <a:p>
            <a:fld id="{95E664E9-BB0A-4932-9D77-E0DDE5779A37}" type="slidenum">
              <a:rPr lang="en-US" smtClean="0"/>
              <a:pPr/>
              <a:t>187</a:t>
            </a:fld>
            <a:endParaRPr lang="en-US"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2437" y="609600"/>
            <a:ext cx="6777355" cy="452120"/>
          </a:xfrm>
          <a:prstGeom prst="rect">
            <a:avLst/>
          </a:prstGeom>
        </p:spPr>
        <p:txBody>
          <a:bodyPr vert="horz" wrap="square" lIns="0" tIns="12065" rIns="0" bIns="0" rtlCol="0">
            <a:spAutoFit/>
          </a:bodyPr>
          <a:lstStyle/>
          <a:p>
            <a:pPr marL="12700">
              <a:lnSpc>
                <a:spcPct val="100000"/>
              </a:lnSpc>
              <a:spcBef>
                <a:spcPts val="95"/>
              </a:spcBef>
            </a:pPr>
            <a:r>
              <a:rPr spc="-10" dirty="0"/>
              <a:t>Deleting </a:t>
            </a:r>
            <a:r>
              <a:rPr spc="-5" dirty="0"/>
              <a:t>a </a:t>
            </a:r>
            <a:r>
              <a:rPr dirty="0"/>
              <a:t>Node </a:t>
            </a:r>
            <a:r>
              <a:rPr spc="-5" dirty="0"/>
              <a:t>– Node With Two</a:t>
            </a:r>
            <a:r>
              <a:rPr spc="85" dirty="0"/>
              <a:t> </a:t>
            </a:r>
            <a:r>
              <a:rPr spc="-5" dirty="0"/>
              <a:t>Children</a:t>
            </a:r>
          </a:p>
        </p:txBody>
      </p:sp>
      <p:sp>
        <p:nvSpPr>
          <p:cNvPr id="3" name="object 3"/>
          <p:cNvSpPr txBox="1"/>
          <p:nvPr/>
        </p:nvSpPr>
        <p:spPr>
          <a:xfrm>
            <a:off x="402742" y="1156461"/>
            <a:ext cx="7870190" cy="345440"/>
          </a:xfrm>
          <a:prstGeom prst="rect">
            <a:avLst/>
          </a:prstGeom>
        </p:spPr>
        <p:txBody>
          <a:bodyPr vert="horz" wrap="square" lIns="0" tIns="12700" rIns="0" bIns="0" rtlCol="0">
            <a:spAutoFit/>
          </a:bodyPr>
          <a:lstStyle/>
          <a:p>
            <a:pPr marL="355600" indent="-342900">
              <a:lnSpc>
                <a:spcPct val="100000"/>
              </a:lnSpc>
              <a:spcBef>
                <a:spcPts val="100"/>
              </a:spcBef>
              <a:buChar char="•"/>
              <a:tabLst>
                <a:tab pos="354965" algn="l"/>
                <a:tab pos="355600" algn="l"/>
              </a:tabLst>
            </a:pPr>
            <a:r>
              <a:rPr sz="2100" dirty="0">
                <a:latin typeface="Tahoma"/>
                <a:cs typeface="Tahoma"/>
              </a:rPr>
              <a:t>The </a:t>
            </a:r>
            <a:r>
              <a:rPr sz="2100" spc="-5" dirty="0">
                <a:latin typeface="Tahoma"/>
                <a:cs typeface="Tahoma"/>
              </a:rPr>
              <a:t>problem </a:t>
            </a:r>
            <a:r>
              <a:rPr sz="2100" dirty="0">
                <a:latin typeface="Tahoma"/>
                <a:cs typeface="Tahoma"/>
              </a:rPr>
              <a:t>is not as </a:t>
            </a:r>
            <a:r>
              <a:rPr sz="2100" spc="-5" dirty="0">
                <a:latin typeface="Tahoma"/>
                <a:cs typeface="Tahoma"/>
              </a:rPr>
              <a:t>easily solved </a:t>
            </a:r>
            <a:r>
              <a:rPr sz="2100" dirty="0">
                <a:latin typeface="Tahoma"/>
                <a:cs typeface="Tahoma"/>
              </a:rPr>
              <a:t>if the </a:t>
            </a:r>
            <a:r>
              <a:rPr sz="2100" spc="-5" dirty="0">
                <a:latin typeface="Tahoma"/>
                <a:cs typeface="Tahoma"/>
              </a:rPr>
              <a:t>node </a:t>
            </a:r>
            <a:r>
              <a:rPr sz="2100" dirty="0">
                <a:latin typeface="Tahoma"/>
                <a:cs typeface="Tahoma"/>
              </a:rPr>
              <a:t>has </a:t>
            </a:r>
            <a:r>
              <a:rPr sz="2100" spc="-5" dirty="0">
                <a:latin typeface="Tahoma"/>
                <a:cs typeface="Tahoma"/>
              </a:rPr>
              <a:t>two</a:t>
            </a:r>
            <a:r>
              <a:rPr sz="2100" spc="-25" dirty="0">
                <a:latin typeface="Tahoma"/>
                <a:cs typeface="Tahoma"/>
              </a:rPr>
              <a:t> </a:t>
            </a:r>
            <a:r>
              <a:rPr sz="2100" dirty="0">
                <a:latin typeface="Tahoma"/>
                <a:cs typeface="Tahoma"/>
              </a:rPr>
              <a:t>children</a:t>
            </a:r>
            <a:endParaRPr sz="2100">
              <a:latin typeface="Tahoma"/>
              <a:cs typeface="Tahoma"/>
            </a:endParaRPr>
          </a:p>
        </p:txBody>
      </p:sp>
      <p:sp>
        <p:nvSpPr>
          <p:cNvPr id="4" name="object 4"/>
          <p:cNvSpPr/>
          <p:nvPr/>
        </p:nvSpPr>
        <p:spPr>
          <a:xfrm>
            <a:off x="1358625" y="1676400"/>
            <a:ext cx="6268033" cy="4109046"/>
          </a:xfrm>
          <a:prstGeom prst="rect">
            <a:avLst/>
          </a:prstGeom>
          <a:blipFill>
            <a:blip r:embed="rId2" cstate="print"/>
            <a:stretch>
              <a:fillRect/>
            </a:stretch>
          </a:blipFill>
        </p:spPr>
        <p:txBody>
          <a:bodyPr wrap="square" lIns="0" tIns="0" rIns="0" bIns="0" rtlCol="0"/>
          <a:lstStyle/>
          <a:p>
            <a:endParaRPr/>
          </a:p>
        </p:txBody>
      </p:sp>
      <p:sp>
        <p:nvSpPr>
          <p:cNvPr id="7" name="Footer Placeholder 6">
            <a:extLst>
              <a:ext uri="{FF2B5EF4-FFF2-40B4-BE49-F238E27FC236}">
                <a16:creationId xmlns:a16="http://schemas.microsoft.com/office/drawing/2014/main" id="{46BF8653-E3F6-8EC5-9F81-FD03787DDA48}"/>
              </a:ext>
            </a:extLst>
          </p:cNvPr>
          <p:cNvSpPr>
            <a:spLocks noGrp="1"/>
          </p:cNvSpPr>
          <p:nvPr>
            <p:ph type="ftr" sz="quarter" idx="11"/>
          </p:nvPr>
        </p:nvSpPr>
        <p:spPr/>
        <p:txBody>
          <a:bodyPr/>
          <a:lstStyle/>
          <a:p>
            <a:r>
              <a:rPr lang="en-US"/>
              <a:t>Algorithm and Data Structure </a:t>
            </a:r>
            <a:endParaRPr lang="en-US" dirty="0"/>
          </a:p>
        </p:txBody>
      </p:sp>
      <p:sp>
        <p:nvSpPr>
          <p:cNvPr id="8" name="Slide Number Placeholder 7">
            <a:extLst>
              <a:ext uri="{FF2B5EF4-FFF2-40B4-BE49-F238E27FC236}">
                <a16:creationId xmlns:a16="http://schemas.microsoft.com/office/drawing/2014/main" id="{2F2254C2-2131-10DE-B7DA-D3CDCEF281BE}"/>
              </a:ext>
            </a:extLst>
          </p:cNvPr>
          <p:cNvSpPr>
            <a:spLocks noGrp="1"/>
          </p:cNvSpPr>
          <p:nvPr>
            <p:ph type="sldNum" sz="quarter" idx="12"/>
          </p:nvPr>
        </p:nvSpPr>
        <p:spPr/>
        <p:txBody>
          <a:bodyPr/>
          <a:lstStyle/>
          <a:p>
            <a:fld id="{95E664E9-BB0A-4932-9D77-E0DDE5779A37}" type="slidenum">
              <a:rPr lang="en-US" smtClean="0"/>
              <a:pPr/>
              <a:t>188</a:t>
            </a:fld>
            <a:endParaRPr lang="en-US"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2437" y="538480"/>
            <a:ext cx="7455534" cy="452120"/>
          </a:xfrm>
          <a:prstGeom prst="rect">
            <a:avLst/>
          </a:prstGeom>
        </p:spPr>
        <p:txBody>
          <a:bodyPr vert="horz" wrap="square" lIns="0" tIns="12065" rIns="0" bIns="0" rtlCol="0">
            <a:spAutoFit/>
          </a:bodyPr>
          <a:lstStyle/>
          <a:p>
            <a:pPr marL="12700">
              <a:lnSpc>
                <a:spcPct val="100000"/>
              </a:lnSpc>
              <a:spcBef>
                <a:spcPts val="95"/>
              </a:spcBef>
            </a:pPr>
            <a:r>
              <a:rPr spc="-10" dirty="0"/>
              <a:t>Deleting </a:t>
            </a:r>
            <a:r>
              <a:rPr spc="-5" dirty="0"/>
              <a:t>a </a:t>
            </a:r>
            <a:r>
              <a:rPr dirty="0"/>
              <a:t>Node </a:t>
            </a:r>
            <a:r>
              <a:rPr spc="-5" dirty="0"/>
              <a:t>Two Children – Better</a:t>
            </a:r>
            <a:r>
              <a:rPr spc="114" dirty="0"/>
              <a:t> </a:t>
            </a:r>
            <a:r>
              <a:rPr spc="-10" dirty="0"/>
              <a:t>Solution</a:t>
            </a:r>
          </a:p>
        </p:txBody>
      </p:sp>
      <p:sp>
        <p:nvSpPr>
          <p:cNvPr id="3" name="object 3"/>
          <p:cNvSpPr txBox="1"/>
          <p:nvPr/>
        </p:nvSpPr>
        <p:spPr>
          <a:xfrm>
            <a:off x="402742" y="1156461"/>
            <a:ext cx="6622415" cy="345440"/>
          </a:xfrm>
          <a:prstGeom prst="rect">
            <a:avLst/>
          </a:prstGeom>
        </p:spPr>
        <p:txBody>
          <a:bodyPr vert="horz" wrap="square" lIns="0" tIns="12700" rIns="0" bIns="0" rtlCol="0">
            <a:spAutoFit/>
          </a:bodyPr>
          <a:lstStyle/>
          <a:p>
            <a:pPr marL="355600" indent="-342900">
              <a:lnSpc>
                <a:spcPct val="100000"/>
              </a:lnSpc>
              <a:spcBef>
                <a:spcPts val="100"/>
              </a:spcBef>
              <a:buChar char="•"/>
              <a:tabLst>
                <a:tab pos="354965" algn="l"/>
                <a:tab pos="355600" algn="l"/>
              </a:tabLst>
            </a:pPr>
            <a:r>
              <a:rPr sz="2100" spc="-5" dirty="0">
                <a:latin typeface="Tahoma"/>
                <a:cs typeface="Tahoma"/>
              </a:rPr>
              <a:t>Consider </a:t>
            </a:r>
            <a:r>
              <a:rPr sz="2100" dirty="0">
                <a:latin typeface="Tahoma"/>
                <a:cs typeface="Tahoma"/>
              </a:rPr>
              <a:t>the </a:t>
            </a:r>
            <a:r>
              <a:rPr sz="2100" spc="-5" dirty="0">
                <a:latin typeface="Tahoma"/>
                <a:cs typeface="Tahoma"/>
              </a:rPr>
              <a:t>problem </a:t>
            </a:r>
            <a:r>
              <a:rPr sz="2100" dirty="0">
                <a:latin typeface="Tahoma"/>
                <a:cs typeface="Tahoma"/>
              </a:rPr>
              <a:t>of </a:t>
            </a:r>
            <a:r>
              <a:rPr sz="2100" spc="-5" dirty="0">
                <a:latin typeface="Tahoma"/>
                <a:cs typeface="Tahoma"/>
              </a:rPr>
              <a:t>deleting </a:t>
            </a:r>
            <a:r>
              <a:rPr sz="2100" dirty="0">
                <a:latin typeface="Tahoma"/>
                <a:cs typeface="Tahoma"/>
              </a:rPr>
              <a:t>a </a:t>
            </a:r>
            <a:r>
              <a:rPr sz="2100" spc="-5" dirty="0">
                <a:latin typeface="Tahoma"/>
                <a:cs typeface="Tahoma"/>
              </a:rPr>
              <a:t>full node, e.g.,</a:t>
            </a:r>
            <a:r>
              <a:rPr sz="2100" spc="35" dirty="0">
                <a:latin typeface="Tahoma"/>
                <a:cs typeface="Tahoma"/>
              </a:rPr>
              <a:t> </a:t>
            </a:r>
            <a:r>
              <a:rPr sz="2100" spc="5" dirty="0">
                <a:latin typeface="Tahoma"/>
                <a:cs typeface="Tahoma"/>
              </a:rPr>
              <a:t>42</a:t>
            </a:r>
            <a:endParaRPr sz="2100">
              <a:latin typeface="Tahoma"/>
              <a:cs typeface="Tahoma"/>
            </a:endParaRPr>
          </a:p>
        </p:txBody>
      </p:sp>
      <p:sp>
        <p:nvSpPr>
          <p:cNvPr id="4" name="object 4"/>
          <p:cNvSpPr/>
          <p:nvPr/>
        </p:nvSpPr>
        <p:spPr>
          <a:xfrm>
            <a:off x="712846" y="2971800"/>
            <a:ext cx="7713366" cy="1850176"/>
          </a:xfrm>
          <a:prstGeom prst="rect">
            <a:avLst/>
          </a:prstGeom>
          <a:blipFill>
            <a:blip r:embed="rId2" cstate="print"/>
            <a:stretch>
              <a:fillRect/>
            </a:stretch>
          </a:blipFill>
        </p:spPr>
        <p:txBody>
          <a:bodyPr wrap="square" lIns="0" tIns="0" rIns="0" bIns="0" rtlCol="0"/>
          <a:lstStyle/>
          <a:p>
            <a:endParaRPr/>
          </a:p>
        </p:txBody>
      </p:sp>
      <p:sp>
        <p:nvSpPr>
          <p:cNvPr id="7" name="Footer Placeholder 6">
            <a:extLst>
              <a:ext uri="{FF2B5EF4-FFF2-40B4-BE49-F238E27FC236}">
                <a16:creationId xmlns:a16="http://schemas.microsoft.com/office/drawing/2014/main" id="{8F3FB937-15ED-A7B1-5AD2-5975B314F0F9}"/>
              </a:ext>
            </a:extLst>
          </p:cNvPr>
          <p:cNvSpPr>
            <a:spLocks noGrp="1"/>
          </p:cNvSpPr>
          <p:nvPr>
            <p:ph type="ftr" sz="quarter" idx="11"/>
          </p:nvPr>
        </p:nvSpPr>
        <p:spPr/>
        <p:txBody>
          <a:bodyPr/>
          <a:lstStyle/>
          <a:p>
            <a:r>
              <a:rPr lang="en-US"/>
              <a:t>Algorithm and Data Structure </a:t>
            </a:r>
            <a:endParaRPr lang="en-US" dirty="0"/>
          </a:p>
        </p:txBody>
      </p:sp>
      <p:sp>
        <p:nvSpPr>
          <p:cNvPr id="8" name="Slide Number Placeholder 7">
            <a:extLst>
              <a:ext uri="{FF2B5EF4-FFF2-40B4-BE49-F238E27FC236}">
                <a16:creationId xmlns:a16="http://schemas.microsoft.com/office/drawing/2014/main" id="{032D5E7D-138C-576F-63DC-FE37F1FE0A29}"/>
              </a:ext>
            </a:extLst>
          </p:cNvPr>
          <p:cNvSpPr>
            <a:spLocks noGrp="1"/>
          </p:cNvSpPr>
          <p:nvPr>
            <p:ph type="sldNum" sz="quarter" idx="12"/>
          </p:nvPr>
        </p:nvSpPr>
        <p:spPr/>
        <p:txBody>
          <a:bodyPr/>
          <a:lstStyle/>
          <a:p>
            <a:fld id="{95E664E9-BB0A-4932-9D77-E0DDE5779A37}" type="slidenum">
              <a:rPr lang="en-US" smtClean="0"/>
              <a:pPr/>
              <a:t>189</a:t>
            </a:fld>
            <a:endParaRPr lang="en-US"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2437" y="614680"/>
            <a:ext cx="7455534" cy="452120"/>
          </a:xfrm>
          <a:prstGeom prst="rect">
            <a:avLst/>
          </a:prstGeom>
        </p:spPr>
        <p:txBody>
          <a:bodyPr vert="horz" wrap="square" lIns="0" tIns="12065" rIns="0" bIns="0" rtlCol="0">
            <a:spAutoFit/>
          </a:bodyPr>
          <a:lstStyle/>
          <a:p>
            <a:pPr marL="12700">
              <a:lnSpc>
                <a:spcPct val="100000"/>
              </a:lnSpc>
              <a:spcBef>
                <a:spcPts val="95"/>
              </a:spcBef>
            </a:pPr>
            <a:r>
              <a:rPr spc="-10" dirty="0"/>
              <a:t>Deleting </a:t>
            </a:r>
            <a:r>
              <a:rPr spc="-5" dirty="0"/>
              <a:t>a </a:t>
            </a:r>
            <a:r>
              <a:rPr dirty="0"/>
              <a:t>Node </a:t>
            </a:r>
            <a:r>
              <a:rPr spc="-5" dirty="0"/>
              <a:t>Two Children – Better</a:t>
            </a:r>
            <a:r>
              <a:rPr spc="114" dirty="0"/>
              <a:t> </a:t>
            </a:r>
            <a:r>
              <a:rPr spc="-10" dirty="0"/>
              <a:t>Solution</a:t>
            </a:r>
          </a:p>
        </p:txBody>
      </p:sp>
      <p:sp>
        <p:nvSpPr>
          <p:cNvPr id="3" name="object 3"/>
          <p:cNvSpPr txBox="1"/>
          <p:nvPr/>
        </p:nvSpPr>
        <p:spPr>
          <a:xfrm>
            <a:off x="402742" y="1090631"/>
            <a:ext cx="6622415" cy="760095"/>
          </a:xfrm>
          <a:prstGeom prst="rect">
            <a:avLst/>
          </a:prstGeom>
        </p:spPr>
        <p:txBody>
          <a:bodyPr vert="horz" wrap="square" lIns="0" tIns="78105" rIns="0" bIns="0" rtlCol="0">
            <a:spAutoFit/>
          </a:bodyPr>
          <a:lstStyle/>
          <a:p>
            <a:pPr marL="355600" indent="-342900">
              <a:lnSpc>
                <a:spcPct val="100000"/>
              </a:lnSpc>
              <a:spcBef>
                <a:spcPts val="615"/>
              </a:spcBef>
              <a:buChar char="•"/>
              <a:tabLst>
                <a:tab pos="354965" algn="l"/>
                <a:tab pos="355600" algn="l"/>
              </a:tabLst>
            </a:pPr>
            <a:r>
              <a:rPr sz="2100" spc="-5" dirty="0">
                <a:latin typeface="Tahoma"/>
                <a:cs typeface="Tahoma"/>
              </a:rPr>
              <a:t>Consider </a:t>
            </a:r>
            <a:r>
              <a:rPr sz="2100" dirty="0">
                <a:latin typeface="Tahoma"/>
                <a:cs typeface="Tahoma"/>
              </a:rPr>
              <a:t>the </a:t>
            </a:r>
            <a:r>
              <a:rPr sz="2100" spc="-5" dirty="0">
                <a:latin typeface="Tahoma"/>
                <a:cs typeface="Tahoma"/>
              </a:rPr>
              <a:t>problem </a:t>
            </a:r>
            <a:r>
              <a:rPr sz="2100" dirty="0">
                <a:latin typeface="Tahoma"/>
                <a:cs typeface="Tahoma"/>
              </a:rPr>
              <a:t>of </a:t>
            </a:r>
            <a:r>
              <a:rPr sz="2100" spc="-5" dirty="0">
                <a:latin typeface="Tahoma"/>
                <a:cs typeface="Tahoma"/>
              </a:rPr>
              <a:t>deleting </a:t>
            </a:r>
            <a:r>
              <a:rPr sz="2100" dirty="0">
                <a:latin typeface="Tahoma"/>
                <a:cs typeface="Tahoma"/>
              </a:rPr>
              <a:t>a </a:t>
            </a:r>
            <a:r>
              <a:rPr sz="2100" spc="-5" dirty="0">
                <a:latin typeface="Tahoma"/>
                <a:cs typeface="Tahoma"/>
              </a:rPr>
              <a:t>full node, e.g.,</a:t>
            </a:r>
            <a:r>
              <a:rPr sz="2100" spc="35" dirty="0">
                <a:latin typeface="Tahoma"/>
                <a:cs typeface="Tahoma"/>
              </a:rPr>
              <a:t> </a:t>
            </a:r>
            <a:r>
              <a:rPr sz="2100" spc="5" dirty="0">
                <a:latin typeface="Tahoma"/>
                <a:cs typeface="Tahoma"/>
              </a:rPr>
              <a:t>42</a:t>
            </a:r>
            <a:endParaRPr sz="2100">
              <a:latin typeface="Tahoma"/>
              <a:cs typeface="Tahoma"/>
            </a:endParaRPr>
          </a:p>
          <a:p>
            <a:pPr marL="469900">
              <a:lnSpc>
                <a:spcPct val="100000"/>
              </a:lnSpc>
              <a:spcBef>
                <a:spcPts val="465"/>
              </a:spcBef>
              <a:tabLst>
                <a:tab pos="756285" algn="l"/>
              </a:tabLst>
            </a:pPr>
            <a:r>
              <a:rPr sz="1900" spc="-5" dirty="0">
                <a:latin typeface="Tahoma"/>
                <a:cs typeface="Tahoma"/>
              </a:rPr>
              <a:t>–	</a:t>
            </a:r>
            <a:r>
              <a:rPr sz="1900" spc="-10" dirty="0">
                <a:latin typeface="Tahoma"/>
                <a:cs typeface="Tahoma"/>
              </a:rPr>
              <a:t>Find </a:t>
            </a:r>
            <a:r>
              <a:rPr sz="1900" spc="-5" dirty="0">
                <a:latin typeface="Tahoma"/>
                <a:cs typeface="Tahoma"/>
              </a:rPr>
              <a:t>minimum object in the </a:t>
            </a:r>
            <a:r>
              <a:rPr sz="1900" spc="-10" dirty="0">
                <a:latin typeface="Tahoma"/>
                <a:cs typeface="Tahoma"/>
              </a:rPr>
              <a:t>right </a:t>
            </a:r>
            <a:r>
              <a:rPr sz="1900" spc="-5" dirty="0">
                <a:latin typeface="Tahoma"/>
                <a:cs typeface="Tahoma"/>
              </a:rPr>
              <a:t>subtree, i.e.,</a:t>
            </a:r>
            <a:r>
              <a:rPr sz="1900" spc="235" dirty="0">
                <a:latin typeface="Tahoma"/>
                <a:cs typeface="Tahoma"/>
              </a:rPr>
              <a:t> </a:t>
            </a:r>
            <a:r>
              <a:rPr sz="1900" spc="-5" dirty="0">
                <a:latin typeface="Tahoma"/>
                <a:cs typeface="Tahoma"/>
              </a:rPr>
              <a:t>47</a:t>
            </a:r>
            <a:endParaRPr sz="1900">
              <a:latin typeface="Tahoma"/>
              <a:cs typeface="Tahoma"/>
            </a:endParaRPr>
          </a:p>
        </p:txBody>
      </p:sp>
      <p:sp>
        <p:nvSpPr>
          <p:cNvPr id="4" name="object 4"/>
          <p:cNvSpPr/>
          <p:nvPr/>
        </p:nvSpPr>
        <p:spPr>
          <a:xfrm>
            <a:off x="858775" y="3380232"/>
            <a:ext cx="7710704" cy="1851659"/>
          </a:xfrm>
          <a:prstGeom prst="rect">
            <a:avLst/>
          </a:prstGeom>
          <a:blipFill>
            <a:blip r:embed="rId2" cstate="print"/>
            <a:stretch>
              <a:fillRect/>
            </a:stretch>
          </a:blipFill>
        </p:spPr>
        <p:txBody>
          <a:bodyPr wrap="square" lIns="0" tIns="0" rIns="0" bIns="0" rtlCol="0"/>
          <a:lstStyle/>
          <a:p>
            <a:endParaRPr/>
          </a:p>
        </p:txBody>
      </p:sp>
      <p:sp>
        <p:nvSpPr>
          <p:cNvPr id="7" name="Footer Placeholder 6">
            <a:extLst>
              <a:ext uri="{FF2B5EF4-FFF2-40B4-BE49-F238E27FC236}">
                <a16:creationId xmlns:a16="http://schemas.microsoft.com/office/drawing/2014/main" id="{D8867057-5CCF-2D8B-000B-4D474EAA6E74}"/>
              </a:ext>
            </a:extLst>
          </p:cNvPr>
          <p:cNvSpPr>
            <a:spLocks noGrp="1"/>
          </p:cNvSpPr>
          <p:nvPr>
            <p:ph type="ftr" sz="quarter" idx="11"/>
          </p:nvPr>
        </p:nvSpPr>
        <p:spPr/>
        <p:txBody>
          <a:bodyPr/>
          <a:lstStyle/>
          <a:p>
            <a:r>
              <a:rPr lang="en-US"/>
              <a:t>Algorithm and Data Structure </a:t>
            </a:r>
            <a:endParaRPr lang="en-US" dirty="0"/>
          </a:p>
        </p:txBody>
      </p:sp>
      <p:sp>
        <p:nvSpPr>
          <p:cNvPr id="8" name="Slide Number Placeholder 7">
            <a:extLst>
              <a:ext uri="{FF2B5EF4-FFF2-40B4-BE49-F238E27FC236}">
                <a16:creationId xmlns:a16="http://schemas.microsoft.com/office/drawing/2014/main" id="{1CD62FC6-77A2-3078-A1F4-947E329DFF64}"/>
              </a:ext>
            </a:extLst>
          </p:cNvPr>
          <p:cNvSpPr>
            <a:spLocks noGrp="1"/>
          </p:cNvSpPr>
          <p:nvPr>
            <p:ph type="sldNum" sz="quarter" idx="12"/>
          </p:nvPr>
        </p:nvSpPr>
        <p:spPr/>
        <p:txBody>
          <a:bodyPr/>
          <a:lstStyle/>
          <a:p>
            <a:fld id="{95E664E9-BB0A-4932-9D77-E0DDE5779A37}" type="slidenum">
              <a:rPr lang="en-US" smtClean="0"/>
              <a:pPr/>
              <a:t>190</a:t>
            </a:fld>
            <a:endParaRPr lang="en-US"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2437" y="614680"/>
            <a:ext cx="7455534" cy="452120"/>
          </a:xfrm>
          <a:prstGeom prst="rect">
            <a:avLst/>
          </a:prstGeom>
        </p:spPr>
        <p:txBody>
          <a:bodyPr vert="horz" wrap="square" lIns="0" tIns="12065" rIns="0" bIns="0" rtlCol="0">
            <a:spAutoFit/>
          </a:bodyPr>
          <a:lstStyle/>
          <a:p>
            <a:pPr marL="12700">
              <a:lnSpc>
                <a:spcPct val="100000"/>
              </a:lnSpc>
              <a:spcBef>
                <a:spcPts val="95"/>
              </a:spcBef>
            </a:pPr>
            <a:r>
              <a:rPr spc="-10" dirty="0"/>
              <a:t>Deleting </a:t>
            </a:r>
            <a:r>
              <a:rPr spc="-5" dirty="0"/>
              <a:t>a </a:t>
            </a:r>
            <a:r>
              <a:rPr dirty="0"/>
              <a:t>Node </a:t>
            </a:r>
            <a:r>
              <a:rPr spc="-5" dirty="0"/>
              <a:t>Two Children – Better</a:t>
            </a:r>
            <a:r>
              <a:rPr spc="114" dirty="0"/>
              <a:t> </a:t>
            </a:r>
            <a:r>
              <a:rPr spc="-10" dirty="0"/>
              <a:t>Solution</a:t>
            </a:r>
          </a:p>
        </p:txBody>
      </p:sp>
      <p:sp>
        <p:nvSpPr>
          <p:cNvPr id="3" name="object 3"/>
          <p:cNvSpPr txBox="1"/>
          <p:nvPr/>
        </p:nvSpPr>
        <p:spPr>
          <a:xfrm>
            <a:off x="402742" y="1090631"/>
            <a:ext cx="6622415" cy="1108075"/>
          </a:xfrm>
          <a:prstGeom prst="rect">
            <a:avLst/>
          </a:prstGeom>
        </p:spPr>
        <p:txBody>
          <a:bodyPr vert="horz" wrap="square" lIns="0" tIns="78105" rIns="0" bIns="0" rtlCol="0">
            <a:spAutoFit/>
          </a:bodyPr>
          <a:lstStyle/>
          <a:p>
            <a:pPr marL="355600" indent="-342900">
              <a:lnSpc>
                <a:spcPct val="100000"/>
              </a:lnSpc>
              <a:spcBef>
                <a:spcPts val="615"/>
              </a:spcBef>
              <a:buChar char="•"/>
              <a:tabLst>
                <a:tab pos="354965" algn="l"/>
                <a:tab pos="355600" algn="l"/>
              </a:tabLst>
            </a:pPr>
            <a:r>
              <a:rPr sz="2100" spc="-5" dirty="0">
                <a:latin typeface="Tahoma"/>
                <a:cs typeface="Tahoma"/>
              </a:rPr>
              <a:t>Consider </a:t>
            </a:r>
            <a:r>
              <a:rPr sz="2100" dirty="0">
                <a:latin typeface="Tahoma"/>
                <a:cs typeface="Tahoma"/>
              </a:rPr>
              <a:t>the </a:t>
            </a:r>
            <a:r>
              <a:rPr sz="2100" spc="-5" dirty="0">
                <a:latin typeface="Tahoma"/>
                <a:cs typeface="Tahoma"/>
              </a:rPr>
              <a:t>problem </a:t>
            </a:r>
            <a:r>
              <a:rPr sz="2100" dirty="0">
                <a:latin typeface="Tahoma"/>
                <a:cs typeface="Tahoma"/>
              </a:rPr>
              <a:t>of </a:t>
            </a:r>
            <a:r>
              <a:rPr sz="2100" spc="-5" dirty="0">
                <a:latin typeface="Tahoma"/>
                <a:cs typeface="Tahoma"/>
              </a:rPr>
              <a:t>deleting </a:t>
            </a:r>
            <a:r>
              <a:rPr sz="2100" dirty="0">
                <a:latin typeface="Tahoma"/>
                <a:cs typeface="Tahoma"/>
              </a:rPr>
              <a:t>a </a:t>
            </a:r>
            <a:r>
              <a:rPr sz="2100" spc="-5" dirty="0">
                <a:latin typeface="Tahoma"/>
                <a:cs typeface="Tahoma"/>
              </a:rPr>
              <a:t>full node, e.g.,</a:t>
            </a:r>
            <a:r>
              <a:rPr sz="2100" spc="35" dirty="0">
                <a:latin typeface="Tahoma"/>
                <a:cs typeface="Tahoma"/>
              </a:rPr>
              <a:t> </a:t>
            </a:r>
            <a:r>
              <a:rPr sz="2100" spc="5" dirty="0">
                <a:latin typeface="Tahoma"/>
                <a:cs typeface="Tahoma"/>
              </a:rPr>
              <a:t>42</a:t>
            </a:r>
            <a:endParaRPr sz="2100">
              <a:latin typeface="Tahoma"/>
              <a:cs typeface="Tahoma"/>
            </a:endParaRPr>
          </a:p>
          <a:p>
            <a:pPr marL="756285" lvl="1" indent="-287020">
              <a:lnSpc>
                <a:spcPct val="100000"/>
              </a:lnSpc>
              <a:spcBef>
                <a:spcPts val="465"/>
              </a:spcBef>
              <a:buChar char="–"/>
              <a:tabLst>
                <a:tab pos="756285" algn="l"/>
                <a:tab pos="756920" algn="l"/>
              </a:tabLst>
            </a:pPr>
            <a:r>
              <a:rPr sz="1900" spc="-10" dirty="0">
                <a:latin typeface="Tahoma"/>
                <a:cs typeface="Tahoma"/>
              </a:rPr>
              <a:t>Find </a:t>
            </a:r>
            <a:r>
              <a:rPr sz="1900" spc="-5" dirty="0">
                <a:latin typeface="Tahoma"/>
                <a:cs typeface="Tahoma"/>
              </a:rPr>
              <a:t>minimum object in the </a:t>
            </a:r>
            <a:r>
              <a:rPr sz="1900" spc="-10" dirty="0">
                <a:latin typeface="Tahoma"/>
                <a:cs typeface="Tahoma"/>
              </a:rPr>
              <a:t>right </a:t>
            </a:r>
            <a:r>
              <a:rPr sz="1900" spc="-5" dirty="0">
                <a:latin typeface="Tahoma"/>
                <a:cs typeface="Tahoma"/>
              </a:rPr>
              <a:t>subtree, i.e.,</a:t>
            </a:r>
            <a:r>
              <a:rPr sz="1900" spc="215" dirty="0">
                <a:latin typeface="Tahoma"/>
                <a:cs typeface="Tahoma"/>
              </a:rPr>
              <a:t> </a:t>
            </a:r>
            <a:r>
              <a:rPr sz="1900" spc="-5" dirty="0">
                <a:latin typeface="Tahoma"/>
                <a:cs typeface="Tahoma"/>
              </a:rPr>
              <a:t>47</a:t>
            </a:r>
            <a:endParaRPr sz="1900">
              <a:latin typeface="Tahoma"/>
              <a:cs typeface="Tahoma"/>
            </a:endParaRPr>
          </a:p>
          <a:p>
            <a:pPr marL="756285" lvl="1" indent="-287020">
              <a:lnSpc>
                <a:spcPct val="100000"/>
              </a:lnSpc>
              <a:spcBef>
                <a:spcPts val="459"/>
              </a:spcBef>
              <a:buChar char="–"/>
              <a:tabLst>
                <a:tab pos="756285" algn="l"/>
                <a:tab pos="756920" algn="l"/>
              </a:tabLst>
            </a:pPr>
            <a:r>
              <a:rPr sz="1900" spc="-5" dirty="0">
                <a:latin typeface="Tahoma"/>
                <a:cs typeface="Tahoma"/>
              </a:rPr>
              <a:t>Replace 42 </a:t>
            </a:r>
            <a:r>
              <a:rPr sz="1900" spc="-10" dirty="0">
                <a:latin typeface="Tahoma"/>
                <a:cs typeface="Tahoma"/>
              </a:rPr>
              <a:t>with</a:t>
            </a:r>
            <a:r>
              <a:rPr sz="1900" spc="65" dirty="0">
                <a:latin typeface="Tahoma"/>
                <a:cs typeface="Tahoma"/>
              </a:rPr>
              <a:t> </a:t>
            </a:r>
            <a:r>
              <a:rPr sz="1900" spc="-5" dirty="0">
                <a:latin typeface="Tahoma"/>
                <a:cs typeface="Tahoma"/>
              </a:rPr>
              <a:t>47</a:t>
            </a:r>
            <a:endParaRPr sz="1900">
              <a:latin typeface="Tahoma"/>
              <a:cs typeface="Tahoma"/>
            </a:endParaRPr>
          </a:p>
        </p:txBody>
      </p:sp>
      <p:sp>
        <p:nvSpPr>
          <p:cNvPr id="4" name="object 4"/>
          <p:cNvSpPr/>
          <p:nvPr/>
        </p:nvSpPr>
        <p:spPr>
          <a:xfrm>
            <a:off x="1214448" y="3380232"/>
            <a:ext cx="7716196" cy="1851659"/>
          </a:xfrm>
          <a:prstGeom prst="rect">
            <a:avLst/>
          </a:prstGeom>
          <a:blipFill>
            <a:blip r:embed="rId2" cstate="print"/>
            <a:stretch>
              <a:fillRect/>
            </a:stretch>
          </a:blipFill>
        </p:spPr>
        <p:txBody>
          <a:bodyPr wrap="square" lIns="0" tIns="0" rIns="0" bIns="0" rtlCol="0"/>
          <a:lstStyle/>
          <a:p>
            <a:endParaRPr/>
          </a:p>
        </p:txBody>
      </p:sp>
      <p:sp>
        <p:nvSpPr>
          <p:cNvPr id="7" name="Footer Placeholder 6">
            <a:extLst>
              <a:ext uri="{FF2B5EF4-FFF2-40B4-BE49-F238E27FC236}">
                <a16:creationId xmlns:a16="http://schemas.microsoft.com/office/drawing/2014/main" id="{C9F76667-12B9-0D44-1129-6698B5CDDB7C}"/>
              </a:ext>
            </a:extLst>
          </p:cNvPr>
          <p:cNvSpPr>
            <a:spLocks noGrp="1"/>
          </p:cNvSpPr>
          <p:nvPr>
            <p:ph type="ftr" sz="quarter" idx="11"/>
          </p:nvPr>
        </p:nvSpPr>
        <p:spPr/>
        <p:txBody>
          <a:bodyPr/>
          <a:lstStyle/>
          <a:p>
            <a:r>
              <a:rPr lang="en-US"/>
              <a:t>Algorithm and Data Structure </a:t>
            </a:r>
            <a:endParaRPr lang="en-US" dirty="0"/>
          </a:p>
        </p:txBody>
      </p:sp>
      <p:sp>
        <p:nvSpPr>
          <p:cNvPr id="8" name="Slide Number Placeholder 7">
            <a:extLst>
              <a:ext uri="{FF2B5EF4-FFF2-40B4-BE49-F238E27FC236}">
                <a16:creationId xmlns:a16="http://schemas.microsoft.com/office/drawing/2014/main" id="{56913597-3160-A861-EDF2-4AD8DAFCCFBD}"/>
              </a:ext>
            </a:extLst>
          </p:cNvPr>
          <p:cNvSpPr>
            <a:spLocks noGrp="1"/>
          </p:cNvSpPr>
          <p:nvPr>
            <p:ph type="sldNum" sz="quarter" idx="12"/>
          </p:nvPr>
        </p:nvSpPr>
        <p:spPr/>
        <p:txBody>
          <a:bodyPr/>
          <a:lstStyle/>
          <a:p>
            <a:fld id="{95E664E9-BB0A-4932-9D77-E0DDE5779A37}" type="slidenum">
              <a:rPr lang="en-US" smtClean="0"/>
              <a:pPr/>
              <a:t>191</a:t>
            </a:fld>
            <a:endParaRPr lang="en-US"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2437" y="614680"/>
            <a:ext cx="7455534" cy="452120"/>
          </a:xfrm>
          <a:prstGeom prst="rect">
            <a:avLst/>
          </a:prstGeom>
        </p:spPr>
        <p:txBody>
          <a:bodyPr vert="horz" wrap="square" lIns="0" tIns="12065" rIns="0" bIns="0" rtlCol="0">
            <a:spAutoFit/>
          </a:bodyPr>
          <a:lstStyle/>
          <a:p>
            <a:pPr marL="12700">
              <a:lnSpc>
                <a:spcPct val="100000"/>
              </a:lnSpc>
              <a:spcBef>
                <a:spcPts val="95"/>
              </a:spcBef>
            </a:pPr>
            <a:r>
              <a:rPr spc="-10" dirty="0"/>
              <a:t>Deleting </a:t>
            </a:r>
            <a:r>
              <a:rPr spc="-5" dirty="0"/>
              <a:t>a </a:t>
            </a:r>
            <a:r>
              <a:rPr dirty="0"/>
              <a:t>Node </a:t>
            </a:r>
            <a:r>
              <a:rPr spc="-5" dirty="0"/>
              <a:t>Two Children – Better</a:t>
            </a:r>
            <a:r>
              <a:rPr spc="114" dirty="0"/>
              <a:t> </a:t>
            </a:r>
            <a:r>
              <a:rPr spc="-10" dirty="0"/>
              <a:t>Solution</a:t>
            </a:r>
          </a:p>
        </p:txBody>
      </p:sp>
      <p:sp>
        <p:nvSpPr>
          <p:cNvPr id="3" name="object 3"/>
          <p:cNvSpPr txBox="1"/>
          <p:nvPr/>
        </p:nvSpPr>
        <p:spPr>
          <a:xfrm>
            <a:off x="402742" y="1090631"/>
            <a:ext cx="6622415" cy="1455420"/>
          </a:xfrm>
          <a:prstGeom prst="rect">
            <a:avLst/>
          </a:prstGeom>
        </p:spPr>
        <p:txBody>
          <a:bodyPr vert="horz" wrap="square" lIns="0" tIns="78105" rIns="0" bIns="0" rtlCol="0">
            <a:spAutoFit/>
          </a:bodyPr>
          <a:lstStyle/>
          <a:p>
            <a:pPr marL="355600" indent="-342900">
              <a:lnSpc>
                <a:spcPct val="100000"/>
              </a:lnSpc>
              <a:spcBef>
                <a:spcPts val="615"/>
              </a:spcBef>
              <a:buChar char="•"/>
              <a:tabLst>
                <a:tab pos="354965" algn="l"/>
                <a:tab pos="355600" algn="l"/>
              </a:tabLst>
            </a:pPr>
            <a:r>
              <a:rPr sz="2100" spc="-5" dirty="0">
                <a:latin typeface="Tahoma"/>
                <a:cs typeface="Tahoma"/>
              </a:rPr>
              <a:t>Consider </a:t>
            </a:r>
            <a:r>
              <a:rPr sz="2100" dirty="0">
                <a:latin typeface="Tahoma"/>
                <a:cs typeface="Tahoma"/>
              </a:rPr>
              <a:t>the </a:t>
            </a:r>
            <a:r>
              <a:rPr sz="2100" spc="-5" dirty="0">
                <a:latin typeface="Tahoma"/>
                <a:cs typeface="Tahoma"/>
              </a:rPr>
              <a:t>problem </a:t>
            </a:r>
            <a:r>
              <a:rPr sz="2100" dirty="0">
                <a:latin typeface="Tahoma"/>
                <a:cs typeface="Tahoma"/>
              </a:rPr>
              <a:t>of </a:t>
            </a:r>
            <a:r>
              <a:rPr sz="2100" spc="-5" dirty="0">
                <a:latin typeface="Tahoma"/>
                <a:cs typeface="Tahoma"/>
              </a:rPr>
              <a:t>deleting </a:t>
            </a:r>
            <a:r>
              <a:rPr sz="2100" dirty="0">
                <a:latin typeface="Tahoma"/>
                <a:cs typeface="Tahoma"/>
              </a:rPr>
              <a:t>a </a:t>
            </a:r>
            <a:r>
              <a:rPr sz="2100" spc="-5" dirty="0">
                <a:latin typeface="Tahoma"/>
                <a:cs typeface="Tahoma"/>
              </a:rPr>
              <a:t>full node, e.g.,</a:t>
            </a:r>
            <a:r>
              <a:rPr sz="2100" spc="35" dirty="0">
                <a:latin typeface="Tahoma"/>
                <a:cs typeface="Tahoma"/>
              </a:rPr>
              <a:t> </a:t>
            </a:r>
            <a:r>
              <a:rPr sz="2100" spc="5" dirty="0">
                <a:latin typeface="Tahoma"/>
                <a:cs typeface="Tahoma"/>
              </a:rPr>
              <a:t>42</a:t>
            </a:r>
            <a:endParaRPr sz="2100">
              <a:latin typeface="Tahoma"/>
              <a:cs typeface="Tahoma"/>
            </a:endParaRPr>
          </a:p>
          <a:p>
            <a:pPr marL="756285" lvl="1" indent="-287020">
              <a:lnSpc>
                <a:spcPct val="100000"/>
              </a:lnSpc>
              <a:spcBef>
                <a:spcPts val="465"/>
              </a:spcBef>
              <a:buChar char="–"/>
              <a:tabLst>
                <a:tab pos="756285" algn="l"/>
                <a:tab pos="756920" algn="l"/>
              </a:tabLst>
            </a:pPr>
            <a:r>
              <a:rPr sz="1900" spc="-10" dirty="0">
                <a:latin typeface="Tahoma"/>
                <a:cs typeface="Tahoma"/>
              </a:rPr>
              <a:t>Find </a:t>
            </a:r>
            <a:r>
              <a:rPr sz="1900" spc="-5" dirty="0">
                <a:latin typeface="Tahoma"/>
                <a:cs typeface="Tahoma"/>
              </a:rPr>
              <a:t>minimum object in the </a:t>
            </a:r>
            <a:r>
              <a:rPr sz="1900" spc="-10" dirty="0">
                <a:latin typeface="Tahoma"/>
                <a:cs typeface="Tahoma"/>
              </a:rPr>
              <a:t>right </a:t>
            </a:r>
            <a:r>
              <a:rPr sz="1900" spc="-5" dirty="0">
                <a:latin typeface="Tahoma"/>
                <a:cs typeface="Tahoma"/>
              </a:rPr>
              <a:t>subtree, i.e.,</a:t>
            </a:r>
            <a:r>
              <a:rPr sz="1900" spc="215" dirty="0">
                <a:latin typeface="Tahoma"/>
                <a:cs typeface="Tahoma"/>
              </a:rPr>
              <a:t> </a:t>
            </a:r>
            <a:r>
              <a:rPr sz="1900" spc="-5" dirty="0">
                <a:latin typeface="Tahoma"/>
                <a:cs typeface="Tahoma"/>
              </a:rPr>
              <a:t>47</a:t>
            </a:r>
            <a:endParaRPr sz="1900">
              <a:latin typeface="Tahoma"/>
              <a:cs typeface="Tahoma"/>
            </a:endParaRPr>
          </a:p>
          <a:p>
            <a:pPr marL="756285" lvl="1" indent="-287020">
              <a:lnSpc>
                <a:spcPct val="100000"/>
              </a:lnSpc>
              <a:spcBef>
                <a:spcPts val="459"/>
              </a:spcBef>
              <a:buChar char="–"/>
              <a:tabLst>
                <a:tab pos="756285" algn="l"/>
                <a:tab pos="756920" algn="l"/>
              </a:tabLst>
            </a:pPr>
            <a:r>
              <a:rPr sz="1900" spc="-5" dirty="0">
                <a:latin typeface="Tahoma"/>
                <a:cs typeface="Tahoma"/>
              </a:rPr>
              <a:t>Replace 42 </a:t>
            </a:r>
            <a:r>
              <a:rPr sz="1900" spc="-10" dirty="0">
                <a:latin typeface="Tahoma"/>
                <a:cs typeface="Tahoma"/>
              </a:rPr>
              <a:t>with</a:t>
            </a:r>
            <a:r>
              <a:rPr sz="1900" spc="65" dirty="0">
                <a:latin typeface="Tahoma"/>
                <a:cs typeface="Tahoma"/>
              </a:rPr>
              <a:t> </a:t>
            </a:r>
            <a:r>
              <a:rPr sz="1900" spc="-5" dirty="0">
                <a:latin typeface="Tahoma"/>
                <a:cs typeface="Tahoma"/>
              </a:rPr>
              <a:t>47</a:t>
            </a:r>
            <a:endParaRPr sz="1900">
              <a:latin typeface="Tahoma"/>
              <a:cs typeface="Tahoma"/>
            </a:endParaRPr>
          </a:p>
          <a:p>
            <a:pPr marL="756285" lvl="1" indent="-287020">
              <a:lnSpc>
                <a:spcPct val="100000"/>
              </a:lnSpc>
              <a:spcBef>
                <a:spcPts val="455"/>
              </a:spcBef>
              <a:buChar char="–"/>
              <a:tabLst>
                <a:tab pos="756285" algn="l"/>
                <a:tab pos="756920" algn="l"/>
              </a:tabLst>
            </a:pPr>
            <a:r>
              <a:rPr sz="1900" spc="-10" dirty="0">
                <a:latin typeface="Tahoma"/>
                <a:cs typeface="Tahoma"/>
              </a:rPr>
              <a:t>Delete </a:t>
            </a:r>
            <a:r>
              <a:rPr sz="1900" spc="-5" dirty="0">
                <a:latin typeface="Tahoma"/>
                <a:cs typeface="Tahoma"/>
              </a:rPr>
              <a:t>the leaf node</a:t>
            </a:r>
            <a:r>
              <a:rPr sz="1900" spc="85" dirty="0">
                <a:latin typeface="Tahoma"/>
                <a:cs typeface="Tahoma"/>
              </a:rPr>
              <a:t> </a:t>
            </a:r>
            <a:r>
              <a:rPr sz="1900" spc="-5" dirty="0">
                <a:latin typeface="Tahoma"/>
                <a:cs typeface="Tahoma"/>
              </a:rPr>
              <a:t>47</a:t>
            </a:r>
            <a:endParaRPr sz="1900">
              <a:latin typeface="Tahoma"/>
              <a:cs typeface="Tahoma"/>
            </a:endParaRPr>
          </a:p>
        </p:txBody>
      </p:sp>
      <p:sp>
        <p:nvSpPr>
          <p:cNvPr id="4" name="object 4"/>
          <p:cNvSpPr/>
          <p:nvPr/>
        </p:nvSpPr>
        <p:spPr>
          <a:xfrm>
            <a:off x="858775" y="3479291"/>
            <a:ext cx="7710704" cy="1851659"/>
          </a:xfrm>
          <a:prstGeom prst="rect">
            <a:avLst/>
          </a:prstGeom>
          <a:blipFill>
            <a:blip r:embed="rId2" cstate="print"/>
            <a:stretch>
              <a:fillRect/>
            </a:stretch>
          </a:blipFill>
        </p:spPr>
        <p:txBody>
          <a:bodyPr wrap="square" lIns="0" tIns="0" rIns="0" bIns="0" rtlCol="0"/>
          <a:lstStyle/>
          <a:p>
            <a:endParaRPr/>
          </a:p>
        </p:txBody>
      </p:sp>
      <p:sp>
        <p:nvSpPr>
          <p:cNvPr id="7" name="Footer Placeholder 6">
            <a:extLst>
              <a:ext uri="{FF2B5EF4-FFF2-40B4-BE49-F238E27FC236}">
                <a16:creationId xmlns:a16="http://schemas.microsoft.com/office/drawing/2014/main" id="{EC9A746F-0B7E-ABD4-B1B1-0D8FBA814410}"/>
              </a:ext>
            </a:extLst>
          </p:cNvPr>
          <p:cNvSpPr>
            <a:spLocks noGrp="1"/>
          </p:cNvSpPr>
          <p:nvPr>
            <p:ph type="ftr" sz="quarter" idx="11"/>
          </p:nvPr>
        </p:nvSpPr>
        <p:spPr/>
        <p:txBody>
          <a:bodyPr/>
          <a:lstStyle/>
          <a:p>
            <a:r>
              <a:rPr lang="en-US"/>
              <a:t>Algorithm and Data Structure </a:t>
            </a:r>
            <a:endParaRPr lang="en-US" dirty="0"/>
          </a:p>
        </p:txBody>
      </p:sp>
      <p:sp>
        <p:nvSpPr>
          <p:cNvPr id="8" name="Slide Number Placeholder 7">
            <a:extLst>
              <a:ext uri="{FF2B5EF4-FFF2-40B4-BE49-F238E27FC236}">
                <a16:creationId xmlns:a16="http://schemas.microsoft.com/office/drawing/2014/main" id="{84834E58-AABA-5019-ECD7-C517051B763E}"/>
              </a:ext>
            </a:extLst>
          </p:cNvPr>
          <p:cNvSpPr>
            <a:spLocks noGrp="1"/>
          </p:cNvSpPr>
          <p:nvPr>
            <p:ph type="sldNum" sz="quarter" idx="12"/>
          </p:nvPr>
        </p:nvSpPr>
        <p:spPr/>
        <p:txBody>
          <a:bodyPr/>
          <a:lstStyle/>
          <a:p>
            <a:fld id="{95E664E9-BB0A-4932-9D77-E0DDE5779A37}" type="slidenum">
              <a:rPr lang="en-US" smtClean="0"/>
              <a:pPr/>
              <a:t>192</a:t>
            </a:fld>
            <a:endParaRPr lang="en-US"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2437" y="614680"/>
            <a:ext cx="7455534" cy="452120"/>
          </a:xfrm>
          <a:prstGeom prst="rect">
            <a:avLst/>
          </a:prstGeom>
        </p:spPr>
        <p:txBody>
          <a:bodyPr vert="horz" wrap="square" lIns="0" tIns="12065" rIns="0" bIns="0" rtlCol="0">
            <a:spAutoFit/>
          </a:bodyPr>
          <a:lstStyle/>
          <a:p>
            <a:pPr marL="12700">
              <a:lnSpc>
                <a:spcPct val="100000"/>
              </a:lnSpc>
              <a:spcBef>
                <a:spcPts val="95"/>
              </a:spcBef>
            </a:pPr>
            <a:r>
              <a:rPr spc="-10" dirty="0"/>
              <a:t>Deleting </a:t>
            </a:r>
            <a:r>
              <a:rPr spc="-5" dirty="0"/>
              <a:t>a </a:t>
            </a:r>
            <a:r>
              <a:rPr dirty="0"/>
              <a:t>Node </a:t>
            </a:r>
            <a:r>
              <a:rPr spc="-5" dirty="0"/>
              <a:t>Two Children – Better</a:t>
            </a:r>
            <a:r>
              <a:rPr spc="114" dirty="0"/>
              <a:t> </a:t>
            </a:r>
            <a:r>
              <a:rPr spc="-10" dirty="0"/>
              <a:t>Solution</a:t>
            </a:r>
          </a:p>
        </p:txBody>
      </p:sp>
      <p:sp>
        <p:nvSpPr>
          <p:cNvPr id="3" name="object 3"/>
          <p:cNvSpPr txBox="1"/>
          <p:nvPr/>
        </p:nvSpPr>
        <p:spPr>
          <a:xfrm>
            <a:off x="402742" y="1156461"/>
            <a:ext cx="6622415" cy="345440"/>
          </a:xfrm>
          <a:prstGeom prst="rect">
            <a:avLst/>
          </a:prstGeom>
        </p:spPr>
        <p:txBody>
          <a:bodyPr vert="horz" wrap="square" lIns="0" tIns="12700" rIns="0" bIns="0" rtlCol="0">
            <a:spAutoFit/>
          </a:bodyPr>
          <a:lstStyle/>
          <a:p>
            <a:pPr marL="355600" indent="-342900">
              <a:lnSpc>
                <a:spcPct val="100000"/>
              </a:lnSpc>
              <a:spcBef>
                <a:spcPts val="100"/>
              </a:spcBef>
              <a:buChar char="•"/>
              <a:tabLst>
                <a:tab pos="354965" algn="l"/>
                <a:tab pos="355600" algn="l"/>
              </a:tabLst>
            </a:pPr>
            <a:r>
              <a:rPr sz="2100" spc="-5" dirty="0">
                <a:latin typeface="Tahoma"/>
                <a:cs typeface="Tahoma"/>
              </a:rPr>
              <a:t>Consider </a:t>
            </a:r>
            <a:r>
              <a:rPr sz="2100" dirty="0">
                <a:latin typeface="Tahoma"/>
                <a:cs typeface="Tahoma"/>
              </a:rPr>
              <a:t>the </a:t>
            </a:r>
            <a:r>
              <a:rPr sz="2100" spc="-5" dirty="0">
                <a:latin typeface="Tahoma"/>
                <a:cs typeface="Tahoma"/>
              </a:rPr>
              <a:t>problem </a:t>
            </a:r>
            <a:r>
              <a:rPr sz="2100" dirty="0">
                <a:latin typeface="Tahoma"/>
                <a:cs typeface="Tahoma"/>
              </a:rPr>
              <a:t>of </a:t>
            </a:r>
            <a:r>
              <a:rPr sz="2100" spc="-5" dirty="0">
                <a:latin typeface="Tahoma"/>
                <a:cs typeface="Tahoma"/>
              </a:rPr>
              <a:t>deleting </a:t>
            </a:r>
            <a:r>
              <a:rPr sz="2100" dirty="0">
                <a:latin typeface="Tahoma"/>
                <a:cs typeface="Tahoma"/>
              </a:rPr>
              <a:t>a </a:t>
            </a:r>
            <a:r>
              <a:rPr sz="2100" spc="-5" dirty="0">
                <a:latin typeface="Tahoma"/>
                <a:cs typeface="Tahoma"/>
              </a:rPr>
              <a:t>full node, e.g.,</a:t>
            </a:r>
            <a:r>
              <a:rPr sz="2100" spc="30" dirty="0">
                <a:latin typeface="Tahoma"/>
                <a:cs typeface="Tahoma"/>
              </a:rPr>
              <a:t> </a:t>
            </a:r>
            <a:r>
              <a:rPr sz="2100" spc="5" dirty="0">
                <a:latin typeface="Tahoma"/>
                <a:cs typeface="Tahoma"/>
              </a:rPr>
              <a:t>47</a:t>
            </a:r>
            <a:endParaRPr sz="2100">
              <a:latin typeface="Tahoma"/>
              <a:cs typeface="Tahoma"/>
            </a:endParaRPr>
          </a:p>
        </p:txBody>
      </p:sp>
      <p:sp>
        <p:nvSpPr>
          <p:cNvPr id="4" name="object 4"/>
          <p:cNvSpPr/>
          <p:nvPr/>
        </p:nvSpPr>
        <p:spPr>
          <a:xfrm>
            <a:off x="1023416" y="3465576"/>
            <a:ext cx="7712173" cy="1851659"/>
          </a:xfrm>
          <a:prstGeom prst="rect">
            <a:avLst/>
          </a:prstGeom>
          <a:blipFill>
            <a:blip r:embed="rId2" cstate="print"/>
            <a:stretch>
              <a:fillRect/>
            </a:stretch>
          </a:blipFill>
        </p:spPr>
        <p:txBody>
          <a:bodyPr wrap="square" lIns="0" tIns="0" rIns="0" bIns="0" rtlCol="0"/>
          <a:lstStyle/>
          <a:p>
            <a:endParaRPr/>
          </a:p>
        </p:txBody>
      </p:sp>
      <p:sp>
        <p:nvSpPr>
          <p:cNvPr id="7" name="Footer Placeholder 6">
            <a:extLst>
              <a:ext uri="{FF2B5EF4-FFF2-40B4-BE49-F238E27FC236}">
                <a16:creationId xmlns:a16="http://schemas.microsoft.com/office/drawing/2014/main" id="{FB56A100-5B44-C36C-120B-481BDE49796D}"/>
              </a:ext>
            </a:extLst>
          </p:cNvPr>
          <p:cNvSpPr>
            <a:spLocks noGrp="1"/>
          </p:cNvSpPr>
          <p:nvPr>
            <p:ph type="ftr" sz="quarter" idx="11"/>
          </p:nvPr>
        </p:nvSpPr>
        <p:spPr/>
        <p:txBody>
          <a:bodyPr/>
          <a:lstStyle/>
          <a:p>
            <a:r>
              <a:rPr lang="en-US"/>
              <a:t>Algorithm and Data Structure </a:t>
            </a:r>
            <a:endParaRPr lang="en-US" dirty="0"/>
          </a:p>
        </p:txBody>
      </p:sp>
      <p:sp>
        <p:nvSpPr>
          <p:cNvPr id="8" name="Slide Number Placeholder 7">
            <a:extLst>
              <a:ext uri="{FF2B5EF4-FFF2-40B4-BE49-F238E27FC236}">
                <a16:creationId xmlns:a16="http://schemas.microsoft.com/office/drawing/2014/main" id="{D74A4A5D-6D2E-2B39-0201-1AFA0A7F27AE}"/>
              </a:ext>
            </a:extLst>
          </p:cNvPr>
          <p:cNvSpPr>
            <a:spLocks noGrp="1"/>
          </p:cNvSpPr>
          <p:nvPr>
            <p:ph type="sldNum" sz="quarter" idx="12"/>
          </p:nvPr>
        </p:nvSpPr>
        <p:spPr/>
        <p:txBody>
          <a:bodyPr/>
          <a:lstStyle/>
          <a:p>
            <a:fld id="{95E664E9-BB0A-4932-9D77-E0DDE5779A37}" type="slidenum">
              <a:rPr lang="en-US" smtClean="0"/>
              <a:pPr/>
              <a:t>193</a:t>
            </a:fld>
            <a:endParaRPr lang="en-US"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2437" y="614680"/>
            <a:ext cx="7455534" cy="452120"/>
          </a:xfrm>
          <a:prstGeom prst="rect">
            <a:avLst/>
          </a:prstGeom>
        </p:spPr>
        <p:txBody>
          <a:bodyPr vert="horz" wrap="square" lIns="0" tIns="12065" rIns="0" bIns="0" rtlCol="0">
            <a:spAutoFit/>
          </a:bodyPr>
          <a:lstStyle/>
          <a:p>
            <a:pPr marL="12700">
              <a:lnSpc>
                <a:spcPct val="100000"/>
              </a:lnSpc>
              <a:spcBef>
                <a:spcPts val="95"/>
              </a:spcBef>
            </a:pPr>
            <a:r>
              <a:rPr spc="-10" dirty="0"/>
              <a:t>Deleting </a:t>
            </a:r>
            <a:r>
              <a:rPr spc="-5" dirty="0"/>
              <a:t>a </a:t>
            </a:r>
            <a:r>
              <a:rPr dirty="0"/>
              <a:t>Node </a:t>
            </a:r>
            <a:r>
              <a:rPr spc="-5" dirty="0"/>
              <a:t>Two Children – Better</a:t>
            </a:r>
            <a:r>
              <a:rPr spc="114" dirty="0"/>
              <a:t> </a:t>
            </a:r>
            <a:r>
              <a:rPr spc="-10" dirty="0"/>
              <a:t>Solution</a:t>
            </a:r>
          </a:p>
        </p:txBody>
      </p:sp>
      <p:sp>
        <p:nvSpPr>
          <p:cNvPr id="3" name="object 3"/>
          <p:cNvSpPr txBox="1"/>
          <p:nvPr/>
        </p:nvSpPr>
        <p:spPr>
          <a:xfrm>
            <a:off x="402742" y="1090631"/>
            <a:ext cx="6622415" cy="760095"/>
          </a:xfrm>
          <a:prstGeom prst="rect">
            <a:avLst/>
          </a:prstGeom>
        </p:spPr>
        <p:txBody>
          <a:bodyPr vert="horz" wrap="square" lIns="0" tIns="78105" rIns="0" bIns="0" rtlCol="0">
            <a:spAutoFit/>
          </a:bodyPr>
          <a:lstStyle/>
          <a:p>
            <a:pPr marL="355600" indent="-342900">
              <a:lnSpc>
                <a:spcPct val="100000"/>
              </a:lnSpc>
              <a:spcBef>
                <a:spcPts val="615"/>
              </a:spcBef>
              <a:buChar char="•"/>
              <a:tabLst>
                <a:tab pos="354965" algn="l"/>
                <a:tab pos="355600" algn="l"/>
              </a:tabLst>
            </a:pPr>
            <a:r>
              <a:rPr sz="2100" spc="-5" dirty="0">
                <a:latin typeface="Tahoma"/>
                <a:cs typeface="Tahoma"/>
              </a:rPr>
              <a:t>Consider </a:t>
            </a:r>
            <a:r>
              <a:rPr sz="2100" dirty="0">
                <a:latin typeface="Tahoma"/>
                <a:cs typeface="Tahoma"/>
              </a:rPr>
              <a:t>the </a:t>
            </a:r>
            <a:r>
              <a:rPr sz="2100" spc="-5" dirty="0">
                <a:latin typeface="Tahoma"/>
                <a:cs typeface="Tahoma"/>
              </a:rPr>
              <a:t>problem </a:t>
            </a:r>
            <a:r>
              <a:rPr sz="2100" dirty="0">
                <a:latin typeface="Tahoma"/>
                <a:cs typeface="Tahoma"/>
              </a:rPr>
              <a:t>of </a:t>
            </a:r>
            <a:r>
              <a:rPr sz="2100" spc="-5" dirty="0">
                <a:latin typeface="Tahoma"/>
                <a:cs typeface="Tahoma"/>
              </a:rPr>
              <a:t>deleting </a:t>
            </a:r>
            <a:r>
              <a:rPr sz="2100" dirty="0">
                <a:latin typeface="Tahoma"/>
                <a:cs typeface="Tahoma"/>
              </a:rPr>
              <a:t>a </a:t>
            </a:r>
            <a:r>
              <a:rPr sz="2100" spc="-5" dirty="0">
                <a:latin typeface="Tahoma"/>
                <a:cs typeface="Tahoma"/>
              </a:rPr>
              <a:t>full node, e.g.,</a:t>
            </a:r>
            <a:r>
              <a:rPr sz="2100" spc="30" dirty="0">
                <a:latin typeface="Tahoma"/>
                <a:cs typeface="Tahoma"/>
              </a:rPr>
              <a:t> </a:t>
            </a:r>
            <a:r>
              <a:rPr sz="2100" spc="5" dirty="0">
                <a:latin typeface="Tahoma"/>
                <a:cs typeface="Tahoma"/>
              </a:rPr>
              <a:t>47</a:t>
            </a:r>
            <a:endParaRPr sz="2100">
              <a:latin typeface="Tahoma"/>
              <a:cs typeface="Tahoma"/>
            </a:endParaRPr>
          </a:p>
          <a:p>
            <a:pPr marL="469900">
              <a:lnSpc>
                <a:spcPct val="100000"/>
              </a:lnSpc>
              <a:spcBef>
                <a:spcPts val="465"/>
              </a:spcBef>
              <a:tabLst>
                <a:tab pos="756285" algn="l"/>
              </a:tabLst>
            </a:pPr>
            <a:r>
              <a:rPr sz="1900" spc="-5" dirty="0">
                <a:latin typeface="Tahoma"/>
                <a:cs typeface="Tahoma"/>
              </a:rPr>
              <a:t>–	Replace 47 </a:t>
            </a:r>
            <a:r>
              <a:rPr sz="1900" spc="-10" dirty="0">
                <a:latin typeface="Tahoma"/>
                <a:cs typeface="Tahoma"/>
              </a:rPr>
              <a:t>with</a:t>
            </a:r>
            <a:r>
              <a:rPr sz="1900" spc="65" dirty="0">
                <a:latin typeface="Tahoma"/>
                <a:cs typeface="Tahoma"/>
              </a:rPr>
              <a:t> </a:t>
            </a:r>
            <a:r>
              <a:rPr sz="1900" spc="-5" dirty="0">
                <a:latin typeface="Tahoma"/>
                <a:cs typeface="Tahoma"/>
              </a:rPr>
              <a:t>51</a:t>
            </a:r>
            <a:endParaRPr sz="1900">
              <a:latin typeface="Tahoma"/>
              <a:cs typeface="Tahoma"/>
            </a:endParaRPr>
          </a:p>
        </p:txBody>
      </p:sp>
      <p:sp>
        <p:nvSpPr>
          <p:cNvPr id="4" name="object 4"/>
          <p:cNvSpPr/>
          <p:nvPr/>
        </p:nvSpPr>
        <p:spPr>
          <a:xfrm>
            <a:off x="1214448" y="3380232"/>
            <a:ext cx="7716196" cy="1851659"/>
          </a:xfrm>
          <a:prstGeom prst="rect">
            <a:avLst/>
          </a:prstGeom>
          <a:blipFill>
            <a:blip r:embed="rId2" cstate="print"/>
            <a:stretch>
              <a:fillRect/>
            </a:stretch>
          </a:blipFill>
        </p:spPr>
        <p:txBody>
          <a:bodyPr wrap="square" lIns="0" tIns="0" rIns="0" bIns="0" rtlCol="0"/>
          <a:lstStyle/>
          <a:p>
            <a:endParaRPr/>
          </a:p>
        </p:txBody>
      </p:sp>
      <p:sp>
        <p:nvSpPr>
          <p:cNvPr id="7" name="Footer Placeholder 6">
            <a:extLst>
              <a:ext uri="{FF2B5EF4-FFF2-40B4-BE49-F238E27FC236}">
                <a16:creationId xmlns:a16="http://schemas.microsoft.com/office/drawing/2014/main" id="{9E2429BB-89C6-759B-DA8D-A721CDF6D03A}"/>
              </a:ext>
            </a:extLst>
          </p:cNvPr>
          <p:cNvSpPr>
            <a:spLocks noGrp="1"/>
          </p:cNvSpPr>
          <p:nvPr>
            <p:ph type="ftr" sz="quarter" idx="11"/>
          </p:nvPr>
        </p:nvSpPr>
        <p:spPr/>
        <p:txBody>
          <a:bodyPr/>
          <a:lstStyle/>
          <a:p>
            <a:r>
              <a:rPr lang="en-US"/>
              <a:t>Algorithm and Data Structure </a:t>
            </a:r>
            <a:endParaRPr lang="en-US" dirty="0"/>
          </a:p>
        </p:txBody>
      </p:sp>
      <p:sp>
        <p:nvSpPr>
          <p:cNvPr id="8" name="Slide Number Placeholder 7">
            <a:extLst>
              <a:ext uri="{FF2B5EF4-FFF2-40B4-BE49-F238E27FC236}">
                <a16:creationId xmlns:a16="http://schemas.microsoft.com/office/drawing/2014/main" id="{EEA5D3A9-CADE-AFA5-AFED-57C29640BB83}"/>
              </a:ext>
            </a:extLst>
          </p:cNvPr>
          <p:cNvSpPr>
            <a:spLocks noGrp="1"/>
          </p:cNvSpPr>
          <p:nvPr>
            <p:ph type="sldNum" sz="quarter" idx="12"/>
          </p:nvPr>
        </p:nvSpPr>
        <p:spPr/>
        <p:txBody>
          <a:bodyPr/>
          <a:lstStyle/>
          <a:p>
            <a:fld id="{95E664E9-BB0A-4932-9D77-E0DDE5779A37}" type="slidenum">
              <a:rPr lang="en-US" smtClean="0"/>
              <a:pPr/>
              <a:t>194</a:t>
            </a:fld>
            <a:endParaRPr lang="en-US"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2437" y="614680"/>
            <a:ext cx="7455534" cy="452120"/>
          </a:xfrm>
          <a:prstGeom prst="rect">
            <a:avLst/>
          </a:prstGeom>
        </p:spPr>
        <p:txBody>
          <a:bodyPr vert="horz" wrap="square" lIns="0" tIns="12065" rIns="0" bIns="0" rtlCol="0">
            <a:spAutoFit/>
          </a:bodyPr>
          <a:lstStyle/>
          <a:p>
            <a:pPr marL="12700">
              <a:lnSpc>
                <a:spcPct val="100000"/>
              </a:lnSpc>
              <a:spcBef>
                <a:spcPts val="95"/>
              </a:spcBef>
            </a:pPr>
            <a:r>
              <a:rPr spc="-10" dirty="0"/>
              <a:t>Deleting </a:t>
            </a:r>
            <a:r>
              <a:rPr spc="-5" dirty="0"/>
              <a:t>a </a:t>
            </a:r>
            <a:r>
              <a:rPr dirty="0"/>
              <a:t>Node </a:t>
            </a:r>
            <a:r>
              <a:rPr spc="-5" dirty="0"/>
              <a:t>Two Children – Better</a:t>
            </a:r>
            <a:r>
              <a:rPr spc="114" dirty="0"/>
              <a:t> </a:t>
            </a:r>
            <a:r>
              <a:rPr spc="-10" dirty="0"/>
              <a:t>Solution</a:t>
            </a:r>
          </a:p>
        </p:txBody>
      </p:sp>
      <p:sp>
        <p:nvSpPr>
          <p:cNvPr id="3" name="object 3"/>
          <p:cNvSpPr txBox="1"/>
          <p:nvPr/>
        </p:nvSpPr>
        <p:spPr>
          <a:xfrm>
            <a:off x="402742" y="1090631"/>
            <a:ext cx="6622415" cy="1108075"/>
          </a:xfrm>
          <a:prstGeom prst="rect">
            <a:avLst/>
          </a:prstGeom>
        </p:spPr>
        <p:txBody>
          <a:bodyPr vert="horz" wrap="square" lIns="0" tIns="78105" rIns="0" bIns="0" rtlCol="0">
            <a:spAutoFit/>
          </a:bodyPr>
          <a:lstStyle/>
          <a:p>
            <a:pPr marL="355600" indent="-342900">
              <a:lnSpc>
                <a:spcPct val="100000"/>
              </a:lnSpc>
              <a:spcBef>
                <a:spcPts val="615"/>
              </a:spcBef>
              <a:buChar char="•"/>
              <a:tabLst>
                <a:tab pos="354965" algn="l"/>
                <a:tab pos="355600" algn="l"/>
              </a:tabLst>
            </a:pPr>
            <a:r>
              <a:rPr sz="2100" spc="-5" dirty="0">
                <a:latin typeface="Tahoma"/>
                <a:cs typeface="Tahoma"/>
              </a:rPr>
              <a:t>Consider </a:t>
            </a:r>
            <a:r>
              <a:rPr sz="2100" dirty="0">
                <a:latin typeface="Tahoma"/>
                <a:cs typeface="Tahoma"/>
              </a:rPr>
              <a:t>the </a:t>
            </a:r>
            <a:r>
              <a:rPr sz="2100" spc="-5" dirty="0">
                <a:latin typeface="Tahoma"/>
                <a:cs typeface="Tahoma"/>
              </a:rPr>
              <a:t>problem </a:t>
            </a:r>
            <a:r>
              <a:rPr sz="2100" dirty="0">
                <a:latin typeface="Tahoma"/>
                <a:cs typeface="Tahoma"/>
              </a:rPr>
              <a:t>of </a:t>
            </a:r>
            <a:r>
              <a:rPr sz="2100" spc="-5" dirty="0">
                <a:latin typeface="Tahoma"/>
                <a:cs typeface="Tahoma"/>
              </a:rPr>
              <a:t>deleting </a:t>
            </a:r>
            <a:r>
              <a:rPr sz="2100" dirty="0">
                <a:latin typeface="Tahoma"/>
                <a:cs typeface="Tahoma"/>
              </a:rPr>
              <a:t>a </a:t>
            </a:r>
            <a:r>
              <a:rPr sz="2100" spc="-5" dirty="0">
                <a:latin typeface="Tahoma"/>
                <a:cs typeface="Tahoma"/>
              </a:rPr>
              <a:t>full node, e.g.,</a:t>
            </a:r>
            <a:r>
              <a:rPr sz="2100" spc="30" dirty="0">
                <a:latin typeface="Tahoma"/>
                <a:cs typeface="Tahoma"/>
              </a:rPr>
              <a:t> </a:t>
            </a:r>
            <a:r>
              <a:rPr sz="2100" spc="5" dirty="0">
                <a:latin typeface="Tahoma"/>
                <a:cs typeface="Tahoma"/>
              </a:rPr>
              <a:t>47</a:t>
            </a:r>
            <a:endParaRPr sz="2100">
              <a:latin typeface="Tahoma"/>
              <a:cs typeface="Tahoma"/>
            </a:endParaRPr>
          </a:p>
          <a:p>
            <a:pPr marL="756285" lvl="1" indent="-287020">
              <a:lnSpc>
                <a:spcPct val="100000"/>
              </a:lnSpc>
              <a:spcBef>
                <a:spcPts val="465"/>
              </a:spcBef>
              <a:buChar char="–"/>
              <a:tabLst>
                <a:tab pos="756285" algn="l"/>
                <a:tab pos="756920" algn="l"/>
              </a:tabLst>
            </a:pPr>
            <a:r>
              <a:rPr sz="1900" spc="-5" dirty="0">
                <a:latin typeface="Tahoma"/>
                <a:cs typeface="Tahoma"/>
              </a:rPr>
              <a:t>Replace 47 </a:t>
            </a:r>
            <a:r>
              <a:rPr sz="1900" spc="-10" dirty="0">
                <a:latin typeface="Tahoma"/>
                <a:cs typeface="Tahoma"/>
              </a:rPr>
              <a:t>with</a:t>
            </a:r>
            <a:r>
              <a:rPr sz="1900" spc="65" dirty="0">
                <a:latin typeface="Tahoma"/>
                <a:cs typeface="Tahoma"/>
              </a:rPr>
              <a:t> </a:t>
            </a:r>
            <a:r>
              <a:rPr sz="1900" spc="-5" dirty="0">
                <a:latin typeface="Tahoma"/>
                <a:cs typeface="Tahoma"/>
              </a:rPr>
              <a:t>51</a:t>
            </a:r>
            <a:endParaRPr sz="1900">
              <a:latin typeface="Tahoma"/>
              <a:cs typeface="Tahoma"/>
            </a:endParaRPr>
          </a:p>
          <a:p>
            <a:pPr marL="756285" lvl="1" indent="-287020">
              <a:lnSpc>
                <a:spcPct val="100000"/>
              </a:lnSpc>
              <a:spcBef>
                <a:spcPts val="459"/>
              </a:spcBef>
              <a:buChar char="–"/>
              <a:tabLst>
                <a:tab pos="756285" algn="l"/>
                <a:tab pos="756920" algn="l"/>
              </a:tabLst>
            </a:pPr>
            <a:r>
              <a:rPr sz="1900" spc="-10" dirty="0">
                <a:latin typeface="Tahoma"/>
                <a:cs typeface="Tahoma"/>
              </a:rPr>
              <a:t>Node </a:t>
            </a:r>
            <a:r>
              <a:rPr sz="1900" spc="-5" dirty="0">
                <a:latin typeface="Tahoma"/>
                <a:cs typeface="Tahoma"/>
              </a:rPr>
              <a:t>51 is not a leaf</a:t>
            </a:r>
            <a:r>
              <a:rPr sz="1900" spc="100" dirty="0">
                <a:latin typeface="Tahoma"/>
                <a:cs typeface="Tahoma"/>
              </a:rPr>
              <a:t> </a:t>
            </a:r>
            <a:r>
              <a:rPr sz="1900" spc="-5" dirty="0">
                <a:latin typeface="Tahoma"/>
                <a:cs typeface="Tahoma"/>
              </a:rPr>
              <a:t>node</a:t>
            </a:r>
            <a:endParaRPr sz="1900">
              <a:latin typeface="Tahoma"/>
              <a:cs typeface="Tahoma"/>
            </a:endParaRPr>
          </a:p>
        </p:txBody>
      </p:sp>
      <p:sp>
        <p:nvSpPr>
          <p:cNvPr id="4" name="object 4"/>
          <p:cNvSpPr/>
          <p:nvPr/>
        </p:nvSpPr>
        <p:spPr>
          <a:xfrm>
            <a:off x="1214448" y="3380232"/>
            <a:ext cx="7716196" cy="1856231"/>
          </a:xfrm>
          <a:prstGeom prst="rect">
            <a:avLst/>
          </a:prstGeom>
          <a:blipFill>
            <a:blip r:embed="rId2" cstate="print"/>
            <a:stretch>
              <a:fillRect/>
            </a:stretch>
          </a:blipFill>
        </p:spPr>
        <p:txBody>
          <a:bodyPr wrap="square" lIns="0" tIns="0" rIns="0" bIns="0" rtlCol="0"/>
          <a:lstStyle/>
          <a:p>
            <a:endParaRPr/>
          </a:p>
        </p:txBody>
      </p:sp>
      <p:sp>
        <p:nvSpPr>
          <p:cNvPr id="7" name="Footer Placeholder 6">
            <a:extLst>
              <a:ext uri="{FF2B5EF4-FFF2-40B4-BE49-F238E27FC236}">
                <a16:creationId xmlns:a16="http://schemas.microsoft.com/office/drawing/2014/main" id="{3EAE9582-0AD2-3397-3E3C-377B80585CCA}"/>
              </a:ext>
            </a:extLst>
          </p:cNvPr>
          <p:cNvSpPr>
            <a:spLocks noGrp="1"/>
          </p:cNvSpPr>
          <p:nvPr>
            <p:ph type="ftr" sz="quarter" idx="11"/>
          </p:nvPr>
        </p:nvSpPr>
        <p:spPr/>
        <p:txBody>
          <a:bodyPr/>
          <a:lstStyle/>
          <a:p>
            <a:r>
              <a:rPr lang="en-US"/>
              <a:t>Algorithm and Data Structure </a:t>
            </a:r>
            <a:endParaRPr lang="en-US" dirty="0"/>
          </a:p>
        </p:txBody>
      </p:sp>
      <p:sp>
        <p:nvSpPr>
          <p:cNvPr id="8" name="Slide Number Placeholder 7">
            <a:extLst>
              <a:ext uri="{FF2B5EF4-FFF2-40B4-BE49-F238E27FC236}">
                <a16:creationId xmlns:a16="http://schemas.microsoft.com/office/drawing/2014/main" id="{C01EACBE-798E-F95D-6544-5D71BA1739F2}"/>
              </a:ext>
            </a:extLst>
          </p:cNvPr>
          <p:cNvSpPr>
            <a:spLocks noGrp="1"/>
          </p:cNvSpPr>
          <p:nvPr>
            <p:ph type="sldNum" sz="quarter" idx="12"/>
          </p:nvPr>
        </p:nvSpPr>
        <p:spPr/>
        <p:txBody>
          <a:bodyPr/>
          <a:lstStyle/>
          <a:p>
            <a:fld id="{95E664E9-BB0A-4932-9D77-E0DDE5779A37}" type="slidenum">
              <a:rPr lang="en-US" smtClean="0"/>
              <a:pPr/>
              <a:t>195</a:t>
            </a:fld>
            <a:endParaRPr lang="en-US"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2437" y="614680"/>
            <a:ext cx="7455534" cy="452120"/>
          </a:xfrm>
          <a:prstGeom prst="rect">
            <a:avLst/>
          </a:prstGeom>
        </p:spPr>
        <p:txBody>
          <a:bodyPr vert="horz" wrap="square" lIns="0" tIns="12065" rIns="0" bIns="0" rtlCol="0">
            <a:spAutoFit/>
          </a:bodyPr>
          <a:lstStyle/>
          <a:p>
            <a:pPr marL="12700">
              <a:lnSpc>
                <a:spcPct val="100000"/>
              </a:lnSpc>
              <a:spcBef>
                <a:spcPts val="95"/>
              </a:spcBef>
            </a:pPr>
            <a:r>
              <a:rPr spc="-10" dirty="0"/>
              <a:t>Deleting </a:t>
            </a:r>
            <a:r>
              <a:rPr spc="-5" dirty="0"/>
              <a:t>a </a:t>
            </a:r>
            <a:r>
              <a:rPr dirty="0"/>
              <a:t>Node </a:t>
            </a:r>
            <a:r>
              <a:rPr spc="-5" dirty="0"/>
              <a:t>Two Children – Better</a:t>
            </a:r>
            <a:r>
              <a:rPr spc="114" dirty="0"/>
              <a:t> </a:t>
            </a:r>
            <a:r>
              <a:rPr spc="-10" dirty="0"/>
              <a:t>Solution</a:t>
            </a:r>
          </a:p>
        </p:txBody>
      </p:sp>
      <p:sp>
        <p:nvSpPr>
          <p:cNvPr id="3" name="object 3"/>
          <p:cNvSpPr txBox="1"/>
          <p:nvPr/>
        </p:nvSpPr>
        <p:spPr>
          <a:xfrm>
            <a:off x="402742" y="1090631"/>
            <a:ext cx="6622415" cy="1418590"/>
          </a:xfrm>
          <a:prstGeom prst="rect">
            <a:avLst/>
          </a:prstGeom>
        </p:spPr>
        <p:txBody>
          <a:bodyPr vert="horz" wrap="square" lIns="0" tIns="78105" rIns="0" bIns="0" rtlCol="0">
            <a:spAutoFit/>
          </a:bodyPr>
          <a:lstStyle/>
          <a:p>
            <a:pPr marL="355600" indent="-342900">
              <a:lnSpc>
                <a:spcPct val="100000"/>
              </a:lnSpc>
              <a:spcBef>
                <a:spcPts val="615"/>
              </a:spcBef>
              <a:buChar char="•"/>
              <a:tabLst>
                <a:tab pos="354965" algn="l"/>
                <a:tab pos="355600" algn="l"/>
              </a:tabLst>
            </a:pPr>
            <a:r>
              <a:rPr sz="2100" spc="-5" dirty="0">
                <a:latin typeface="Tahoma"/>
                <a:cs typeface="Tahoma"/>
              </a:rPr>
              <a:t>Consider </a:t>
            </a:r>
            <a:r>
              <a:rPr sz="2100" dirty="0">
                <a:latin typeface="Tahoma"/>
                <a:cs typeface="Tahoma"/>
              </a:rPr>
              <a:t>the </a:t>
            </a:r>
            <a:r>
              <a:rPr sz="2100" spc="-5" dirty="0">
                <a:latin typeface="Tahoma"/>
                <a:cs typeface="Tahoma"/>
              </a:rPr>
              <a:t>problem </a:t>
            </a:r>
            <a:r>
              <a:rPr sz="2100" dirty="0">
                <a:latin typeface="Tahoma"/>
                <a:cs typeface="Tahoma"/>
              </a:rPr>
              <a:t>of </a:t>
            </a:r>
            <a:r>
              <a:rPr sz="2100" spc="-5" dirty="0">
                <a:latin typeface="Tahoma"/>
                <a:cs typeface="Tahoma"/>
              </a:rPr>
              <a:t>deleting </a:t>
            </a:r>
            <a:r>
              <a:rPr sz="2100" dirty="0">
                <a:latin typeface="Tahoma"/>
                <a:cs typeface="Tahoma"/>
              </a:rPr>
              <a:t>a </a:t>
            </a:r>
            <a:r>
              <a:rPr sz="2100" spc="-5" dirty="0">
                <a:latin typeface="Tahoma"/>
                <a:cs typeface="Tahoma"/>
              </a:rPr>
              <a:t>full node, e.g.,</a:t>
            </a:r>
            <a:r>
              <a:rPr sz="2100" spc="30" dirty="0">
                <a:latin typeface="Tahoma"/>
                <a:cs typeface="Tahoma"/>
              </a:rPr>
              <a:t> </a:t>
            </a:r>
            <a:r>
              <a:rPr sz="2100" spc="5" dirty="0">
                <a:latin typeface="Tahoma"/>
                <a:cs typeface="Tahoma"/>
              </a:rPr>
              <a:t>47</a:t>
            </a:r>
            <a:endParaRPr sz="2100">
              <a:latin typeface="Tahoma"/>
              <a:cs typeface="Tahoma"/>
            </a:endParaRPr>
          </a:p>
          <a:p>
            <a:pPr marL="756285" lvl="1" indent="-287020">
              <a:lnSpc>
                <a:spcPct val="100000"/>
              </a:lnSpc>
              <a:spcBef>
                <a:spcPts val="465"/>
              </a:spcBef>
              <a:buChar char="–"/>
              <a:tabLst>
                <a:tab pos="756285" algn="l"/>
                <a:tab pos="756920" algn="l"/>
              </a:tabLst>
            </a:pPr>
            <a:r>
              <a:rPr sz="1900" spc="-5" dirty="0">
                <a:latin typeface="Tahoma"/>
                <a:cs typeface="Tahoma"/>
              </a:rPr>
              <a:t>Replace 47 </a:t>
            </a:r>
            <a:r>
              <a:rPr sz="1900" spc="-10" dirty="0">
                <a:latin typeface="Tahoma"/>
                <a:cs typeface="Tahoma"/>
              </a:rPr>
              <a:t>with</a:t>
            </a:r>
            <a:r>
              <a:rPr sz="1900" spc="65" dirty="0">
                <a:latin typeface="Tahoma"/>
                <a:cs typeface="Tahoma"/>
              </a:rPr>
              <a:t> </a:t>
            </a:r>
            <a:r>
              <a:rPr sz="1900" spc="-5" dirty="0">
                <a:latin typeface="Tahoma"/>
                <a:cs typeface="Tahoma"/>
              </a:rPr>
              <a:t>51</a:t>
            </a:r>
            <a:endParaRPr sz="1900">
              <a:latin typeface="Tahoma"/>
              <a:cs typeface="Tahoma"/>
            </a:endParaRPr>
          </a:p>
          <a:p>
            <a:pPr marL="756285" lvl="1" indent="-287020">
              <a:lnSpc>
                <a:spcPct val="100000"/>
              </a:lnSpc>
              <a:spcBef>
                <a:spcPts val="459"/>
              </a:spcBef>
              <a:buChar char="–"/>
              <a:tabLst>
                <a:tab pos="756285" algn="l"/>
                <a:tab pos="756920" algn="l"/>
              </a:tabLst>
            </a:pPr>
            <a:r>
              <a:rPr sz="1900" spc="-10" dirty="0">
                <a:latin typeface="Tahoma"/>
                <a:cs typeface="Tahoma"/>
              </a:rPr>
              <a:t>Node </a:t>
            </a:r>
            <a:r>
              <a:rPr sz="1900" spc="-5" dirty="0">
                <a:latin typeface="Tahoma"/>
                <a:cs typeface="Tahoma"/>
              </a:rPr>
              <a:t>51 is not a leaf</a:t>
            </a:r>
            <a:r>
              <a:rPr sz="1900" spc="100" dirty="0">
                <a:latin typeface="Tahoma"/>
                <a:cs typeface="Tahoma"/>
              </a:rPr>
              <a:t> </a:t>
            </a:r>
            <a:r>
              <a:rPr sz="1900" spc="-5" dirty="0">
                <a:latin typeface="Tahoma"/>
                <a:cs typeface="Tahoma"/>
              </a:rPr>
              <a:t>node</a:t>
            </a:r>
            <a:endParaRPr sz="1900">
              <a:latin typeface="Tahoma"/>
              <a:cs typeface="Tahoma"/>
            </a:endParaRPr>
          </a:p>
          <a:p>
            <a:pPr marL="1155065" lvl="2" indent="-229235">
              <a:lnSpc>
                <a:spcPct val="100000"/>
              </a:lnSpc>
              <a:spcBef>
                <a:spcPts val="405"/>
              </a:spcBef>
              <a:buFont typeface="Wingdings"/>
              <a:buChar char=""/>
              <a:tabLst>
                <a:tab pos="1155700" algn="l"/>
              </a:tabLst>
            </a:pPr>
            <a:r>
              <a:rPr sz="1700" spc="-10" dirty="0">
                <a:latin typeface="Tahoma"/>
                <a:cs typeface="Tahoma"/>
              </a:rPr>
              <a:t>Assign </a:t>
            </a:r>
            <a:r>
              <a:rPr sz="1700" spc="-5" dirty="0">
                <a:latin typeface="Tahoma"/>
                <a:cs typeface="Tahoma"/>
              </a:rPr>
              <a:t>the left subtree </a:t>
            </a:r>
            <a:r>
              <a:rPr sz="1700" dirty="0">
                <a:latin typeface="Tahoma"/>
                <a:cs typeface="Tahoma"/>
              </a:rPr>
              <a:t>of 70 </a:t>
            </a:r>
            <a:r>
              <a:rPr sz="1700" spc="-5" dirty="0">
                <a:latin typeface="Tahoma"/>
                <a:cs typeface="Tahoma"/>
              </a:rPr>
              <a:t>to point to</a:t>
            </a:r>
            <a:r>
              <a:rPr sz="1700" spc="75" dirty="0">
                <a:latin typeface="Tahoma"/>
                <a:cs typeface="Tahoma"/>
              </a:rPr>
              <a:t> </a:t>
            </a:r>
            <a:r>
              <a:rPr sz="1700" dirty="0">
                <a:latin typeface="Tahoma"/>
                <a:cs typeface="Tahoma"/>
              </a:rPr>
              <a:t>59</a:t>
            </a:r>
            <a:endParaRPr sz="1700">
              <a:latin typeface="Tahoma"/>
              <a:cs typeface="Tahoma"/>
            </a:endParaRPr>
          </a:p>
        </p:txBody>
      </p:sp>
      <p:sp>
        <p:nvSpPr>
          <p:cNvPr id="4" name="object 4"/>
          <p:cNvSpPr/>
          <p:nvPr/>
        </p:nvSpPr>
        <p:spPr>
          <a:xfrm>
            <a:off x="785822" y="3380232"/>
            <a:ext cx="7712024" cy="1531619"/>
          </a:xfrm>
          <a:prstGeom prst="rect">
            <a:avLst/>
          </a:prstGeom>
          <a:blipFill>
            <a:blip r:embed="rId2" cstate="print"/>
            <a:stretch>
              <a:fillRect/>
            </a:stretch>
          </a:blipFill>
        </p:spPr>
        <p:txBody>
          <a:bodyPr wrap="square" lIns="0" tIns="0" rIns="0" bIns="0" rtlCol="0"/>
          <a:lstStyle/>
          <a:p>
            <a:endParaRPr/>
          </a:p>
        </p:txBody>
      </p:sp>
      <p:sp>
        <p:nvSpPr>
          <p:cNvPr id="7" name="Footer Placeholder 6">
            <a:extLst>
              <a:ext uri="{FF2B5EF4-FFF2-40B4-BE49-F238E27FC236}">
                <a16:creationId xmlns:a16="http://schemas.microsoft.com/office/drawing/2014/main" id="{060D1CD0-133E-457B-192F-E2B181986FEF}"/>
              </a:ext>
            </a:extLst>
          </p:cNvPr>
          <p:cNvSpPr>
            <a:spLocks noGrp="1"/>
          </p:cNvSpPr>
          <p:nvPr>
            <p:ph type="ftr" sz="quarter" idx="11"/>
          </p:nvPr>
        </p:nvSpPr>
        <p:spPr/>
        <p:txBody>
          <a:bodyPr/>
          <a:lstStyle/>
          <a:p>
            <a:r>
              <a:rPr lang="en-US"/>
              <a:t>Algorithm and Data Structure </a:t>
            </a:r>
            <a:endParaRPr lang="en-US" dirty="0"/>
          </a:p>
        </p:txBody>
      </p:sp>
      <p:sp>
        <p:nvSpPr>
          <p:cNvPr id="8" name="Slide Number Placeholder 7">
            <a:extLst>
              <a:ext uri="{FF2B5EF4-FFF2-40B4-BE49-F238E27FC236}">
                <a16:creationId xmlns:a16="http://schemas.microsoft.com/office/drawing/2014/main" id="{8746449C-A9CC-4DAF-F359-57D7301C396B}"/>
              </a:ext>
            </a:extLst>
          </p:cNvPr>
          <p:cNvSpPr>
            <a:spLocks noGrp="1"/>
          </p:cNvSpPr>
          <p:nvPr>
            <p:ph type="sldNum" sz="quarter" idx="12"/>
          </p:nvPr>
        </p:nvSpPr>
        <p:spPr/>
        <p:txBody>
          <a:bodyPr/>
          <a:lstStyle/>
          <a:p>
            <a:fld id="{95E664E9-BB0A-4932-9D77-E0DDE5779A37}" type="slidenum">
              <a:rPr lang="en-US" smtClean="0"/>
              <a:pPr/>
              <a:t>196</a:t>
            </a:fld>
            <a:endParaRPr lang="en-US"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0DBD9-FAA8-1986-70B1-38A0087FDE9B}"/>
              </a:ext>
            </a:extLst>
          </p:cNvPr>
          <p:cNvSpPr>
            <a:spLocks noGrp="1"/>
          </p:cNvSpPr>
          <p:nvPr>
            <p:ph type="title"/>
          </p:nvPr>
        </p:nvSpPr>
        <p:spPr/>
        <p:txBody>
          <a:bodyPr>
            <a:normAutofit fontScale="90000"/>
          </a:bodyPr>
          <a:lstStyle/>
          <a:p>
            <a:r>
              <a:rPr lang="en-US" dirty="0"/>
              <a:t>Detailed Explanation of the Algorithm </a:t>
            </a:r>
            <a:br>
              <a:rPr lang="en-US" dirty="0"/>
            </a:br>
            <a:r>
              <a:rPr lang="en-US" dirty="0"/>
              <a:t>(Base Case)</a:t>
            </a:r>
          </a:p>
        </p:txBody>
      </p:sp>
      <p:sp>
        <p:nvSpPr>
          <p:cNvPr id="3" name="Footer Placeholder 2">
            <a:extLst>
              <a:ext uri="{FF2B5EF4-FFF2-40B4-BE49-F238E27FC236}">
                <a16:creationId xmlns:a16="http://schemas.microsoft.com/office/drawing/2014/main" id="{5D3CD9AC-7DB5-1BFB-9D3C-A1ABC57D0381}"/>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650C3B37-3489-0FB7-89F0-809F1EF84538}"/>
              </a:ext>
            </a:extLst>
          </p:cNvPr>
          <p:cNvSpPr>
            <a:spLocks noGrp="1"/>
          </p:cNvSpPr>
          <p:nvPr>
            <p:ph type="sldNum" sz="quarter" idx="12"/>
          </p:nvPr>
        </p:nvSpPr>
        <p:spPr/>
        <p:txBody>
          <a:bodyPr/>
          <a:lstStyle/>
          <a:p>
            <a:fld id="{95E664E9-BB0A-4932-9D77-E0DDE5779A37}" type="slidenum">
              <a:rPr lang="en-US" smtClean="0"/>
              <a:pPr/>
              <a:t>197</a:t>
            </a:fld>
            <a:endParaRPr lang="en-US" dirty="0"/>
          </a:p>
        </p:txBody>
      </p:sp>
      <p:sp>
        <p:nvSpPr>
          <p:cNvPr id="5" name="Content Placeholder 4">
            <a:extLst>
              <a:ext uri="{FF2B5EF4-FFF2-40B4-BE49-F238E27FC236}">
                <a16:creationId xmlns:a16="http://schemas.microsoft.com/office/drawing/2014/main" id="{DBEBB4BC-71A8-AAB5-5913-726A287EF79F}"/>
              </a:ext>
            </a:extLst>
          </p:cNvPr>
          <p:cNvSpPr>
            <a:spLocks noGrp="1"/>
          </p:cNvSpPr>
          <p:nvPr>
            <p:ph sz="quarter" idx="1"/>
          </p:nvPr>
        </p:nvSpPr>
        <p:spPr/>
        <p:txBody>
          <a:bodyPr/>
          <a:lstStyle/>
          <a:p>
            <a:r>
              <a:rPr lang="en-US" b="1" dirty="0"/>
              <a:t>If the root is </a:t>
            </a:r>
            <a:r>
              <a:rPr lang="en-US" b="1" dirty="0" err="1"/>
              <a:t>nullptr</a:t>
            </a:r>
            <a:endParaRPr lang="en-US" b="1" dirty="0"/>
          </a:p>
          <a:p>
            <a:r>
              <a:rPr lang="en-US" dirty="0"/>
              <a:t>The function checks if the tree is empty (</a:t>
            </a:r>
            <a:r>
              <a:rPr lang="en-US" dirty="0" err="1"/>
              <a:t>nullptr</a:t>
            </a:r>
            <a:r>
              <a:rPr lang="en-US" dirty="0"/>
              <a:t>). </a:t>
            </a:r>
          </a:p>
          <a:p>
            <a:pPr lvl="1"/>
            <a:r>
              <a:rPr lang="en-US" dirty="0"/>
              <a:t>If the tree is empty, there's nothing to delete, so it returns </a:t>
            </a:r>
            <a:r>
              <a:rPr lang="en-US" dirty="0" err="1"/>
              <a:t>nullptr</a:t>
            </a:r>
            <a:r>
              <a:rPr lang="en-US" dirty="0"/>
              <a:t>.</a:t>
            </a:r>
          </a:p>
          <a:p>
            <a:pPr marL="274320" lvl="1" indent="0">
              <a:buNone/>
            </a:pPr>
            <a:r>
              <a:rPr lang="en-US" dirty="0"/>
              <a:t>		if (root == </a:t>
            </a:r>
            <a:r>
              <a:rPr lang="en-US" dirty="0" err="1"/>
              <a:t>nullptr</a:t>
            </a:r>
            <a:r>
              <a:rPr lang="en-US" dirty="0"/>
              <a:t>) return root;</a:t>
            </a:r>
          </a:p>
          <a:p>
            <a:pPr marL="274320" lvl="1" indent="0">
              <a:buNone/>
            </a:pPr>
            <a:endParaRPr lang="en-US" dirty="0"/>
          </a:p>
        </p:txBody>
      </p:sp>
    </p:spTree>
    <p:extLst>
      <p:ext uri="{BB962C8B-B14F-4D97-AF65-F5344CB8AC3E}">
        <p14:creationId xmlns:p14="http://schemas.microsoft.com/office/powerpoint/2010/main" val="2940037869"/>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E04E1-CD11-062A-C6FE-98C88BDAA1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5C0A57-EA5C-398C-0FF7-C8AC48E5BA63}"/>
              </a:ext>
            </a:extLst>
          </p:cNvPr>
          <p:cNvSpPr>
            <a:spLocks noGrp="1"/>
          </p:cNvSpPr>
          <p:nvPr>
            <p:ph type="title"/>
          </p:nvPr>
        </p:nvSpPr>
        <p:spPr/>
        <p:txBody>
          <a:bodyPr>
            <a:normAutofit fontScale="90000"/>
          </a:bodyPr>
          <a:lstStyle/>
          <a:p>
            <a:r>
              <a:rPr lang="en-US" dirty="0"/>
              <a:t>Detailed Explanation of the Algorithm </a:t>
            </a:r>
            <a:br>
              <a:rPr lang="en-US" dirty="0"/>
            </a:br>
            <a:r>
              <a:rPr lang="en-US" dirty="0"/>
              <a:t>(Case 1)</a:t>
            </a:r>
          </a:p>
        </p:txBody>
      </p:sp>
      <p:sp>
        <p:nvSpPr>
          <p:cNvPr id="3" name="Footer Placeholder 2">
            <a:extLst>
              <a:ext uri="{FF2B5EF4-FFF2-40B4-BE49-F238E27FC236}">
                <a16:creationId xmlns:a16="http://schemas.microsoft.com/office/drawing/2014/main" id="{68AB6318-770C-1860-2A3C-5E11D9E38E23}"/>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AA827A58-5F3E-A98D-4713-38F94A18C696}"/>
              </a:ext>
            </a:extLst>
          </p:cNvPr>
          <p:cNvSpPr>
            <a:spLocks noGrp="1"/>
          </p:cNvSpPr>
          <p:nvPr>
            <p:ph type="sldNum" sz="quarter" idx="12"/>
          </p:nvPr>
        </p:nvSpPr>
        <p:spPr/>
        <p:txBody>
          <a:bodyPr/>
          <a:lstStyle/>
          <a:p>
            <a:fld id="{95E664E9-BB0A-4932-9D77-E0DDE5779A37}" type="slidenum">
              <a:rPr lang="en-US" smtClean="0"/>
              <a:pPr/>
              <a:t>198</a:t>
            </a:fld>
            <a:endParaRPr lang="en-US" dirty="0"/>
          </a:p>
        </p:txBody>
      </p:sp>
      <p:sp>
        <p:nvSpPr>
          <p:cNvPr id="5" name="Content Placeholder 4">
            <a:extLst>
              <a:ext uri="{FF2B5EF4-FFF2-40B4-BE49-F238E27FC236}">
                <a16:creationId xmlns:a16="http://schemas.microsoft.com/office/drawing/2014/main" id="{3FECC9E3-80C1-4516-774C-D8FCFC32D64F}"/>
              </a:ext>
            </a:extLst>
          </p:cNvPr>
          <p:cNvSpPr>
            <a:spLocks noGrp="1"/>
          </p:cNvSpPr>
          <p:nvPr>
            <p:ph sz="quarter" idx="1"/>
          </p:nvPr>
        </p:nvSpPr>
        <p:spPr/>
        <p:txBody>
          <a:bodyPr/>
          <a:lstStyle/>
          <a:p>
            <a:pPr marL="274320" lvl="1">
              <a:spcBef>
                <a:spcPts val="600"/>
              </a:spcBef>
              <a:buClr>
                <a:schemeClr val="accent1"/>
              </a:buClr>
            </a:pPr>
            <a:r>
              <a:rPr lang="en-US" sz="2600" b="1" dirty="0">
                <a:solidFill>
                  <a:schemeClr val="tx1"/>
                </a:solidFill>
              </a:rPr>
              <a:t>The data to be deleted is smaller than the root's data</a:t>
            </a:r>
          </a:p>
          <a:p>
            <a:pPr marL="274320" lvl="1">
              <a:spcBef>
                <a:spcPts val="600"/>
              </a:spcBef>
              <a:buClr>
                <a:schemeClr val="accent1"/>
              </a:buClr>
            </a:pPr>
            <a:r>
              <a:rPr lang="en-US" sz="2600" dirty="0">
                <a:solidFill>
                  <a:schemeClr val="tx1"/>
                </a:solidFill>
              </a:rPr>
              <a:t>If the data you're looking to delete is smaller than the current node’s data, you need to go to the left child of the current node.</a:t>
            </a:r>
          </a:p>
          <a:p>
            <a:pPr marL="274320" lvl="2" indent="0">
              <a:spcBef>
                <a:spcPts val="600"/>
              </a:spcBef>
              <a:buClr>
                <a:schemeClr val="accent1"/>
              </a:buClr>
              <a:buNone/>
            </a:pPr>
            <a:r>
              <a:rPr lang="en-US" sz="2300" dirty="0">
                <a:solidFill>
                  <a:schemeClr val="tx1"/>
                </a:solidFill>
              </a:rPr>
              <a:t>           if (data &lt; root-&gt;data) {</a:t>
            </a:r>
          </a:p>
          <a:p>
            <a:pPr marL="274320" lvl="2" indent="0">
              <a:spcBef>
                <a:spcPts val="600"/>
              </a:spcBef>
              <a:buClr>
                <a:schemeClr val="accent1"/>
              </a:buClr>
              <a:buNone/>
            </a:pPr>
            <a:r>
              <a:rPr lang="en-US" sz="2300" dirty="0">
                <a:solidFill>
                  <a:schemeClr val="tx1"/>
                </a:solidFill>
              </a:rPr>
              <a:t>              root-&gt;left = </a:t>
            </a:r>
            <a:r>
              <a:rPr lang="en-US" sz="2300" dirty="0" err="1">
                <a:solidFill>
                  <a:schemeClr val="tx1"/>
                </a:solidFill>
              </a:rPr>
              <a:t>delete_node</a:t>
            </a:r>
            <a:r>
              <a:rPr lang="en-US" sz="2300" dirty="0">
                <a:solidFill>
                  <a:schemeClr val="tx1"/>
                </a:solidFill>
              </a:rPr>
              <a:t>(root-&gt;left, data);</a:t>
            </a:r>
          </a:p>
          <a:p>
            <a:pPr marL="274320" lvl="2" indent="0">
              <a:spcBef>
                <a:spcPts val="600"/>
              </a:spcBef>
              <a:buClr>
                <a:schemeClr val="accent1"/>
              </a:buClr>
              <a:buNone/>
            </a:pPr>
            <a:r>
              <a:rPr lang="en-US" sz="2300" dirty="0">
                <a:solidFill>
                  <a:schemeClr val="tx1"/>
                </a:solidFill>
              </a:rPr>
              <a:t>          }</a:t>
            </a:r>
          </a:p>
          <a:p>
            <a:pPr marL="0" lvl="1" indent="0">
              <a:spcBef>
                <a:spcPts val="600"/>
              </a:spcBef>
              <a:buClr>
                <a:schemeClr val="accent1"/>
              </a:buClr>
              <a:buNone/>
            </a:pPr>
            <a:endParaRPr lang="en-US" sz="2600" dirty="0">
              <a:solidFill>
                <a:schemeClr val="tx1"/>
              </a:solidFill>
            </a:endParaRPr>
          </a:p>
        </p:txBody>
      </p:sp>
    </p:spTree>
    <p:extLst>
      <p:ext uri="{BB962C8B-B14F-4D97-AF65-F5344CB8AC3E}">
        <p14:creationId xmlns:p14="http://schemas.microsoft.com/office/powerpoint/2010/main" val="1466907303"/>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4A87A-3A94-AD69-1024-0397C8040F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763000-BBB4-530A-6FEC-750DCF9C992A}"/>
              </a:ext>
            </a:extLst>
          </p:cNvPr>
          <p:cNvSpPr>
            <a:spLocks noGrp="1"/>
          </p:cNvSpPr>
          <p:nvPr>
            <p:ph type="title"/>
          </p:nvPr>
        </p:nvSpPr>
        <p:spPr/>
        <p:txBody>
          <a:bodyPr>
            <a:normAutofit fontScale="90000"/>
          </a:bodyPr>
          <a:lstStyle/>
          <a:p>
            <a:r>
              <a:rPr lang="en-US" dirty="0"/>
              <a:t>Detailed Explanation of the Algorithm </a:t>
            </a:r>
            <a:br>
              <a:rPr lang="en-US" dirty="0"/>
            </a:br>
            <a:r>
              <a:rPr lang="en-US" dirty="0"/>
              <a:t>(Case 2)</a:t>
            </a:r>
          </a:p>
        </p:txBody>
      </p:sp>
      <p:sp>
        <p:nvSpPr>
          <p:cNvPr id="3" name="Footer Placeholder 2">
            <a:extLst>
              <a:ext uri="{FF2B5EF4-FFF2-40B4-BE49-F238E27FC236}">
                <a16:creationId xmlns:a16="http://schemas.microsoft.com/office/drawing/2014/main" id="{14EEB51B-5A4D-FF1B-C707-441341389A0F}"/>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BB67F3CB-9056-C9BD-67CA-4B6575A12CBB}"/>
              </a:ext>
            </a:extLst>
          </p:cNvPr>
          <p:cNvSpPr>
            <a:spLocks noGrp="1"/>
          </p:cNvSpPr>
          <p:nvPr>
            <p:ph type="sldNum" sz="quarter" idx="12"/>
          </p:nvPr>
        </p:nvSpPr>
        <p:spPr/>
        <p:txBody>
          <a:bodyPr/>
          <a:lstStyle/>
          <a:p>
            <a:fld id="{95E664E9-BB0A-4932-9D77-E0DDE5779A37}" type="slidenum">
              <a:rPr lang="en-US" smtClean="0"/>
              <a:pPr/>
              <a:t>199</a:t>
            </a:fld>
            <a:endParaRPr lang="en-US" dirty="0"/>
          </a:p>
        </p:txBody>
      </p:sp>
      <p:sp>
        <p:nvSpPr>
          <p:cNvPr id="5" name="Content Placeholder 4">
            <a:extLst>
              <a:ext uri="{FF2B5EF4-FFF2-40B4-BE49-F238E27FC236}">
                <a16:creationId xmlns:a16="http://schemas.microsoft.com/office/drawing/2014/main" id="{8592CD2B-A4E5-C0A2-D7BD-C00C2ECCE2A6}"/>
              </a:ext>
            </a:extLst>
          </p:cNvPr>
          <p:cNvSpPr>
            <a:spLocks noGrp="1"/>
          </p:cNvSpPr>
          <p:nvPr>
            <p:ph sz="quarter" idx="1"/>
          </p:nvPr>
        </p:nvSpPr>
        <p:spPr/>
        <p:txBody>
          <a:bodyPr>
            <a:normAutofit/>
          </a:bodyPr>
          <a:lstStyle/>
          <a:p>
            <a:pPr marL="274320" lvl="1">
              <a:spcBef>
                <a:spcPts val="600"/>
              </a:spcBef>
              <a:buClr>
                <a:schemeClr val="accent1"/>
              </a:buClr>
            </a:pPr>
            <a:r>
              <a:rPr lang="en-US" sz="2600" b="1" dirty="0">
                <a:solidFill>
                  <a:schemeClr val="tx1"/>
                </a:solidFill>
              </a:rPr>
              <a:t>The data to be deleted is greater than the root's data</a:t>
            </a:r>
          </a:p>
          <a:p>
            <a:pPr marL="274320" lvl="1">
              <a:spcBef>
                <a:spcPts val="600"/>
              </a:spcBef>
              <a:buClr>
                <a:schemeClr val="accent1"/>
              </a:buClr>
            </a:pPr>
            <a:r>
              <a:rPr lang="en-US" sz="2600" dirty="0">
                <a:solidFill>
                  <a:schemeClr val="tx1"/>
                </a:solidFill>
              </a:rPr>
              <a:t>If the data you're looking to delete is greater than the current node’s data, you need to go to the right child of the current node.</a:t>
            </a:r>
          </a:p>
          <a:p>
            <a:pPr marL="320040" lvl="2" indent="0">
              <a:spcBef>
                <a:spcPts val="600"/>
              </a:spcBef>
              <a:buClr>
                <a:schemeClr val="accent1"/>
              </a:buClr>
              <a:buNone/>
            </a:pPr>
            <a:r>
              <a:rPr lang="en-US" sz="2300" dirty="0"/>
              <a:t>	else if (data &gt; root-&gt;data) {</a:t>
            </a:r>
          </a:p>
          <a:p>
            <a:pPr marL="320040" lvl="2" indent="0">
              <a:spcBef>
                <a:spcPts val="600"/>
              </a:spcBef>
              <a:buClr>
                <a:schemeClr val="accent1"/>
              </a:buClr>
              <a:buNone/>
            </a:pPr>
            <a:r>
              <a:rPr lang="en-US" sz="2300" dirty="0"/>
              <a:t>            root-&gt;right = </a:t>
            </a:r>
            <a:r>
              <a:rPr lang="en-US" sz="2300" dirty="0" err="1"/>
              <a:t>delete_node</a:t>
            </a:r>
            <a:r>
              <a:rPr lang="en-US" sz="2300" dirty="0"/>
              <a:t>(root-&gt;right, data);</a:t>
            </a:r>
          </a:p>
          <a:p>
            <a:pPr marL="320040" lvl="2" indent="0">
              <a:spcBef>
                <a:spcPts val="600"/>
              </a:spcBef>
              <a:buClr>
                <a:schemeClr val="accent1"/>
              </a:buClr>
              <a:buNone/>
            </a:pPr>
            <a:r>
              <a:rPr lang="en-US" sz="2300" dirty="0"/>
              <a:t>       }</a:t>
            </a:r>
          </a:p>
          <a:p>
            <a:pPr marL="320040" lvl="2" indent="0">
              <a:spcBef>
                <a:spcPts val="600"/>
              </a:spcBef>
              <a:buClr>
                <a:schemeClr val="accent1"/>
              </a:buClr>
              <a:buNone/>
            </a:pPr>
            <a:endParaRPr lang="en-US" sz="2300" dirty="0">
              <a:solidFill>
                <a:schemeClr val="tx1"/>
              </a:solidFill>
            </a:endParaRPr>
          </a:p>
        </p:txBody>
      </p:sp>
    </p:spTree>
    <p:extLst>
      <p:ext uri="{BB962C8B-B14F-4D97-AF65-F5344CB8AC3E}">
        <p14:creationId xmlns:p14="http://schemas.microsoft.com/office/powerpoint/2010/main" val="4013782239"/>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68C67-CE9E-86F2-B5ED-0E8F070E0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94E7D0-F680-3E3A-AD8F-4EF6DAC127D8}"/>
              </a:ext>
            </a:extLst>
          </p:cNvPr>
          <p:cNvSpPr>
            <a:spLocks noGrp="1"/>
          </p:cNvSpPr>
          <p:nvPr>
            <p:ph type="title"/>
          </p:nvPr>
        </p:nvSpPr>
        <p:spPr/>
        <p:txBody>
          <a:bodyPr>
            <a:normAutofit fontScale="90000"/>
          </a:bodyPr>
          <a:lstStyle/>
          <a:p>
            <a:r>
              <a:rPr lang="en-US" dirty="0"/>
              <a:t>Detailed Explanation of the Algorithm </a:t>
            </a:r>
            <a:br>
              <a:rPr lang="en-US" dirty="0"/>
            </a:br>
            <a:r>
              <a:rPr lang="en-US" dirty="0"/>
              <a:t>(Case 3)</a:t>
            </a:r>
          </a:p>
        </p:txBody>
      </p:sp>
      <p:sp>
        <p:nvSpPr>
          <p:cNvPr id="3" name="Footer Placeholder 2">
            <a:extLst>
              <a:ext uri="{FF2B5EF4-FFF2-40B4-BE49-F238E27FC236}">
                <a16:creationId xmlns:a16="http://schemas.microsoft.com/office/drawing/2014/main" id="{1B8FF471-8D55-3836-1F7E-7438D1FB2A98}"/>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2425A624-D674-9537-77BE-6029966AC570}"/>
              </a:ext>
            </a:extLst>
          </p:cNvPr>
          <p:cNvSpPr>
            <a:spLocks noGrp="1"/>
          </p:cNvSpPr>
          <p:nvPr>
            <p:ph type="sldNum" sz="quarter" idx="12"/>
          </p:nvPr>
        </p:nvSpPr>
        <p:spPr/>
        <p:txBody>
          <a:bodyPr/>
          <a:lstStyle/>
          <a:p>
            <a:fld id="{95E664E9-BB0A-4932-9D77-E0DDE5779A37}" type="slidenum">
              <a:rPr lang="en-US" smtClean="0"/>
              <a:pPr/>
              <a:t>200</a:t>
            </a:fld>
            <a:endParaRPr lang="en-US" dirty="0"/>
          </a:p>
        </p:txBody>
      </p:sp>
      <p:sp>
        <p:nvSpPr>
          <p:cNvPr id="5" name="Content Placeholder 4">
            <a:extLst>
              <a:ext uri="{FF2B5EF4-FFF2-40B4-BE49-F238E27FC236}">
                <a16:creationId xmlns:a16="http://schemas.microsoft.com/office/drawing/2014/main" id="{F082290A-C5F0-FADC-AF79-25315AC2E04E}"/>
              </a:ext>
            </a:extLst>
          </p:cNvPr>
          <p:cNvSpPr>
            <a:spLocks noGrp="1"/>
          </p:cNvSpPr>
          <p:nvPr>
            <p:ph sz="quarter" idx="1"/>
          </p:nvPr>
        </p:nvSpPr>
        <p:spPr/>
        <p:txBody>
          <a:bodyPr>
            <a:normAutofit/>
          </a:bodyPr>
          <a:lstStyle/>
          <a:p>
            <a:pPr marL="274320" lvl="1">
              <a:spcBef>
                <a:spcPts val="600"/>
              </a:spcBef>
              <a:buClr>
                <a:schemeClr val="accent1"/>
              </a:buClr>
            </a:pPr>
            <a:r>
              <a:rPr lang="en-US" sz="2600" b="1" dirty="0">
                <a:solidFill>
                  <a:schemeClr val="tx1"/>
                </a:solidFill>
              </a:rPr>
              <a:t>The data matches the root’s data (this is the node to delete)</a:t>
            </a:r>
          </a:p>
          <a:p>
            <a:pPr marL="274320" lvl="1">
              <a:spcBef>
                <a:spcPts val="600"/>
              </a:spcBef>
              <a:buClr>
                <a:schemeClr val="accent1"/>
              </a:buClr>
            </a:pPr>
            <a:r>
              <a:rPr lang="en-US" sz="2000" dirty="0"/>
              <a:t>If you find the node that matches the data, you have three situations to handle, depending on how many children the node has:</a:t>
            </a:r>
          </a:p>
          <a:p>
            <a:pPr marL="548640" lvl="2">
              <a:spcBef>
                <a:spcPts val="600"/>
              </a:spcBef>
              <a:buClr>
                <a:schemeClr val="accent1"/>
              </a:buClr>
            </a:pPr>
            <a:r>
              <a:rPr lang="en-US" sz="2000" b="1" dirty="0"/>
              <a:t>Case 3a: Node has no children (leaf node)</a:t>
            </a:r>
          </a:p>
          <a:p>
            <a:pPr marL="548640" lvl="2">
              <a:spcBef>
                <a:spcPts val="600"/>
              </a:spcBef>
              <a:buClr>
                <a:schemeClr val="accent1"/>
              </a:buClr>
            </a:pPr>
            <a:r>
              <a:rPr lang="en-US" sz="2300" dirty="0">
                <a:solidFill>
                  <a:schemeClr val="tx1"/>
                </a:solidFill>
              </a:rPr>
              <a:t>If the node to delete has no left or right child, you simply remove it by setting the root to </a:t>
            </a:r>
            <a:r>
              <a:rPr lang="en-US" sz="2300" dirty="0" err="1">
                <a:solidFill>
                  <a:schemeClr val="tx1"/>
                </a:solidFill>
              </a:rPr>
              <a:t>nullptr</a:t>
            </a:r>
            <a:r>
              <a:rPr lang="en-US" sz="2300" dirty="0">
                <a:solidFill>
                  <a:schemeClr val="tx1"/>
                </a:solidFill>
              </a:rPr>
              <a:t>.</a:t>
            </a:r>
          </a:p>
          <a:p>
            <a:pPr marL="320040" lvl="2" indent="0">
              <a:spcBef>
                <a:spcPts val="600"/>
              </a:spcBef>
              <a:buClr>
                <a:schemeClr val="accent1"/>
              </a:buClr>
              <a:buNone/>
            </a:pPr>
            <a:endParaRPr lang="en-US" sz="2300" dirty="0">
              <a:solidFill>
                <a:schemeClr val="tx1"/>
              </a:solidFill>
            </a:endParaRPr>
          </a:p>
          <a:p>
            <a:pPr marL="320040" lvl="2" indent="0">
              <a:spcBef>
                <a:spcPts val="600"/>
              </a:spcBef>
              <a:buClr>
                <a:schemeClr val="accent1"/>
              </a:buClr>
              <a:buNone/>
            </a:pPr>
            <a:r>
              <a:rPr lang="en-US" sz="2300" dirty="0">
                <a:solidFill>
                  <a:schemeClr val="tx1"/>
                </a:solidFill>
              </a:rPr>
              <a:t>    if (root-&gt;left == </a:t>
            </a:r>
            <a:r>
              <a:rPr lang="en-US" sz="2300" dirty="0" err="1">
                <a:solidFill>
                  <a:schemeClr val="tx1"/>
                </a:solidFill>
              </a:rPr>
              <a:t>nullptr</a:t>
            </a:r>
            <a:r>
              <a:rPr lang="en-US" sz="2300" dirty="0">
                <a:solidFill>
                  <a:schemeClr val="tx1"/>
                </a:solidFill>
              </a:rPr>
              <a:t> &amp;&amp; root-&gt;right == </a:t>
            </a:r>
            <a:r>
              <a:rPr lang="en-US" sz="2300" dirty="0" err="1">
                <a:solidFill>
                  <a:schemeClr val="tx1"/>
                </a:solidFill>
              </a:rPr>
              <a:t>nullptr</a:t>
            </a:r>
            <a:r>
              <a:rPr lang="en-US" sz="2300" dirty="0">
                <a:solidFill>
                  <a:schemeClr val="tx1"/>
                </a:solidFill>
              </a:rPr>
              <a:t>) {</a:t>
            </a:r>
          </a:p>
          <a:p>
            <a:pPr marL="320040" lvl="2" indent="0">
              <a:spcBef>
                <a:spcPts val="600"/>
              </a:spcBef>
              <a:buClr>
                <a:schemeClr val="accent1"/>
              </a:buClr>
              <a:buNone/>
            </a:pPr>
            <a:r>
              <a:rPr lang="en-US" sz="2300" dirty="0">
                <a:solidFill>
                  <a:schemeClr val="tx1"/>
                </a:solidFill>
              </a:rPr>
              <a:t>       root = </a:t>
            </a:r>
            <a:r>
              <a:rPr lang="en-US" sz="2300" dirty="0" err="1">
                <a:solidFill>
                  <a:schemeClr val="tx1"/>
                </a:solidFill>
              </a:rPr>
              <a:t>nullptr</a:t>
            </a:r>
            <a:r>
              <a:rPr lang="en-US" sz="2300" dirty="0">
                <a:solidFill>
                  <a:schemeClr val="tx1"/>
                </a:solidFill>
              </a:rPr>
              <a:t>;  // Delete the node</a:t>
            </a:r>
          </a:p>
          <a:p>
            <a:pPr marL="320040" lvl="2" indent="0">
              <a:spcBef>
                <a:spcPts val="600"/>
              </a:spcBef>
              <a:buClr>
                <a:schemeClr val="accent1"/>
              </a:buClr>
              <a:buNone/>
            </a:pPr>
            <a:r>
              <a:rPr lang="en-US" sz="2300" dirty="0">
                <a:solidFill>
                  <a:schemeClr val="tx1"/>
                </a:solidFill>
              </a:rPr>
              <a:t>   }</a:t>
            </a:r>
          </a:p>
          <a:p>
            <a:pPr marL="320040" lvl="2" indent="0">
              <a:spcBef>
                <a:spcPts val="600"/>
              </a:spcBef>
              <a:buClr>
                <a:schemeClr val="accent1"/>
              </a:buClr>
              <a:buNone/>
            </a:pPr>
            <a:endParaRPr lang="en-US" sz="2300" dirty="0">
              <a:solidFill>
                <a:schemeClr val="tx1"/>
              </a:solidFill>
            </a:endParaRPr>
          </a:p>
        </p:txBody>
      </p:sp>
    </p:spTree>
    <p:extLst>
      <p:ext uri="{BB962C8B-B14F-4D97-AF65-F5344CB8AC3E}">
        <p14:creationId xmlns:p14="http://schemas.microsoft.com/office/powerpoint/2010/main" val="908782332"/>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2A777-3634-19F8-4B81-2EB3F5B0D4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5E0BCD-F3BC-B864-822A-CA47581E7719}"/>
              </a:ext>
            </a:extLst>
          </p:cNvPr>
          <p:cNvSpPr>
            <a:spLocks noGrp="1"/>
          </p:cNvSpPr>
          <p:nvPr>
            <p:ph type="title"/>
          </p:nvPr>
        </p:nvSpPr>
        <p:spPr/>
        <p:txBody>
          <a:bodyPr>
            <a:normAutofit fontScale="90000"/>
          </a:bodyPr>
          <a:lstStyle/>
          <a:p>
            <a:r>
              <a:rPr lang="en-US" dirty="0"/>
              <a:t>Detailed Explanation of the Algorithm </a:t>
            </a:r>
            <a:br>
              <a:rPr lang="en-US" dirty="0"/>
            </a:br>
            <a:r>
              <a:rPr lang="en-US" dirty="0"/>
              <a:t>(Case 3)</a:t>
            </a:r>
          </a:p>
        </p:txBody>
      </p:sp>
      <p:sp>
        <p:nvSpPr>
          <p:cNvPr id="3" name="Footer Placeholder 2">
            <a:extLst>
              <a:ext uri="{FF2B5EF4-FFF2-40B4-BE49-F238E27FC236}">
                <a16:creationId xmlns:a16="http://schemas.microsoft.com/office/drawing/2014/main" id="{DCCBEE07-2C13-CC94-5C06-20ECB14E9EDA}"/>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7AF15DAD-2130-AAB7-D8BC-9FEE3F19F104}"/>
              </a:ext>
            </a:extLst>
          </p:cNvPr>
          <p:cNvSpPr>
            <a:spLocks noGrp="1"/>
          </p:cNvSpPr>
          <p:nvPr>
            <p:ph type="sldNum" sz="quarter" idx="12"/>
          </p:nvPr>
        </p:nvSpPr>
        <p:spPr/>
        <p:txBody>
          <a:bodyPr/>
          <a:lstStyle/>
          <a:p>
            <a:fld id="{95E664E9-BB0A-4932-9D77-E0DDE5779A37}" type="slidenum">
              <a:rPr lang="en-US" smtClean="0"/>
              <a:pPr/>
              <a:t>201</a:t>
            </a:fld>
            <a:endParaRPr lang="en-US" dirty="0"/>
          </a:p>
        </p:txBody>
      </p:sp>
      <p:sp>
        <p:nvSpPr>
          <p:cNvPr id="5" name="Content Placeholder 4">
            <a:extLst>
              <a:ext uri="{FF2B5EF4-FFF2-40B4-BE49-F238E27FC236}">
                <a16:creationId xmlns:a16="http://schemas.microsoft.com/office/drawing/2014/main" id="{008A6F33-E2B4-C3BA-9E8B-41425AB9E3FB}"/>
              </a:ext>
            </a:extLst>
          </p:cNvPr>
          <p:cNvSpPr>
            <a:spLocks noGrp="1"/>
          </p:cNvSpPr>
          <p:nvPr>
            <p:ph sz="quarter" idx="1"/>
          </p:nvPr>
        </p:nvSpPr>
        <p:spPr/>
        <p:txBody>
          <a:bodyPr>
            <a:normAutofit fontScale="92500" lnSpcReduction="20000"/>
          </a:bodyPr>
          <a:lstStyle/>
          <a:p>
            <a:pPr marL="274320" lvl="1">
              <a:spcBef>
                <a:spcPts val="600"/>
              </a:spcBef>
              <a:buClr>
                <a:schemeClr val="accent1"/>
              </a:buClr>
            </a:pPr>
            <a:r>
              <a:rPr lang="en-US" sz="2600" b="1" dirty="0">
                <a:solidFill>
                  <a:schemeClr val="tx1"/>
                </a:solidFill>
              </a:rPr>
              <a:t>Case 3b: Node has one child</a:t>
            </a:r>
          </a:p>
          <a:p>
            <a:pPr marL="274320" lvl="1">
              <a:spcBef>
                <a:spcPts val="600"/>
              </a:spcBef>
              <a:buClr>
                <a:schemeClr val="accent1"/>
              </a:buClr>
            </a:pPr>
            <a:r>
              <a:rPr lang="en-US" sz="2000" dirty="0"/>
              <a:t>If the node to delete has only one child (either left or right), you make the node’s parent point to the child instead of the node, effectively removing the node.</a:t>
            </a:r>
          </a:p>
          <a:p>
            <a:pPr marL="274320" lvl="1">
              <a:spcBef>
                <a:spcPts val="600"/>
              </a:spcBef>
              <a:buClr>
                <a:schemeClr val="accent1"/>
              </a:buClr>
            </a:pPr>
            <a:r>
              <a:rPr lang="en-US" sz="2000" dirty="0"/>
              <a:t>If the node has only a right child:</a:t>
            </a:r>
          </a:p>
          <a:p>
            <a:pPr marL="0" lvl="1" indent="0">
              <a:spcBef>
                <a:spcPts val="600"/>
              </a:spcBef>
              <a:buClr>
                <a:schemeClr val="accent1"/>
              </a:buClr>
              <a:buNone/>
            </a:pPr>
            <a:r>
              <a:rPr lang="en-US" sz="2000" b="1" dirty="0">
                <a:solidFill>
                  <a:schemeClr val="tx1"/>
                </a:solidFill>
              </a:rPr>
              <a:t>	else if (root-&gt;left == </a:t>
            </a:r>
            <a:r>
              <a:rPr lang="en-US" sz="2000" b="1" dirty="0" err="1">
                <a:solidFill>
                  <a:schemeClr val="tx1"/>
                </a:solidFill>
              </a:rPr>
              <a:t>nullptr</a:t>
            </a:r>
            <a:r>
              <a:rPr lang="en-US" sz="2000" b="1" dirty="0">
                <a:solidFill>
                  <a:schemeClr val="tx1"/>
                </a:solidFill>
              </a:rPr>
              <a:t>) {</a:t>
            </a:r>
          </a:p>
          <a:p>
            <a:pPr marL="0" lvl="1" indent="0">
              <a:spcBef>
                <a:spcPts val="600"/>
              </a:spcBef>
              <a:buClr>
                <a:schemeClr val="accent1"/>
              </a:buClr>
              <a:buNone/>
            </a:pPr>
            <a:r>
              <a:rPr lang="en-US" sz="2000" b="1" dirty="0">
                <a:solidFill>
                  <a:schemeClr val="tx1"/>
                </a:solidFill>
              </a:rPr>
              <a:t>                  node* temp = root;</a:t>
            </a:r>
          </a:p>
          <a:p>
            <a:pPr marL="0" lvl="1" indent="0">
              <a:spcBef>
                <a:spcPts val="600"/>
              </a:spcBef>
              <a:buClr>
                <a:schemeClr val="accent1"/>
              </a:buClr>
              <a:buNone/>
            </a:pPr>
            <a:r>
              <a:rPr lang="en-US" sz="2000" b="1" dirty="0">
                <a:solidFill>
                  <a:schemeClr val="tx1"/>
                </a:solidFill>
              </a:rPr>
              <a:t>                  root = root-&gt;right;  // Move root to the right child</a:t>
            </a:r>
          </a:p>
          <a:p>
            <a:pPr marL="0" lvl="1" indent="0">
              <a:spcBef>
                <a:spcPts val="600"/>
              </a:spcBef>
              <a:buClr>
                <a:schemeClr val="accent1"/>
              </a:buClr>
              <a:buNone/>
            </a:pPr>
            <a:r>
              <a:rPr lang="en-US" sz="2000" b="1" dirty="0">
                <a:solidFill>
                  <a:schemeClr val="tx1"/>
                </a:solidFill>
              </a:rPr>
              <a:t>                  free(temp);  // Free the memory of the old node</a:t>
            </a:r>
          </a:p>
          <a:p>
            <a:pPr marL="0" lvl="1" indent="0">
              <a:spcBef>
                <a:spcPts val="600"/>
              </a:spcBef>
              <a:buClr>
                <a:schemeClr val="accent1"/>
              </a:buClr>
              <a:buNone/>
            </a:pPr>
            <a:r>
              <a:rPr lang="en-US" sz="2000" b="1" dirty="0">
                <a:solidFill>
                  <a:schemeClr val="tx1"/>
                </a:solidFill>
              </a:rPr>
              <a:t>           }</a:t>
            </a:r>
          </a:p>
          <a:p>
            <a:pPr marL="274320" lvl="1">
              <a:spcBef>
                <a:spcPts val="600"/>
              </a:spcBef>
              <a:buClr>
                <a:schemeClr val="accent1"/>
              </a:buClr>
            </a:pPr>
            <a:r>
              <a:rPr lang="en-US" sz="2000" dirty="0"/>
              <a:t> If the node has only a left child:</a:t>
            </a:r>
          </a:p>
          <a:p>
            <a:pPr marL="0" lvl="1" indent="0">
              <a:spcBef>
                <a:spcPts val="600"/>
              </a:spcBef>
              <a:buClr>
                <a:schemeClr val="accent1"/>
              </a:buClr>
              <a:buNone/>
            </a:pPr>
            <a:r>
              <a:rPr lang="en-US" sz="2100" b="1" dirty="0">
                <a:solidFill>
                  <a:schemeClr val="tx1"/>
                </a:solidFill>
              </a:rPr>
              <a:t>	else if (root-&gt;right == </a:t>
            </a:r>
            <a:r>
              <a:rPr lang="en-US" sz="2100" b="1" dirty="0" err="1">
                <a:solidFill>
                  <a:schemeClr val="tx1"/>
                </a:solidFill>
              </a:rPr>
              <a:t>nullptr</a:t>
            </a:r>
            <a:r>
              <a:rPr lang="en-US" sz="2100" b="1" dirty="0">
                <a:solidFill>
                  <a:schemeClr val="tx1"/>
                </a:solidFill>
              </a:rPr>
              <a:t>) {</a:t>
            </a:r>
          </a:p>
          <a:p>
            <a:pPr marL="0" lvl="1" indent="0">
              <a:spcBef>
                <a:spcPts val="600"/>
              </a:spcBef>
              <a:buClr>
                <a:schemeClr val="accent1"/>
              </a:buClr>
              <a:buNone/>
            </a:pPr>
            <a:r>
              <a:rPr lang="en-US" sz="2100" b="1" dirty="0">
                <a:solidFill>
                  <a:schemeClr val="tx1"/>
                </a:solidFill>
              </a:rPr>
              <a:t>                node* temp = root;</a:t>
            </a:r>
          </a:p>
          <a:p>
            <a:pPr marL="0" lvl="1" indent="0">
              <a:spcBef>
                <a:spcPts val="600"/>
              </a:spcBef>
              <a:buClr>
                <a:schemeClr val="accent1"/>
              </a:buClr>
              <a:buNone/>
            </a:pPr>
            <a:r>
              <a:rPr lang="en-US" sz="2100" b="1" dirty="0">
                <a:solidFill>
                  <a:schemeClr val="tx1"/>
                </a:solidFill>
              </a:rPr>
              <a:t>                root = root-&gt;left;  // Move root to the left child</a:t>
            </a:r>
          </a:p>
          <a:p>
            <a:pPr marL="0" lvl="1" indent="0">
              <a:spcBef>
                <a:spcPts val="600"/>
              </a:spcBef>
              <a:buClr>
                <a:schemeClr val="accent1"/>
              </a:buClr>
              <a:buNone/>
            </a:pPr>
            <a:r>
              <a:rPr lang="en-US" sz="2100" b="1" dirty="0">
                <a:solidFill>
                  <a:schemeClr val="tx1"/>
                </a:solidFill>
              </a:rPr>
              <a:t>                free(temp);  // Free the memory of the old node</a:t>
            </a:r>
          </a:p>
          <a:p>
            <a:pPr marL="0" lvl="1" indent="0">
              <a:spcBef>
                <a:spcPts val="600"/>
              </a:spcBef>
              <a:buClr>
                <a:schemeClr val="accent1"/>
              </a:buClr>
              <a:buNone/>
            </a:pPr>
            <a:r>
              <a:rPr lang="en-US" sz="2100" b="1" dirty="0">
                <a:solidFill>
                  <a:schemeClr val="tx1"/>
                </a:solidFill>
              </a:rPr>
              <a:t>          }</a:t>
            </a:r>
          </a:p>
          <a:p>
            <a:pPr marL="594360" lvl="3" indent="0">
              <a:spcBef>
                <a:spcPts val="600"/>
              </a:spcBef>
              <a:buClr>
                <a:schemeClr val="accent1"/>
              </a:buClr>
              <a:buNone/>
            </a:pPr>
            <a:endParaRPr lang="en-US" sz="1500" dirty="0"/>
          </a:p>
        </p:txBody>
      </p:sp>
    </p:spTree>
    <p:extLst>
      <p:ext uri="{BB962C8B-B14F-4D97-AF65-F5344CB8AC3E}">
        <p14:creationId xmlns:p14="http://schemas.microsoft.com/office/powerpoint/2010/main" val="616835321"/>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5A0B3-1DEF-982F-9B89-0D752F2F46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9FD835-2407-32D6-F8E6-F36C4DA43533}"/>
              </a:ext>
            </a:extLst>
          </p:cNvPr>
          <p:cNvSpPr>
            <a:spLocks noGrp="1"/>
          </p:cNvSpPr>
          <p:nvPr>
            <p:ph type="title"/>
          </p:nvPr>
        </p:nvSpPr>
        <p:spPr/>
        <p:txBody>
          <a:bodyPr>
            <a:normAutofit fontScale="90000"/>
          </a:bodyPr>
          <a:lstStyle/>
          <a:p>
            <a:r>
              <a:rPr lang="en-US" dirty="0"/>
              <a:t>Detailed Explanation of the Algorithm </a:t>
            </a:r>
            <a:br>
              <a:rPr lang="en-US" dirty="0"/>
            </a:br>
            <a:r>
              <a:rPr lang="en-US" dirty="0"/>
              <a:t>(Case 3)</a:t>
            </a:r>
          </a:p>
        </p:txBody>
      </p:sp>
      <p:sp>
        <p:nvSpPr>
          <p:cNvPr id="3" name="Footer Placeholder 2">
            <a:extLst>
              <a:ext uri="{FF2B5EF4-FFF2-40B4-BE49-F238E27FC236}">
                <a16:creationId xmlns:a16="http://schemas.microsoft.com/office/drawing/2014/main" id="{93FF2CDC-FE0E-A735-0DD1-3D9D2A2B967E}"/>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A9AEB494-7B8F-4081-517F-5E151D57EC9F}"/>
              </a:ext>
            </a:extLst>
          </p:cNvPr>
          <p:cNvSpPr>
            <a:spLocks noGrp="1"/>
          </p:cNvSpPr>
          <p:nvPr>
            <p:ph type="sldNum" sz="quarter" idx="12"/>
          </p:nvPr>
        </p:nvSpPr>
        <p:spPr/>
        <p:txBody>
          <a:bodyPr/>
          <a:lstStyle/>
          <a:p>
            <a:fld id="{95E664E9-BB0A-4932-9D77-E0DDE5779A37}" type="slidenum">
              <a:rPr lang="en-US" smtClean="0"/>
              <a:pPr/>
              <a:t>202</a:t>
            </a:fld>
            <a:endParaRPr lang="en-US" dirty="0"/>
          </a:p>
        </p:txBody>
      </p:sp>
      <p:sp>
        <p:nvSpPr>
          <p:cNvPr id="5" name="Content Placeholder 4">
            <a:extLst>
              <a:ext uri="{FF2B5EF4-FFF2-40B4-BE49-F238E27FC236}">
                <a16:creationId xmlns:a16="http://schemas.microsoft.com/office/drawing/2014/main" id="{2CC4F10F-F9F7-F7CF-B45C-34F3AAFEB45A}"/>
              </a:ext>
            </a:extLst>
          </p:cNvPr>
          <p:cNvSpPr>
            <a:spLocks noGrp="1"/>
          </p:cNvSpPr>
          <p:nvPr>
            <p:ph sz="quarter" idx="1"/>
          </p:nvPr>
        </p:nvSpPr>
        <p:spPr/>
        <p:txBody>
          <a:bodyPr>
            <a:normAutofit/>
          </a:bodyPr>
          <a:lstStyle/>
          <a:p>
            <a:pPr marL="274320" lvl="1">
              <a:spcBef>
                <a:spcPts val="600"/>
              </a:spcBef>
              <a:buClr>
                <a:schemeClr val="accent1"/>
              </a:buClr>
            </a:pPr>
            <a:r>
              <a:rPr lang="en-US" sz="2600" b="1" dirty="0">
                <a:solidFill>
                  <a:schemeClr val="tx1"/>
                </a:solidFill>
              </a:rPr>
              <a:t>Case 3c: Node has two children</a:t>
            </a:r>
          </a:p>
          <a:p>
            <a:pPr marL="274320" lvl="1">
              <a:spcBef>
                <a:spcPts val="600"/>
              </a:spcBef>
              <a:buClr>
                <a:schemeClr val="accent1"/>
              </a:buClr>
            </a:pPr>
            <a:r>
              <a:rPr lang="en-US" sz="1600" dirty="0"/>
              <a:t>If the node to delete has two children (both left and right), the tricky part is replacing it with another node to keep the BST property intact.</a:t>
            </a:r>
          </a:p>
          <a:p>
            <a:pPr marL="274320" lvl="1">
              <a:spcBef>
                <a:spcPts val="600"/>
              </a:spcBef>
              <a:buClr>
                <a:schemeClr val="accent1"/>
              </a:buClr>
            </a:pPr>
            <a:r>
              <a:rPr lang="en-US" sz="1600" dirty="0"/>
              <a:t>The most common approach is to find the </a:t>
            </a:r>
            <a:r>
              <a:rPr lang="en-US" sz="1600" b="1" dirty="0"/>
              <a:t>smallest node in the right subtree</a:t>
            </a:r>
            <a:r>
              <a:rPr lang="en-US" sz="1600" dirty="0"/>
              <a:t> (also called the </a:t>
            </a:r>
            <a:r>
              <a:rPr lang="en-US" sz="1600" b="1" dirty="0"/>
              <a:t>in-order successor</a:t>
            </a:r>
            <a:r>
              <a:rPr lang="en-US" sz="1600" dirty="0"/>
              <a:t>), copy its value to the node being deleted, and then delete that smallest node from the right subtree.</a:t>
            </a:r>
            <a:r>
              <a:rPr lang="en-US" sz="1600" b="1" dirty="0">
                <a:solidFill>
                  <a:schemeClr val="tx1"/>
                </a:solidFill>
              </a:rPr>
              <a:t>	</a:t>
            </a:r>
          </a:p>
          <a:p>
            <a:pPr marL="662940" lvl="2" indent="-342900">
              <a:spcBef>
                <a:spcPts val="600"/>
              </a:spcBef>
              <a:buClr>
                <a:schemeClr val="accent1"/>
              </a:buClr>
              <a:buFont typeface="+mj-lt"/>
              <a:buAutoNum type="arabicPeriod"/>
            </a:pPr>
            <a:r>
              <a:rPr lang="en-US" sz="1600" dirty="0"/>
              <a:t>Find the smallest node in the right subtree:</a:t>
            </a:r>
          </a:p>
          <a:p>
            <a:pPr marL="0" lvl="1" indent="0">
              <a:spcBef>
                <a:spcPts val="600"/>
              </a:spcBef>
              <a:buClr>
                <a:schemeClr val="accent1"/>
              </a:buClr>
              <a:buNone/>
            </a:pPr>
            <a:r>
              <a:rPr lang="en-US" sz="1600" dirty="0"/>
              <a:t>	node* temp = root-&gt;right;</a:t>
            </a:r>
          </a:p>
          <a:p>
            <a:pPr marL="0" lvl="1" indent="0">
              <a:spcBef>
                <a:spcPts val="600"/>
              </a:spcBef>
              <a:buClr>
                <a:schemeClr val="accent1"/>
              </a:buClr>
              <a:buNone/>
            </a:pPr>
            <a:r>
              <a:rPr lang="en-US" sz="1600" dirty="0"/>
              <a:t>                     while (temp-&gt;left != </a:t>
            </a:r>
            <a:r>
              <a:rPr lang="en-US" sz="1600" dirty="0" err="1"/>
              <a:t>nullptr</a:t>
            </a:r>
            <a:r>
              <a:rPr lang="en-US" sz="1600" dirty="0"/>
              <a:t>) {</a:t>
            </a:r>
          </a:p>
          <a:p>
            <a:pPr marL="0" lvl="1" indent="0">
              <a:spcBef>
                <a:spcPts val="600"/>
              </a:spcBef>
              <a:buClr>
                <a:schemeClr val="accent1"/>
              </a:buClr>
              <a:buNone/>
            </a:pPr>
            <a:r>
              <a:rPr lang="en-US" sz="1600" dirty="0"/>
              <a:t>                           temp = temp-&gt;left;  // Find the leftmost node in the right subtree</a:t>
            </a:r>
          </a:p>
          <a:p>
            <a:pPr marL="0" lvl="1" indent="0">
              <a:spcBef>
                <a:spcPts val="600"/>
              </a:spcBef>
              <a:buClr>
                <a:schemeClr val="accent1"/>
              </a:buClr>
              <a:buNone/>
            </a:pPr>
            <a:r>
              <a:rPr lang="en-US" sz="1600" dirty="0"/>
              <a:t>                    }</a:t>
            </a:r>
          </a:p>
          <a:p>
            <a:pPr marL="662940" lvl="2" indent="-342900">
              <a:spcBef>
                <a:spcPts val="600"/>
              </a:spcBef>
              <a:buClr>
                <a:schemeClr val="accent1"/>
              </a:buClr>
              <a:buFont typeface="+mj-lt"/>
              <a:buAutoNum type="arabicPeriod" startAt="2"/>
            </a:pPr>
            <a:r>
              <a:rPr lang="en-US" sz="1600" dirty="0"/>
              <a:t>Copy the smallest node’s value to the current node:</a:t>
            </a:r>
          </a:p>
          <a:p>
            <a:pPr marL="320040" lvl="2" indent="0">
              <a:spcBef>
                <a:spcPts val="600"/>
              </a:spcBef>
              <a:buClr>
                <a:schemeClr val="accent1"/>
              </a:buClr>
              <a:buNone/>
            </a:pPr>
            <a:r>
              <a:rPr lang="en-US" sz="1600" dirty="0"/>
              <a:t>	root-&gt;data = temp-&gt;data;  // Replace the data with the smallest value</a:t>
            </a:r>
          </a:p>
          <a:p>
            <a:pPr marL="662940" lvl="2" indent="-342900">
              <a:spcBef>
                <a:spcPts val="600"/>
              </a:spcBef>
              <a:buClr>
                <a:schemeClr val="accent1"/>
              </a:buClr>
              <a:buFont typeface="+mj-lt"/>
              <a:buAutoNum type="arabicPeriod" startAt="3"/>
            </a:pPr>
            <a:r>
              <a:rPr lang="en-US" sz="1600" dirty="0"/>
              <a:t>Now, delete the smallest node from the right subtree:</a:t>
            </a:r>
          </a:p>
          <a:p>
            <a:pPr marL="320040" lvl="2" indent="0">
              <a:spcBef>
                <a:spcPts val="600"/>
              </a:spcBef>
              <a:buClr>
                <a:schemeClr val="accent1"/>
              </a:buClr>
              <a:buNone/>
            </a:pPr>
            <a:r>
              <a:rPr lang="en-US" sz="1600" dirty="0"/>
              <a:t>	root-&gt;right = </a:t>
            </a:r>
            <a:r>
              <a:rPr lang="en-US" sz="1600" dirty="0" err="1"/>
              <a:t>delete_node</a:t>
            </a:r>
            <a:r>
              <a:rPr lang="en-US" sz="1600" dirty="0"/>
              <a:t>(root-&gt;right, temp-&gt;data);</a:t>
            </a:r>
          </a:p>
          <a:p>
            <a:pPr marL="320040" lvl="2" indent="0">
              <a:spcBef>
                <a:spcPts val="600"/>
              </a:spcBef>
              <a:buClr>
                <a:schemeClr val="accent1"/>
              </a:buClr>
              <a:buNone/>
            </a:pPr>
            <a:endParaRPr lang="en-US" sz="900" dirty="0"/>
          </a:p>
          <a:p>
            <a:pPr marL="320040" lvl="2" indent="0">
              <a:spcBef>
                <a:spcPts val="600"/>
              </a:spcBef>
              <a:buClr>
                <a:schemeClr val="accent1"/>
              </a:buClr>
              <a:buNone/>
            </a:pPr>
            <a:endParaRPr lang="en-US" sz="900" dirty="0"/>
          </a:p>
        </p:txBody>
      </p:sp>
    </p:spTree>
    <p:extLst>
      <p:ext uri="{BB962C8B-B14F-4D97-AF65-F5344CB8AC3E}">
        <p14:creationId xmlns:p14="http://schemas.microsoft.com/office/powerpoint/2010/main" val="376571522"/>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4ED27B2-7E0B-A47E-4B3B-B67ECECE04AC}"/>
              </a:ext>
            </a:extLst>
          </p:cNvPr>
          <p:cNvSpPr>
            <a:spLocks noGrp="1"/>
          </p:cNvSpPr>
          <p:nvPr>
            <p:ph type="title"/>
          </p:nvPr>
        </p:nvSpPr>
        <p:spPr/>
        <p:txBody>
          <a:bodyPr/>
          <a:lstStyle/>
          <a:p>
            <a:r>
              <a:rPr lang="en-US" dirty="0"/>
              <a:t>Deleting Node in BST</a:t>
            </a:r>
          </a:p>
        </p:txBody>
      </p:sp>
      <p:sp>
        <p:nvSpPr>
          <p:cNvPr id="7" name="Text Placeholder 6">
            <a:extLst>
              <a:ext uri="{FF2B5EF4-FFF2-40B4-BE49-F238E27FC236}">
                <a16:creationId xmlns:a16="http://schemas.microsoft.com/office/drawing/2014/main" id="{919F772F-A9E0-69BA-291A-D98D59AC8377}"/>
              </a:ext>
            </a:extLst>
          </p:cNvPr>
          <p:cNvSpPr>
            <a:spLocks noGrp="1"/>
          </p:cNvSpPr>
          <p:nvPr>
            <p:ph type="body" idx="1"/>
          </p:nvPr>
        </p:nvSpPr>
        <p:spPr>
          <a:xfrm>
            <a:off x="402742" y="1147318"/>
            <a:ext cx="8284058" cy="5177282"/>
          </a:xfrm>
        </p:spPr>
        <p:txBody>
          <a:bodyPr>
            <a:normAutofit fontScale="40000" lnSpcReduction="20000"/>
          </a:bodyPr>
          <a:lstStyle/>
          <a:p>
            <a:pPr marL="0" indent="0">
              <a:buNone/>
            </a:pPr>
            <a:r>
              <a:rPr lang="en-US" sz="3400" dirty="0"/>
              <a:t>struct node</a:t>
            </a:r>
          </a:p>
          <a:p>
            <a:pPr marL="0" indent="0">
              <a:buNone/>
            </a:pPr>
            <a:r>
              <a:rPr lang="en-US" sz="3400" dirty="0"/>
              <a:t>{</a:t>
            </a:r>
          </a:p>
          <a:p>
            <a:pPr marL="0" indent="0">
              <a:buNone/>
            </a:pPr>
            <a:r>
              <a:rPr lang="en-US" sz="3400" dirty="0"/>
              <a:t>    int data;</a:t>
            </a:r>
          </a:p>
          <a:p>
            <a:pPr marL="0" indent="0">
              <a:buNone/>
            </a:pPr>
            <a:r>
              <a:rPr lang="en-US" sz="3400" dirty="0"/>
              <a:t>    node *left, *right;</a:t>
            </a:r>
          </a:p>
          <a:p>
            <a:pPr marL="0" indent="0">
              <a:buNone/>
            </a:pPr>
            <a:r>
              <a:rPr lang="en-US" sz="3400" dirty="0"/>
              <a:t>};</a:t>
            </a:r>
          </a:p>
          <a:p>
            <a:pPr marL="0" indent="0">
              <a:buNone/>
            </a:pPr>
            <a:r>
              <a:rPr lang="en-US" sz="3400" dirty="0"/>
              <a:t>node* </a:t>
            </a:r>
            <a:r>
              <a:rPr lang="en-US" sz="3400" dirty="0" err="1"/>
              <a:t>delete_node</a:t>
            </a:r>
            <a:r>
              <a:rPr lang="en-US" sz="3400" dirty="0"/>
              <a:t>(node *root, int data)</a:t>
            </a:r>
          </a:p>
          <a:p>
            <a:pPr marL="0" indent="0">
              <a:buNone/>
            </a:pPr>
            <a:r>
              <a:rPr lang="en-US" sz="3400" dirty="0"/>
              <a:t>{</a:t>
            </a:r>
          </a:p>
          <a:p>
            <a:pPr marL="0" indent="0">
              <a:buNone/>
            </a:pPr>
            <a:r>
              <a:rPr lang="en-US" sz="3400" dirty="0"/>
              <a:t>  if(root == </a:t>
            </a:r>
            <a:r>
              <a:rPr lang="en-US" sz="3400" dirty="0" err="1"/>
              <a:t>nullptr</a:t>
            </a:r>
            <a:r>
              <a:rPr lang="en-US" sz="3400" dirty="0"/>
              <a:t>) return root;</a:t>
            </a:r>
          </a:p>
          <a:p>
            <a:pPr marL="0" indent="0">
              <a:buNone/>
            </a:pPr>
            <a:r>
              <a:rPr lang="en-US" sz="3400" dirty="0"/>
              <a:t>  else </a:t>
            </a:r>
          </a:p>
          <a:p>
            <a:pPr marL="0" indent="0">
              <a:buNone/>
            </a:pPr>
            <a:r>
              <a:rPr lang="en-US" sz="3400" dirty="0"/>
              <a:t>      if(data &lt; root-&gt;data)</a:t>
            </a:r>
          </a:p>
          <a:p>
            <a:pPr marL="0" indent="0">
              <a:buNone/>
            </a:pPr>
            <a:r>
              <a:rPr lang="en-US" sz="3400" dirty="0"/>
              <a:t>        root-&gt;left  = </a:t>
            </a:r>
            <a:r>
              <a:rPr lang="en-US" sz="3400" dirty="0" err="1"/>
              <a:t>delete_node</a:t>
            </a:r>
            <a:r>
              <a:rPr lang="en-US" sz="3400" dirty="0"/>
              <a:t>(root-&gt;left, data);</a:t>
            </a:r>
          </a:p>
          <a:p>
            <a:pPr marL="0" indent="0">
              <a:buNone/>
            </a:pPr>
            <a:r>
              <a:rPr lang="en-US" sz="3400" dirty="0"/>
              <a:t>  else </a:t>
            </a:r>
          </a:p>
          <a:p>
            <a:pPr marL="0" indent="0">
              <a:buNone/>
            </a:pPr>
            <a:r>
              <a:rPr lang="en-US" sz="3400" dirty="0"/>
              <a:t>    if(data &gt; root-&gt;data) </a:t>
            </a:r>
          </a:p>
          <a:p>
            <a:pPr marL="0" indent="0">
              <a:buNone/>
            </a:pPr>
            <a:r>
              <a:rPr lang="en-US" sz="3400" dirty="0"/>
              <a:t>       root-&gt;right = </a:t>
            </a:r>
            <a:r>
              <a:rPr lang="en-US" sz="3400" dirty="0" err="1"/>
              <a:t>delete_node</a:t>
            </a:r>
            <a:r>
              <a:rPr lang="en-US" sz="3400" dirty="0"/>
              <a:t>(root-&gt;right, data);</a:t>
            </a:r>
          </a:p>
          <a:p>
            <a:pPr marL="0" indent="0">
              <a:buNone/>
            </a:pPr>
            <a:r>
              <a:rPr lang="en-US" sz="3400" dirty="0"/>
              <a:t>  else</a:t>
            </a:r>
          </a:p>
          <a:p>
            <a:pPr marL="0" indent="0">
              <a:buNone/>
            </a:pPr>
            <a:r>
              <a:rPr lang="en-US" sz="3400" dirty="0"/>
              <a:t>  {</a:t>
            </a:r>
          </a:p>
          <a:p>
            <a:pPr marL="0" indent="0">
              <a:buNone/>
            </a:pPr>
            <a:r>
              <a:rPr lang="en-US" sz="3400" dirty="0"/>
              <a:t>    if(root-&gt;left == </a:t>
            </a:r>
            <a:r>
              <a:rPr lang="en-US" sz="3400" dirty="0" err="1"/>
              <a:t>nullptr</a:t>
            </a:r>
            <a:r>
              <a:rPr lang="en-US" sz="3400" dirty="0"/>
              <a:t> &amp;&amp; root-&gt;right == </a:t>
            </a:r>
            <a:r>
              <a:rPr lang="en-US" sz="3400" dirty="0" err="1"/>
              <a:t>nullptr</a:t>
            </a:r>
            <a:r>
              <a:rPr lang="en-US" sz="3400" dirty="0"/>
              <a:t>) </a:t>
            </a:r>
            <a:r>
              <a:rPr lang="en-US" sz="3400" dirty="0">
                <a:solidFill>
                  <a:srgbClr val="00B050"/>
                </a:solidFill>
              </a:rPr>
              <a:t>// Case 1</a:t>
            </a:r>
          </a:p>
          <a:p>
            <a:pPr marL="0" indent="0">
              <a:buNone/>
            </a:pPr>
            <a:r>
              <a:rPr lang="en-US" sz="3400" dirty="0"/>
              <a:t>    {</a:t>
            </a:r>
          </a:p>
          <a:p>
            <a:pPr marL="0" indent="0">
              <a:buNone/>
            </a:pPr>
            <a:r>
              <a:rPr lang="en-US" sz="3400" dirty="0"/>
              <a:t>      root = </a:t>
            </a:r>
            <a:r>
              <a:rPr lang="en-US" sz="3400" dirty="0" err="1"/>
              <a:t>nullptr</a:t>
            </a:r>
            <a:r>
              <a:rPr lang="en-US" sz="3400" dirty="0"/>
              <a:t>;</a:t>
            </a:r>
          </a:p>
          <a:p>
            <a:pPr marL="0" indent="0">
              <a:buNone/>
            </a:pPr>
            <a:r>
              <a:rPr lang="en-US" sz="3400" dirty="0"/>
              <a:t>    }</a:t>
            </a:r>
            <a:r>
              <a:rPr lang="en-US" dirty="0"/>
              <a:t>    </a:t>
            </a:r>
          </a:p>
        </p:txBody>
      </p:sp>
      <p:sp>
        <p:nvSpPr>
          <p:cNvPr id="4" name="Footer Placeholder 3">
            <a:extLst>
              <a:ext uri="{FF2B5EF4-FFF2-40B4-BE49-F238E27FC236}">
                <a16:creationId xmlns:a16="http://schemas.microsoft.com/office/drawing/2014/main" id="{E31014BF-AFF8-7BC0-2AA7-79ED1CF3182A}"/>
              </a:ext>
            </a:extLst>
          </p:cNvPr>
          <p:cNvSpPr>
            <a:spLocks noGrp="1"/>
          </p:cNvSpPr>
          <p:nvPr>
            <p:ph type="ftr" sz="quarter" idx="11"/>
          </p:nvPr>
        </p:nvSpPr>
        <p:spPr/>
        <p:txBody>
          <a:bodyPr/>
          <a:lstStyle/>
          <a:p>
            <a:r>
              <a:rPr lang="en-US"/>
              <a:t>Algorithm and Data Structure </a:t>
            </a:r>
            <a:endParaRPr lang="en-US" dirty="0"/>
          </a:p>
        </p:txBody>
      </p:sp>
      <p:sp>
        <p:nvSpPr>
          <p:cNvPr id="5" name="Slide Number Placeholder 4">
            <a:extLst>
              <a:ext uri="{FF2B5EF4-FFF2-40B4-BE49-F238E27FC236}">
                <a16:creationId xmlns:a16="http://schemas.microsoft.com/office/drawing/2014/main" id="{C0241512-E706-0D1A-7673-E8F4B4CD6257}"/>
              </a:ext>
            </a:extLst>
          </p:cNvPr>
          <p:cNvSpPr>
            <a:spLocks noGrp="1"/>
          </p:cNvSpPr>
          <p:nvPr>
            <p:ph type="sldNum" sz="quarter" idx="12"/>
          </p:nvPr>
        </p:nvSpPr>
        <p:spPr/>
        <p:txBody>
          <a:bodyPr/>
          <a:lstStyle/>
          <a:p>
            <a:fld id="{95E664E9-BB0A-4932-9D77-E0DDE5779A37}" type="slidenum">
              <a:rPr lang="en-US" smtClean="0"/>
              <a:pPr/>
              <a:t>203</a:t>
            </a:fld>
            <a:endParaRPr lang="en-US" dirty="0"/>
          </a:p>
        </p:txBody>
      </p:sp>
    </p:spTree>
    <p:extLst>
      <p:ext uri="{BB962C8B-B14F-4D97-AF65-F5344CB8AC3E}">
        <p14:creationId xmlns:p14="http://schemas.microsoft.com/office/powerpoint/2010/main" val="1648886119"/>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62343-2968-017D-CFF3-118126C0CDB0}"/>
              </a:ext>
            </a:extLst>
          </p:cNvPr>
          <p:cNvSpPr>
            <a:spLocks noGrp="1"/>
          </p:cNvSpPr>
          <p:nvPr>
            <p:ph type="title"/>
          </p:nvPr>
        </p:nvSpPr>
        <p:spPr/>
        <p:txBody>
          <a:bodyPr/>
          <a:lstStyle/>
          <a:p>
            <a:r>
              <a:rPr lang="en-US" dirty="0"/>
              <a:t>Deleting Node in BST</a:t>
            </a:r>
          </a:p>
        </p:txBody>
      </p:sp>
      <p:sp>
        <p:nvSpPr>
          <p:cNvPr id="4" name="Content Placeholder 3">
            <a:extLst>
              <a:ext uri="{FF2B5EF4-FFF2-40B4-BE49-F238E27FC236}">
                <a16:creationId xmlns:a16="http://schemas.microsoft.com/office/drawing/2014/main" id="{029A4807-F125-45F7-F9E1-7CCFA24C211C}"/>
              </a:ext>
            </a:extLst>
          </p:cNvPr>
          <p:cNvSpPr>
            <a:spLocks noGrp="1"/>
          </p:cNvSpPr>
          <p:nvPr>
            <p:ph sz="quarter" idx="1"/>
          </p:nvPr>
        </p:nvSpPr>
        <p:spPr/>
        <p:txBody>
          <a:bodyPr>
            <a:normAutofit fontScale="77500" lnSpcReduction="20000"/>
          </a:bodyPr>
          <a:lstStyle/>
          <a:p>
            <a:pPr marL="0" indent="0">
              <a:buNone/>
            </a:pPr>
            <a:r>
              <a:rPr lang="en-US" dirty="0"/>
              <a:t>else if(root-&gt;left == </a:t>
            </a:r>
            <a:r>
              <a:rPr lang="en-US" dirty="0" err="1"/>
              <a:t>nullptr</a:t>
            </a:r>
            <a:r>
              <a:rPr lang="en-US" dirty="0"/>
              <a:t>) </a:t>
            </a:r>
            <a:r>
              <a:rPr lang="en-US" dirty="0">
                <a:solidFill>
                  <a:srgbClr val="00B050"/>
                </a:solidFill>
              </a:rPr>
              <a:t>//Case 2</a:t>
            </a:r>
          </a:p>
          <a:p>
            <a:pPr marL="0" indent="0">
              <a:buNone/>
            </a:pPr>
            <a:r>
              <a:rPr lang="en-US" dirty="0"/>
              <a:t>    {</a:t>
            </a:r>
          </a:p>
          <a:p>
            <a:pPr marL="0" indent="0">
              <a:buNone/>
            </a:pPr>
            <a:r>
              <a:rPr lang="en-US" dirty="0"/>
              <a:t>       node* temp = root;</a:t>
            </a:r>
          </a:p>
          <a:p>
            <a:pPr marL="0" indent="0">
              <a:buNone/>
            </a:pPr>
            <a:r>
              <a:rPr lang="en-US" dirty="0"/>
              <a:t>       root= root-&gt;right;</a:t>
            </a:r>
          </a:p>
          <a:p>
            <a:pPr marL="0" indent="0">
              <a:buNone/>
            </a:pPr>
            <a:r>
              <a:rPr lang="en-US" dirty="0"/>
              <a:t>       free(temp);</a:t>
            </a:r>
          </a:p>
          <a:p>
            <a:pPr marL="0" indent="0">
              <a:buNone/>
            </a:pPr>
            <a:r>
              <a:rPr lang="en-US" dirty="0"/>
              <a:t>    }</a:t>
            </a:r>
          </a:p>
          <a:p>
            <a:pPr marL="0" indent="0">
              <a:buNone/>
            </a:pPr>
            <a:r>
              <a:rPr lang="en-US" dirty="0"/>
              <a:t>    else if(root-&gt;right == </a:t>
            </a:r>
            <a:r>
              <a:rPr lang="en-US" dirty="0" err="1"/>
              <a:t>nullptr</a:t>
            </a:r>
            <a:r>
              <a:rPr lang="en-US" dirty="0"/>
              <a:t>)      // Case 2</a:t>
            </a:r>
          </a:p>
          <a:p>
            <a:pPr marL="0" indent="0">
              <a:buNone/>
            </a:pPr>
            <a:r>
              <a:rPr lang="en-US" dirty="0"/>
              <a:t>    {</a:t>
            </a:r>
          </a:p>
          <a:p>
            <a:pPr marL="0" indent="0">
              <a:buNone/>
            </a:pPr>
            <a:r>
              <a:rPr lang="en-US" dirty="0"/>
              <a:t>       node* temp = root;</a:t>
            </a:r>
          </a:p>
          <a:p>
            <a:pPr marL="0" indent="0">
              <a:buNone/>
            </a:pPr>
            <a:r>
              <a:rPr lang="en-US" dirty="0"/>
              <a:t>       root = root-&gt;left;</a:t>
            </a:r>
          </a:p>
          <a:p>
            <a:pPr marL="0" indent="0">
              <a:buNone/>
            </a:pPr>
            <a:r>
              <a:rPr lang="en-US" dirty="0"/>
              <a:t>       free(temp);</a:t>
            </a:r>
          </a:p>
          <a:p>
            <a:pPr marL="0" indent="0">
              <a:buNone/>
            </a:pPr>
            <a:r>
              <a:rPr lang="en-US" dirty="0"/>
              <a:t>    }</a:t>
            </a:r>
          </a:p>
          <a:p>
            <a:endParaRPr lang="en-US" dirty="0"/>
          </a:p>
        </p:txBody>
      </p:sp>
      <p:sp>
        <p:nvSpPr>
          <p:cNvPr id="5" name="Content Placeholder 4">
            <a:extLst>
              <a:ext uri="{FF2B5EF4-FFF2-40B4-BE49-F238E27FC236}">
                <a16:creationId xmlns:a16="http://schemas.microsoft.com/office/drawing/2014/main" id="{20A00C36-CC28-5A17-AC3D-C35A9746F10A}"/>
              </a:ext>
            </a:extLst>
          </p:cNvPr>
          <p:cNvSpPr>
            <a:spLocks noGrp="1"/>
          </p:cNvSpPr>
          <p:nvPr>
            <p:ph sz="quarter" idx="2"/>
          </p:nvPr>
        </p:nvSpPr>
        <p:spPr>
          <a:xfrm>
            <a:off x="3962400" y="1418590"/>
            <a:ext cx="4041648" cy="4937760"/>
          </a:xfrm>
        </p:spPr>
        <p:txBody>
          <a:bodyPr>
            <a:normAutofit fontScale="77500" lnSpcReduction="20000"/>
          </a:bodyPr>
          <a:lstStyle/>
          <a:p>
            <a:pPr marL="0" indent="0">
              <a:buNone/>
            </a:pPr>
            <a:r>
              <a:rPr lang="en-US" dirty="0"/>
              <a:t>else                                 </a:t>
            </a:r>
            <a:r>
              <a:rPr lang="en-US" dirty="0">
                <a:solidFill>
                  <a:srgbClr val="00B050"/>
                </a:solidFill>
              </a:rPr>
              <a:t>// Case 3</a:t>
            </a:r>
          </a:p>
          <a:p>
            <a:pPr marL="0" indent="0">
              <a:buNone/>
            </a:pPr>
            <a:r>
              <a:rPr lang="en-US" dirty="0"/>
              <a:t>    {</a:t>
            </a:r>
          </a:p>
          <a:p>
            <a:pPr marL="0" indent="0">
              <a:buNone/>
            </a:pPr>
            <a:r>
              <a:rPr lang="en-US" dirty="0"/>
              <a:t>       node* temp = root-&gt;right;</a:t>
            </a:r>
          </a:p>
          <a:p>
            <a:pPr marL="0" indent="0">
              <a:buNone/>
            </a:pPr>
            <a:endParaRPr lang="en-US" dirty="0"/>
          </a:p>
          <a:p>
            <a:pPr marL="0" indent="0">
              <a:buNone/>
            </a:pPr>
            <a:r>
              <a:rPr lang="en-US" dirty="0"/>
              <a:t>       while(temp-&gt;left != </a:t>
            </a:r>
            <a:r>
              <a:rPr lang="en-US" dirty="0" err="1"/>
              <a:t>nullptr</a:t>
            </a:r>
            <a:r>
              <a:rPr lang="en-US" dirty="0"/>
              <a:t>) temp = temp-&gt;left;</a:t>
            </a:r>
          </a:p>
          <a:p>
            <a:pPr marL="0" indent="0">
              <a:buNone/>
            </a:pPr>
            <a:endParaRPr lang="en-US" dirty="0"/>
          </a:p>
          <a:p>
            <a:pPr marL="0" indent="0">
              <a:buNone/>
            </a:pPr>
            <a:r>
              <a:rPr lang="en-US" dirty="0"/>
              <a:t>       root-&gt;data = temp-&gt;data;</a:t>
            </a:r>
          </a:p>
          <a:p>
            <a:pPr marL="0" indent="0">
              <a:buNone/>
            </a:pPr>
            <a:r>
              <a:rPr lang="en-US" dirty="0"/>
              <a:t>       root-&gt;right = </a:t>
            </a:r>
            <a:r>
              <a:rPr lang="en-US" dirty="0" err="1"/>
              <a:t>delete_node</a:t>
            </a:r>
            <a:r>
              <a:rPr lang="en-US" dirty="0"/>
              <a:t>(root-&gt;right, temp-&gt;data);</a:t>
            </a:r>
          </a:p>
          <a:p>
            <a:pPr marL="0" indent="0">
              <a:buNone/>
            </a:pPr>
            <a:r>
              <a:rPr lang="en-US" dirty="0"/>
              <a:t>    }</a:t>
            </a:r>
          </a:p>
          <a:p>
            <a:pPr marL="0" indent="0">
              <a:buNone/>
            </a:pPr>
            <a:r>
              <a:rPr lang="en-US" dirty="0"/>
              <a:t>  }</a:t>
            </a:r>
          </a:p>
          <a:p>
            <a:pPr marL="0" indent="0">
              <a:buNone/>
            </a:pPr>
            <a:r>
              <a:rPr lang="en-US" dirty="0"/>
              <a:t>  return root;</a:t>
            </a:r>
          </a:p>
          <a:p>
            <a:pPr marL="0" indent="0">
              <a:buNone/>
            </a:pPr>
            <a:r>
              <a:rPr lang="en-US" dirty="0"/>
              <a:t>}</a:t>
            </a:r>
          </a:p>
          <a:p>
            <a:endParaRPr lang="en-US" dirty="0"/>
          </a:p>
        </p:txBody>
      </p:sp>
      <p:sp>
        <p:nvSpPr>
          <p:cNvPr id="7" name="Footer Placeholder 6">
            <a:extLst>
              <a:ext uri="{FF2B5EF4-FFF2-40B4-BE49-F238E27FC236}">
                <a16:creationId xmlns:a16="http://schemas.microsoft.com/office/drawing/2014/main" id="{5A9A463E-8095-A02E-8CCF-9FCF6BEF2EB5}"/>
              </a:ext>
            </a:extLst>
          </p:cNvPr>
          <p:cNvSpPr>
            <a:spLocks noGrp="1"/>
          </p:cNvSpPr>
          <p:nvPr>
            <p:ph type="ftr" sz="quarter" idx="11"/>
          </p:nvPr>
        </p:nvSpPr>
        <p:spPr/>
        <p:txBody>
          <a:bodyPr/>
          <a:lstStyle/>
          <a:p>
            <a:r>
              <a:rPr lang="en-US"/>
              <a:t>Algorithm and Data Structure </a:t>
            </a:r>
            <a:endParaRPr lang="en-US" dirty="0"/>
          </a:p>
        </p:txBody>
      </p:sp>
      <p:sp>
        <p:nvSpPr>
          <p:cNvPr id="8" name="Slide Number Placeholder 7">
            <a:extLst>
              <a:ext uri="{FF2B5EF4-FFF2-40B4-BE49-F238E27FC236}">
                <a16:creationId xmlns:a16="http://schemas.microsoft.com/office/drawing/2014/main" id="{091CEA6B-751B-39CD-E557-A0498DA7AFB2}"/>
              </a:ext>
            </a:extLst>
          </p:cNvPr>
          <p:cNvSpPr>
            <a:spLocks noGrp="1"/>
          </p:cNvSpPr>
          <p:nvPr>
            <p:ph type="sldNum" sz="quarter" idx="12"/>
          </p:nvPr>
        </p:nvSpPr>
        <p:spPr/>
        <p:txBody>
          <a:bodyPr/>
          <a:lstStyle/>
          <a:p>
            <a:fld id="{95335651-1A2C-4E2F-80CB-8C4D69804B63}" type="slidenum">
              <a:rPr lang="en-US" smtClean="0"/>
              <a:pPr/>
              <a:t>204</a:t>
            </a:fld>
            <a:endParaRPr lang="en-US" dirty="0"/>
          </a:p>
        </p:txBody>
      </p:sp>
    </p:spTree>
    <p:extLst>
      <p:ext uri="{BB962C8B-B14F-4D97-AF65-F5344CB8AC3E}">
        <p14:creationId xmlns:p14="http://schemas.microsoft.com/office/powerpoint/2010/main" val="392974042"/>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08E6E8B-BF26-1156-52C7-4A8AED9C6098}"/>
              </a:ext>
            </a:extLst>
          </p:cNvPr>
          <p:cNvSpPr>
            <a:spLocks noGrp="1"/>
          </p:cNvSpPr>
          <p:nvPr>
            <p:ph type="ftr" sz="quarter" idx="11"/>
          </p:nvPr>
        </p:nvSpPr>
        <p:spPr/>
        <p:txBody>
          <a:bodyPr/>
          <a:lstStyle/>
          <a:p>
            <a:r>
              <a:rPr lang="en-US"/>
              <a:t>Algorithm and Data Structure </a:t>
            </a:r>
            <a:endParaRPr lang="en-US" dirty="0"/>
          </a:p>
        </p:txBody>
      </p:sp>
      <p:sp>
        <p:nvSpPr>
          <p:cNvPr id="3" name="Slide Number Placeholder 2">
            <a:extLst>
              <a:ext uri="{FF2B5EF4-FFF2-40B4-BE49-F238E27FC236}">
                <a16:creationId xmlns:a16="http://schemas.microsoft.com/office/drawing/2014/main" id="{EB48AF3C-B1D3-30FB-47E6-927A45954045}"/>
              </a:ext>
            </a:extLst>
          </p:cNvPr>
          <p:cNvSpPr>
            <a:spLocks noGrp="1"/>
          </p:cNvSpPr>
          <p:nvPr>
            <p:ph type="sldNum" sz="quarter" idx="12"/>
          </p:nvPr>
        </p:nvSpPr>
        <p:spPr/>
        <p:txBody>
          <a:bodyPr/>
          <a:lstStyle/>
          <a:p>
            <a:fld id="{95335651-1A2C-4E2F-80CB-8C4D69804B63}" type="slidenum">
              <a:rPr lang="en-US" smtClean="0"/>
              <a:pPr/>
              <a:t>205</a:t>
            </a:fld>
            <a:endParaRPr lang="en-US" dirty="0"/>
          </a:p>
        </p:txBody>
      </p:sp>
      <p:sp>
        <p:nvSpPr>
          <p:cNvPr id="5" name="TextBox 4">
            <a:extLst>
              <a:ext uri="{FF2B5EF4-FFF2-40B4-BE49-F238E27FC236}">
                <a16:creationId xmlns:a16="http://schemas.microsoft.com/office/drawing/2014/main" id="{18E8C51B-122A-C622-E303-F1E9EAF13765}"/>
              </a:ext>
            </a:extLst>
          </p:cNvPr>
          <p:cNvSpPr txBox="1"/>
          <p:nvPr/>
        </p:nvSpPr>
        <p:spPr>
          <a:xfrm>
            <a:off x="457200" y="2514600"/>
            <a:ext cx="8226552" cy="1815882"/>
          </a:xfrm>
          <a:prstGeom prst="rect">
            <a:avLst/>
          </a:prstGeom>
          <a:noFill/>
        </p:spPr>
        <p:txBody>
          <a:bodyPr wrap="square">
            <a:spAutoFit/>
          </a:bodyPr>
          <a:lstStyle/>
          <a:p>
            <a:pPr algn="ctr"/>
            <a:r>
              <a:rPr lang="en-US" sz="2800" dirty="0"/>
              <a:t>Why Binary Search Trees (BST) are Better Than Linear Data Structures</a:t>
            </a:r>
          </a:p>
          <a:p>
            <a:pPr algn="ctr"/>
            <a:r>
              <a:rPr lang="en-US" sz="2800" dirty="0"/>
              <a:t>Understanding Time Complexity and Efficiency</a:t>
            </a:r>
          </a:p>
          <a:p>
            <a:pPr algn="ctr"/>
            <a:endParaRPr lang="en-US" sz="2800" dirty="0"/>
          </a:p>
        </p:txBody>
      </p:sp>
    </p:spTree>
    <p:extLst>
      <p:ext uri="{BB962C8B-B14F-4D97-AF65-F5344CB8AC3E}">
        <p14:creationId xmlns:p14="http://schemas.microsoft.com/office/powerpoint/2010/main" val="2510965567"/>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Problem</a:t>
            </a:r>
          </a:p>
        </p:txBody>
      </p:sp>
      <p:sp>
        <p:nvSpPr>
          <p:cNvPr id="3" name="Content Placeholder 2"/>
          <p:cNvSpPr>
            <a:spLocks noGrp="1"/>
          </p:cNvSpPr>
          <p:nvPr>
            <p:ph idx="1"/>
          </p:nvPr>
        </p:nvSpPr>
        <p:spPr/>
        <p:txBody>
          <a:bodyPr/>
          <a:lstStyle/>
          <a:p>
            <a:r>
              <a:rPr dirty="0"/>
              <a:t>Imagine you need to find a number in a list of 1 million values.</a:t>
            </a:r>
          </a:p>
          <a:p>
            <a:r>
              <a:rPr dirty="0"/>
              <a:t>Two options:</a:t>
            </a:r>
          </a:p>
          <a:p>
            <a:pPr marL="514350" indent="-514350">
              <a:buFont typeface="+mj-lt"/>
              <a:buAutoNum type="arabicPeriod"/>
            </a:pPr>
            <a:r>
              <a:rPr dirty="0"/>
              <a:t>Search from start to end (Linear Search)</a:t>
            </a:r>
          </a:p>
          <a:p>
            <a:pPr marL="514350" indent="-514350">
              <a:buFont typeface="+mj-lt"/>
              <a:buAutoNum type="arabicPeriod"/>
            </a:pPr>
            <a:r>
              <a:rPr dirty="0"/>
              <a:t>Use a smarter method like Binary Search Tree (BST)</a:t>
            </a:r>
          </a:p>
          <a:p>
            <a:r>
              <a:rPr dirty="0"/>
              <a:t>Which one sounds faster?</a:t>
            </a: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a BST?</a:t>
            </a:r>
          </a:p>
        </p:txBody>
      </p:sp>
      <p:sp>
        <p:nvSpPr>
          <p:cNvPr id="3" name="Content Placeholder 2"/>
          <p:cNvSpPr>
            <a:spLocks noGrp="1"/>
          </p:cNvSpPr>
          <p:nvPr>
            <p:ph idx="1"/>
          </p:nvPr>
        </p:nvSpPr>
        <p:spPr/>
        <p:txBody>
          <a:bodyPr>
            <a:normAutofit/>
          </a:bodyPr>
          <a:lstStyle/>
          <a:p>
            <a:r>
              <a:rPr dirty="0"/>
              <a:t>Binary Tree with the following rule:</a:t>
            </a:r>
          </a:p>
          <a:p>
            <a:pPr lvl="1"/>
            <a:r>
              <a:rPr dirty="0"/>
              <a:t>Left Child &lt; Parent</a:t>
            </a:r>
          </a:p>
          <a:p>
            <a:pPr lvl="1"/>
            <a:r>
              <a:rPr dirty="0"/>
              <a:t>Right Child &gt; Parent</a:t>
            </a:r>
          </a:p>
          <a:p>
            <a:r>
              <a:rPr dirty="0"/>
              <a:t>Example:</a:t>
            </a:r>
          </a:p>
          <a:p>
            <a:pPr marL="0" indent="0" algn="ctr">
              <a:buNone/>
            </a:pPr>
            <a:r>
              <a:rPr dirty="0"/>
              <a:t>        50</a:t>
            </a:r>
          </a:p>
          <a:p>
            <a:pPr marL="0" indent="0" algn="ctr">
              <a:buNone/>
            </a:pPr>
            <a:r>
              <a:rPr dirty="0"/>
              <a:t>       /  \</a:t>
            </a:r>
          </a:p>
          <a:p>
            <a:pPr marL="0" indent="0" algn="ctr">
              <a:buNone/>
            </a:pPr>
            <a:r>
              <a:rPr dirty="0"/>
              <a:t>     </a:t>
            </a:r>
            <a:r>
              <a:rPr lang="en-US" dirty="0"/>
              <a:t>   </a:t>
            </a:r>
            <a:r>
              <a:rPr dirty="0"/>
              <a:t>30  </a:t>
            </a:r>
            <a:r>
              <a:rPr lang="en-US" dirty="0"/>
              <a:t>   </a:t>
            </a:r>
            <a:r>
              <a:rPr dirty="0"/>
              <a:t>  70</a:t>
            </a:r>
          </a:p>
          <a:p>
            <a:pPr marL="0" indent="0" algn="ctr">
              <a:buNone/>
            </a:pPr>
            <a:r>
              <a:rPr dirty="0"/>
              <a:t>  </a:t>
            </a:r>
            <a:r>
              <a:rPr lang="en-US" dirty="0"/>
              <a:t>      /  </a:t>
            </a:r>
            <a:r>
              <a:rPr dirty="0"/>
              <a:t> \    </a:t>
            </a:r>
            <a:r>
              <a:rPr lang="en-US" dirty="0"/>
              <a:t>  </a:t>
            </a:r>
            <a:r>
              <a:rPr dirty="0"/>
              <a:t>/</a:t>
            </a:r>
            <a:r>
              <a:rPr lang="en-US" dirty="0"/>
              <a:t>  </a:t>
            </a:r>
            <a:r>
              <a:rPr dirty="0"/>
              <a:t> \</a:t>
            </a:r>
          </a:p>
          <a:p>
            <a:pPr marL="0" indent="0" algn="ctr">
              <a:buNone/>
            </a:pPr>
            <a:r>
              <a:rPr dirty="0"/>
              <a:t>  </a:t>
            </a:r>
            <a:r>
              <a:rPr lang="en-US" dirty="0"/>
              <a:t>       </a:t>
            </a:r>
            <a:r>
              <a:rPr dirty="0"/>
              <a:t>20  40  60  80</a:t>
            </a:r>
          </a:p>
          <a:p>
            <a:r>
              <a:rPr sz="2400" dirty="0"/>
              <a:t>Helps quickly eliminate half of the tree on each</a:t>
            </a:r>
            <a:r>
              <a:rPr lang="en-US" sz="2400" dirty="0"/>
              <a:t> </a:t>
            </a:r>
            <a:r>
              <a:rPr sz="2400" dirty="0"/>
              <a:t>comparison</a:t>
            </a: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Time Complexity Comparison</a:t>
            </a:r>
          </a:p>
        </p:txBody>
      </p:sp>
      <p:sp>
        <p:nvSpPr>
          <p:cNvPr id="3" name="Content Placeholder 2"/>
          <p:cNvSpPr>
            <a:spLocks noGrp="1"/>
          </p:cNvSpPr>
          <p:nvPr>
            <p:ph idx="1"/>
          </p:nvPr>
        </p:nvSpPr>
        <p:spPr/>
        <p:txBody>
          <a:bodyPr/>
          <a:lstStyle/>
          <a:p>
            <a:pPr marL="0" indent="0" algn="ctr">
              <a:buNone/>
            </a:pPr>
            <a:r>
              <a:rPr dirty="0"/>
              <a:t>Operation        | Linear List | BST (Balanced)</a:t>
            </a:r>
            <a:endParaRPr lang="en-US" dirty="0"/>
          </a:p>
          <a:p>
            <a:pPr marL="0" indent="0" algn="ctr">
              <a:buNone/>
            </a:pPr>
            <a:r>
              <a:rPr dirty="0"/>
              <a:t>--------------</a:t>
            </a:r>
            <a:r>
              <a:rPr lang="en-US" dirty="0"/>
              <a:t>   </a:t>
            </a:r>
            <a:r>
              <a:rPr dirty="0"/>
              <a:t>|-------------</a:t>
            </a:r>
            <a:r>
              <a:rPr lang="en-US" dirty="0"/>
              <a:t>--</a:t>
            </a:r>
            <a:r>
              <a:rPr dirty="0"/>
              <a:t>|----------------</a:t>
            </a:r>
          </a:p>
          <a:p>
            <a:pPr marL="0" indent="0" algn="ctr">
              <a:buNone/>
            </a:pPr>
            <a:r>
              <a:rPr dirty="0"/>
              <a:t>Search   </a:t>
            </a:r>
            <a:r>
              <a:rPr lang="en-US" dirty="0"/>
              <a:t> </a:t>
            </a:r>
            <a:r>
              <a:rPr dirty="0"/>
              <a:t>| </a:t>
            </a:r>
            <a:r>
              <a:rPr lang="en-US" dirty="0"/>
              <a:t>   </a:t>
            </a:r>
            <a:r>
              <a:rPr dirty="0"/>
              <a:t>O(n)     | O(log n</a:t>
            </a:r>
            <a:r>
              <a:rPr lang="en-US" dirty="0"/>
              <a:t>)</a:t>
            </a:r>
            <a:endParaRPr lang="pt-BR" dirty="0"/>
          </a:p>
          <a:p>
            <a:pPr marL="0" indent="0" algn="ctr">
              <a:buNone/>
            </a:pPr>
            <a:r>
              <a:rPr lang="pt-BR" dirty="0"/>
              <a:t>Insertion   | O(1)/O(n)| O(log n)</a:t>
            </a:r>
          </a:p>
          <a:p>
            <a:pPr marL="0" indent="0" algn="ctr">
              <a:buNone/>
            </a:pPr>
            <a:r>
              <a:rPr dirty="0"/>
              <a:t>Deletion | O(n)        | O(log n)</a:t>
            </a:r>
          </a:p>
          <a:p>
            <a:endParaRPr dirty="0"/>
          </a:p>
          <a:p>
            <a:r>
              <a:rPr dirty="0"/>
              <a:t>BST is much faster for large datasets (if balanced)</a:t>
            </a: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Real-World Analogy</a:t>
            </a:r>
          </a:p>
        </p:txBody>
      </p:sp>
      <p:sp>
        <p:nvSpPr>
          <p:cNvPr id="3" name="Content Placeholder 2"/>
          <p:cNvSpPr>
            <a:spLocks noGrp="1"/>
          </p:cNvSpPr>
          <p:nvPr>
            <p:ph idx="1"/>
          </p:nvPr>
        </p:nvSpPr>
        <p:spPr/>
        <p:txBody>
          <a:bodyPr/>
          <a:lstStyle/>
          <a:p>
            <a:r>
              <a:t>Linear Search: Checking every door in a hotel to find your friend</a:t>
            </a:r>
          </a:p>
          <a:p>
            <a:r>
              <a:t>BST: Asking at the front desk which floor/room they're on, narrowing down quickly</a:t>
            </a: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Happens If BST is Not Balanced?</a:t>
            </a:r>
          </a:p>
        </p:txBody>
      </p:sp>
      <p:sp>
        <p:nvSpPr>
          <p:cNvPr id="3" name="Content Placeholder 2"/>
          <p:cNvSpPr>
            <a:spLocks noGrp="1"/>
          </p:cNvSpPr>
          <p:nvPr>
            <p:ph idx="1"/>
          </p:nvPr>
        </p:nvSpPr>
        <p:spPr/>
        <p:txBody>
          <a:bodyPr/>
          <a:lstStyle/>
          <a:p>
            <a:r>
              <a:rPr dirty="0"/>
              <a:t>Example of sorted insertion:</a:t>
            </a:r>
          </a:p>
          <a:p>
            <a:pPr marL="0" indent="0" algn="ctr">
              <a:buNone/>
            </a:pPr>
            <a:r>
              <a:rPr dirty="0"/>
              <a:t>10</a:t>
            </a:r>
          </a:p>
          <a:p>
            <a:pPr marL="0" indent="0" algn="ctr">
              <a:buNone/>
            </a:pPr>
            <a:r>
              <a:rPr dirty="0"/>
              <a:t>  \</a:t>
            </a:r>
          </a:p>
          <a:p>
            <a:pPr marL="0" indent="0" algn="ctr">
              <a:buNone/>
            </a:pPr>
            <a:r>
              <a:rPr lang="en-US" dirty="0"/>
              <a:t>   </a:t>
            </a:r>
            <a:r>
              <a:rPr dirty="0"/>
              <a:t>   20</a:t>
            </a:r>
          </a:p>
          <a:p>
            <a:pPr marL="0" indent="0" algn="ctr">
              <a:buNone/>
            </a:pPr>
            <a:r>
              <a:rPr dirty="0"/>
              <a:t> </a:t>
            </a:r>
            <a:r>
              <a:rPr lang="en-US" dirty="0"/>
              <a:t>    </a:t>
            </a:r>
            <a:r>
              <a:rPr dirty="0"/>
              <a:t>    \</a:t>
            </a:r>
          </a:p>
          <a:p>
            <a:pPr marL="0" indent="0" algn="ctr">
              <a:buNone/>
            </a:pPr>
            <a:r>
              <a:rPr dirty="0"/>
              <a:t>     </a:t>
            </a:r>
            <a:r>
              <a:rPr lang="en-US" dirty="0"/>
              <a:t>      </a:t>
            </a:r>
            <a:r>
              <a:rPr dirty="0"/>
              <a:t> 30</a:t>
            </a:r>
          </a:p>
          <a:p>
            <a:pPr marL="0" indent="0" algn="ctr">
              <a:buNone/>
            </a:pPr>
            <a:r>
              <a:rPr dirty="0"/>
              <a:t>        </a:t>
            </a:r>
            <a:r>
              <a:rPr lang="en-US" dirty="0"/>
              <a:t>       </a:t>
            </a:r>
            <a:r>
              <a:rPr dirty="0"/>
              <a:t>\</a:t>
            </a:r>
          </a:p>
          <a:p>
            <a:pPr marL="0" indent="0" algn="ctr">
              <a:buNone/>
            </a:pPr>
            <a:r>
              <a:rPr dirty="0"/>
              <a:t>        </a:t>
            </a:r>
            <a:r>
              <a:rPr lang="en-US" dirty="0"/>
              <a:t>         </a:t>
            </a:r>
            <a:r>
              <a:rPr dirty="0"/>
              <a:t> 40</a:t>
            </a:r>
          </a:p>
          <a:p>
            <a:r>
              <a:rPr dirty="0"/>
              <a:t>Acts like a Linked List</a:t>
            </a:r>
          </a:p>
          <a:p>
            <a:r>
              <a:rPr dirty="0"/>
              <a:t>Time Complexity becomes O(n)</a:t>
            </a: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to Keep BST Balanced?</a:t>
            </a:r>
          </a:p>
        </p:txBody>
      </p:sp>
      <p:sp>
        <p:nvSpPr>
          <p:cNvPr id="3" name="Content Placeholder 2"/>
          <p:cNvSpPr>
            <a:spLocks noGrp="1"/>
          </p:cNvSpPr>
          <p:nvPr>
            <p:ph idx="1"/>
          </p:nvPr>
        </p:nvSpPr>
        <p:spPr/>
        <p:txBody>
          <a:bodyPr/>
          <a:lstStyle/>
          <a:p>
            <a:r>
              <a:rPr dirty="0"/>
              <a:t>Use Self-Balancing Trees:</a:t>
            </a:r>
          </a:p>
          <a:p>
            <a:r>
              <a:rPr dirty="0"/>
              <a:t>- AVL </a:t>
            </a:r>
            <a:r>
              <a:rPr lang="en-US" dirty="0"/>
              <a:t> (Adelson-</a:t>
            </a:r>
            <a:r>
              <a:rPr lang="en-US" dirty="0" err="1"/>
              <a:t>Velsky</a:t>
            </a:r>
            <a:r>
              <a:rPr lang="en-US"/>
              <a:t> and Landis) </a:t>
            </a:r>
            <a:r>
              <a:t>Tree</a:t>
            </a:r>
            <a:endParaRPr dirty="0"/>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1ED47-7D48-7143-1DC2-477D2C8E1C2B}"/>
              </a:ext>
            </a:extLst>
          </p:cNvPr>
          <p:cNvSpPr>
            <a:spLocks noGrp="1"/>
          </p:cNvSpPr>
          <p:nvPr>
            <p:ph type="title"/>
          </p:nvPr>
        </p:nvSpPr>
        <p:spPr>
          <a:xfrm>
            <a:off x="571352" y="-76200"/>
            <a:ext cx="3485178" cy="1218390"/>
          </a:xfrm>
        </p:spPr>
        <p:txBody>
          <a:bodyPr vert="horz" lIns="68580" tIns="34290" rIns="68580" bIns="34290" rtlCol="0" anchor="ctr" anchorCtr="0">
            <a:normAutofit/>
          </a:bodyPr>
          <a:lstStyle/>
          <a:p>
            <a:r>
              <a:rPr lang="en-US" sz="3000" dirty="0"/>
              <a:t>Balance Factor Concept</a:t>
            </a:r>
          </a:p>
        </p:txBody>
      </p:sp>
      <p:sp>
        <p:nvSpPr>
          <p:cNvPr id="3" name="Text Placeholder 2">
            <a:extLst>
              <a:ext uri="{FF2B5EF4-FFF2-40B4-BE49-F238E27FC236}">
                <a16:creationId xmlns:a16="http://schemas.microsoft.com/office/drawing/2014/main" id="{0DDCA20A-5D8F-7D35-0F40-BDAC7188DE71}"/>
              </a:ext>
            </a:extLst>
          </p:cNvPr>
          <p:cNvSpPr>
            <a:spLocks noGrp="1"/>
          </p:cNvSpPr>
          <p:nvPr>
            <p:ph type="body" idx="1"/>
          </p:nvPr>
        </p:nvSpPr>
        <p:spPr>
          <a:xfrm>
            <a:off x="343697" y="1295400"/>
            <a:ext cx="4914103" cy="3033712"/>
          </a:xfrm>
        </p:spPr>
        <p:txBody>
          <a:bodyPr vert="horz" lIns="68580" tIns="34290" rIns="68580" bIns="34290" rtlCol="0" anchor="ctr">
            <a:normAutofit/>
          </a:bodyPr>
          <a:lstStyle/>
          <a:p>
            <a:pPr lvl="0"/>
            <a:r>
              <a:rPr lang="en-US" dirty="0"/>
              <a:t>balance factor = height(left subtree) - height(right subtree)</a:t>
            </a:r>
          </a:p>
          <a:p>
            <a:pPr lvl="0"/>
            <a:r>
              <a:rPr lang="en-US" dirty="0"/>
              <a:t>valid balance factor values: -1, 0, 1</a:t>
            </a:r>
          </a:p>
          <a:p>
            <a:pPr lvl="0"/>
            <a:r>
              <a:rPr lang="en-US" dirty="0"/>
              <a:t>node becomes unbalanced if balance factor is beyond these values</a:t>
            </a:r>
          </a:p>
        </p:txBody>
      </p:sp>
      <p:pic>
        <p:nvPicPr>
          <p:cNvPr id="6" name="Picture 5" descr="A digital balance scale using circles">
            <a:extLst>
              <a:ext uri="{FF2B5EF4-FFF2-40B4-BE49-F238E27FC236}">
                <a16:creationId xmlns:a16="http://schemas.microsoft.com/office/drawing/2014/main" id="{7A3D3B72-AABA-4E87-B3F4-91AEBC1B64DF}"/>
              </a:ext>
            </a:extLst>
          </p:cNvPr>
          <p:cNvPicPr>
            <a:picLocks noChangeAspect="1"/>
          </p:cNvPicPr>
          <p:nvPr/>
        </p:nvPicPr>
        <p:blipFill>
          <a:blip r:embed="rId2"/>
          <a:srcRect l="24390" r="21772" b="1"/>
          <a:stretch/>
        </p:blipFill>
        <p:spPr>
          <a:xfrm>
            <a:off x="5285678" y="1219200"/>
            <a:ext cx="3863441" cy="5143500"/>
          </a:xfrm>
          <a:prstGeom prst="rect">
            <a:avLst/>
          </a:prstGeom>
        </p:spPr>
      </p:pic>
    </p:spTree>
    <p:extLst>
      <p:ext uri="{BB962C8B-B14F-4D97-AF65-F5344CB8AC3E}">
        <p14:creationId xmlns:p14="http://schemas.microsoft.com/office/powerpoint/2010/main" val="3104110903"/>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25C05-C380-329C-CAF2-5DE2A9173B76}"/>
              </a:ext>
            </a:extLst>
          </p:cNvPr>
          <p:cNvSpPr>
            <a:spLocks noGrp="1"/>
          </p:cNvSpPr>
          <p:nvPr>
            <p:ph type="title"/>
          </p:nvPr>
        </p:nvSpPr>
        <p:spPr/>
        <p:txBody>
          <a:bodyPr/>
          <a:lstStyle/>
          <a:p>
            <a:r>
              <a:rPr lang="en-US" dirty="0"/>
              <a:t>Example of an AVL Tree</a:t>
            </a:r>
            <a:endParaRPr lang="en-PK" dirty="0"/>
          </a:p>
        </p:txBody>
      </p:sp>
      <p:sp>
        <p:nvSpPr>
          <p:cNvPr id="3" name="Text Placeholder 2">
            <a:extLst>
              <a:ext uri="{FF2B5EF4-FFF2-40B4-BE49-F238E27FC236}">
                <a16:creationId xmlns:a16="http://schemas.microsoft.com/office/drawing/2014/main" id="{8B6D3DD3-6B96-69C8-1FB8-A89D1EEC41F8}"/>
              </a:ext>
            </a:extLst>
          </p:cNvPr>
          <p:cNvSpPr>
            <a:spLocks noGrp="1"/>
          </p:cNvSpPr>
          <p:nvPr>
            <p:ph type="body" idx="1"/>
          </p:nvPr>
        </p:nvSpPr>
        <p:spPr>
          <a:xfrm>
            <a:off x="181596" y="4508896"/>
            <a:ext cx="8897090" cy="3263504"/>
          </a:xfrm>
        </p:spPr>
        <p:txBody>
          <a:bodyPr/>
          <a:lstStyle/>
          <a:p>
            <a:r>
              <a:rPr lang="en-US" dirty="0">
                <a:solidFill>
                  <a:schemeClr val="tx1">
                    <a:lumMod val="65000"/>
                    <a:lumOff val="35000"/>
                  </a:schemeClr>
                </a:solidFill>
              </a:rPr>
              <a:t>Every AVL tree is also a Binary Search Tree (Left subtree values Smaller and Right subtree values greater for every node), but every BST is not AVL Tree.</a:t>
            </a:r>
            <a:endParaRPr lang="en-PK" dirty="0">
              <a:solidFill>
                <a:schemeClr val="tx1">
                  <a:lumMod val="65000"/>
                  <a:lumOff val="35000"/>
                </a:schemeClr>
              </a:solidFill>
            </a:endParaRPr>
          </a:p>
        </p:txBody>
      </p:sp>
      <p:pic>
        <p:nvPicPr>
          <p:cNvPr id="5" name="Picture 4" descr="A green circles with numbers&#10;&#10;AI-generated content may be incorrect.">
            <a:extLst>
              <a:ext uri="{FF2B5EF4-FFF2-40B4-BE49-F238E27FC236}">
                <a16:creationId xmlns:a16="http://schemas.microsoft.com/office/drawing/2014/main" id="{4931FB99-1980-7364-C19E-DF8BAA14CE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9211" y="1219200"/>
            <a:ext cx="3433985" cy="3263503"/>
          </a:xfrm>
          <a:prstGeom prst="rect">
            <a:avLst/>
          </a:prstGeom>
        </p:spPr>
      </p:pic>
    </p:spTree>
    <p:extLst>
      <p:ext uri="{BB962C8B-B14F-4D97-AF65-F5344CB8AC3E}">
        <p14:creationId xmlns:p14="http://schemas.microsoft.com/office/powerpoint/2010/main" val="3886780378"/>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12F02-DAC2-8582-9ED6-1045EF0F714D}"/>
              </a:ext>
            </a:extLst>
          </p:cNvPr>
          <p:cNvSpPr>
            <a:spLocks noGrp="1"/>
          </p:cNvSpPr>
          <p:nvPr>
            <p:ph type="title"/>
          </p:nvPr>
        </p:nvSpPr>
        <p:spPr/>
        <p:txBody>
          <a:bodyPr/>
          <a:lstStyle/>
          <a:p>
            <a:r>
              <a:rPr lang="en-US" dirty="0"/>
              <a:t>Example of a BST which is NOT AVL</a:t>
            </a:r>
            <a:endParaRPr lang="en-PK" dirty="0"/>
          </a:p>
        </p:txBody>
      </p:sp>
      <p:sp>
        <p:nvSpPr>
          <p:cNvPr id="3" name="Text Placeholder 2">
            <a:extLst>
              <a:ext uri="{FF2B5EF4-FFF2-40B4-BE49-F238E27FC236}">
                <a16:creationId xmlns:a16="http://schemas.microsoft.com/office/drawing/2014/main" id="{EEB15474-56E0-4E1A-CF9C-D846162A376A}"/>
              </a:ext>
            </a:extLst>
          </p:cNvPr>
          <p:cNvSpPr>
            <a:spLocks noGrp="1"/>
          </p:cNvSpPr>
          <p:nvPr>
            <p:ph type="body" idx="1"/>
          </p:nvPr>
        </p:nvSpPr>
        <p:spPr/>
        <p:txBody>
          <a:bodyPr/>
          <a:lstStyle/>
          <a:p>
            <a:endParaRPr lang="en-PK"/>
          </a:p>
        </p:txBody>
      </p:sp>
      <p:pic>
        <p:nvPicPr>
          <p:cNvPr id="5" name="Picture 4" descr="A green circles with numbers&#10;&#10;AI-generated content may be incorrect.">
            <a:extLst>
              <a:ext uri="{FF2B5EF4-FFF2-40B4-BE49-F238E27FC236}">
                <a16:creationId xmlns:a16="http://schemas.microsoft.com/office/drawing/2014/main" id="{B26D4A82-F95F-6452-A983-6DFDFC67EA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8626" y="1930854"/>
            <a:ext cx="5107781" cy="3950018"/>
          </a:xfrm>
          <a:prstGeom prst="rect">
            <a:avLst/>
          </a:prstGeom>
        </p:spPr>
      </p:pic>
    </p:spTree>
    <p:extLst>
      <p:ext uri="{BB962C8B-B14F-4D97-AF65-F5344CB8AC3E}">
        <p14:creationId xmlns:p14="http://schemas.microsoft.com/office/powerpoint/2010/main" val="1645710343"/>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9AAEB-73A9-F9E3-4A57-81D943A757ED}"/>
              </a:ext>
            </a:extLst>
          </p:cNvPr>
          <p:cNvSpPr>
            <a:spLocks noGrp="1"/>
          </p:cNvSpPr>
          <p:nvPr>
            <p:ph type="title"/>
          </p:nvPr>
        </p:nvSpPr>
        <p:spPr>
          <a:xfrm>
            <a:off x="628650" y="76200"/>
            <a:ext cx="7886700" cy="994172"/>
          </a:xfrm>
        </p:spPr>
        <p:txBody>
          <a:bodyPr vert="horz" lIns="68580" tIns="34290" rIns="68580" bIns="34290" rtlCol="0" anchor="ctr" anchorCtr="0">
            <a:normAutofit/>
          </a:bodyPr>
          <a:lstStyle/>
          <a:p>
            <a:r>
              <a:rPr lang="en-US" sz="4050" dirty="0">
                <a:solidFill>
                  <a:schemeClr val="tx1"/>
                </a:solidFill>
              </a:rPr>
              <a:t>Why AVL Trees?</a:t>
            </a:r>
          </a:p>
        </p:txBody>
      </p:sp>
      <p:graphicFrame>
        <p:nvGraphicFramePr>
          <p:cNvPr id="5" name="Text Placeholder 2">
            <a:extLst>
              <a:ext uri="{FF2B5EF4-FFF2-40B4-BE49-F238E27FC236}">
                <a16:creationId xmlns:a16="http://schemas.microsoft.com/office/drawing/2014/main" id="{C7F4C09C-616D-FBD6-5726-C64CD2E3F3E0}"/>
              </a:ext>
            </a:extLst>
          </p:cNvPr>
          <p:cNvGraphicFramePr/>
          <p:nvPr/>
        </p:nvGraphicFramePr>
        <p:xfrm>
          <a:off x="628650" y="2528315"/>
          <a:ext cx="7886700" cy="29616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53695459"/>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BD732-BD13-0C48-2531-45DA65D29A43}"/>
              </a:ext>
            </a:extLst>
          </p:cNvPr>
          <p:cNvSpPr>
            <a:spLocks noGrp="1"/>
          </p:cNvSpPr>
          <p:nvPr>
            <p:ph type="title"/>
          </p:nvPr>
        </p:nvSpPr>
        <p:spPr>
          <a:xfrm>
            <a:off x="783772" y="1237620"/>
            <a:ext cx="2245178" cy="4079048"/>
          </a:xfrm>
        </p:spPr>
        <p:txBody>
          <a:bodyPr vert="horz" lIns="68580" tIns="34290" rIns="68580" bIns="34290" rtlCol="0" anchor="ctr" anchorCtr="0">
            <a:normAutofit/>
          </a:bodyPr>
          <a:lstStyle/>
          <a:p>
            <a:r>
              <a:rPr lang="en-US" sz="2400" dirty="0">
                <a:solidFill>
                  <a:schemeClr val="tx1"/>
                </a:solidFill>
              </a:rPr>
              <a:t>Types of Rotations</a:t>
            </a:r>
          </a:p>
        </p:txBody>
      </p:sp>
      <p:graphicFrame>
        <p:nvGraphicFramePr>
          <p:cNvPr id="5" name="Text Placeholder 2">
            <a:extLst>
              <a:ext uri="{FF2B5EF4-FFF2-40B4-BE49-F238E27FC236}">
                <a16:creationId xmlns:a16="http://schemas.microsoft.com/office/drawing/2014/main" id="{825F23AB-B210-9175-036C-3EBADCAADD8A}"/>
              </a:ext>
            </a:extLst>
          </p:cNvPr>
          <p:cNvGraphicFramePr/>
          <p:nvPr/>
        </p:nvGraphicFramePr>
        <p:xfrm>
          <a:off x="3394710" y="1241298"/>
          <a:ext cx="5122926" cy="40805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49826817"/>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03889-8B90-D6C2-C253-1D3EE6F8DB95}"/>
              </a:ext>
            </a:extLst>
          </p:cNvPr>
          <p:cNvSpPr>
            <a:spLocks noGrp="1"/>
          </p:cNvSpPr>
          <p:nvPr>
            <p:ph type="title"/>
          </p:nvPr>
        </p:nvSpPr>
        <p:spPr>
          <a:xfrm>
            <a:off x="628650" y="152400"/>
            <a:ext cx="7886700" cy="994172"/>
          </a:xfrm>
        </p:spPr>
        <p:txBody>
          <a:bodyPr/>
          <a:lstStyle/>
          <a:p>
            <a:r>
              <a:rPr lang="en-US" dirty="0"/>
              <a:t>Single Right Rotation (LL case)</a:t>
            </a:r>
          </a:p>
        </p:txBody>
      </p:sp>
      <p:pic>
        <p:nvPicPr>
          <p:cNvPr id="5" name="Picture 4" descr="A diagram of a tree&#10;&#10;AI-generated content may be incorrect.">
            <a:extLst>
              <a:ext uri="{FF2B5EF4-FFF2-40B4-BE49-F238E27FC236}">
                <a16:creationId xmlns:a16="http://schemas.microsoft.com/office/drawing/2014/main" id="{CB385C9D-8F99-DF7F-3E36-196CE943B7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1768" y="2192111"/>
            <a:ext cx="7143750" cy="3571875"/>
          </a:xfrm>
          <a:prstGeom prst="rect">
            <a:avLst/>
          </a:prstGeom>
        </p:spPr>
      </p:pic>
      <p:sp>
        <p:nvSpPr>
          <p:cNvPr id="3" name="Text Placeholder 2">
            <a:extLst>
              <a:ext uri="{FF2B5EF4-FFF2-40B4-BE49-F238E27FC236}">
                <a16:creationId xmlns:a16="http://schemas.microsoft.com/office/drawing/2014/main" id="{D514547C-EC0D-A751-42CE-6D63A1688453}"/>
              </a:ext>
            </a:extLst>
          </p:cNvPr>
          <p:cNvSpPr>
            <a:spLocks noGrp="1"/>
          </p:cNvSpPr>
          <p:nvPr>
            <p:ph type="body" idx="1"/>
          </p:nvPr>
        </p:nvSpPr>
        <p:spPr>
          <a:xfrm>
            <a:off x="628650" y="1143000"/>
            <a:ext cx="7886700" cy="3263504"/>
          </a:xfrm>
        </p:spPr>
        <p:txBody>
          <a:bodyPr/>
          <a:lstStyle/>
          <a:p>
            <a:r>
              <a:rPr lang="en-US" dirty="0"/>
              <a:t>If a node is added to the left subtree of the left subtree, the AVL tree may get out of balance, we do a single right rotation.</a:t>
            </a:r>
          </a:p>
          <a:p>
            <a:endParaRPr lang="en-US" dirty="0"/>
          </a:p>
          <a:p>
            <a:endParaRPr lang="en-PK" dirty="0"/>
          </a:p>
        </p:txBody>
      </p:sp>
    </p:spTree>
    <p:extLst>
      <p:ext uri="{BB962C8B-B14F-4D97-AF65-F5344CB8AC3E}">
        <p14:creationId xmlns:p14="http://schemas.microsoft.com/office/powerpoint/2010/main" val="863142105"/>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25B7F-7F01-F97F-2C7A-EC19F61AD0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4E5595-E6B9-478C-5478-BE25CFB6D5FD}"/>
              </a:ext>
            </a:extLst>
          </p:cNvPr>
          <p:cNvSpPr>
            <a:spLocks noGrp="1"/>
          </p:cNvSpPr>
          <p:nvPr>
            <p:ph type="title"/>
          </p:nvPr>
        </p:nvSpPr>
        <p:spPr>
          <a:xfrm>
            <a:off x="628650" y="76200"/>
            <a:ext cx="7886700" cy="994172"/>
          </a:xfrm>
        </p:spPr>
        <p:txBody>
          <a:bodyPr/>
          <a:lstStyle/>
          <a:p>
            <a:r>
              <a:rPr lang="en-US" dirty="0"/>
              <a:t>Single Left Rotation (RR case)</a:t>
            </a:r>
          </a:p>
        </p:txBody>
      </p:sp>
      <p:pic>
        <p:nvPicPr>
          <p:cNvPr id="5" name="Picture 4">
            <a:extLst>
              <a:ext uri="{FF2B5EF4-FFF2-40B4-BE49-F238E27FC236}">
                <a16:creationId xmlns:a16="http://schemas.microsoft.com/office/drawing/2014/main" id="{ABF7596C-3B4A-84E3-0A93-94F4F217F1D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00125" y="2413583"/>
            <a:ext cx="7143750" cy="3488159"/>
          </a:xfrm>
          <a:prstGeom prst="rect">
            <a:avLst/>
          </a:prstGeom>
        </p:spPr>
      </p:pic>
      <p:sp>
        <p:nvSpPr>
          <p:cNvPr id="3" name="Text Placeholder 2">
            <a:extLst>
              <a:ext uri="{FF2B5EF4-FFF2-40B4-BE49-F238E27FC236}">
                <a16:creationId xmlns:a16="http://schemas.microsoft.com/office/drawing/2014/main" id="{0AAE5268-ED2C-271D-7875-7DE69744278A}"/>
              </a:ext>
            </a:extLst>
          </p:cNvPr>
          <p:cNvSpPr>
            <a:spLocks noGrp="1"/>
          </p:cNvSpPr>
          <p:nvPr>
            <p:ph type="body" idx="1"/>
          </p:nvPr>
        </p:nvSpPr>
        <p:spPr>
          <a:xfrm>
            <a:off x="628650" y="1143000"/>
            <a:ext cx="7886700" cy="3263504"/>
          </a:xfrm>
        </p:spPr>
        <p:txBody>
          <a:bodyPr/>
          <a:lstStyle/>
          <a:p>
            <a:r>
              <a:rPr lang="en-US" dirty="0"/>
              <a:t>When a node is added into the right subtree of the right subtree, if the tree gets out of balance, we do a single left rotation.</a:t>
            </a:r>
          </a:p>
          <a:p>
            <a:endParaRPr lang="en-PK" dirty="0"/>
          </a:p>
        </p:txBody>
      </p:sp>
    </p:spTree>
    <p:extLst>
      <p:ext uri="{BB962C8B-B14F-4D97-AF65-F5344CB8AC3E}">
        <p14:creationId xmlns:p14="http://schemas.microsoft.com/office/powerpoint/2010/main" val="166758081"/>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A62AB-84EC-BA84-EA5B-04B8C95A005E}"/>
              </a:ext>
            </a:extLst>
          </p:cNvPr>
          <p:cNvSpPr>
            <a:spLocks noGrp="1"/>
          </p:cNvSpPr>
          <p:nvPr>
            <p:ph type="title"/>
          </p:nvPr>
        </p:nvSpPr>
        <p:spPr/>
        <p:txBody>
          <a:bodyPr>
            <a:normAutofit/>
          </a:bodyPr>
          <a:lstStyle/>
          <a:p>
            <a:r>
              <a:rPr lang="en-US" dirty="0"/>
              <a:t>Left-Right Rotation: (LR case)</a:t>
            </a:r>
            <a:endParaRPr lang="en-PK" dirty="0"/>
          </a:p>
        </p:txBody>
      </p:sp>
      <p:sp>
        <p:nvSpPr>
          <p:cNvPr id="3" name="Text Placeholder 2">
            <a:extLst>
              <a:ext uri="{FF2B5EF4-FFF2-40B4-BE49-F238E27FC236}">
                <a16:creationId xmlns:a16="http://schemas.microsoft.com/office/drawing/2014/main" id="{2E3EE7B3-1CD2-7BA3-28B7-AF84867187E8}"/>
              </a:ext>
            </a:extLst>
          </p:cNvPr>
          <p:cNvSpPr>
            <a:spLocks noGrp="1"/>
          </p:cNvSpPr>
          <p:nvPr>
            <p:ph type="body" idx="1"/>
          </p:nvPr>
        </p:nvSpPr>
        <p:spPr/>
        <p:txBody>
          <a:bodyPr/>
          <a:lstStyle/>
          <a:p>
            <a:r>
              <a:rPr lang="en-US" dirty="0"/>
              <a:t>A left-right rotation is a combination in which first left rotation takes place after that right rotation executes.</a:t>
            </a:r>
            <a:endParaRPr lang="en-PK" dirty="0"/>
          </a:p>
        </p:txBody>
      </p:sp>
      <p:pic>
        <p:nvPicPr>
          <p:cNvPr id="5" name="Picture 4" descr="A diagram of a left-right rotation&#10;&#10;AI-generated content may be incorrect.">
            <a:extLst>
              <a:ext uri="{FF2B5EF4-FFF2-40B4-BE49-F238E27FC236}">
                <a16:creationId xmlns:a16="http://schemas.microsoft.com/office/drawing/2014/main" id="{0D839EEE-E796-3032-47F5-8A087FD6CA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3592" y="2848315"/>
            <a:ext cx="7376818" cy="3054464"/>
          </a:xfrm>
          <a:prstGeom prst="rect">
            <a:avLst/>
          </a:prstGeom>
        </p:spPr>
      </p:pic>
    </p:spTree>
    <p:extLst>
      <p:ext uri="{BB962C8B-B14F-4D97-AF65-F5344CB8AC3E}">
        <p14:creationId xmlns:p14="http://schemas.microsoft.com/office/powerpoint/2010/main" val="180278562"/>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D34BF-E05A-1443-2FC7-3F51BE338000}"/>
              </a:ext>
            </a:extLst>
          </p:cNvPr>
          <p:cNvSpPr>
            <a:spLocks noGrp="1"/>
          </p:cNvSpPr>
          <p:nvPr>
            <p:ph type="title"/>
          </p:nvPr>
        </p:nvSpPr>
        <p:spPr/>
        <p:txBody>
          <a:bodyPr/>
          <a:lstStyle/>
          <a:p>
            <a:r>
              <a:rPr lang="en-US" dirty="0"/>
              <a:t>Right-Left Rotation: (RL case)</a:t>
            </a:r>
            <a:endParaRPr lang="en-PK" dirty="0"/>
          </a:p>
        </p:txBody>
      </p:sp>
      <p:sp>
        <p:nvSpPr>
          <p:cNvPr id="3" name="Text Placeholder 2">
            <a:extLst>
              <a:ext uri="{FF2B5EF4-FFF2-40B4-BE49-F238E27FC236}">
                <a16:creationId xmlns:a16="http://schemas.microsoft.com/office/drawing/2014/main" id="{DF2BFBDC-3AE6-61D7-F797-736753727F40}"/>
              </a:ext>
            </a:extLst>
          </p:cNvPr>
          <p:cNvSpPr>
            <a:spLocks noGrp="1"/>
          </p:cNvSpPr>
          <p:nvPr>
            <p:ph type="body" idx="1"/>
          </p:nvPr>
        </p:nvSpPr>
        <p:spPr/>
        <p:txBody>
          <a:bodyPr/>
          <a:lstStyle/>
          <a:p>
            <a:r>
              <a:rPr lang="en-US" dirty="0"/>
              <a:t>A right-left rotation is a combination in which first right rotation takes place after that left rotation executes.</a:t>
            </a:r>
            <a:endParaRPr lang="en-PK" dirty="0"/>
          </a:p>
        </p:txBody>
      </p:sp>
      <p:pic>
        <p:nvPicPr>
          <p:cNvPr id="5" name="Picture 4" descr="A diagram of a diagram of a right-left rotation&#10;&#10;AI-generated content may be incorrect.">
            <a:extLst>
              <a:ext uri="{FF2B5EF4-FFF2-40B4-BE49-F238E27FC236}">
                <a16:creationId xmlns:a16="http://schemas.microsoft.com/office/drawing/2014/main" id="{EEC37038-FD0E-E083-C2FC-3796EA8AC8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3209" y="2833008"/>
            <a:ext cx="6777584" cy="3053443"/>
          </a:xfrm>
          <a:prstGeom prst="rect">
            <a:avLst/>
          </a:prstGeom>
        </p:spPr>
      </p:pic>
    </p:spTree>
    <p:extLst>
      <p:ext uri="{BB962C8B-B14F-4D97-AF65-F5344CB8AC3E}">
        <p14:creationId xmlns:p14="http://schemas.microsoft.com/office/powerpoint/2010/main" val="1002709835"/>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2669F-DDC4-3E02-2DF4-E1D26F8D7CE3}"/>
              </a:ext>
            </a:extLst>
          </p:cNvPr>
          <p:cNvSpPr>
            <a:spLocks noGrp="1"/>
          </p:cNvSpPr>
          <p:nvPr>
            <p:ph type="title"/>
          </p:nvPr>
        </p:nvSpPr>
        <p:spPr/>
        <p:txBody>
          <a:bodyPr/>
          <a:lstStyle/>
          <a:p>
            <a:r>
              <a:rPr lang="en-US" dirty="0"/>
              <a:t>Question in SP-14 Terminal Exam</a:t>
            </a:r>
          </a:p>
        </p:txBody>
      </p:sp>
      <p:sp>
        <p:nvSpPr>
          <p:cNvPr id="5" name="Slide Number Placeholder 4">
            <a:extLst>
              <a:ext uri="{FF2B5EF4-FFF2-40B4-BE49-F238E27FC236}">
                <a16:creationId xmlns:a16="http://schemas.microsoft.com/office/drawing/2014/main" id="{47761406-A0AA-BDE1-A10B-9EF8AAFC28B0}"/>
              </a:ext>
            </a:extLst>
          </p:cNvPr>
          <p:cNvSpPr>
            <a:spLocks noGrp="1"/>
          </p:cNvSpPr>
          <p:nvPr>
            <p:ph type="sldNum" sz="quarter" idx="12"/>
          </p:nvPr>
        </p:nvSpPr>
        <p:spPr/>
        <p:txBody>
          <a:bodyPr/>
          <a:lstStyle/>
          <a:p>
            <a:fld id="{1554CD07-12CA-4437-BDBF-7C3AFDBB391B}" type="slidenum">
              <a:rPr lang="en-PK" smtClean="0"/>
              <a:t>221</a:t>
            </a:fld>
            <a:endParaRPr lang="en-PK"/>
          </a:p>
        </p:txBody>
      </p:sp>
      <p:pic>
        <p:nvPicPr>
          <p:cNvPr id="8" name="Picture 7">
            <a:extLst>
              <a:ext uri="{FF2B5EF4-FFF2-40B4-BE49-F238E27FC236}">
                <a16:creationId xmlns:a16="http://schemas.microsoft.com/office/drawing/2014/main" id="{5C418E61-690A-75E4-7EE2-D17223202CF9}"/>
              </a:ext>
            </a:extLst>
          </p:cNvPr>
          <p:cNvPicPr>
            <a:picLocks noChangeAspect="1"/>
          </p:cNvPicPr>
          <p:nvPr/>
        </p:nvPicPr>
        <p:blipFill>
          <a:blip r:embed="rId2"/>
          <a:stretch>
            <a:fillRect/>
          </a:stretch>
        </p:blipFill>
        <p:spPr>
          <a:xfrm>
            <a:off x="457200" y="1295400"/>
            <a:ext cx="8229600" cy="1219200"/>
          </a:xfrm>
          <a:prstGeom prst="rect">
            <a:avLst/>
          </a:prstGeom>
        </p:spPr>
      </p:pic>
      <p:pic>
        <p:nvPicPr>
          <p:cNvPr id="12" name="Picture 11">
            <a:extLst>
              <a:ext uri="{FF2B5EF4-FFF2-40B4-BE49-F238E27FC236}">
                <a16:creationId xmlns:a16="http://schemas.microsoft.com/office/drawing/2014/main" id="{E18C1435-B725-931A-748E-6FF428421B72}"/>
              </a:ext>
            </a:extLst>
          </p:cNvPr>
          <p:cNvPicPr>
            <a:picLocks noChangeAspect="1"/>
          </p:cNvPicPr>
          <p:nvPr/>
        </p:nvPicPr>
        <p:blipFill>
          <a:blip r:embed="rId3"/>
          <a:stretch>
            <a:fillRect/>
          </a:stretch>
        </p:blipFill>
        <p:spPr>
          <a:xfrm>
            <a:off x="304800" y="2557272"/>
            <a:ext cx="8906858" cy="3310128"/>
          </a:xfrm>
          <a:prstGeom prst="rect">
            <a:avLst/>
          </a:prstGeom>
        </p:spPr>
      </p:pic>
    </p:spTree>
    <p:extLst>
      <p:ext uri="{BB962C8B-B14F-4D97-AF65-F5344CB8AC3E}">
        <p14:creationId xmlns:p14="http://schemas.microsoft.com/office/powerpoint/2010/main" val="1478707399"/>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0BB49-2942-8ED1-C8A9-B4132EE042CC}"/>
              </a:ext>
            </a:extLst>
          </p:cNvPr>
          <p:cNvSpPr>
            <a:spLocks noGrp="1"/>
          </p:cNvSpPr>
          <p:nvPr>
            <p:ph type="title"/>
          </p:nvPr>
        </p:nvSpPr>
        <p:spPr/>
        <p:txBody>
          <a:bodyPr/>
          <a:lstStyle/>
          <a:p>
            <a:r>
              <a:rPr lang="en-US" dirty="0"/>
              <a:t>Class Exercise</a:t>
            </a:r>
          </a:p>
        </p:txBody>
      </p:sp>
      <p:sp>
        <p:nvSpPr>
          <p:cNvPr id="3" name="Text Placeholder 2">
            <a:extLst>
              <a:ext uri="{FF2B5EF4-FFF2-40B4-BE49-F238E27FC236}">
                <a16:creationId xmlns:a16="http://schemas.microsoft.com/office/drawing/2014/main" id="{CEDDA363-A9C8-4365-61EF-2DD26EAA5D2A}"/>
              </a:ext>
            </a:extLst>
          </p:cNvPr>
          <p:cNvSpPr>
            <a:spLocks noGrp="1"/>
          </p:cNvSpPr>
          <p:nvPr>
            <p:ph type="body" idx="1"/>
          </p:nvPr>
        </p:nvSpPr>
        <p:spPr/>
        <p:txBody>
          <a:bodyPr/>
          <a:lstStyle/>
          <a:p>
            <a:r>
              <a:rPr lang="en-US" dirty="0"/>
              <a:t>In a software system, an AVL tree is used to efficiently manage a dataset that needs frequent insertions and lookups. To ensure optimal performance, the AVL tree must remain balanced after each insertion. You are tasked with helping the system maintain its balance by constructing the AVL tree for the following sequence of keys and applying necessary rotations: </a:t>
            </a:r>
          </a:p>
          <a:p>
            <a:r>
              <a:rPr lang="en-US" dirty="0"/>
              <a:t>Keys to Insert: 12, 5, 30, 18, 7, 25, 40 </a:t>
            </a:r>
          </a:p>
          <a:p>
            <a:r>
              <a:rPr lang="en-US" dirty="0"/>
              <a:t>Tasks: 1. Construct the AVL tree step by step, showing the tree after each key insertion.</a:t>
            </a:r>
          </a:p>
        </p:txBody>
      </p:sp>
      <p:sp>
        <p:nvSpPr>
          <p:cNvPr id="5" name="Slide Number Placeholder 4">
            <a:extLst>
              <a:ext uri="{FF2B5EF4-FFF2-40B4-BE49-F238E27FC236}">
                <a16:creationId xmlns:a16="http://schemas.microsoft.com/office/drawing/2014/main" id="{54E0F106-9E02-A003-7ED1-496E9B827551}"/>
              </a:ext>
            </a:extLst>
          </p:cNvPr>
          <p:cNvSpPr>
            <a:spLocks noGrp="1"/>
          </p:cNvSpPr>
          <p:nvPr>
            <p:ph type="sldNum" sz="quarter" idx="12"/>
          </p:nvPr>
        </p:nvSpPr>
        <p:spPr/>
        <p:txBody>
          <a:bodyPr/>
          <a:lstStyle/>
          <a:p>
            <a:fld id="{1554CD07-12CA-4437-BDBF-7C3AFDBB391B}" type="slidenum">
              <a:rPr lang="en-PK" smtClean="0"/>
              <a:t>222</a:t>
            </a:fld>
            <a:endParaRPr lang="en-PK"/>
          </a:p>
        </p:txBody>
      </p:sp>
    </p:spTree>
    <p:extLst>
      <p:ext uri="{BB962C8B-B14F-4D97-AF65-F5344CB8AC3E}">
        <p14:creationId xmlns:p14="http://schemas.microsoft.com/office/powerpoint/2010/main" val="6985092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2_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3.xml><?xml version="1.0" encoding="utf-8"?>
<a:theme xmlns:a="http://schemas.openxmlformats.org/drawingml/2006/main" name="1_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08F054C24C56045B24747200A570474" ma:contentTypeVersion="3" ma:contentTypeDescription="Create a new document." ma:contentTypeScope="" ma:versionID="a9d6b0c5e03429742bb9d7b052012d2a">
  <xsd:schema xmlns:xsd="http://www.w3.org/2001/XMLSchema" xmlns:xs="http://www.w3.org/2001/XMLSchema" xmlns:p="http://schemas.microsoft.com/office/2006/metadata/properties" xmlns:ns2="fbb113d8-a423-4c9e-8257-bae59865eaa2" targetNamespace="http://schemas.microsoft.com/office/2006/metadata/properties" ma:root="true" ma:fieldsID="a285371dd10d5c24912be7db6adeb8e8" ns2:_="">
    <xsd:import namespace="fbb113d8-a423-4c9e-8257-bae59865eaa2"/>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bb113d8-a423-4c9e-8257-bae59865ea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B53E3BA-E38D-4140-B935-2106BB3FC854}"/>
</file>

<file path=customXml/itemProps2.xml><?xml version="1.0" encoding="utf-8"?>
<ds:datastoreItem xmlns:ds="http://schemas.openxmlformats.org/officeDocument/2006/customXml" ds:itemID="{536ACCA3-4B2A-4BEA-8234-0359B2760982}"/>
</file>

<file path=customXml/itemProps3.xml><?xml version="1.0" encoding="utf-8"?>
<ds:datastoreItem xmlns:ds="http://schemas.openxmlformats.org/officeDocument/2006/customXml" ds:itemID="{FA2C10A2-46A2-4105-928E-634ED64BD97D}"/>
</file>

<file path=docProps/app.xml><?xml version="1.0" encoding="utf-8"?>
<Properties xmlns="http://schemas.openxmlformats.org/officeDocument/2006/extended-properties" xmlns:vt="http://schemas.openxmlformats.org/officeDocument/2006/docPropsVTypes">
  <Template>Origin</Template>
  <TotalTime>2437</TotalTime>
  <Words>10941</Words>
  <Application>Microsoft Office PowerPoint</Application>
  <PresentationFormat>On-screen Show (4:3)</PresentationFormat>
  <Paragraphs>3514</Paragraphs>
  <Slides>222</Slides>
  <Notes>0</Notes>
  <HiddenSlides>0</HiddenSlides>
  <MMClips>0</MMClips>
  <ScaleCrop>false</ScaleCrop>
  <HeadingPairs>
    <vt:vector size="6" baseType="variant">
      <vt:variant>
        <vt:lpstr>Fonts Used</vt:lpstr>
      </vt:variant>
      <vt:variant>
        <vt:i4>17</vt:i4>
      </vt:variant>
      <vt:variant>
        <vt:lpstr>Theme</vt:lpstr>
      </vt:variant>
      <vt:variant>
        <vt:i4>3</vt:i4>
      </vt:variant>
      <vt:variant>
        <vt:lpstr>Slide Titles</vt:lpstr>
      </vt:variant>
      <vt:variant>
        <vt:i4>222</vt:i4>
      </vt:variant>
    </vt:vector>
  </HeadingPairs>
  <TitlesOfParts>
    <vt:vector size="242" baseType="lpstr">
      <vt:lpstr>Aptos</vt:lpstr>
      <vt:lpstr>Arial</vt:lpstr>
      <vt:lpstr>Bookman Old Style</vt:lpstr>
      <vt:lpstr>Calibri</vt:lpstr>
      <vt:lpstr>Gill Sans MT</vt:lpstr>
      <vt:lpstr>Google Sans</vt:lpstr>
      <vt:lpstr>Helvetica</vt:lpstr>
      <vt:lpstr>KaTeX_Main</vt:lpstr>
      <vt:lpstr>KaTeX_Math</vt:lpstr>
      <vt:lpstr>Marlett</vt:lpstr>
      <vt:lpstr>Monotype Sorts</vt:lpstr>
      <vt:lpstr>Söhne</vt:lpstr>
      <vt:lpstr>Symbol</vt:lpstr>
      <vt:lpstr>Tahoma</vt:lpstr>
      <vt:lpstr>Times New Roman</vt:lpstr>
      <vt:lpstr>Wingdings</vt:lpstr>
      <vt:lpstr>Wingdings 3</vt:lpstr>
      <vt:lpstr>Origin</vt:lpstr>
      <vt:lpstr>2_Origin</vt:lpstr>
      <vt:lpstr>1_Origin</vt:lpstr>
      <vt:lpstr>Introduction to the Tree, Application of Tree and Binary Search Tree</vt:lpstr>
      <vt:lpstr>Quiz2#            CLO-2               Marks=5</vt:lpstr>
      <vt:lpstr>PowerPoint Presentation</vt:lpstr>
      <vt:lpstr>Linear Vs. Non-Linear Data Structure</vt:lpstr>
      <vt:lpstr>Trees</vt:lpstr>
      <vt:lpstr>Trees</vt:lpstr>
      <vt:lpstr>Trees</vt:lpstr>
      <vt:lpstr>Formal Definitions: Tree</vt:lpstr>
      <vt:lpstr>Formal Definitions: Tree</vt:lpstr>
      <vt:lpstr>Formal Definitions: Tree</vt:lpstr>
      <vt:lpstr>    Tree Terminology</vt:lpstr>
      <vt:lpstr>Tree Terminology</vt:lpstr>
      <vt:lpstr>Binary Tree</vt:lpstr>
      <vt:lpstr>Binary Trees</vt:lpstr>
      <vt:lpstr>Binary Trees</vt:lpstr>
      <vt:lpstr>Binary Trees</vt:lpstr>
      <vt:lpstr>Strictly Binary Tree</vt:lpstr>
      <vt:lpstr>Maximum Number of Nodes at Each Level in a Binary Tree</vt:lpstr>
      <vt:lpstr>Complete Binary Tree</vt:lpstr>
      <vt:lpstr>Almost Complete Binary Tree</vt:lpstr>
      <vt:lpstr>Dynamic Implementation of Binary Tree</vt:lpstr>
      <vt:lpstr>PowerPoint Presentation</vt:lpstr>
      <vt:lpstr>Binary Trees Traversals</vt:lpstr>
      <vt:lpstr>Depth First Traversal </vt:lpstr>
      <vt:lpstr>Depth First Traversal</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Pre-order Traversal: Root - Left Child - Right Child</vt:lpstr>
      <vt:lpstr>Depth First Traversal</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In-order Traversal: Left Child - Root - Right Child</vt:lpstr>
      <vt:lpstr>Depth First Traversal</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Post-order Traversal: Left Child - Right Child - Root</vt:lpstr>
      <vt:lpstr>PowerPoint Presentation</vt:lpstr>
      <vt:lpstr>BINARY SEARCH TREES</vt:lpstr>
      <vt:lpstr>Example</vt:lpstr>
      <vt:lpstr>Operation of binary search tree</vt:lpstr>
      <vt:lpstr>INSERTING A NODE</vt:lpstr>
      <vt:lpstr>INSERTING A NODE</vt:lpstr>
      <vt:lpstr>IMPLEMENTATION</vt:lpstr>
      <vt:lpstr>PowerPoint Presentation</vt:lpstr>
      <vt:lpstr>Recursive Insertion in BST</vt:lpstr>
      <vt:lpstr>PowerPoint Presentation</vt:lpstr>
      <vt:lpstr>Example</vt:lpstr>
      <vt:lpstr>PowerPoint Presentation</vt:lpstr>
      <vt:lpstr>SEARCHING A NODE </vt:lpstr>
      <vt:lpstr>PowerPoint Presentation</vt:lpstr>
      <vt:lpstr>Deleting a Node</vt:lpstr>
      <vt:lpstr>Deletion in BST</vt:lpstr>
      <vt:lpstr>Deleting a Node – Leaf Node</vt:lpstr>
      <vt:lpstr>Deleting a Node – Leaf Node</vt:lpstr>
      <vt:lpstr>Deleting a Node – Leaf Node</vt:lpstr>
      <vt:lpstr>Deleting a Node – Leaf Node</vt:lpstr>
      <vt:lpstr>Deleting a Node – Leaf Node</vt:lpstr>
      <vt:lpstr>Deleting a Node – Node With Child</vt:lpstr>
      <vt:lpstr>Deleting a Node – Node With Child</vt:lpstr>
      <vt:lpstr>Deleting a Node – Node With Child</vt:lpstr>
      <vt:lpstr>Deleting a Node – Node With Child</vt:lpstr>
      <vt:lpstr>Deleting a Node – Node With Child</vt:lpstr>
      <vt:lpstr>Deletion in BST</vt:lpstr>
      <vt:lpstr>Deleting a Node – Node With Two Children</vt:lpstr>
      <vt:lpstr>Deleting a Node Two Children – Better Solution</vt:lpstr>
      <vt:lpstr>Deleting a Node Two Children – Better Solution</vt:lpstr>
      <vt:lpstr>Deleting a Node Two Children – Better Solution</vt:lpstr>
      <vt:lpstr>Deleting a Node Two Children – Better Solution</vt:lpstr>
      <vt:lpstr>Deleting a Node Two Children – Better Solution</vt:lpstr>
      <vt:lpstr>Deleting a Node Two Children – Better Solution</vt:lpstr>
      <vt:lpstr>Deleting a Node Two Children – Better Solution</vt:lpstr>
      <vt:lpstr>Deleting a Node Two Children – Better Solution</vt:lpstr>
      <vt:lpstr>Detailed Explanation of the Algorithm  (Base Case)</vt:lpstr>
      <vt:lpstr>Detailed Explanation of the Algorithm  (Case 1)</vt:lpstr>
      <vt:lpstr>Detailed Explanation of the Algorithm  (Case 2)</vt:lpstr>
      <vt:lpstr>Detailed Explanation of the Algorithm  (Case 3)</vt:lpstr>
      <vt:lpstr>Detailed Explanation of the Algorithm  (Case 3)</vt:lpstr>
      <vt:lpstr>Detailed Explanation of the Algorithm  (Case 3)</vt:lpstr>
      <vt:lpstr>Deleting Node in BST</vt:lpstr>
      <vt:lpstr>Deleting Node in BST</vt:lpstr>
      <vt:lpstr>PowerPoint Presentation</vt:lpstr>
      <vt:lpstr>The Problem</vt:lpstr>
      <vt:lpstr>What is a BST?</vt:lpstr>
      <vt:lpstr>Time Complexity Comparison</vt:lpstr>
      <vt:lpstr>Real-World Analogy</vt:lpstr>
      <vt:lpstr>What Happens If BST is Not Balanced?</vt:lpstr>
      <vt:lpstr>How to Keep BST Balanced?</vt:lpstr>
      <vt:lpstr>Balance Factor Concept</vt:lpstr>
      <vt:lpstr>Example of an AVL Tree</vt:lpstr>
      <vt:lpstr>Example of a BST which is NOT AVL</vt:lpstr>
      <vt:lpstr>Why AVL Trees?</vt:lpstr>
      <vt:lpstr>Types of Rotations</vt:lpstr>
      <vt:lpstr>Single Right Rotation (LL case)</vt:lpstr>
      <vt:lpstr>Single Left Rotation (RR case)</vt:lpstr>
      <vt:lpstr>Left-Right Rotation: (LR case)</vt:lpstr>
      <vt:lpstr>Right-Left Rotation: (RL case)</vt:lpstr>
      <vt:lpstr>Question in SP-14 Terminal Exam</vt:lpstr>
      <vt:lpstr>Class Exercise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Atique</dc:creator>
  <cp:lastModifiedBy>Atique Ahmad Zafar</cp:lastModifiedBy>
  <cp:revision>79</cp:revision>
  <dcterms:created xsi:type="dcterms:W3CDTF">2012-09-05T05:27:50Z</dcterms:created>
  <dcterms:modified xsi:type="dcterms:W3CDTF">2025-10-17T04:14:37Z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0x010100408F054C24C56045B24747200A570474</vt:lpwstr>
  </property>
</Properties>
</file>