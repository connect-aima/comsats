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 id="2147483672" r:id="rId3"/>
  </p:sldMasterIdLst>
  <p:notesMasterIdLst>
    <p:notesMasterId r:id="rId34"/>
  </p:notesMasterIdLst>
  <p:sldIdLst>
    <p:sldId id="256" r:id="rId4"/>
    <p:sldId id="497" r:id="rId5"/>
    <p:sldId id="501" r:id="rId6"/>
    <p:sldId id="498" r:id="rId7"/>
    <p:sldId id="499" r:id="rId8"/>
    <p:sldId id="500" r:id="rId9"/>
    <p:sldId id="502" r:id="rId10"/>
    <p:sldId id="503" r:id="rId11"/>
    <p:sldId id="504" r:id="rId12"/>
    <p:sldId id="505" r:id="rId13"/>
    <p:sldId id="506" r:id="rId14"/>
    <p:sldId id="257" r:id="rId15"/>
    <p:sldId id="475" r:id="rId16"/>
    <p:sldId id="259" r:id="rId17"/>
    <p:sldId id="476" r:id="rId18"/>
    <p:sldId id="261" r:id="rId19"/>
    <p:sldId id="477" r:id="rId20"/>
    <p:sldId id="484" r:id="rId21"/>
    <p:sldId id="485" r:id="rId22"/>
    <p:sldId id="486" r:id="rId23"/>
    <p:sldId id="487" r:id="rId24"/>
    <p:sldId id="488" r:id="rId25"/>
    <p:sldId id="489" r:id="rId26"/>
    <p:sldId id="490" r:id="rId27"/>
    <p:sldId id="491" r:id="rId28"/>
    <p:sldId id="492" r:id="rId29"/>
    <p:sldId id="493" r:id="rId30"/>
    <p:sldId id="494" r:id="rId31"/>
    <p:sldId id="496" r:id="rId32"/>
    <p:sldId id="495"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98E248-2EC8-4B5A-BB25-DB5E36678F3F}" v="28" dt="2025-11-12T05:13:12.9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788" autoAdjust="0"/>
    <p:restoredTop sz="69323" autoAdjust="0"/>
  </p:normalViewPr>
  <p:slideViewPr>
    <p:cSldViewPr>
      <p:cViewPr varScale="1">
        <p:scale>
          <a:sx n="58" d="100"/>
          <a:sy n="58" d="100"/>
        </p:scale>
        <p:origin x="1589"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microsoft.com/office/2016/11/relationships/changesInfo" Target="changesInfos/changesInfo1.xml"/><Relationship Id="rId21" Type="http://schemas.openxmlformats.org/officeDocument/2006/relationships/slide" Target="slides/slide18.xml"/><Relationship Id="rId34" Type="http://schemas.openxmlformats.org/officeDocument/2006/relationships/notesMaster" Target="notesMasters/notesMaster1.xml"/><Relationship Id="rId42" Type="http://schemas.openxmlformats.org/officeDocument/2006/relationships/customXml" Target="../customXml/item2.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 Id="rId43" Type="http://schemas.openxmlformats.org/officeDocument/2006/relationships/customXml" Target="../customXml/item3.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tique Ahmad Zafar" userId="3c3190ae-5c8d-4775-903c-57da784da929" providerId="ADAL" clId="{939B054C-F8A9-4478-8F2C-9BA32CC365B5}"/>
    <pc:docChg chg="undo custSel addSld delSld modSld sldOrd">
      <pc:chgData name="Atique Ahmad Zafar" userId="3c3190ae-5c8d-4775-903c-57da784da929" providerId="ADAL" clId="{939B054C-F8A9-4478-8F2C-9BA32CC365B5}" dt="2025-11-12T05:13:14.906" v="179" actId="20577"/>
      <pc:docMkLst>
        <pc:docMk/>
      </pc:docMkLst>
      <pc:sldChg chg="modSp mod">
        <pc:chgData name="Atique Ahmad Zafar" userId="3c3190ae-5c8d-4775-903c-57da784da929" providerId="ADAL" clId="{939B054C-F8A9-4478-8F2C-9BA32CC365B5}" dt="2025-11-12T04:43:27.850" v="10" actId="121"/>
        <pc:sldMkLst>
          <pc:docMk/>
          <pc:sldMk cId="0" sldId="256"/>
        </pc:sldMkLst>
        <pc:spChg chg="mod">
          <ac:chgData name="Atique Ahmad Zafar" userId="3c3190ae-5c8d-4775-903c-57da784da929" providerId="ADAL" clId="{939B054C-F8A9-4478-8F2C-9BA32CC365B5}" dt="2025-11-12T04:43:27.850" v="10" actId="121"/>
          <ac:spMkLst>
            <pc:docMk/>
            <pc:sldMk cId="0" sldId="256"/>
            <ac:spMk id="2" creationId="{00000000-0000-0000-0000-000000000000}"/>
          </ac:spMkLst>
        </pc:spChg>
      </pc:sldChg>
      <pc:sldChg chg="del">
        <pc:chgData name="Atique Ahmad Zafar" userId="3c3190ae-5c8d-4775-903c-57da784da929" providerId="ADAL" clId="{939B054C-F8A9-4478-8F2C-9BA32CC365B5}" dt="2025-11-12T04:43:50.022" v="12" actId="2696"/>
        <pc:sldMkLst>
          <pc:docMk/>
          <pc:sldMk cId="0" sldId="257"/>
        </pc:sldMkLst>
      </pc:sldChg>
      <pc:sldChg chg="add">
        <pc:chgData name="Atique Ahmad Zafar" userId="3c3190ae-5c8d-4775-903c-57da784da929" providerId="ADAL" clId="{939B054C-F8A9-4478-8F2C-9BA32CC365B5}" dt="2025-11-12T04:44:11.893" v="13"/>
        <pc:sldMkLst>
          <pc:docMk/>
          <pc:sldMk cId="1200007202" sldId="257"/>
        </pc:sldMkLst>
      </pc:sldChg>
      <pc:sldChg chg="del">
        <pc:chgData name="Atique Ahmad Zafar" userId="3c3190ae-5c8d-4775-903c-57da784da929" providerId="ADAL" clId="{939B054C-F8A9-4478-8F2C-9BA32CC365B5}" dt="2025-11-12T04:42:51.097" v="7" actId="47"/>
        <pc:sldMkLst>
          <pc:docMk/>
          <pc:sldMk cId="0" sldId="258"/>
        </pc:sldMkLst>
      </pc:sldChg>
      <pc:sldChg chg="del">
        <pc:chgData name="Atique Ahmad Zafar" userId="3c3190ae-5c8d-4775-903c-57da784da929" providerId="ADAL" clId="{939B054C-F8A9-4478-8F2C-9BA32CC365B5}" dt="2025-11-12T04:42:51.097" v="7" actId="47"/>
        <pc:sldMkLst>
          <pc:docMk/>
          <pc:sldMk cId="0" sldId="260"/>
        </pc:sldMkLst>
      </pc:sldChg>
      <pc:sldChg chg="del">
        <pc:chgData name="Atique Ahmad Zafar" userId="3c3190ae-5c8d-4775-903c-57da784da929" providerId="ADAL" clId="{939B054C-F8A9-4478-8F2C-9BA32CC365B5}" dt="2025-11-12T04:42:51.097" v="7" actId="47"/>
        <pc:sldMkLst>
          <pc:docMk/>
          <pc:sldMk cId="0" sldId="262"/>
        </pc:sldMkLst>
      </pc:sldChg>
      <pc:sldChg chg="del">
        <pc:chgData name="Atique Ahmad Zafar" userId="3c3190ae-5c8d-4775-903c-57da784da929" providerId="ADAL" clId="{939B054C-F8A9-4478-8F2C-9BA32CC365B5}" dt="2025-11-12T04:42:51.097" v="7" actId="47"/>
        <pc:sldMkLst>
          <pc:docMk/>
          <pc:sldMk cId="0" sldId="263"/>
        </pc:sldMkLst>
      </pc:sldChg>
      <pc:sldChg chg="del">
        <pc:chgData name="Atique Ahmad Zafar" userId="3c3190ae-5c8d-4775-903c-57da784da929" providerId="ADAL" clId="{939B054C-F8A9-4478-8F2C-9BA32CC365B5}" dt="2025-11-12T04:42:51.097" v="7" actId="47"/>
        <pc:sldMkLst>
          <pc:docMk/>
          <pc:sldMk cId="0" sldId="264"/>
        </pc:sldMkLst>
      </pc:sldChg>
      <pc:sldChg chg="del">
        <pc:chgData name="Atique Ahmad Zafar" userId="3c3190ae-5c8d-4775-903c-57da784da929" providerId="ADAL" clId="{939B054C-F8A9-4478-8F2C-9BA32CC365B5}" dt="2025-11-12T04:42:51.097" v="7" actId="47"/>
        <pc:sldMkLst>
          <pc:docMk/>
          <pc:sldMk cId="0" sldId="265"/>
        </pc:sldMkLst>
      </pc:sldChg>
      <pc:sldChg chg="del">
        <pc:chgData name="Atique Ahmad Zafar" userId="3c3190ae-5c8d-4775-903c-57da784da929" providerId="ADAL" clId="{939B054C-F8A9-4478-8F2C-9BA32CC365B5}" dt="2025-11-12T04:42:51.097" v="7" actId="47"/>
        <pc:sldMkLst>
          <pc:docMk/>
          <pc:sldMk cId="0" sldId="266"/>
        </pc:sldMkLst>
      </pc:sldChg>
      <pc:sldChg chg="del">
        <pc:chgData name="Atique Ahmad Zafar" userId="3c3190ae-5c8d-4775-903c-57da784da929" providerId="ADAL" clId="{939B054C-F8A9-4478-8F2C-9BA32CC365B5}" dt="2025-11-12T04:42:51.097" v="7" actId="47"/>
        <pc:sldMkLst>
          <pc:docMk/>
          <pc:sldMk cId="0" sldId="267"/>
        </pc:sldMkLst>
      </pc:sldChg>
      <pc:sldChg chg="del">
        <pc:chgData name="Atique Ahmad Zafar" userId="3c3190ae-5c8d-4775-903c-57da784da929" providerId="ADAL" clId="{939B054C-F8A9-4478-8F2C-9BA32CC365B5}" dt="2025-11-12T04:42:51.097" v="7" actId="47"/>
        <pc:sldMkLst>
          <pc:docMk/>
          <pc:sldMk cId="0" sldId="268"/>
        </pc:sldMkLst>
      </pc:sldChg>
      <pc:sldChg chg="del">
        <pc:chgData name="Atique Ahmad Zafar" userId="3c3190ae-5c8d-4775-903c-57da784da929" providerId="ADAL" clId="{939B054C-F8A9-4478-8F2C-9BA32CC365B5}" dt="2025-11-12T04:42:51.097" v="7" actId="47"/>
        <pc:sldMkLst>
          <pc:docMk/>
          <pc:sldMk cId="0" sldId="269"/>
        </pc:sldMkLst>
      </pc:sldChg>
      <pc:sldChg chg="del">
        <pc:chgData name="Atique Ahmad Zafar" userId="3c3190ae-5c8d-4775-903c-57da784da929" providerId="ADAL" clId="{939B054C-F8A9-4478-8F2C-9BA32CC365B5}" dt="2025-11-12T04:42:51.097" v="7" actId="47"/>
        <pc:sldMkLst>
          <pc:docMk/>
          <pc:sldMk cId="0" sldId="270"/>
        </pc:sldMkLst>
      </pc:sldChg>
      <pc:sldChg chg="del">
        <pc:chgData name="Atique Ahmad Zafar" userId="3c3190ae-5c8d-4775-903c-57da784da929" providerId="ADAL" clId="{939B054C-F8A9-4478-8F2C-9BA32CC365B5}" dt="2025-11-12T04:42:51.097" v="7" actId="47"/>
        <pc:sldMkLst>
          <pc:docMk/>
          <pc:sldMk cId="0" sldId="271"/>
        </pc:sldMkLst>
      </pc:sldChg>
      <pc:sldChg chg="del">
        <pc:chgData name="Atique Ahmad Zafar" userId="3c3190ae-5c8d-4775-903c-57da784da929" providerId="ADAL" clId="{939B054C-F8A9-4478-8F2C-9BA32CC365B5}" dt="2025-11-12T04:42:51.097" v="7" actId="47"/>
        <pc:sldMkLst>
          <pc:docMk/>
          <pc:sldMk cId="0" sldId="272"/>
        </pc:sldMkLst>
      </pc:sldChg>
      <pc:sldChg chg="del">
        <pc:chgData name="Atique Ahmad Zafar" userId="3c3190ae-5c8d-4775-903c-57da784da929" providerId="ADAL" clId="{939B054C-F8A9-4478-8F2C-9BA32CC365B5}" dt="2025-11-12T04:42:51.097" v="7" actId="47"/>
        <pc:sldMkLst>
          <pc:docMk/>
          <pc:sldMk cId="0" sldId="273"/>
        </pc:sldMkLst>
      </pc:sldChg>
      <pc:sldChg chg="del">
        <pc:chgData name="Atique Ahmad Zafar" userId="3c3190ae-5c8d-4775-903c-57da784da929" providerId="ADAL" clId="{939B054C-F8A9-4478-8F2C-9BA32CC365B5}" dt="2025-11-12T04:42:51.097" v="7" actId="47"/>
        <pc:sldMkLst>
          <pc:docMk/>
          <pc:sldMk cId="0" sldId="274"/>
        </pc:sldMkLst>
      </pc:sldChg>
      <pc:sldChg chg="del">
        <pc:chgData name="Atique Ahmad Zafar" userId="3c3190ae-5c8d-4775-903c-57da784da929" providerId="ADAL" clId="{939B054C-F8A9-4478-8F2C-9BA32CC365B5}" dt="2025-11-12T04:42:51.097" v="7" actId="47"/>
        <pc:sldMkLst>
          <pc:docMk/>
          <pc:sldMk cId="0" sldId="276"/>
        </pc:sldMkLst>
      </pc:sldChg>
      <pc:sldChg chg="del">
        <pc:chgData name="Atique Ahmad Zafar" userId="3c3190ae-5c8d-4775-903c-57da784da929" providerId="ADAL" clId="{939B054C-F8A9-4478-8F2C-9BA32CC365B5}" dt="2025-11-12T04:42:51.097" v="7" actId="47"/>
        <pc:sldMkLst>
          <pc:docMk/>
          <pc:sldMk cId="0" sldId="277"/>
        </pc:sldMkLst>
      </pc:sldChg>
      <pc:sldChg chg="del">
        <pc:chgData name="Atique Ahmad Zafar" userId="3c3190ae-5c8d-4775-903c-57da784da929" providerId="ADAL" clId="{939B054C-F8A9-4478-8F2C-9BA32CC365B5}" dt="2025-11-12T04:42:51.097" v="7" actId="47"/>
        <pc:sldMkLst>
          <pc:docMk/>
          <pc:sldMk cId="0" sldId="278"/>
        </pc:sldMkLst>
      </pc:sldChg>
      <pc:sldChg chg="del">
        <pc:chgData name="Atique Ahmad Zafar" userId="3c3190ae-5c8d-4775-903c-57da784da929" providerId="ADAL" clId="{939B054C-F8A9-4478-8F2C-9BA32CC365B5}" dt="2025-11-12T04:42:51.097" v="7" actId="47"/>
        <pc:sldMkLst>
          <pc:docMk/>
          <pc:sldMk cId="0" sldId="279"/>
        </pc:sldMkLst>
      </pc:sldChg>
      <pc:sldChg chg="del">
        <pc:chgData name="Atique Ahmad Zafar" userId="3c3190ae-5c8d-4775-903c-57da784da929" providerId="ADAL" clId="{939B054C-F8A9-4478-8F2C-9BA32CC365B5}" dt="2025-11-12T04:42:51.097" v="7" actId="47"/>
        <pc:sldMkLst>
          <pc:docMk/>
          <pc:sldMk cId="0" sldId="280"/>
        </pc:sldMkLst>
      </pc:sldChg>
      <pc:sldChg chg="del">
        <pc:chgData name="Atique Ahmad Zafar" userId="3c3190ae-5c8d-4775-903c-57da784da929" providerId="ADAL" clId="{939B054C-F8A9-4478-8F2C-9BA32CC365B5}" dt="2025-11-12T04:42:51.097" v="7" actId="47"/>
        <pc:sldMkLst>
          <pc:docMk/>
          <pc:sldMk cId="0" sldId="281"/>
        </pc:sldMkLst>
      </pc:sldChg>
      <pc:sldChg chg="del">
        <pc:chgData name="Atique Ahmad Zafar" userId="3c3190ae-5c8d-4775-903c-57da784da929" providerId="ADAL" clId="{939B054C-F8A9-4478-8F2C-9BA32CC365B5}" dt="2025-11-12T04:42:51.097" v="7" actId="47"/>
        <pc:sldMkLst>
          <pc:docMk/>
          <pc:sldMk cId="0" sldId="282"/>
        </pc:sldMkLst>
      </pc:sldChg>
      <pc:sldChg chg="del">
        <pc:chgData name="Atique Ahmad Zafar" userId="3c3190ae-5c8d-4775-903c-57da784da929" providerId="ADAL" clId="{939B054C-F8A9-4478-8F2C-9BA32CC365B5}" dt="2025-11-12T04:42:51.097" v="7" actId="47"/>
        <pc:sldMkLst>
          <pc:docMk/>
          <pc:sldMk cId="0" sldId="283"/>
        </pc:sldMkLst>
      </pc:sldChg>
      <pc:sldChg chg="del">
        <pc:chgData name="Atique Ahmad Zafar" userId="3c3190ae-5c8d-4775-903c-57da784da929" providerId="ADAL" clId="{939B054C-F8A9-4478-8F2C-9BA32CC365B5}" dt="2025-11-12T04:42:51.097" v="7" actId="47"/>
        <pc:sldMkLst>
          <pc:docMk/>
          <pc:sldMk cId="0" sldId="284"/>
        </pc:sldMkLst>
      </pc:sldChg>
      <pc:sldChg chg="del">
        <pc:chgData name="Atique Ahmad Zafar" userId="3c3190ae-5c8d-4775-903c-57da784da929" providerId="ADAL" clId="{939B054C-F8A9-4478-8F2C-9BA32CC365B5}" dt="2025-11-12T04:42:51.097" v="7" actId="47"/>
        <pc:sldMkLst>
          <pc:docMk/>
          <pc:sldMk cId="0" sldId="285"/>
        </pc:sldMkLst>
      </pc:sldChg>
      <pc:sldChg chg="del">
        <pc:chgData name="Atique Ahmad Zafar" userId="3c3190ae-5c8d-4775-903c-57da784da929" providerId="ADAL" clId="{939B054C-F8A9-4478-8F2C-9BA32CC365B5}" dt="2025-11-12T04:42:51.097" v="7" actId="47"/>
        <pc:sldMkLst>
          <pc:docMk/>
          <pc:sldMk cId="0" sldId="286"/>
        </pc:sldMkLst>
      </pc:sldChg>
      <pc:sldChg chg="del">
        <pc:chgData name="Atique Ahmad Zafar" userId="3c3190ae-5c8d-4775-903c-57da784da929" providerId="ADAL" clId="{939B054C-F8A9-4478-8F2C-9BA32CC365B5}" dt="2025-11-12T04:42:51.097" v="7" actId="47"/>
        <pc:sldMkLst>
          <pc:docMk/>
          <pc:sldMk cId="0" sldId="287"/>
        </pc:sldMkLst>
      </pc:sldChg>
      <pc:sldChg chg="del">
        <pc:chgData name="Atique Ahmad Zafar" userId="3c3190ae-5c8d-4775-903c-57da784da929" providerId="ADAL" clId="{939B054C-F8A9-4478-8F2C-9BA32CC365B5}" dt="2025-11-12T04:42:51.097" v="7" actId="47"/>
        <pc:sldMkLst>
          <pc:docMk/>
          <pc:sldMk cId="0" sldId="288"/>
        </pc:sldMkLst>
      </pc:sldChg>
      <pc:sldChg chg="del">
        <pc:chgData name="Atique Ahmad Zafar" userId="3c3190ae-5c8d-4775-903c-57da784da929" providerId="ADAL" clId="{939B054C-F8A9-4478-8F2C-9BA32CC365B5}" dt="2025-11-12T04:42:51.097" v="7" actId="47"/>
        <pc:sldMkLst>
          <pc:docMk/>
          <pc:sldMk cId="0" sldId="289"/>
        </pc:sldMkLst>
      </pc:sldChg>
      <pc:sldChg chg="del">
        <pc:chgData name="Atique Ahmad Zafar" userId="3c3190ae-5c8d-4775-903c-57da784da929" providerId="ADAL" clId="{939B054C-F8A9-4478-8F2C-9BA32CC365B5}" dt="2025-11-12T04:42:51.097" v="7" actId="47"/>
        <pc:sldMkLst>
          <pc:docMk/>
          <pc:sldMk cId="0" sldId="290"/>
        </pc:sldMkLst>
      </pc:sldChg>
      <pc:sldChg chg="del">
        <pc:chgData name="Atique Ahmad Zafar" userId="3c3190ae-5c8d-4775-903c-57da784da929" providerId="ADAL" clId="{939B054C-F8A9-4478-8F2C-9BA32CC365B5}" dt="2025-11-12T04:42:51.097" v="7" actId="47"/>
        <pc:sldMkLst>
          <pc:docMk/>
          <pc:sldMk cId="0" sldId="291"/>
        </pc:sldMkLst>
      </pc:sldChg>
      <pc:sldChg chg="del">
        <pc:chgData name="Atique Ahmad Zafar" userId="3c3190ae-5c8d-4775-903c-57da784da929" providerId="ADAL" clId="{939B054C-F8A9-4478-8F2C-9BA32CC365B5}" dt="2025-11-12T04:42:51.097" v="7" actId="47"/>
        <pc:sldMkLst>
          <pc:docMk/>
          <pc:sldMk cId="0" sldId="292"/>
        </pc:sldMkLst>
      </pc:sldChg>
      <pc:sldChg chg="del">
        <pc:chgData name="Atique Ahmad Zafar" userId="3c3190ae-5c8d-4775-903c-57da784da929" providerId="ADAL" clId="{939B054C-F8A9-4478-8F2C-9BA32CC365B5}" dt="2025-11-12T04:42:51.097" v="7" actId="47"/>
        <pc:sldMkLst>
          <pc:docMk/>
          <pc:sldMk cId="0" sldId="293"/>
        </pc:sldMkLst>
      </pc:sldChg>
      <pc:sldChg chg="del">
        <pc:chgData name="Atique Ahmad Zafar" userId="3c3190ae-5c8d-4775-903c-57da784da929" providerId="ADAL" clId="{939B054C-F8A9-4478-8F2C-9BA32CC365B5}" dt="2025-11-12T04:42:51.097" v="7" actId="47"/>
        <pc:sldMkLst>
          <pc:docMk/>
          <pc:sldMk cId="0" sldId="294"/>
        </pc:sldMkLst>
      </pc:sldChg>
      <pc:sldChg chg="del">
        <pc:chgData name="Atique Ahmad Zafar" userId="3c3190ae-5c8d-4775-903c-57da784da929" providerId="ADAL" clId="{939B054C-F8A9-4478-8F2C-9BA32CC365B5}" dt="2025-11-12T04:42:51.097" v="7" actId="47"/>
        <pc:sldMkLst>
          <pc:docMk/>
          <pc:sldMk cId="0" sldId="295"/>
        </pc:sldMkLst>
      </pc:sldChg>
      <pc:sldChg chg="del">
        <pc:chgData name="Atique Ahmad Zafar" userId="3c3190ae-5c8d-4775-903c-57da784da929" providerId="ADAL" clId="{939B054C-F8A9-4478-8F2C-9BA32CC365B5}" dt="2025-11-12T04:42:51.097" v="7" actId="47"/>
        <pc:sldMkLst>
          <pc:docMk/>
          <pc:sldMk cId="0" sldId="296"/>
        </pc:sldMkLst>
      </pc:sldChg>
      <pc:sldChg chg="del">
        <pc:chgData name="Atique Ahmad Zafar" userId="3c3190ae-5c8d-4775-903c-57da784da929" providerId="ADAL" clId="{939B054C-F8A9-4478-8F2C-9BA32CC365B5}" dt="2025-11-12T04:42:51.097" v="7" actId="47"/>
        <pc:sldMkLst>
          <pc:docMk/>
          <pc:sldMk cId="0" sldId="297"/>
        </pc:sldMkLst>
      </pc:sldChg>
      <pc:sldChg chg="del">
        <pc:chgData name="Atique Ahmad Zafar" userId="3c3190ae-5c8d-4775-903c-57da784da929" providerId="ADAL" clId="{939B054C-F8A9-4478-8F2C-9BA32CC365B5}" dt="2025-11-12T04:42:51.097" v="7" actId="47"/>
        <pc:sldMkLst>
          <pc:docMk/>
          <pc:sldMk cId="0" sldId="298"/>
        </pc:sldMkLst>
      </pc:sldChg>
      <pc:sldChg chg="del">
        <pc:chgData name="Atique Ahmad Zafar" userId="3c3190ae-5c8d-4775-903c-57da784da929" providerId="ADAL" clId="{939B054C-F8A9-4478-8F2C-9BA32CC365B5}" dt="2025-11-12T04:42:51.097" v="7" actId="47"/>
        <pc:sldMkLst>
          <pc:docMk/>
          <pc:sldMk cId="0" sldId="299"/>
        </pc:sldMkLst>
      </pc:sldChg>
      <pc:sldChg chg="del">
        <pc:chgData name="Atique Ahmad Zafar" userId="3c3190ae-5c8d-4775-903c-57da784da929" providerId="ADAL" clId="{939B054C-F8A9-4478-8F2C-9BA32CC365B5}" dt="2025-11-12T04:42:51.097" v="7" actId="47"/>
        <pc:sldMkLst>
          <pc:docMk/>
          <pc:sldMk cId="0" sldId="300"/>
        </pc:sldMkLst>
      </pc:sldChg>
      <pc:sldChg chg="del">
        <pc:chgData name="Atique Ahmad Zafar" userId="3c3190ae-5c8d-4775-903c-57da784da929" providerId="ADAL" clId="{939B054C-F8A9-4478-8F2C-9BA32CC365B5}" dt="2025-11-12T04:42:51.097" v="7" actId="47"/>
        <pc:sldMkLst>
          <pc:docMk/>
          <pc:sldMk cId="0" sldId="301"/>
        </pc:sldMkLst>
      </pc:sldChg>
      <pc:sldChg chg="del">
        <pc:chgData name="Atique Ahmad Zafar" userId="3c3190ae-5c8d-4775-903c-57da784da929" providerId="ADAL" clId="{939B054C-F8A9-4478-8F2C-9BA32CC365B5}" dt="2025-11-12T04:42:51.097" v="7" actId="47"/>
        <pc:sldMkLst>
          <pc:docMk/>
          <pc:sldMk cId="0" sldId="302"/>
        </pc:sldMkLst>
      </pc:sldChg>
      <pc:sldChg chg="del">
        <pc:chgData name="Atique Ahmad Zafar" userId="3c3190ae-5c8d-4775-903c-57da784da929" providerId="ADAL" clId="{939B054C-F8A9-4478-8F2C-9BA32CC365B5}" dt="2025-11-12T04:42:51.097" v="7" actId="47"/>
        <pc:sldMkLst>
          <pc:docMk/>
          <pc:sldMk cId="0" sldId="303"/>
        </pc:sldMkLst>
      </pc:sldChg>
      <pc:sldChg chg="del">
        <pc:chgData name="Atique Ahmad Zafar" userId="3c3190ae-5c8d-4775-903c-57da784da929" providerId="ADAL" clId="{939B054C-F8A9-4478-8F2C-9BA32CC365B5}" dt="2025-11-12T04:42:51.097" v="7" actId="47"/>
        <pc:sldMkLst>
          <pc:docMk/>
          <pc:sldMk cId="0" sldId="304"/>
        </pc:sldMkLst>
      </pc:sldChg>
      <pc:sldChg chg="del">
        <pc:chgData name="Atique Ahmad Zafar" userId="3c3190ae-5c8d-4775-903c-57da784da929" providerId="ADAL" clId="{939B054C-F8A9-4478-8F2C-9BA32CC365B5}" dt="2025-11-12T04:42:51.097" v="7" actId="47"/>
        <pc:sldMkLst>
          <pc:docMk/>
          <pc:sldMk cId="0" sldId="305"/>
        </pc:sldMkLst>
      </pc:sldChg>
      <pc:sldChg chg="del">
        <pc:chgData name="Atique Ahmad Zafar" userId="3c3190ae-5c8d-4775-903c-57da784da929" providerId="ADAL" clId="{939B054C-F8A9-4478-8F2C-9BA32CC365B5}" dt="2025-11-12T04:42:51.097" v="7" actId="47"/>
        <pc:sldMkLst>
          <pc:docMk/>
          <pc:sldMk cId="0" sldId="306"/>
        </pc:sldMkLst>
      </pc:sldChg>
      <pc:sldChg chg="del">
        <pc:chgData name="Atique Ahmad Zafar" userId="3c3190ae-5c8d-4775-903c-57da784da929" providerId="ADAL" clId="{939B054C-F8A9-4478-8F2C-9BA32CC365B5}" dt="2025-11-12T04:42:51.097" v="7" actId="47"/>
        <pc:sldMkLst>
          <pc:docMk/>
          <pc:sldMk cId="0" sldId="307"/>
        </pc:sldMkLst>
      </pc:sldChg>
      <pc:sldChg chg="del">
        <pc:chgData name="Atique Ahmad Zafar" userId="3c3190ae-5c8d-4775-903c-57da784da929" providerId="ADAL" clId="{939B054C-F8A9-4478-8F2C-9BA32CC365B5}" dt="2025-11-12T04:42:51.097" v="7" actId="47"/>
        <pc:sldMkLst>
          <pc:docMk/>
          <pc:sldMk cId="0" sldId="308"/>
        </pc:sldMkLst>
      </pc:sldChg>
      <pc:sldChg chg="del">
        <pc:chgData name="Atique Ahmad Zafar" userId="3c3190ae-5c8d-4775-903c-57da784da929" providerId="ADAL" clId="{939B054C-F8A9-4478-8F2C-9BA32CC365B5}" dt="2025-11-12T04:42:51.097" v="7" actId="47"/>
        <pc:sldMkLst>
          <pc:docMk/>
          <pc:sldMk cId="0" sldId="309"/>
        </pc:sldMkLst>
      </pc:sldChg>
      <pc:sldChg chg="del">
        <pc:chgData name="Atique Ahmad Zafar" userId="3c3190ae-5c8d-4775-903c-57da784da929" providerId="ADAL" clId="{939B054C-F8A9-4478-8F2C-9BA32CC365B5}" dt="2025-11-12T04:42:51.097" v="7" actId="47"/>
        <pc:sldMkLst>
          <pc:docMk/>
          <pc:sldMk cId="0" sldId="310"/>
        </pc:sldMkLst>
      </pc:sldChg>
      <pc:sldChg chg="del">
        <pc:chgData name="Atique Ahmad Zafar" userId="3c3190ae-5c8d-4775-903c-57da784da929" providerId="ADAL" clId="{939B054C-F8A9-4478-8F2C-9BA32CC365B5}" dt="2025-11-12T04:42:51.097" v="7" actId="47"/>
        <pc:sldMkLst>
          <pc:docMk/>
          <pc:sldMk cId="0" sldId="311"/>
        </pc:sldMkLst>
      </pc:sldChg>
      <pc:sldChg chg="del">
        <pc:chgData name="Atique Ahmad Zafar" userId="3c3190ae-5c8d-4775-903c-57da784da929" providerId="ADAL" clId="{939B054C-F8A9-4478-8F2C-9BA32CC365B5}" dt="2025-11-12T04:42:51.097" v="7" actId="47"/>
        <pc:sldMkLst>
          <pc:docMk/>
          <pc:sldMk cId="0" sldId="312"/>
        </pc:sldMkLst>
      </pc:sldChg>
      <pc:sldChg chg="del">
        <pc:chgData name="Atique Ahmad Zafar" userId="3c3190ae-5c8d-4775-903c-57da784da929" providerId="ADAL" clId="{939B054C-F8A9-4478-8F2C-9BA32CC365B5}" dt="2025-11-12T04:42:51.097" v="7" actId="47"/>
        <pc:sldMkLst>
          <pc:docMk/>
          <pc:sldMk cId="0" sldId="313"/>
        </pc:sldMkLst>
      </pc:sldChg>
      <pc:sldChg chg="del">
        <pc:chgData name="Atique Ahmad Zafar" userId="3c3190ae-5c8d-4775-903c-57da784da929" providerId="ADAL" clId="{939B054C-F8A9-4478-8F2C-9BA32CC365B5}" dt="2025-11-12T04:42:51.097" v="7" actId="47"/>
        <pc:sldMkLst>
          <pc:docMk/>
          <pc:sldMk cId="0" sldId="314"/>
        </pc:sldMkLst>
      </pc:sldChg>
      <pc:sldChg chg="del">
        <pc:chgData name="Atique Ahmad Zafar" userId="3c3190ae-5c8d-4775-903c-57da784da929" providerId="ADAL" clId="{939B054C-F8A9-4478-8F2C-9BA32CC365B5}" dt="2025-11-12T04:42:51.097" v="7" actId="47"/>
        <pc:sldMkLst>
          <pc:docMk/>
          <pc:sldMk cId="0" sldId="315"/>
        </pc:sldMkLst>
      </pc:sldChg>
      <pc:sldChg chg="del">
        <pc:chgData name="Atique Ahmad Zafar" userId="3c3190ae-5c8d-4775-903c-57da784da929" providerId="ADAL" clId="{939B054C-F8A9-4478-8F2C-9BA32CC365B5}" dt="2025-11-12T04:42:51.097" v="7" actId="47"/>
        <pc:sldMkLst>
          <pc:docMk/>
          <pc:sldMk cId="0" sldId="316"/>
        </pc:sldMkLst>
      </pc:sldChg>
      <pc:sldChg chg="del">
        <pc:chgData name="Atique Ahmad Zafar" userId="3c3190ae-5c8d-4775-903c-57da784da929" providerId="ADAL" clId="{939B054C-F8A9-4478-8F2C-9BA32CC365B5}" dt="2025-11-12T04:42:51.097" v="7" actId="47"/>
        <pc:sldMkLst>
          <pc:docMk/>
          <pc:sldMk cId="0" sldId="317"/>
        </pc:sldMkLst>
      </pc:sldChg>
      <pc:sldChg chg="del">
        <pc:chgData name="Atique Ahmad Zafar" userId="3c3190ae-5c8d-4775-903c-57da784da929" providerId="ADAL" clId="{939B054C-F8A9-4478-8F2C-9BA32CC365B5}" dt="2025-11-12T04:42:51.097" v="7" actId="47"/>
        <pc:sldMkLst>
          <pc:docMk/>
          <pc:sldMk cId="0" sldId="318"/>
        </pc:sldMkLst>
      </pc:sldChg>
      <pc:sldChg chg="del">
        <pc:chgData name="Atique Ahmad Zafar" userId="3c3190ae-5c8d-4775-903c-57da784da929" providerId="ADAL" clId="{939B054C-F8A9-4478-8F2C-9BA32CC365B5}" dt="2025-11-12T04:42:51.097" v="7" actId="47"/>
        <pc:sldMkLst>
          <pc:docMk/>
          <pc:sldMk cId="0" sldId="319"/>
        </pc:sldMkLst>
      </pc:sldChg>
      <pc:sldChg chg="del">
        <pc:chgData name="Atique Ahmad Zafar" userId="3c3190ae-5c8d-4775-903c-57da784da929" providerId="ADAL" clId="{939B054C-F8A9-4478-8F2C-9BA32CC365B5}" dt="2025-11-12T04:42:51.097" v="7" actId="47"/>
        <pc:sldMkLst>
          <pc:docMk/>
          <pc:sldMk cId="0" sldId="320"/>
        </pc:sldMkLst>
      </pc:sldChg>
      <pc:sldChg chg="del">
        <pc:chgData name="Atique Ahmad Zafar" userId="3c3190ae-5c8d-4775-903c-57da784da929" providerId="ADAL" clId="{939B054C-F8A9-4478-8F2C-9BA32CC365B5}" dt="2025-11-12T04:42:51.097" v="7" actId="47"/>
        <pc:sldMkLst>
          <pc:docMk/>
          <pc:sldMk cId="0" sldId="321"/>
        </pc:sldMkLst>
      </pc:sldChg>
      <pc:sldChg chg="del">
        <pc:chgData name="Atique Ahmad Zafar" userId="3c3190ae-5c8d-4775-903c-57da784da929" providerId="ADAL" clId="{939B054C-F8A9-4478-8F2C-9BA32CC365B5}" dt="2025-11-12T04:42:51.097" v="7" actId="47"/>
        <pc:sldMkLst>
          <pc:docMk/>
          <pc:sldMk cId="0" sldId="322"/>
        </pc:sldMkLst>
      </pc:sldChg>
      <pc:sldChg chg="del">
        <pc:chgData name="Atique Ahmad Zafar" userId="3c3190ae-5c8d-4775-903c-57da784da929" providerId="ADAL" clId="{939B054C-F8A9-4478-8F2C-9BA32CC365B5}" dt="2025-11-12T04:42:51.097" v="7" actId="47"/>
        <pc:sldMkLst>
          <pc:docMk/>
          <pc:sldMk cId="0" sldId="323"/>
        </pc:sldMkLst>
      </pc:sldChg>
      <pc:sldChg chg="del">
        <pc:chgData name="Atique Ahmad Zafar" userId="3c3190ae-5c8d-4775-903c-57da784da929" providerId="ADAL" clId="{939B054C-F8A9-4478-8F2C-9BA32CC365B5}" dt="2025-11-12T04:42:51.097" v="7" actId="47"/>
        <pc:sldMkLst>
          <pc:docMk/>
          <pc:sldMk cId="0" sldId="325"/>
        </pc:sldMkLst>
      </pc:sldChg>
      <pc:sldChg chg="del">
        <pc:chgData name="Atique Ahmad Zafar" userId="3c3190ae-5c8d-4775-903c-57da784da929" providerId="ADAL" clId="{939B054C-F8A9-4478-8F2C-9BA32CC365B5}" dt="2025-11-12T04:42:51.097" v="7" actId="47"/>
        <pc:sldMkLst>
          <pc:docMk/>
          <pc:sldMk cId="0" sldId="326"/>
        </pc:sldMkLst>
      </pc:sldChg>
      <pc:sldChg chg="del">
        <pc:chgData name="Atique Ahmad Zafar" userId="3c3190ae-5c8d-4775-903c-57da784da929" providerId="ADAL" clId="{939B054C-F8A9-4478-8F2C-9BA32CC365B5}" dt="2025-11-12T04:42:51.097" v="7" actId="47"/>
        <pc:sldMkLst>
          <pc:docMk/>
          <pc:sldMk cId="0" sldId="327"/>
        </pc:sldMkLst>
      </pc:sldChg>
      <pc:sldChg chg="del">
        <pc:chgData name="Atique Ahmad Zafar" userId="3c3190ae-5c8d-4775-903c-57da784da929" providerId="ADAL" clId="{939B054C-F8A9-4478-8F2C-9BA32CC365B5}" dt="2025-11-12T04:42:51.097" v="7" actId="47"/>
        <pc:sldMkLst>
          <pc:docMk/>
          <pc:sldMk cId="0" sldId="328"/>
        </pc:sldMkLst>
      </pc:sldChg>
      <pc:sldChg chg="del">
        <pc:chgData name="Atique Ahmad Zafar" userId="3c3190ae-5c8d-4775-903c-57da784da929" providerId="ADAL" clId="{939B054C-F8A9-4478-8F2C-9BA32CC365B5}" dt="2025-11-12T04:42:51.097" v="7" actId="47"/>
        <pc:sldMkLst>
          <pc:docMk/>
          <pc:sldMk cId="0" sldId="329"/>
        </pc:sldMkLst>
      </pc:sldChg>
      <pc:sldChg chg="del">
        <pc:chgData name="Atique Ahmad Zafar" userId="3c3190ae-5c8d-4775-903c-57da784da929" providerId="ADAL" clId="{939B054C-F8A9-4478-8F2C-9BA32CC365B5}" dt="2025-11-12T04:42:51.097" v="7" actId="47"/>
        <pc:sldMkLst>
          <pc:docMk/>
          <pc:sldMk cId="0" sldId="330"/>
        </pc:sldMkLst>
      </pc:sldChg>
      <pc:sldChg chg="del">
        <pc:chgData name="Atique Ahmad Zafar" userId="3c3190ae-5c8d-4775-903c-57da784da929" providerId="ADAL" clId="{939B054C-F8A9-4478-8F2C-9BA32CC365B5}" dt="2025-11-12T04:42:51.097" v="7" actId="47"/>
        <pc:sldMkLst>
          <pc:docMk/>
          <pc:sldMk cId="0" sldId="331"/>
        </pc:sldMkLst>
      </pc:sldChg>
      <pc:sldChg chg="del">
        <pc:chgData name="Atique Ahmad Zafar" userId="3c3190ae-5c8d-4775-903c-57da784da929" providerId="ADAL" clId="{939B054C-F8A9-4478-8F2C-9BA32CC365B5}" dt="2025-11-12T04:42:51.097" v="7" actId="47"/>
        <pc:sldMkLst>
          <pc:docMk/>
          <pc:sldMk cId="0" sldId="332"/>
        </pc:sldMkLst>
      </pc:sldChg>
      <pc:sldChg chg="del">
        <pc:chgData name="Atique Ahmad Zafar" userId="3c3190ae-5c8d-4775-903c-57da784da929" providerId="ADAL" clId="{939B054C-F8A9-4478-8F2C-9BA32CC365B5}" dt="2025-11-12T04:42:51.097" v="7" actId="47"/>
        <pc:sldMkLst>
          <pc:docMk/>
          <pc:sldMk cId="0" sldId="333"/>
        </pc:sldMkLst>
      </pc:sldChg>
      <pc:sldChg chg="del">
        <pc:chgData name="Atique Ahmad Zafar" userId="3c3190ae-5c8d-4775-903c-57da784da929" providerId="ADAL" clId="{939B054C-F8A9-4478-8F2C-9BA32CC365B5}" dt="2025-11-12T04:42:51.097" v="7" actId="47"/>
        <pc:sldMkLst>
          <pc:docMk/>
          <pc:sldMk cId="0" sldId="334"/>
        </pc:sldMkLst>
      </pc:sldChg>
      <pc:sldChg chg="del">
        <pc:chgData name="Atique Ahmad Zafar" userId="3c3190ae-5c8d-4775-903c-57da784da929" providerId="ADAL" clId="{939B054C-F8A9-4478-8F2C-9BA32CC365B5}" dt="2025-11-12T04:42:51.097" v="7" actId="47"/>
        <pc:sldMkLst>
          <pc:docMk/>
          <pc:sldMk cId="0" sldId="335"/>
        </pc:sldMkLst>
      </pc:sldChg>
      <pc:sldChg chg="del">
        <pc:chgData name="Atique Ahmad Zafar" userId="3c3190ae-5c8d-4775-903c-57da784da929" providerId="ADAL" clId="{939B054C-F8A9-4478-8F2C-9BA32CC365B5}" dt="2025-11-12T04:42:51.097" v="7" actId="47"/>
        <pc:sldMkLst>
          <pc:docMk/>
          <pc:sldMk cId="0" sldId="336"/>
        </pc:sldMkLst>
      </pc:sldChg>
      <pc:sldChg chg="del">
        <pc:chgData name="Atique Ahmad Zafar" userId="3c3190ae-5c8d-4775-903c-57da784da929" providerId="ADAL" clId="{939B054C-F8A9-4478-8F2C-9BA32CC365B5}" dt="2025-11-12T04:42:51.097" v="7" actId="47"/>
        <pc:sldMkLst>
          <pc:docMk/>
          <pc:sldMk cId="0" sldId="337"/>
        </pc:sldMkLst>
      </pc:sldChg>
      <pc:sldChg chg="del">
        <pc:chgData name="Atique Ahmad Zafar" userId="3c3190ae-5c8d-4775-903c-57da784da929" providerId="ADAL" clId="{939B054C-F8A9-4478-8F2C-9BA32CC365B5}" dt="2025-11-12T04:42:51.097" v="7" actId="47"/>
        <pc:sldMkLst>
          <pc:docMk/>
          <pc:sldMk cId="0" sldId="338"/>
        </pc:sldMkLst>
      </pc:sldChg>
      <pc:sldChg chg="del">
        <pc:chgData name="Atique Ahmad Zafar" userId="3c3190ae-5c8d-4775-903c-57da784da929" providerId="ADAL" clId="{939B054C-F8A9-4478-8F2C-9BA32CC365B5}" dt="2025-11-12T04:42:51.097" v="7" actId="47"/>
        <pc:sldMkLst>
          <pc:docMk/>
          <pc:sldMk cId="0" sldId="339"/>
        </pc:sldMkLst>
      </pc:sldChg>
      <pc:sldChg chg="del">
        <pc:chgData name="Atique Ahmad Zafar" userId="3c3190ae-5c8d-4775-903c-57da784da929" providerId="ADAL" clId="{939B054C-F8A9-4478-8F2C-9BA32CC365B5}" dt="2025-11-12T04:42:51.097" v="7" actId="47"/>
        <pc:sldMkLst>
          <pc:docMk/>
          <pc:sldMk cId="0" sldId="340"/>
        </pc:sldMkLst>
      </pc:sldChg>
      <pc:sldChg chg="del">
        <pc:chgData name="Atique Ahmad Zafar" userId="3c3190ae-5c8d-4775-903c-57da784da929" providerId="ADAL" clId="{939B054C-F8A9-4478-8F2C-9BA32CC365B5}" dt="2025-11-12T04:42:51.097" v="7" actId="47"/>
        <pc:sldMkLst>
          <pc:docMk/>
          <pc:sldMk cId="0" sldId="341"/>
        </pc:sldMkLst>
      </pc:sldChg>
      <pc:sldChg chg="del">
        <pc:chgData name="Atique Ahmad Zafar" userId="3c3190ae-5c8d-4775-903c-57da784da929" providerId="ADAL" clId="{939B054C-F8A9-4478-8F2C-9BA32CC365B5}" dt="2025-11-12T04:42:51.097" v="7" actId="47"/>
        <pc:sldMkLst>
          <pc:docMk/>
          <pc:sldMk cId="0" sldId="342"/>
        </pc:sldMkLst>
      </pc:sldChg>
      <pc:sldChg chg="del">
        <pc:chgData name="Atique Ahmad Zafar" userId="3c3190ae-5c8d-4775-903c-57da784da929" providerId="ADAL" clId="{939B054C-F8A9-4478-8F2C-9BA32CC365B5}" dt="2025-11-12T04:42:51.097" v="7" actId="47"/>
        <pc:sldMkLst>
          <pc:docMk/>
          <pc:sldMk cId="0" sldId="343"/>
        </pc:sldMkLst>
      </pc:sldChg>
      <pc:sldChg chg="del">
        <pc:chgData name="Atique Ahmad Zafar" userId="3c3190ae-5c8d-4775-903c-57da784da929" providerId="ADAL" clId="{939B054C-F8A9-4478-8F2C-9BA32CC365B5}" dt="2025-11-12T04:42:51.097" v="7" actId="47"/>
        <pc:sldMkLst>
          <pc:docMk/>
          <pc:sldMk cId="0" sldId="344"/>
        </pc:sldMkLst>
      </pc:sldChg>
      <pc:sldChg chg="del">
        <pc:chgData name="Atique Ahmad Zafar" userId="3c3190ae-5c8d-4775-903c-57da784da929" providerId="ADAL" clId="{939B054C-F8A9-4478-8F2C-9BA32CC365B5}" dt="2025-11-12T04:42:51.097" v="7" actId="47"/>
        <pc:sldMkLst>
          <pc:docMk/>
          <pc:sldMk cId="0" sldId="345"/>
        </pc:sldMkLst>
      </pc:sldChg>
      <pc:sldChg chg="del">
        <pc:chgData name="Atique Ahmad Zafar" userId="3c3190ae-5c8d-4775-903c-57da784da929" providerId="ADAL" clId="{939B054C-F8A9-4478-8F2C-9BA32CC365B5}" dt="2025-11-12T04:42:51.097" v="7" actId="47"/>
        <pc:sldMkLst>
          <pc:docMk/>
          <pc:sldMk cId="0" sldId="346"/>
        </pc:sldMkLst>
      </pc:sldChg>
      <pc:sldChg chg="del">
        <pc:chgData name="Atique Ahmad Zafar" userId="3c3190ae-5c8d-4775-903c-57da784da929" providerId="ADAL" clId="{939B054C-F8A9-4478-8F2C-9BA32CC365B5}" dt="2025-11-12T04:42:51.097" v="7" actId="47"/>
        <pc:sldMkLst>
          <pc:docMk/>
          <pc:sldMk cId="0" sldId="347"/>
        </pc:sldMkLst>
      </pc:sldChg>
      <pc:sldChg chg="del">
        <pc:chgData name="Atique Ahmad Zafar" userId="3c3190ae-5c8d-4775-903c-57da784da929" providerId="ADAL" clId="{939B054C-F8A9-4478-8F2C-9BA32CC365B5}" dt="2025-11-12T04:42:51.097" v="7" actId="47"/>
        <pc:sldMkLst>
          <pc:docMk/>
          <pc:sldMk cId="0" sldId="348"/>
        </pc:sldMkLst>
      </pc:sldChg>
      <pc:sldChg chg="del">
        <pc:chgData name="Atique Ahmad Zafar" userId="3c3190ae-5c8d-4775-903c-57da784da929" providerId="ADAL" clId="{939B054C-F8A9-4478-8F2C-9BA32CC365B5}" dt="2025-11-12T04:42:51.097" v="7" actId="47"/>
        <pc:sldMkLst>
          <pc:docMk/>
          <pc:sldMk cId="0" sldId="349"/>
        </pc:sldMkLst>
      </pc:sldChg>
      <pc:sldChg chg="del">
        <pc:chgData name="Atique Ahmad Zafar" userId="3c3190ae-5c8d-4775-903c-57da784da929" providerId="ADAL" clId="{939B054C-F8A9-4478-8F2C-9BA32CC365B5}" dt="2025-11-12T04:42:51.097" v="7" actId="47"/>
        <pc:sldMkLst>
          <pc:docMk/>
          <pc:sldMk cId="0" sldId="350"/>
        </pc:sldMkLst>
      </pc:sldChg>
      <pc:sldChg chg="del">
        <pc:chgData name="Atique Ahmad Zafar" userId="3c3190ae-5c8d-4775-903c-57da784da929" providerId="ADAL" clId="{939B054C-F8A9-4478-8F2C-9BA32CC365B5}" dt="2025-11-12T04:42:51.097" v="7" actId="47"/>
        <pc:sldMkLst>
          <pc:docMk/>
          <pc:sldMk cId="0" sldId="351"/>
        </pc:sldMkLst>
      </pc:sldChg>
      <pc:sldChg chg="del">
        <pc:chgData name="Atique Ahmad Zafar" userId="3c3190ae-5c8d-4775-903c-57da784da929" providerId="ADAL" clId="{939B054C-F8A9-4478-8F2C-9BA32CC365B5}" dt="2025-11-12T04:42:51.097" v="7" actId="47"/>
        <pc:sldMkLst>
          <pc:docMk/>
          <pc:sldMk cId="0" sldId="352"/>
        </pc:sldMkLst>
      </pc:sldChg>
      <pc:sldChg chg="del">
        <pc:chgData name="Atique Ahmad Zafar" userId="3c3190ae-5c8d-4775-903c-57da784da929" providerId="ADAL" clId="{939B054C-F8A9-4478-8F2C-9BA32CC365B5}" dt="2025-11-12T04:42:51.097" v="7" actId="47"/>
        <pc:sldMkLst>
          <pc:docMk/>
          <pc:sldMk cId="0" sldId="353"/>
        </pc:sldMkLst>
      </pc:sldChg>
      <pc:sldChg chg="del">
        <pc:chgData name="Atique Ahmad Zafar" userId="3c3190ae-5c8d-4775-903c-57da784da929" providerId="ADAL" clId="{939B054C-F8A9-4478-8F2C-9BA32CC365B5}" dt="2025-11-12T04:42:51.097" v="7" actId="47"/>
        <pc:sldMkLst>
          <pc:docMk/>
          <pc:sldMk cId="0" sldId="354"/>
        </pc:sldMkLst>
      </pc:sldChg>
      <pc:sldChg chg="del">
        <pc:chgData name="Atique Ahmad Zafar" userId="3c3190ae-5c8d-4775-903c-57da784da929" providerId="ADAL" clId="{939B054C-F8A9-4478-8F2C-9BA32CC365B5}" dt="2025-11-12T04:42:51.097" v="7" actId="47"/>
        <pc:sldMkLst>
          <pc:docMk/>
          <pc:sldMk cId="0" sldId="355"/>
        </pc:sldMkLst>
      </pc:sldChg>
      <pc:sldChg chg="del">
        <pc:chgData name="Atique Ahmad Zafar" userId="3c3190ae-5c8d-4775-903c-57da784da929" providerId="ADAL" clId="{939B054C-F8A9-4478-8F2C-9BA32CC365B5}" dt="2025-11-12T04:42:51.097" v="7" actId="47"/>
        <pc:sldMkLst>
          <pc:docMk/>
          <pc:sldMk cId="0" sldId="356"/>
        </pc:sldMkLst>
      </pc:sldChg>
      <pc:sldChg chg="del">
        <pc:chgData name="Atique Ahmad Zafar" userId="3c3190ae-5c8d-4775-903c-57da784da929" providerId="ADAL" clId="{939B054C-F8A9-4478-8F2C-9BA32CC365B5}" dt="2025-11-12T04:42:51.097" v="7" actId="47"/>
        <pc:sldMkLst>
          <pc:docMk/>
          <pc:sldMk cId="0" sldId="357"/>
        </pc:sldMkLst>
      </pc:sldChg>
      <pc:sldChg chg="del">
        <pc:chgData name="Atique Ahmad Zafar" userId="3c3190ae-5c8d-4775-903c-57da784da929" providerId="ADAL" clId="{939B054C-F8A9-4478-8F2C-9BA32CC365B5}" dt="2025-11-12T04:42:51.097" v="7" actId="47"/>
        <pc:sldMkLst>
          <pc:docMk/>
          <pc:sldMk cId="0" sldId="358"/>
        </pc:sldMkLst>
      </pc:sldChg>
      <pc:sldChg chg="del">
        <pc:chgData name="Atique Ahmad Zafar" userId="3c3190ae-5c8d-4775-903c-57da784da929" providerId="ADAL" clId="{939B054C-F8A9-4478-8F2C-9BA32CC365B5}" dt="2025-11-12T04:42:51.097" v="7" actId="47"/>
        <pc:sldMkLst>
          <pc:docMk/>
          <pc:sldMk cId="0" sldId="359"/>
        </pc:sldMkLst>
      </pc:sldChg>
      <pc:sldChg chg="del">
        <pc:chgData name="Atique Ahmad Zafar" userId="3c3190ae-5c8d-4775-903c-57da784da929" providerId="ADAL" clId="{939B054C-F8A9-4478-8F2C-9BA32CC365B5}" dt="2025-11-12T04:42:51.097" v="7" actId="47"/>
        <pc:sldMkLst>
          <pc:docMk/>
          <pc:sldMk cId="0" sldId="360"/>
        </pc:sldMkLst>
      </pc:sldChg>
      <pc:sldChg chg="del">
        <pc:chgData name="Atique Ahmad Zafar" userId="3c3190ae-5c8d-4775-903c-57da784da929" providerId="ADAL" clId="{939B054C-F8A9-4478-8F2C-9BA32CC365B5}" dt="2025-11-12T04:42:51.097" v="7" actId="47"/>
        <pc:sldMkLst>
          <pc:docMk/>
          <pc:sldMk cId="0" sldId="361"/>
        </pc:sldMkLst>
      </pc:sldChg>
      <pc:sldChg chg="del">
        <pc:chgData name="Atique Ahmad Zafar" userId="3c3190ae-5c8d-4775-903c-57da784da929" providerId="ADAL" clId="{939B054C-F8A9-4478-8F2C-9BA32CC365B5}" dt="2025-11-12T04:42:51.097" v="7" actId="47"/>
        <pc:sldMkLst>
          <pc:docMk/>
          <pc:sldMk cId="0" sldId="362"/>
        </pc:sldMkLst>
      </pc:sldChg>
      <pc:sldChg chg="del">
        <pc:chgData name="Atique Ahmad Zafar" userId="3c3190ae-5c8d-4775-903c-57da784da929" providerId="ADAL" clId="{939B054C-F8A9-4478-8F2C-9BA32CC365B5}" dt="2025-11-12T04:42:51.097" v="7" actId="47"/>
        <pc:sldMkLst>
          <pc:docMk/>
          <pc:sldMk cId="0" sldId="363"/>
        </pc:sldMkLst>
      </pc:sldChg>
      <pc:sldChg chg="del">
        <pc:chgData name="Atique Ahmad Zafar" userId="3c3190ae-5c8d-4775-903c-57da784da929" providerId="ADAL" clId="{939B054C-F8A9-4478-8F2C-9BA32CC365B5}" dt="2025-11-12T04:42:51.097" v="7" actId="47"/>
        <pc:sldMkLst>
          <pc:docMk/>
          <pc:sldMk cId="0" sldId="364"/>
        </pc:sldMkLst>
      </pc:sldChg>
      <pc:sldChg chg="del">
        <pc:chgData name="Atique Ahmad Zafar" userId="3c3190ae-5c8d-4775-903c-57da784da929" providerId="ADAL" clId="{939B054C-F8A9-4478-8F2C-9BA32CC365B5}" dt="2025-11-12T04:42:51.097" v="7" actId="47"/>
        <pc:sldMkLst>
          <pc:docMk/>
          <pc:sldMk cId="0" sldId="365"/>
        </pc:sldMkLst>
      </pc:sldChg>
      <pc:sldChg chg="del">
        <pc:chgData name="Atique Ahmad Zafar" userId="3c3190ae-5c8d-4775-903c-57da784da929" providerId="ADAL" clId="{939B054C-F8A9-4478-8F2C-9BA32CC365B5}" dt="2025-11-12T04:42:51.097" v="7" actId="47"/>
        <pc:sldMkLst>
          <pc:docMk/>
          <pc:sldMk cId="0" sldId="366"/>
        </pc:sldMkLst>
      </pc:sldChg>
      <pc:sldChg chg="del">
        <pc:chgData name="Atique Ahmad Zafar" userId="3c3190ae-5c8d-4775-903c-57da784da929" providerId="ADAL" clId="{939B054C-F8A9-4478-8F2C-9BA32CC365B5}" dt="2025-11-12T04:42:51.097" v="7" actId="47"/>
        <pc:sldMkLst>
          <pc:docMk/>
          <pc:sldMk cId="0" sldId="367"/>
        </pc:sldMkLst>
      </pc:sldChg>
      <pc:sldChg chg="del">
        <pc:chgData name="Atique Ahmad Zafar" userId="3c3190ae-5c8d-4775-903c-57da784da929" providerId="ADAL" clId="{939B054C-F8A9-4478-8F2C-9BA32CC365B5}" dt="2025-11-12T04:42:51.097" v="7" actId="47"/>
        <pc:sldMkLst>
          <pc:docMk/>
          <pc:sldMk cId="0" sldId="368"/>
        </pc:sldMkLst>
      </pc:sldChg>
      <pc:sldChg chg="del">
        <pc:chgData name="Atique Ahmad Zafar" userId="3c3190ae-5c8d-4775-903c-57da784da929" providerId="ADAL" clId="{939B054C-F8A9-4478-8F2C-9BA32CC365B5}" dt="2025-11-12T04:42:51.097" v="7" actId="47"/>
        <pc:sldMkLst>
          <pc:docMk/>
          <pc:sldMk cId="0" sldId="369"/>
        </pc:sldMkLst>
      </pc:sldChg>
      <pc:sldChg chg="del">
        <pc:chgData name="Atique Ahmad Zafar" userId="3c3190ae-5c8d-4775-903c-57da784da929" providerId="ADAL" clId="{939B054C-F8A9-4478-8F2C-9BA32CC365B5}" dt="2025-11-12T04:42:51.097" v="7" actId="47"/>
        <pc:sldMkLst>
          <pc:docMk/>
          <pc:sldMk cId="0" sldId="371"/>
        </pc:sldMkLst>
      </pc:sldChg>
      <pc:sldChg chg="del">
        <pc:chgData name="Atique Ahmad Zafar" userId="3c3190ae-5c8d-4775-903c-57da784da929" providerId="ADAL" clId="{939B054C-F8A9-4478-8F2C-9BA32CC365B5}" dt="2025-11-12T04:42:51.097" v="7" actId="47"/>
        <pc:sldMkLst>
          <pc:docMk/>
          <pc:sldMk cId="0" sldId="372"/>
        </pc:sldMkLst>
      </pc:sldChg>
      <pc:sldChg chg="del">
        <pc:chgData name="Atique Ahmad Zafar" userId="3c3190ae-5c8d-4775-903c-57da784da929" providerId="ADAL" clId="{939B054C-F8A9-4478-8F2C-9BA32CC365B5}" dt="2025-11-12T04:42:51.097" v="7" actId="47"/>
        <pc:sldMkLst>
          <pc:docMk/>
          <pc:sldMk cId="0" sldId="373"/>
        </pc:sldMkLst>
      </pc:sldChg>
      <pc:sldChg chg="del">
        <pc:chgData name="Atique Ahmad Zafar" userId="3c3190ae-5c8d-4775-903c-57da784da929" providerId="ADAL" clId="{939B054C-F8A9-4478-8F2C-9BA32CC365B5}" dt="2025-11-12T04:42:51.097" v="7" actId="47"/>
        <pc:sldMkLst>
          <pc:docMk/>
          <pc:sldMk cId="0" sldId="374"/>
        </pc:sldMkLst>
      </pc:sldChg>
      <pc:sldChg chg="del">
        <pc:chgData name="Atique Ahmad Zafar" userId="3c3190ae-5c8d-4775-903c-57da784da929" providerId="ADAL" clId="{939B054C-F8A9-4478-8F2C-9BA32CC365B5}" dt="2025-11-12T04:42:51.097" v="7" actId="47"/>
        <pc:sldMkLst>
          <pc:docMk/>
          <pc:sldMk cId="0" sldId="375"/>
        </pc:sldMkLst>
      </pc:sldChg>
      <pc:sldChg chg="del">
        <pc:chgData name="Atique Ahmad Zafar" userId="3c3190ae-5c8d-4775-903c-57da784da929" providerId="ADAL" clId="{939B054C-F8A9-4478-8F2C-9BA32CC365B5}" dt="2025-11-12T04:42:51.097" v="7" actId="47"/>
        <pc:sldMkLst>
          <pc:docMk/>
          <pc:sldMk cId="0" sldId="376"/>
        </pc:sldMkLst>
      </pc:sldChg>
      <pc:sldChg chg="del">
        <pc:chgData name="Atique Ahmad Zafar" userId="3c3190ae-5c8d-4775-903c-57da784da929" providerId="ADAL" clId="{939B054C-F8A9-4478-8F2C-9BA32CC365B5}" dt="2025-11-12T04:42:51.097" v="7" actId="47"/>
        <pc:sldMkLst>
          <pc:docMk/>
          <pc:sldMk cId="0" sldId="377"/>
        </pc:sldMkLst>
      </pc:sldChg>
      <pc:sldChg chg="del">
        <pc:chgData name="Atique Ahmad Zafar" userId="3c3190ae-5c8d-4775-903c-57da784da929" providerId="ADAL" clId="{939B054C-F8A9-4478-8F2C-9BA32CC365B5}" dt="2025-11-12T04:42:51.097" v="7" actId="47"/>
        <pc:sldMkLst>
          <pc:docMk/>
          <pc:sldMk cId="0" sldId="378"/>
        </pc:sldMkLst>
      </pc:sldChg>
      <pc:sldChg chg="del">
        <pc:chgData name="Atique Ahmad Zafar" userId="3c3190ae-5c8d-4775-903c-57da784da929" providerId="ADAL" clId="{939B054C-F8A9-4478-8F2C-9BA32CC365B5}" dt="2025-11-12T04:42:51.097" v="7" actId="47"/>
        <pc:sldMkLst>
          <pc:docMk/>
          <pc:sldMk cId="0" sldId="379"/>
        </pc:sldMkLst>
      </pc:sldChg>
      <pc:sldChg chg="del">
        <pc:chgData name="Atique Ahmad Zafar" userId="3c3190ae-5c8d-4775-903c-57da784da929" providerId="ADAL" clId="{939B054C-F8A9-4478-8F2C-9BA32CC365B5}" dt="2025-11-12T04:42:51.097" v="7" actId="47"/>
        <pc:sldMkLst>
          <pc:docMk/>
          <pc:sldMk cId="0" sldId="380"/>
        </pc:sldMkLst>
      </pc:sldChg>
      <pc:sldChg chg="del">
        <pc:chgData name="Atique Ahmad Zafar" userId="3c3190ae-5c8d-4775-903c-57da784da929" providerId="ADAL" clId="{939B054C-F8A9-4478-8F2C-9BA32CC365B5}" dt="2025-11-12T04:42:51.097" v="7" actId="47"/>
        <pc:sldMkLst>
          <pc:docMk/>
          <pc:sldMk cId="0" sldId="381"/>
        </pc:sldMkLst>
      </pc:sldChg>
      <pc:sldChg chg="del">
        <pc:chgData name="Atique Ahmad Zafar" userId="3c3190ae-5c8d-4775-903c-57da784da929" providerId="ADAL" clId="{939B054C-F8A9-4478-8F2C-9BA32CC365B5}" dt="2025-11-12T04:42:51.097" v="7" actId="47"/>
        <pc:sldMkLst>
          <pc:docMk/>
          <pc:sldMk cId="0" sldId="382"/>
        </pc:sldMkLst>
      </pc:sldChg>
      <pc:sldChg chg="del">
        <pc:chgData name="Atique Ahmad Zafar" userId="3c3190ae-5c8d-4775-903c-57da784da929" providerId="ADAL" clId="{939B054C-F8A9-4478-8F2C-9BA32CC365B5}" dt="2025-11-12T04:42:51.097" v="7" actId="47"/>
        <pc:sldMkLst>
          <pc:docMk/>
          <pc:sldMk cId="0" sldId="383"/>
        </pc:sldMkLst>
      </pc:sldChg>
      <pc:sldChg chg="del">
        <pc:chgData name="Atique Ahmad Zafar" userId="3c3190ae-5c8d-4775-903c-57da784da929" providerId="ADAL" clId="{939B054C-F8A9-4478-8F2C-9BA32CC365B5}" dt="2025-11-12T04:42:51.097" v="7" actId="47"/>
        <pc:sldMkLst>
          <pc:docMk/>
          <pc:sldMk cId="0" sldId="384"/>
        </pc:sldMkLst>
      </pc:sldChg>
      <pc:sldChg chg="del">
        <pc:chgData name="Atique Ahmad Zafar" userId="3c3190ae-5c8d-4775-903c-57da784da929" providerId="ADAL" clId="{939B054C-F8A9-4478-8F2C-9BA32CC365B5}" dt="2025-11-12T04:42:51.097" v="7" actId="47"/>
        <pc:sldMkLst>
          <pc:docMk/>
          <pc:sldMk cId="0" sldId="385"/>
        </pc:sldMkLst>
      </pc:sldChg>
      <pc:sldChg chg="del">
        <pc:chgData name="Atique Ahmad Zafar" userId="3c3190ae-5c8d-4775-903c-57da784da929" providerId="ADAL" clId="{939B054C-F8A9-4478-8F2C-9BA32CC365B5}" dt="2025-11-12T04:42:51.097" v="7" actId="47"/>
        <pc:sldMkLst>
          <pc:docMk/>
          <pc:sldMk cId="0" sldId="386"/>
        </pc:sldMkLst>
      </pc:sldChg>
      <pc:sldChg chg="del">
        <pc:chgData name="Atique Ahmad Zafar" userId="3c3190ae-5c8d-4775-903c-57da784da929" providerId="ADAL" clId="{939B054C-F8A9-4478-8F2C-9BA32CC365B5}" dt="2025-11-12T04:42:51.097" v="7" actId="47"/>
        <pc:sldMkLst>
          <pc:docMk/>
          <pc:sldMk cId="0" sldId="387"/>
        </pc:sldMkLst>
      </pc:sldChg>
      <pc:sldChg chg="del">
        <pc:chgData name="Atique Ahmad Zafar" userId="3c3190ae-5c8d-4775-903c-57da784da929" providerId="ADAL" clId="{939B054C-F8A9-4478-8F2C-9BA32CC365B5}" dt="2025-11-12T04:42:51.097" v="7" actId="47"/>
        <pc:sldMkLst>
          <pc:docMk/>
          <pc:sldMk cId="0" sldId="388"/>
        </pc:sldMkLst>
      </pc:sldChg>
      <pc:sldChg chg="del">
        <pc:chgData name="Atique Ahmad Zafar" userId="3c3190ae-5c8d-4775-903c-57da784da929" providerId="ADAL" clId="{939B054C-F8A9-4478-8F2C-9BA32CC365B5}" dt="2025-11-12T04:42:51.097" v="7" actId="47"/>
        <pc:sldMkLst>
          <pc:docMk/>
          <pc:sldMk cId="0" sldId="389"/>
        </pc:sldMkLst>
      </pc:sldChg>
      <pc:sldChg chg="del">
        <pc:chgData name="Atique Ahmad Zafar" userId="3c3190ae-5c8d-4775-903c-57da784da929" providerId="ADAL" clId="{939B054C-F8A9-4478-8F2C-9BA32CC365B5}" dt="2025-11-12T04:42:51.097" v="7" actId="47"/>
        <pc:sldMkLst>
          <pc:docMk/>
          <pc:sldMk cId="0" sldId="390"/>
        </pc:sldMkLst>
      </pc:sldChg>
      <pc:sldChg chg="del">
        <pc:chgData name="Atique Ahmad Zafar" userId="3c3190ae-5c8d-4775-903c-57da784da929" providerId="ADAL" clId="{939B054C-F8A9-4478-8F2C-9BA32CC365B5}" dt="2025-11-12T04:42:51.097" v="7" actId="47"/>
        <pc:sldMkLst>
          <pc:docMk/>
          <pc:sldMk cId="0" sldId="391"/>
        </pc:sldMkLst>
      </pc:sldChg>
      <pc:sldChg chg="del">
        <pc:chgData name="Atique Ahmad Zafar" userId="3c3190ae-5c8d-4775-903c-57da784da929" providerId="ADAL" clId="{939B054C-F8A9-4478-8F2C-9BA32CC365B5}" dt="2025-11-12T04:42:51.097" v="7" actId="47"/>
        <pc:sldMkLst>
          <pc:docMk/>
          <pc:sldMk cId="0" sldId="392"/>
        </pc:sldMkLst>
      </pc:sldChg>
      <pc:sldChg chg="del">
        <pc:chgData name="Atique Ahmad Zafar" userId="3c3190ae-5c8d-4775-903c-57da784da929" providerId="ADAL" clId="{939B054C-F8A9-4478-8F2C-9BA32CC365B5}" dt="2025-11-12T04:42:51.097" v="7" actId="47"/>
        <pc:sldMkLst>
          <pc:docMk/>
          <pc:sldMk cId="0" sldId="393"/>
        </pc:sldMkLst>
      </pc:sldChg>
      <pc:sldChg chg="del">
        <pc:chgData name="Atique Ahmad Zafar" userId="3c3190ae-5c8d-4775-903c-57da784da929" providerId="ADAL" clId="{939B054C-F8A9-4478-8F2C-9BA32CC365B5}" dt="2025-11-12T04:42:51.097" v="7" actId="47"/>
        <pc:sldMkLst>
          <pc:docMk/>
          <pc:sldMk cId="0" sldId="394"/>
        </pc:sldMkLst>
      </pc:sldChg>
      <pc:sldChg chg="del">
        <pc:chgData name="Atique Ahmad Zafar" userId="3c3190ae-5c8d-4775-903c-57da784da929" providerId="ADAL" clId="{939B054C-F8A9-4478-8F2C-9BA32CC365B5}" dt="2025-11-12T04:42:51.097" v="7" actId="47"/>
        <pc:sldMkLst>
          <pc:docMk/>
          <pc:sldMk cId="0" sldId="395"/>
        </pc:sldMkLst>
      </pc:sldChg>
      <pc:sldChg chg="del">
        <pc:chgData name="Atique Ahmad Zafar" userId="3c3190ae-5c8d-4775-903c-57da784da929" providerId="ADAL" clId="{939B054C-F8A9-4478-8F2C-9BA32CC365B5}" dt="2025-11-12T04:42:51.097" v="7" actId="47"/>
        <pc:sldMkLst>
          <pc:docMk/>
          <pc:sldMk cId="0" sldId="396"/>
        </pc:sldMkLst>
      </pc:sldChg>
      <pc:sldChg chg="del">
        <pc:chgData name="Atique Ahmad Zafar" userId="3c3190ae-5c8d-4775-903c-57da784da929" providerId="ADAL" clId="{939B054C-F8A9-4478-8F2C-9BA32CC365B5}" dt="2025-11-12T04:42:51.097" v="7" actId="47"/>
        <pc:sldMkLst>
          <pc:docMk/>
          <pc:sldMk cId="0" sldId="397"/>
        </pc:sldMkLst>
      </pc:sldChg>
      <pc:sldChg chg="del">
        <pc:chgData name="Atique Ahmad Zafar" userId="3c3190ae-5c8d-4775-903c-57da784da929" providerId="ADAL" clId="{939B054C-F8A9-4478-8F2C-9BA32CC365B5}" dt="2025-11-12T04:42:51.097" v="7" actId="47"/>
        <pc:sldMkLst>
          <pc:docMk/>
          <pc:sldMk cId="0" sldId="398"/>
        </pc:sldMkLst>
      </pc:sldChg>
      <pc:sldChg chg="del">
        <pc:chgData name="Atique Ahmad Zafar" userId="3c3190ae-5c8d-4775-903c-57da784da929" providerId="ADAL" clId="{939B054C-F8A9-4478-8F2C-9BA32CC365B5}" dt="2025-11-12T04:42:51.097" v="7" actId="47"/>
        <pc:sldMkLst>
          <pc:docMk/>
          <pc:sldMk cId="0" sldId="399"/>
        </pc:sldMkLst>
      </pc:sldChg>
      <pc:sldChg chg="del">
        <pc:chgData name="Atique Ahmad Zafar" userId="3c3190ae-5c8d-4775-903c-57da784da929" providerId="ADAL" clId="{939B054C-F8A9-4478-8F2C-9BA32CC365B5}" dt="2025-11-12T04:42:51.097" v="7" actId="47"/>
        <pc:sldMkLst>
          <pc:docMk/>
          <pc:sldMk cId="0" sldId="400"/>
        </pc:sldMkLst>
      </pc:sldChg>
      <pc:sldChg chg="del">
        <pc:chgData name="Atique Ahmad Zafar" userId="3c3190ae-5c8d-4775-903c-57da784da929" providerId="ADAL" clId="{939B054C-F8A9-4478-8F2C-9BA32CC365B5}" dt="2025-11-12T04:42:51.097" v="7" actId="47"/>
        <pc:sldMkLst>
          <pc:docMk/>
          <pc:sldMk cId="0" sldId="401"/>
        </pc:sldMkLst>
      </pc:sldChg>
      <pc:sldChg chg="del">
        <pc:chgData name="Atique Ahmad Zafar" userId="3c3190ae-5c8d-4775-903c-57da784da929" providerId="ADAL" clId="{939B054C-F8A9-4478-8F2C-9BA32CC365B5}" dt="2025-11-12T04:42:51.097" v="7" actId="47"/>
        <pc:sldMkLst>
          <pc:docMk/>
          <pc:sldMk cId="0" sldId="402"/>
        </pc:sldMkLst>
      </pc:sldChg>
      <pc:sldChg chg="del">
        <pc:chgData name="Atique Ahmad Zafar" userId="3c3190ae-5c8d-4775-903c-57da784da929" providerId="ADAL" clId="{939B054C-F8A9-4478-8F2C-9BA32CC365B5}" dt="2025-11-12T04:42:51.097" v="7" actId="47"/>
        <pc:sldMkLst>
          <pc:docMk/>
          <pc:sldMk cId="0" sldId="403"/>
        </pc:sldMkLst>
      </pc:sldChg>
      <pc:sldChg chg="del">
        <pc:chgData name="Atique Ahmad Zafar" userId="3c3190ae-5c8d-4775-903c-57da784da929" providerId="ADAL" clId="{939B054C-F8A9-4478-8F2C-9BA32CC365B5}" dt="2025-11-12T04:42:51.097" v="7" actId="47"/>
        <pc:sldMkLst>
          <pc:docMk/>
          <pc:sldMk cId="0" sldId="404"/>
        </pc:sldMkLst>
      </pc:sldChg>
      <pc:sldChg chg="del">
        <pc:chgData name="Atique Ahmad Zafar" userId="3c3190ae-5c8d-4775-903c-57da784da929" providerId="ADAL" clId="{939B054C-F8A9-4478-8F2C-9BA32CC365B5}" dt="2025-11-12T04:42:51.097" v="7" actId="47"/>
        <pc:sldMkLst>
          <pc:docMk/>
          <pc:sldMk cId="0" sldId="405"/>
        </pc:sldMkLst>
      </pc:sldChg>
      <pc:sldChg chg="del">
        <pc:chgData name="Atique Ahmad Zafar" userId="3c3190ae-5c8d-4775-903c-57da784da929" providerId="ADAL" clId="{939B054C-F8A9-4478-8F2C-9BA32CC365B5}" dt="2025-11-12T04:42:51.097" v="7" actId="47"/>
        <pc:sldMkLst>
          <pc:docMk/>
          <pc:sldMk cId="0" sldId="406"/>
        </pc:sldMkLst>
      </pc:sldChg>
      <pc:sldChg chg="del">
        <pc:chgData name="Atique Ahmad Zafar" userId="3c3190ae-5c8d-4775-903c-57da784da929" providerId="ADAL" clId="{939B054C-F8A9-4478-8F2C-9BA32CC365B5}" dt="2025-11-12T04:42:51.097" v="7" actId="47"/>
        <pc:sldMkLst>
          <pc:docMk/>
          <pc:sldMk cId="0" sldId="407"/>
        </pc:sldMkLst>
      </pc:sldChg>
      <pc:sldChg chg="del">
        <pc:chgData name="Atique Ahmad Zafar" userId="3c3190ae-5c8d-4775-903c-57da784da929" providerId="ADAL" clId="{939B054C-F8A9-4478-8F2C-9BA32CC365B5}" dt="2025-11-12T04:42:51.097" v="7" actId="47"/>
        <pc:sldMkLst>
          <pc:docMk/>
          <pc:sldMk cId="0" sldId="408"/>
        </pc:sldMkLst>
      </pc:sldChg>
      <pc:sldChg chg="del">
        <pc:chgData name="Atique Ahmad Zafar" userId="3c3190ae-5c8d-4775-903c-57da784da929" providerId="ADAL" clId="{939B054C-F8A9-4478-8F2C-9BA32CC365B5}" dt="2025-11-12T04:42:51.097" v="7" actId="47"/>
        <pc:sldMkLst>
          <pc:docMk/>
          <pc:sldMk cId="0" sldId="409"/>
        </pc:sldMkLst>
      </pc:sldChg>
      <pc:sldChg chg="del">
        <pc:chgData name="Atique Ahmad Zafar" userId="3c3190ae-5c8d-4775-903c-57da784da929" providerId="ADAL" clId="{939B054C-F8A9-4478-8F2C-9BA32CC365B5}" dt="2025-11-12T04:42:51.097" v="7" actId="47"/>
        <pc:sldMkLst>
          <pc:docMk/>
          <pc:sldMk cId="0" sldId="410"/>
        </pc:sldMkLst>
      </pc:sldChg>
      <pc:sldChg chg="del">
        <pc:chgData name="Atique Ahmad Zafar" userId="3c3190ae-5c8d-4775-903c-57da784da929" providerId="ADAL" clId="{939B054C-F8A9-4478-8F2C-9BA32CC365B5}" dt="2025-11-12T04:42:51.097" v="7" actId="47"/>
        <pc:sldMkLst>
          <pc:docMk/>
          <pc:sldMk cId="0" sldId="411"/>
        </pc:sldMkLst>
      </pc:sldChg>
      <pc:sldChg chg="del">
        <pc:chgData name="Atique Ahmad Zafar" userId="3c3190ae-5c8d-4775-903c-57da784da929" providerId="ADAL" clId="{939B054C-F8A9-4478-8F2C-9BA32CC365B5}" dt="2025-11-12T04:42:51.097" v="7" actId="47"/>
        <pc:sldMkLst>
          <pc:docMk/>
          <pc:sldMk cId="0" sldId="412"/>
        </pc:sldMkLst>
      </pc:sldChg>
      <pc:sldChg chg="del">
        <pc:chgData name="Atique Ahmad Zafar" userId="3c3190ae-5c8d-4775-903c-57da784da929" providerId="ADAL" clId="{939B054C-F8A9-4478-8F2C-9BA32CC365B5}" dt="2025-11-12T04:42:51.097" v="7" actId="47"/>
        <pc:sldMkLst>
          <pc:docMk/>
          <pc:sldMk cId="0" sldId="413"/>
        </pc:sldMkLst>
      </pc:sldChg>
      <pc:sldChg chg="del">
        <pc:chgData name="Atique Ahmad Zafar" userId="3c3190ae-5c8d-4775-903c-57da784da929" providerId="ADAL" clId="{939B054C-F8A9-4478-8F2C-9BA32CC365B5}" dt="2025-11-12T04:42:51.097" v="7" actId="47"/>
        <pc:sldMkLst>
          <pc:docMk/>
          <pc:sldMk cId="0" sldId="414"/>
        </pc:sldMkLst>
      </pc:sldChg>
      <pc:sldChg chg="del">
        <pc:chgData name="Atique Ahmad Zafar" userId="3c3190ae-5c8d-4775-903c-57da784da929" providerId="ADAL" clId="{939B054C-F8A9-4478-8F2C-9BA32CC365B5}" dt="2025-11-12T04:42:51.097" v="7" actId="47"/>
        <pc:sldMkLst>
          <pc:docMk/>
          <pc:sldMk cId="0" sldId="415"/>
        </pc:sldMkLst>
      </pc:sldChg>
      <pc:sldChg chg="del">
        <pc:chgData name="Atique Ahmad Zafar" userId="3c3190ae-5c8d-4775-903c-57da784da929" providerId="ADAL" clId="{939B054C-F8A9-4478-8F2C-9BA32CC365B5}" dt="2025-11-12T04:42:51.097" v="7" actId="47"/>
        <pc:sldMkLst>
          <pc:docMk/>
          <pc:sldMk cId="0" sldId="416"/>
        </pc:sldMkLst>
      </pc:sldChg>
      <pc:sldChg chg="del">
        <pc:chgData name="Atique Ahmad Zafar" userId="3c3190ae-5c8d-4775-903c-57da784da929" providerId="ADAL" clId="{939B054C-F8A9-4478-8F2C-9BA32CC365B5}" dt="2025-11-12T04:42:51.097" v="7" actId="47"/>
        <pc:sldMkLst>
          <pc:docMk/>
          <pc:sldMk cId="0" sldId="417"/>
        </pc:sldMkLst>
      </pc:sldChg>
      <pc:sldChg chg="del">
        <pc:chgData name="Atique Ahmad Zafar" userId="3c3190ae-5c8d-4775-903c-57da784da929" providerId="ADAL" clId="{939B054C-F8A9-4478-8F2C-9BA32CC365B5}" dt="2025-11-12T04:42:51.097" v="7" actId="47"/>
        <pc:sldMkLst>
          <pc:docMk/>
          <pc:sldMk cId="0" sldId="418"/>
        </pc:sldMkLst>
      </pc:sldChg>
      <pc:sldChg chg="del">
        <pc:chgData name="Atique Ahmad Zafar" userId="3c3190ae-5c8d-4775-903c-57da784da929" providerId="ADAL" clId="{939B054C-F8A9-4478-8F2C-9BA32CC365B5}" dt="2025-11-12T04:42:51.097" v="7" actId="47"/>
        <pc:sldMkLst>
          <pc:docMk/>
          <pc:sldMk cId="0" sldId="419"/>
        </pc:sldMkLst>
      </pc:sldChg>
      <pc:sldChg chg="del">
        <pc:chgData name="Atique Ahmad Zafar" userId="3c3190ae-5c8d-4775-903c-57da784da929" providerId="ADAL" clId="{939B054C-F8A9-4478-8F2C-9BA32CC365B5}" dt="2025-11-12T04:42:51.097" v="7" actId="47"/>
        <pc:sldMkLst>
          <pc:docMk/>
          <pc:sldMk cId="0" sldId="421"/>
        </pc:sldMkLst>
      </pc:sldChg>
      <pc:sldChg chg="del">
        <pc:chgData name="Atique Ahmad Zafar" userId="3c3190ae-5c8d-4775-903c-57da784da929" providerId="ADAL" clId="{939B054C-F8A9-4478-8F2C-9BA32CC365B5}" dt="2025-11-12T04:42:51.097" v="7" actId="47"/>
        <pc:sldMkLst>
          <pc:docMk/>
          <pc:sldMk cId="4016869842" sldId="422"/>
        </pc:sldMkLst>
      </pc:sldChg>
      <pc:sldChg chg="del">
        <pc:chgData name="Atique Ahmad Zafar" userId="3c3190ae-5c8d-4775-903c-57da784da929" providerId="ADAL" clId="{939B054C-F8A9-4478-8F2C-9BA32CC365B5}" dt="2025-11-12T04:42:51.097" v="7" actId="47"/>
        <pc:sldMkLst>
          <pc:docMk/>
          <pc:sldMk cId="608908776" sldId="423"/>
        </pc:sldMkLst>
      </pc:sldChg>
      <pc:sldChg chg="del">
        <pc:chgData name="Atique Ahmad Zafar" userId="3c3190ae-5c8d-4775-903c-57da784da929" providerId="ADAL" clId="{939B054C-F8A9-4478-8F2C-9BA32CC365B5}" dt="2025-11-12T04:42:51.097" v="7" actId="47"/>
        <pc:sldMkLst>
          <pc:docMk/>
          <pc:sldMk cId="1827725128" sldId="424"/>
        </pc:sldMkLst>
      </pc:sldChg>
      <pc:sldChg chg="del">
        <pc:chgData name="Atique Ahmad Zafar" userId="3c3190ae-5c8d-4775-903c-57da784da929" providerId="ADAL" clId="{939B054C-F8A9-4478-8F2C-9BA32CC365B5}" dt="2025-11-12T04:42:51.097" v="7" actId="47"/>
        <pc:sldMkLst>
          <pc:docMk/>
          <pc:sldMk cId="2811711434" sldId="425"/>
        </pc:sldMkLst>
      </pc:sldChg>
      <pc:sldChg chg="del">
        <pc:chgData name="Atique Ahmad Zafar" userId="3c3190ae-5c8d-4775-903c-57da784da929" providerId="ADAL" clId="{939B054C-F8A9-4478-8F2C-9BA32CC365B5}" dt="2025-11-12T04:42:51.097" v="7" actId="47"/>
        <pc:sldMkLst>
          <pc:docMk/>
          <pc:sldMk cId="2115394192" sldId="427"/>
        </pc:sldMkLst>
      </pc:sldChg>
      <pc:sldChg chg="del">
        <pc:chgData name="Atique Ahmad Zafar" userId="3c3190ae-5c8d-4775-903c-57da784da929" providerId="ADAL" clId="{939B054C-F8A9-4478-8F2C-9BA32CC365B5}" dt="2025-11-12T04:42:51.097" v="7" actId="47"/>
        <pc:sldMkLst>
          <pc:docMk/>
          <pc:sldMk cId="3437019354" sldId="428"/>
        </pc:sldMkLst>
      </pc:sldChg>
      <pc:sldChg chg="del">
        <pc:chgData name="Atique Ahmad Zafar" userId="3c3190ae-5c8d-4775-903c-57da784da929" providerId="ADAL" clId="{939B054C-F8A9-4478-8F2C-9BA32CC365B5}" dt="2025-11-12T04:42:51.097" v="7" actId="47"/>
        <pc:sldMkLst>
          <pc:docMk/>
          <pc:sldMk cId="1539027891" sldId="429"/>
        </pc:sldMkLst>
      </pc:sldChg>
      <pc:sldChg chg="del">
        <pc:chgData name="Atique Ahmad Zafar" userId="3c3190ae-5c8d-4775-903c-57da784da929" providerId="ADAL" clId="{939B054C-F8A9-4478-8F2C-9BA32CC365B5}" dt="2025-11-12T04:42:51.097" v="7" actId="47"/>
        <pc:sldMkLst>
          <pc:docMk/>
          <pc:sldMk cId="2753331888" sldId="431"/>
        </pc:sldMkLst>
      </pc:sldChg>
      <pc:sldChg chg="del">
        <pc:chgData name="Atique Ahmad Zafar" userId="3c3190ae-5c8d-4775-903c-57da784da929" providerId="ADAL" clId="{939B054C-F8A9-4478-8F2C-9BA32CC365B5}" dt="2025-11-12T04:42:51.097" v="7" actId="47"/>
        <pc:sldMkLst>
          <pc:docMk/>
          <pc:sldMk cId="0" sldId="432"/>
        </pc:sldMkLst>
      </pc:sldChg>
      <pc:sldChg chg="del">
        <pc:chgData name="Atique Ahmad Zafar" userId="3c3190ae-5c8d-4775-903c-57da784da929" providerId="ADAL" clId="{939B054C-F8A9-4478-8F2C-9BA32CC365B5}" dt="2025-11-12T04:42:51.097" v="7" actId="47"/>
        <pc:sldMkLst>
          <pc:docMk/>
          <pc:sldMk cId="0" sldId="433"/>
        </pc:sldMkLst>
      </pc:sldChg>
      <pc:sldChg chg="del">
        <pc:chgData name="Atique Ahmad Zafar" userId="3c3190ae-5c8d-4775-903c-57da784da929" providerId="ADAL" clId="{939B054C-F8A9-4478-8F2C-9BA32CC365B5}" dt="2025-11-12T04:42:51.097" v="7" actId="47"/>
        <pc:sldMkLst>
          <pc:docMk/>
          <pc:sldMk cId="737140798" sldId="434"/>
        </pc:sldMkLst>
      </pc:sldChg>
      <pc:sldChg chg="del">
        <pc:chgData name="Atique Ahmad Zafar" userId="3c3190ae-5c8d-4775-903c-57da784da929" providerId="ADAL" clId="{939B054C-F8A9-4478-8F2C-9BA32CC365B5}" dt="2025-11-12T04:42:51.097" v="7" actId="47"/>
        <pc:sldMkLst>
          <pc:docMk/>
          <pc:sldMk cId="1474320899" sldId="435"/>
        </pc:sldMkLst>
      </pc:sldChg>
      <pc:sldChg chg="del">
        <pc:chgData name="Atique Ahmad Zafar" userId="3c3190ae-5c8d-4775-903c-57da784da929" providerId="ADAL" clId="{939B054C-F8A9-4478-8F2C-9BA32CC365B5}" dt="2025-11-12T04:42:51.097" v="7" actId="47"/>
        <pc:sldMkLst>
          <pc:docMk/>
          <pc:sldMk cId="0" sldId="436"/>
        </pc:sldMkLst>
      </pc:sldChg>
      <pc:sldChg chg="del">
        <pc:chgData name="Atique Ahmad Zafar" userId="3c3190ae-5c8d-4775-903c-57da784da929" providerId="ADAL" clId="{939B054C-F8A9-4478-8F2C-9BA32CC365B5}" dt="2025-11-12T04:42:51.097" v="7" actId="47"/>
        <pc:sldMkLst>
          <pc:docMk/>
          <pc:sldMk cId="0" sldId="437"/>
        </pc:sldMkLst>
      </pc:sldChg>
      <pc:sldChg chg="del">
        <pc:chgData name="Atique Ahmad Zafar" userId="3c3190ae-5c8d-4775-903c-57da784da929" providerId="ADAL" clId="{939B054C-F8A9-4478-8F2C-9BA32CC365B5}" dt="2025-11-12T04:42:51.097" v="7" actId="47"/>
        <pc:sldMkLst>
          <pc:docMk/>
          <pc:sldMk cId="0" sldId="438"/>
        </pc:sldMkLst>
      </pc:sldChg>
      <pc:sldChg chg="del">
        <pc:chgData name="Atique Ahmad Zafar" userId="3c3190ae-5c8d-4775-903c-57da784da929" providerId="ADAL" clId="{939B054C-F8A9-4478-8F2C-9BA32CC365B5}" dt="2025-11-12T04:42:51.097" v="7" actId="47"/>
        <pc:sldMkLst>
          <pc:docMk/>
          <pc:sldMk cId="0" sldId="439"/>
        </pc:sldMkLst>
      </pc:sldChg>
      <pc:sldChg chg="del">
        <pc:chgData name="Atique Ahmad Zafar" userId="3c3190ae-5c8d-4775-903c-57da784da929" providerId="ADAL" clId="{939B054C-F8A9-4478-8F2C-9BA32CC365B5}" dt="2025-11-12T04:42:51.097" v="7" actId="47"/>
        <pc:sldMkLst>
          <pc:docMk/>
          <pc:sldMk cId="0" sldId="440"/>
        </pc:sldMkLst>
      </pc:sldChg>
      <pc:sldChg chg="del">
        <pc:chgData name="Atique Ahmad Zafar" userId="3c3190ae-5c8d-4775-903c-57da784da929" providerId="ADAL" clId="{939B054C-F8A9-4478-8F2C-9BA32CC365B5}" dt="2025-11-12T04:42:51.097" v="7" actId="47"/>
        <pc:sldMkLst>
          <pc:docMk/>
          <pc:sldMk cId="0" sldId="441"/>
        </pc:sldMkLst>
      </pc:sldChg>
      <pc:sldChg chg="del">
        <pc:chgData name="Atique Ahmad Zafar" userId="3c3190ae-5c8d-4775-903c-57da784da929" providerId="ADAL" clId="{939B054C-F8A9-4478-8F2C-9BA32CC365B5}" dt="2025-11-12T04:42:51.097" v="7" actId="47"/>
        <pc:sldMkLst>
          <pc:docMk/>
          <pc:sldMk cId="0" sldId="442"/>
        </pc:sldMkLst>
      </pc:sldChg>
      <pc:sldChg chg="del">
        <pc:chgData name="Atique Ahmad Zafar" userId="3c3190ae-5c8d-4775-903c-57da784da929" providerId="ADAL" clId="{939B054C-F8A9-4478-8F2C-9BA32CC365B5}" dt="2025-11-12T04:42:51.097" v="7" actId="47"/>
        <pc:sldMkLst>
          <pc:docMk/>
          <pc:sldMk cId="0" sldId="443"/>
        </pc:sldMkLst>
      </pc:sldChg>
      <pc:sldChg chg="del">
        <pc:chgData name="Atique Ahmad Zafar" userId="3c3190ae-5c8d-4775-903c-57da784da929" providerId="ADAL" clId="{939B054C-F8A9-4478-8F2C-9BA32CC365B5}" dt="2025-11-12T04:42:51.097" v="7" actId="47"/>
        <pc:sldMkLst>
          <pc:docMk/>
          <pc:sldMk cId="0" sldId="444"/>
        </pc:sldMkLst>
      </pc:sldChg>
      <pc:sldChg chg="del">
        <pc:chgData name="Atique Ahmad Zafar" userId="3c3190ae-5c8d-4775-903c-57da784da929" providerId="ADAL" clId="{939B054C-F8A9-4478-8F2C-9BA32CC365B5}" dt="2025-11-12T04:42:51.097" v="7" actId="47"/>
        <pc:sldMkLst>
          <pc:docMk/>
          <pc:sldMk cId="0" sldId="445"/>
        </pc:sldMkLst>
      </pc:sldChg>
      <pc:sldChg chg="del">
        <pc:chgData name="Atique Ahmad Zafar" userId="3c3190ae-5c8d-4775-903c-57da784da929" providerId="ADAL" clId="{939B054C-F8A9-4478-8F2C-9BA32CC365B5}" dt="2025-11-12T04:42:51.097" v="7" actId="47"/>
        <pc:sldMkLst>
          <pc:docMk/>
          <pc:sldMk cId="0" sldId="446"/>
        </pc:sldMkLst>
      </pc:sldChg>
      <pc:sldChg chg="del">
        <pc:chgData name="Atique Ahmad Zafar" userId="3c3190ae-5c8d-4775-903c-57da784da929" providerId="ADAL" clId="{939B054C-F8A9-4478-8F2C-9BA32CC365B5}" dt="2025-11-12T04:42:51.097" v="7" actId="47"/>
        <pc:sldMkLst>
          <pc:docMk/>
          <pc:sldMk cId="0" sldId="447"/>
        </pc:sldMkLst>
      </pc:sldChg>
      <pc:sldChg chg="del">
        <pc:chgData name="Atique Ahmad Zafar" userId="3c3190ae-5c8d-4775-903c-57da784da929" providerId="ADAL" clId="{939B054C-F8A9-4478-8F2C-9BA32CC365B5}" dt="2025-11-12T04:42:51.097" v="7" actId="47"/>
        <pc:sldMkLst>
          <pc:docMk/>
          <pc:sldMk cId="0" sldId="448"/>
        </pc:sldMkLst>
      </pc:sldChg>
      <pc:sldChg chg="del">
        <pc:chgData name="Atique Ahmad Zafar" userId="3c3190ae-5c8d-4775-903c-57da784da929" providerId="ADAL" clId="{939B054C-F8A9-4478-8F2C-9BA32CC365B5}" dt="2025-11-12T04:42:51.097" v="7" actId="47"/>
        <pc:sldMkLst>
          <pc:docMk/>
          <pc:sldMk cId="0" sldId="449"/>
        </pc:sldMkLst>
      </pc:sldChg>
      <pc:sldChg chg="del">
        <pc:chgData name="Atique Ahmad Zafar" userId="3c3190ae-5c8d-4775-903c-57da784da929" providerId="ADAL" clId="{939B054C-F8A9-4478-8F2C-9BA32CC365B5}" dt="2025-11-12T04:42:51.097" v="7" actId="47"/>
        <pc:sldMkLst>
          <pc:docMk/>
          <pc:sldMk cId="0" sldId="450"/>
        </pc:sldMkLst>
      </pc:sldChg>
      <pc:sldChg chg="del">
        <pc:chgData name="Atique Ahmad Zafar" userId="3c3190ae-5c8d-4775-903c-57da784da929" providerId="ADAL" clId="{939B054C-F8A9-4478-8F2C-9BA32CC365B5}" dt="2025-11-12T04:42:51.097" v="7" actId="47"/>
        <pc:sldMkLst>
          <pc:docMk/>
          <pc:sldMk cId="0" sldId="451"/>
        </pc:sldMkLst>
      </pc:sldChg>
      <pc:sldChg chg="del">
        <pc:chgData name="Atique Ahmad Zafar" userId="3c3190ae-5c8d-4775-903c-57da784da929" providerId="ADAL" clId="{939B054C-F8A9-4478-8F2C-9BA32CC365B5}" dt="2025-11-12T04:42:51.097" v="7" actId="47"/>
        <pc:sldMkLst>
          <pc:docMk/>
          <pc:sldMk cId="0" sldId="452"/>
        </pc:sldMkLst>
      </pc:sldChg>
      <pc:sldChg chg="del">
        <pc:chgData name="Atique Ahmad Zafar" userId="3c3190ae-5c8d-4775-903c-57da784da929" providerId="ADAL" clId="{939B054C-F8A9-4478-8F2C-9BA32CC365B5}" dt="2025-11-12T04:42:51.097" v="7" actId="47"/>
        <pc:sldMkLst>
          <pc:docMk/>
          <pc:sldMk cId="0" sldId="453"/>
        </pc:sldMkLst>
      </pc:sldChg>
      <pc:sldChg chg="del">
        <pc:chgData name="Atique Ahmad Zafar" userId="3c3190ae-5c8d-4775-903c-57da784da929" providerId="ADAL" clId="{939B054C-F8A9-4478-8F2C-9BA32CC365B5}" dt="2025-11-12T04:42:51.097" v="7" actId="47"/>
        <pc:sldMkLst>
          <pc:docMk/>
          <pc:sldMk cId="1648886119" sldId="454"/>
        </pc:sldMkLst>
      </pc:sldChg>
      <pc:sldChg chg="del ord">
        <pc:chgData name="Atique Ahmad Zafar" userId="3c3190ae-5c8d-4775-903c-57da784da929" providerId="ADAL" clId="{939B054C-F8A9-4478-8F2C-9BA32CC365B5}" dt="2025-11-12T04:42:51.097" v="7" actId="47"/>
        <pc:sldMkLst>
          <pc:docMk/>
          <pc:sldMk cId="392974042" sldId="456"/>
        </pc:sldMkLst>
      </pc:sldChg>
      <pc:sldChg chg="del">
        <pc:chgData name="Atique Ahmad Zafar" userId="3c3190ae-5c8d-4775-903c-57da784da929" providerId="ADAL" clId="{939B054C-F8A9-4478-8F2C-9BA32CC365B5}" dt="2025-11-12T04:42:51.097" v="7" actId="47"/>
        <pc:sldMkLst>
          <pc:docMk/>
          <pc:sldMk cId="849505867" sldId="458"/>
        </pc:sldMkLst>
      </pc:sldChg>
      <pc:sldChg chg="del">
        <pc:chgData name="Atique Ahmad Zafar" userId="3c3190ae-5c8d-4775-903c-57da784da929" providerId="ADAL" clId="{939B054C-F8A9-4478-8F2C-9BA32CC365B5}" dt="2025-11-12T04:42:51.097" v="7" actId="47"/>
        <pc:sldMkLst>
          <pc:docMk/>
          <pc:sldMk cId="1376392259" sldId="459"/>
        </pc:sldMkLst>
      </pc:sldChg>
      <pc:sldChg chg="del">
        <pc:chgData name="Atique Ahmad Zafar" userId="3c3190ae-5c8d-4775-903c-57da784da929" providerId="ADAL" clId="{939B054C-F8A9-4478-8F2C-9BA32CC365B5}" dt="2025-11-12T04:42:51.097" v="7" actId="47"/>
        <pc:sldMkLst>
          <pc:docMk/>
          <pc:sldMk cId="830831273" sldId="460"/>
        </pc:sldMkLst>
      </pc:sldChg>
      <pc:sldChg chg="del">
        <pc:chgData name="Atique Ahmad Zafar" userId="3c3190ae-5c8d-4775-903c-57da784da929" providerId="ADAL" clId="{939B054C-F8A9-4478-8F2C-9BA32CC365B5}" dt="2025-11-12T04:42:51.097" v="7" actId="47"/>
        <pc:sldMkLst>
          <pc:docMk/>
          <pc:sldMk cId="2177302259" sldId="461"/>
        </pc:sldMkLst>
      </pc:sldChg>
      <pc:sldChg chg="del">
        <pc:chgData name="Atique Ahmad Zafar" userId="3c3190ae-5c8d-4775-903c-57da784da929" providerId="ADAL" clId="{939B054C-F8A9-4478-8F2C-9BA32CC365B5}" dt="2025-11-12T04:42:51.097" v="7" actId="47"/>
        <pc:sldMkLst>
          <pc:docMk/>
          <pc:sldMk cId="2940037869" sldId="462"/>
        </pc:sldMkLst>
      </pc:sldChg>
      <pc:sldChg chg="del">
        <pc:chgData name="Atique Ahmad Zafar" userId="3c3190ae-5c8d-4775-903c-57da784da929" providerId="ADAL" clId="{939B054C-F8A9-4478-8F2C-9BA32CC365B5}" dt="2025-11-12T04:42:51.097" v="7" actId="47"/>
        <pc:sldMkLst>
          <pc:docMk/>
          <pc:sldMk cId="1466907303" sldId="464"/>
        </pc:sldMkLst>
      </pc:sldChg>
      <pc:sldChg chg="del">
        <pc:chgData name="Atique Ahmad Zafar" userId="3c3190ae-5c8d-4775-903c-57da784da929" providerId="ADAL" clId="{939B054C-F8A9-4478-8F2C-9BA32CC365B5}" dt="2025-11-12T04:42:51.097" v="7" actId="47"/>
        <pc:sldMkLst>
          <pc:docMk/>
          <pc:sldMk cId="4013782239" sldId="465"/>
        </pc:sldMkLst>
      </pc:sldChg>
      <pc:sldChg chg="del">
        <pc:chgData name="Atique Ahmad Zafar" userId="3c3190ae-5c8d-4775-903c-57da784da929" providerId="ADAL" clId="{939B054C-F8A9-4478-8F2C-9BA32CC365B5}" dt="2025-11-12T04:42:51.097" v="7" actId="47"/>
        <pc:sldMkLst>
          <pc:docMk/>
          <pc:sldMk cId="908782332" sldId="466"/>
        </pc:sldMkLst>
      </pc:sldChg>
      <pc:sldChg chg="del">
        <pc:chgData name="Atique Ahmad Zafar" userId="3c3190ae-5c8d-4775-903c-57da784da929" providerId="ADAL" clId="{939B054C-F8A9-4478-8F2C-9BA32CC365B5}" dt="2025-11-12T04:42:51.097" v="7" actId="47"/>
        <pc:sldMkLst>
          <pc:docMk/>
          <pc:sldMk cId="616835321" sldId="467"/>
        </pc:sldMkLst>
      </pc:sldChg>
      <pc:sldChg chg="del">
        <pc:chgData name="Atique Ahmad Zafar" userId="3c3190ae-5c8d-4775-903c-57da784da929" providerId="ADAL" clId="{939B054C-F8A9-4478-8F2C-9BA32CC365B5}" dt="2025-11-12T04:42:51.097" v="7" actId="47"/>
        <pc:sldMkLst>
          <pc:docMk/>
          <pc:sldMk cId="376571522" sldId="468"/>
        </pc:sldMkLst>
      </pc:sldChg>
      <pc:sldChg chg="del">
        <pc:chgData name="Atique Ahmad Zafar" userId="3c3190ae-5c8d-4775-903c-57da784da929" providerId="ADAL" clId="{939B054C-F8A9-4478-8F2C-9BA32CC365B5}" dt="2025-11-12T04:42:51.097" v="7" actId="47"/>
        <pc:sldMkLst>
          <pc:docMk/>
          <pc:sldMk cId="2797986663" sldId="471"/>
        </pc:sldMkLst>
      </pc:sldChg>
      <pc:sldChg chg="del">
        <pc:chgData name="Atique Ahmad Zafar" userId="3c3190ae-5c8d-4775-903c-57da784da929" providerId="ADAL" clId="{939B054C-F8A9-4478-8F2C-9BA32CC365B5}" dt="2025-11-12T04:42:51.097" v="7" actId="47"/>
        <pc:sldMkLst>
          <pc:docMk/>
          <pc:sldMk cId="414604867" sldId="472"/>
        </pc:sldMkLst>
      </pc:sldChg>
      <pc:sldChg chg="del">
        <pc:chgData name="Atique Ahmad Zafar" userId="3c3190ae-5c8d-4775-903c-57da784da929" providerId="ADAL" clId="{939B054C-F8A9-4478-8F2C-9BA32CC365B5}" dt="2025-11-12T04:42:51.097" v="7" actId="47"/>
        <pc:sldMkLst>
          <pc:docMk/>
          <pc:sldMk cId="3383858816" sldId="473"/>
        </pc:sldMkLst>
      </pc:sldChg>
      <pc:sldChg chg="del">
        <pc:chgData name="Atique Ahmad Zafar" userId="3c3190ae-5c8d-4775-903c-57da784da929" providerId="ADAL" clId="{939B054C-F8A9-4478-8F2C-9BA32CC365B5}" dt="2025-11-12T04:43:32.051" v="11" actId="47"/>
        <pc:sldMkLst>
          <pc:docMk/>
          <pc:sldMk cId="2510965567" sldId="483"/>
        </pc:sldMkLst>
      </pc:sldChg>
      <pc:sldChg chg="addSp delSp modSp new mod">
        <pc:chgData name="Atique Ahmad Zafar" userId="3c3190ae-5c8d-4775-903c-57da784da929" providerId="ADAL" clId="{939B054C-F8A9-4478-8F2C-9BA32CC365B5}" dt="2025-11-12T04:46:51.908" v="31" actId="20577"/>
        <pc:sldMkLst>
          <pc:docMk/>
          <pc:sldMk cId="4110445362" sldId="502"/>
        </pc:sldMkLst>
        <pc:spChg chg="mod">
          <ac:chgData name="Atique Ahmad Zafar" userId="3c3190ae-5c8d-4775-903c-57da784da929" providerId="ADAL" clId="{939B054C-F8A9-4478-8F2C-9BA32CC365B5}" dt="2025-11-12T04:46:00.595" v="18" actId="27636"/>
          <ac:spMkLst>
            <pc:docMk/>
            <pc:sldMk cId="4110445362" sldId="502"/>
            <ac:spMk id="2" creationId="{FDAA2701-6294-1F1E-02F2-A2D75C24D497}"/>
          </ac:spMkLst>
        </pc:spChg>
        <pc:spChg chg="add del mod">
          <ac:chgData name="Atique Ahmad Zafar" userId="3c3190ae-5c8d-4775-903c-57da784da929" providerId="ADAL" clId="{939B054C-F8A9-4478-8F2C-9BA32CC365B5}" dt="2025-11-12T04:46:51.908" v="31" actId="20577"/>
          <ac:spMkLst>
            <pc:docMk/>
            <pc:sldMk cId="4110445362" sldId="502"/>
            <ac:spMk id="5" creationId="{613E17CC-EF27-1734-3F4E-30AB57FFC6CC}"/>
          </ac:spMkLst>
        </pc:spChg>
        <pc:spChg chg="add mod">
          <ac:chgData name="Atique Ahmad Zafar" userId="3c3190ae-5c8d-4775-903c-57da784da929" providerId="ADAL" clId="{939B054C-F8A9-4478-8F2C-9BA32CC365B5}" dt="2025-11-12T04:46:16.922" v="20"/>
          <ac:spMkLst>
            <pc:docMk/>
            <pc:sldMk cId="4110445362" sldId="502"/>
            <ac:spMk id="6" creationId="{A76F8D25-9A7D-76DC-C0EF-F396D71137FB}"/>
          </ac:spMkLst>
        </pc:spChg>
      </pc:sldChg>
      <pc:sldChg chg="addSp delSp modSp new mod">
        <pc:chgData name="Atique Ahmad Zafar" userId="3c3190ae-5c8d-4775-903c-57da784da929" providerId="ADAL" clId="{939B054C-F8A9-4478-8F2C-9BA32CC365B5}" dt="2025-11-12T04:56:12.337" v="43" actId="113"/>
        <pc:sldMkLst>
          <pc:docMk/>
          <pc:sldMk cId="980288246" sldId="503"/>
        </pc:sldMkLst>
        <pc:spChg chg="mod">
          <ac:chgData name="Atique Ahmad Zafar" userId="3c3190ae-5c8d-4775-903c-57da784da929" providerId="ADAL" clId="{939B054C-F8A9-4478-8F2C-9BA32CC365B5}" dt="2025-11-12T04:55:00.333" v="33"/>
          <ac:spMkLst>
            <pc:docMk/>
            <pc:sldMk cId="980288246" sldId="503"/>
            <ac:spMk id="2" creationId="{7AD1AC87-0D12-0DD6-89C5-8689923D863F}"/>
          </ac:spMkLst>
        </pc:spChg>
        <pc:spChg chg="add del mod">
          <ac:chgData name="Atique Ahmad Zafar" userId="3c3190ae-5c8d-4775-903c-57da784da929" providerId="ADAL" clId="{939B054C-F8A9-4478-8F2C-9BA32CC365B5}" dt="2025-11-12T04:56:12.337" v="43" actId="113"/>
          <ac:spMkLst>
            <pc:docMk/>
            <pc:sldMk cId="980288246" sldId="503"/>
            <ac:spMk id="5" creationId="{BF5AB286-B8C6-A47C-D0C2-B22C349C6536}"/>
          </ac:spMkLst>
        </pc:spChg>
        <pc:spChg chg="add mod">
          <ac:chgData name="Atique Ahmad Zafar" userId="3c3190ae-5c8d-4775-903c-57da784da929" providerId="ADAL" clId="{939B054C-F8A9-4478-8F2C-9BA32CC365B5}" dt="2025-11-12T04:55:09.811" v="35"/>
          <ac:spMkLst>
            <pc:docMk/>
            <pc:sldMk cId="980288246" sldId="503"/>
            <ac:spMk id="6" creationId="{EB44276E-0EF9-87CD-C41A-8E2F2B341E3E}"/>
          </ac:spMkLst>
        </pc:spChg>
      </pc:sldChg>
      <pc:sldChg chg="addSp delSp modSp new mod">
        <pc:chgData name="Atique Ahmad Zafar" userId="3c3190ae-5c8d-4775-903c-57da784da929" providerId="ADAL" clId="{939B054C-F8A9-4478-8F2C-9BA32CC365B5}" dt="2025-11-12T05:04:13.622" v="96" actId="21"/>
        <pc:sldMkLst>
          <pc:docMk/>
          <pc:sldMk cId="2210603635" sldId="504"/>
        </pc:sldMkLst>
        <pc:spChg chg="mod">
          <ac:chgData name="Atique Ahmad Zafar" userId="3c3190ae-5c8d-4775-903c-57da784da929" providerId="ADAL" clId="{939B054C-F8A9-4478-8F2C-9BA32CC365B5}" dt="2025-11-12T04:56:53.542" v="45"/>
          <ac:spMkLst>
            <pc:docMk/>
            <pc:sldMk cId="2210603635" sldId="504"/>
            <ac:spMk id="2" creationId="{6873C762-AD5C-4A22-0449-D7A7F8084F3A}"/>
          </ac:spMkLst>
        </pc:spChg>
        <pc:spChg chg="add del mod">
          <ac:chgData name="Atique Ahmad Zafar" userId="3c3190ae-5c8d-4775-903c-57da784da929" providerId="ADAL" clId="{939B054C-F8A9-4478-8F2C-9BA32CC365B5}" dt="2025-11-12T05:04:13.622" v="96" actId="21"/>
          <ac:spMkLst>
            <pc:docMk/>
            <pc:sldMk cId="2210603635" sldId="504"/>
            <ac:spMk id="5" creationId="{5F1B7FE9-27CB-191F-8956-455072A4F417}"/>
          </ac:spMkLst>
        </pc:spChg>
        <pc:spChg chg="add mod">
          <ac:chgData name="Atique Ahmad Zafar" userId="3c3190ae-5c8d-4775-903c-57da784da929" providerId="ADAL" clId="{939B054C-F8A9-4478-8F2C-9BA32CC365B5}" dt="2025-11-12T04:57:03.661" v="47"/>
          <ac:spMkLst>
            <pc:docMk/>
            <pc:sldMk cId="2210603635" sldId="504"/>
            <ac:spMk id="6" creationId="{48BE6589-1EB4-E43F-C114-B7B122CD5009}"/>
          </ac:spMkLst>
        </pc:spChg>
        <pc:spChg chg="add">
          <ac:chgData name="Atique Ahmad Zafar" userId="3c3190ae-5c8d-4775-903c-57da784da929" providerId="ADAL" clId="{939B054C-F8A9-4478-8F2C-9BA32CC365B5}" dt="2025-11-12T05:01:31.132" v="64"/>
          <ac:spMkLst>
            <pc:docMk/>
            <pc:sldMk cId="2210603635" sldId="504"/>
            <ac:spMk id="7" creationId="{1D989E77-2639-5FD1-1974-D342AE3FCC47}"/>
          </ac:spMkLst>
        </pc:spChg>
      </pc:sldChg>
      <pc:sldChg chg="modSp new mod">
        <pc:chgData name="Atique Ahmad Zafar" userId="3c3190ae-5c8d-4775-903c-57da784da929" providerId="ADAL" clId="{939B054C-F8A9-4478-8F2C-9BA32CC365B5}" dt="2025-11-12T05:07:39.058" v="128" actId="113"/>
        <pc:sldMkLst>
          <pc:docMk/>
          <pc:sldMk cId="319962288" sldId="505"/>
        </pc:sldMkLst>
        <pc:spChg chg="mod">
          <ac:chgData name="Atique Ahmad Zafar" userId="3c3190ae-5c8d-4775-903c-57da784da929" providerId="ADAL" clId="{939B054C-F8A9-4478-8F2C-9BA32CC365B5}" dt="2025-11-12T05:04:07.520" v="95" actId="20577"/>
          <ac:spMkLst>
            <pc:docMk/>
            <pc:sldMk cId="319962288" sldId="505"/>
            <ac:spMk id="2" creationId="{C6DB7F73-F2BC-FBD6-2334-DAC2B1CFEF6B}"/>
          </ac:spMkLst>
        </pc:spChg>
        <pc:spChg chg="mod">
          <ac:chgData name="Atique Ahmad Zafar" userId="3c3190ae-5c8d-4775-903c-57da784da929" providerId="ADAL" clId="{939B054C-F8A9-4478-8F2C-9BA32CC365B5}" dt="2025-11-12T05:07:39.058" v="128" actId="113"/>
          <ac:spMkLst>
            <pc:docMk/>
            <pc:sldMk cId="319962288" sldId="505"/>
            <ac:spMk id="5" creationId="{7F066EC5-3503-101B-B5CE-31A825E6CE52}"/>
          </ac:spMkLst>
        </pc:spChg>
      </pc:sldChg>
      <pc:sldChg chg="modSp new mod">
        <pc:chgData name="Atique Ahmad Zafar" userId="3c3190ae-5c8d-4775-903c-57da784da929" providerId="ADAL" clId="{939B054C-F8A9-4478-8F2C-9BA32CC365B5}" dt="2025-11-12T05:13:14.906" v="179" actId="20577"/>
        <pc:sldMkLst>
          <pc:docMk/>
          <pc:sldMk cId="2775914424" sldId="506"/>
        </pc:sldMkLst>
        <pc:spChg chg="mod">
          <ac:chgData name="Atique Ahmad Zafar" userId="3c3190ae-5c8d-4775-903c-57da784da929" providerId="ADAL" clId="{939B054C-F8A9-4478-8F2C-9BA32CC365B5}" dt="2025-11-12T05:13:14.906" v="179" actId="20577"/>
          <ac:spMkLst>
            <pc:docMk/>
            <pc:sldMk cId="2775914424" sldId="506"/>
            <ac:spMk id="2" creationId="{380E1C6C-F123-F27F-BDD9-F79CE50E882E}"/>
          </ac:spMkLst>
        </pc:spChg>
        <pc:spChg chg="mod">
          <ac:chgData name="Atique Ahmad Zafar" userId="3c3190ae-5c8d-4775-903c-57da784da929" providerId="ADAL" clId="{939B054C-F8A9-4478-8F2C-9BA32CC365B5}" dt="2025-11-12T05:10:12.482" v="137" actId="6549"/>
          <ac:spMkLst>
            <pc:docMk/>
            <pc:sldMk cId="2775914424" sldId="506"/>
            <ac:spMk id="5" creationId="{0E75C72C-F176-E434-2DA1-2B9F8AE06B8C}"/>
          </ac:spMkLst>
        </pc:spChg>
        <pc:spChg chg="mod">
          <ac:chgData name="Atique Ahmad Zafar" userId="3c3190ae-5c8d-4775-903c-57da784da929" providerId="ADAL" clId="{939B054C-F8A9-4478-8F2C-9BA32CC365B5}" dt="2025-11-12T05:13:10.048" v="176" actId="27636"/>
          <ac:spMkLst>
            <pc:docMk/>
            <pc:sldMk cId="2775914424" sldId="506"/>
            <ac:spMk id="6" creationId="{4AFB51D2-869A-5F85-D828-C2D1B38FE000}"/>
          </ac:spMkLst>
        </pc:spChg>
      </pc:sldChg>
      <pc:sldMasterChg chg="delSldLayout">
        <pc:chgData name="Atique Ahmad Zafar" userId="3c3190ae-5c8d-4775-903c-57da784da929" providerId="ADAL" clId="{939B054C-F8A9-4478-8F2C-9BA32CC365B5}" dt="2025-11-12T04:42:51.097" v="7" actId="47"/>
        <pc:sldMasterMkLst>
          <pc:docMk/>
          <pc:sldMasterMk cId="0" sldId="2147483660"/>
        </pc:sldMasterMkLst>
        <pc:sldLayoutChg chg="del">
          <pc:chgData name="Atique Ahmad Zafar" userId="3c3190ae-5c8d-4775-903c-57da784da929" providerId="ADAL" clId="{939B054C-F8A9-4478-8F2C-9BA32CC365B5}" dt="2025-11-12T04:42:51.097" v="7" actId="47"/>
          <pc:sldLayoutMkLst>
            <pc:docMk/>
            <pc:sldMasterMk cId="0" sldId="2147483660"/>
            <pc:sldLayoutMk cId="0" sldId="2147483696"/>
          </pc:sldLayoutMkLst>
        </pc:sldLayoutChg>
        <pc:sldLayoutChg chg="del">
          <pc:chgData name="Atique Ahmad Zafar" userId="3c3190ae-5c8d-4775-903c-57da784da929" providerId="ADAL" clId="{939B054C-F8A9-4478-8F2C-9BA32CC365B5}" dt="2025-11-12T04:42:51.097" v="7" actId="47"/>
          <pc:sldLayoutMkLst>
            <pc:docMk/>
            <pc:sldMasterMk cId="0" sldId="2147483660"/>
            <pc:sldLayoutMk cId="0" sldId="2147483697"/>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7B9A76-2F6E-4BFE-BCF6-F1CF2B5F7961}" type="doc">
      <dgm:prSet loTypeId="urn:microsoft.com/office/officeart/2005/8/layout/default" loCatId="list" qsTypeId="urn:microsoft.com/office/officeart/2005/8/quickstyle/simple1" qsCatId="simple" csTypeId="urn:microsoft.com/office/officeart/2005/8/colors/colorful5" csCatId="colorful"/>
      <dgm:spPr/>
      <dgm:t>
        <a:bodyPr/>
        <a:lstStyle/>
        <a:p>
          <a:endParaRPr lang="en-US"/>
        </a:p>
      </dgm:t>
    </dgm:pt>
    <dgm:pt modelId="{839EE62F-A520-4D31-BC29-6E14F9DF345A}">
      <dgm:prSet/>
      <dgm:spPr/>
      <dgm:t>
        <a:bodyPr/>
        <a:lstStyle/>
        <a:p>
          <a:r>
            <a:rPr lang="en-US"/>
            <a:t>ensures logarithmic time complexity</a:t>
          </a:r>
        </a:p>
      </dgm:t>
    </dgm:pt>
    <dgm:pt modelId="{B1BBBDB2-D479-44EF-B163-377A6773180F}" type="parTrans" cxnId="{DEE0CBBE-E373-48BB-8ECF-7A3432542C1F}">
      <dgm:prSet/>
      <dgm:spPr/>
      <dgm:t>
        <a:bodyPr/>
        <a:lstStyle/>
        <a:p>
          <a:endParaRPr lang="en-US"/>
        </a:p>
      </dgm:t>
    </dgm:pt>
    <dgm:pt modelId="{5B4A0B9F-B529-45CF-85F5-26761147533F}" type="sibTrans" cxnId="{DEE0CBBE-E373-48BB-8ECF-7A3432542C1F}">
      <dgm:prSet/>
      <dgm:spPr/>
      <dgm:t>
        <a:bodyPr/>
        <a:lstStyle/>
        <a:p>
          <a:endParaRPr lang="en-US"/>
        </a:p>
      </dgm:t>
    </dgm:pt>
    <dgm:pt modelId="{D0093998-7378-4307-BDC4-3A31CFBF68FC}">
      <dgm:prSet/>
      <dgm:spPr/>
      <dgm:t>
        <a:bodyPr/>
        <a:lstStyle/>
        <a:p>
          <a:r>
            <a:rPr lang="en-US"/>
            <a:t>maintains sorted structure with balance</a:t>
          </a:r>
        </a:p>
      </dgm:t>
    </dgm:pt>
    <dgm:pt modelId="{AB47DC0A-50AC-467C-BF86-D579C9C1906D}" type="parTrans" cxnId="{D25AC1CE-90B0-412B-83C4-72DEC10B175D}">
      <dgm:prSet/>
      <dgm:spPr/>
      <dgm:t>
        <a:bodyPr/>
        <a:lstStyle/>
        <a:p>
          <a:endParaRPr lang="en-US"/>
        </a:p>
      </dgm:t>
    </dgm:pt>
    <dgm:pt modelId="{015AE93E-4717-4350-BA00-C9754C6E35EF}" type="sibTrans" cxnId="{D25AC1CE-90B0-412B-83C4-72DEC10B175D}">
      <dgm:prSet/>
      <dgm:spPr/>
      <dgm:t>
        <a:bodyPr/>
        <a:lstStyle/>
        <a:p>
          <a:endParaRPr lang="en-US"/>
        </a:p>
      </dgm:t>
    </dgm:pt>
    <dgm:pt modelId="{680A3860-A758-46E9-9214-89DBD21B0828}">
      <dgm:prSet/>
      <dgm:spPr/>
      <dgm:t>
        <a:bodyPr/>
        <a:lstStyle/>
        <a:p>
          <a:r>
            <a:rPr lang="en-US"/>
            <a:t>faster search, insert, and delete than unbalanced BST</a:t>
          </a:r>
        </a:p>
      </dgm:t>
    </dgm:pt>
    <dgm:pt modelId="{8AC4B642-C24F-42DB-8F41-FDCDC6468A59}" type="parTrans" cxnId="{12A04CF3-E39F-493C-9DF6-5517E50FCE31}">
      <dgm:prSet/>
      <dgm:spPr/>
      <dgm:t>
        <a:bodyPr/>
        <a:lstStyle/>
        <a:p>
          <a:endParaRPr lang="en-US"/>
        </a:p>
      </dgm:t>
    </dgm:pt>
    <dgm:pt modelId="{F517B919-8F42-458A-B596-3110FC00A0D5}" type="sibTrans" cxnId="{12A04CF3-E39F-493C-9DF6-5517E50FCE31}">
      <dgm:prSet/>
      <dgm:spPr/>
      <dgm:t>
        <a:bodyPr/>
        <a:lstStyle/>
        <a:p>
          <a:endParaRPr lang="en-US"/>
        </a:p>
      </dgm:t>
    </dgm:pt>
    <dgm:pt modelId="{DACBEB99-3E23-4E28-90A1-70896AEA0585}" type="pres">
      <dgm:prSet presAssocID="{477B9A76-2F6E-4BFE-BCF6-F1CF2B5F7961}" presName="diagram" presStyleCnt="0">
        <dgm:presLayoutVars>
          <dgm:dir/>
          <dgm:resizeHandles val="exact"/>
        </dgm:presLayoutVars>
      </dgm:prSet>
      <dgm:spPr/>
    </dgm:pt>
    <dgm:pt modelId="{F0CCECF5-E579-414B-A9F9-B2890D9B8312}" type="pres">
      <dgm:prSet presAssocID="{839EE62F-A520-4D31-BC29-6E14F9DF345A}" presName="node" presStyleLbl="node1" presStyleIdx="0" presStyleCnt="3">
        <dgm:presLayoutVars>
          <dgm:bulletEnabled val="1"/>
        </dgm:presLayoutVars>
      </dgm:prSet>
      <dgm:spPr/>
    </dgm:pt>
    <dgm:pt modelId="{E9F43B2B-E6D9-4FB3-82B5-C68098B500D7}" type="pres">
      <dgm:prSet presAssocID="{5B4A0B9F-B529-45CF-85F5-26761147533F}" presName="sibTrans" presStyleCnt="0"/>
      <dgm:spPr/>
    </dgm:pt>
    <dgm:pt modelId="{516B6D71-B79A-40F4-8C59-0453A4FE6B29}" type="pres">
      <dgm:prSet presAssocID="{D0093998-7378-4307-BDC4-3A31CFBF68FC}" presName="node" presStyleLbl="node1" presStyleIdx="1" presStyleCnt="3">
        <dgm:presLayoutVars>
          <dgm:bulletEnabled val="1"/>
        </dgm:presLayoutVars>
      </dgm:prSet>
      <dgm:spPr/>
    </dgm:pt>
    <dgm:pt modelId="{EDE631DC-CAC0-49D2-902F-7BE8BC10488B}" type="pres">
      <dgm:prSet presAssocID="{015AE93E-4717-4350-BA00-C9754C6E35EF}" presName="sibTrans" presStyleCnt="0"/>
      <dgm:spPr/>
    </dgm:pt>
    <dgm:pt modelId="{16785B7F-52FB-4F83-9F4E-84DC0334727F}" type="pres">
      <dgm:prSet presAssocID="{680A3860-A758-46E9-9214-89DBD21B0828}" presName="node" presStyleLbl="node1" presStyleIdx="2" presStyleCnt="3">
        <dgm:presLayoutVars>
          <dgm:bulletEnabled val="1"/>
        </dgm:presLayoutVars>
      </dgm:prSet>
      <dgm:spPr/>
    </dgm:pt>
  </dgm:ptLst>
  <dgm:cxnLst>
    <dgm:cxn modelId="{B170FA00-E05A-4E0F-ABCC-5E0E41837BA1}" type="presOf" srcId="{839EE62F-A520-4D31-BC29-6E14F9DF345A}" destId="{F0CCECF5-E579-414B-A9F9-B2890D9B8312}" srcOrd="0" destOrd="0" presId="urn:microsoft.com/office/officeart/2005/8/layout/default"/>
    <dgm:cxn modelId="{80A4803F-4EDD-4C7C-B163-7B14297E15FA}" type="presOf" srcId="{477B9A76-2F6E-4BFE-BCF6-F1CF2B5F7961}" destId="{DACBEB99-3E23-4E28-90A1-70896AEA0585}" srcOrd="0" destOrd="0" presId="urn:microsoft.com/office/officeart/2005/8/layout/default"/>
    <dgm:cxn modelId="{A694EC79-B728-4295-8352-ED89732FCC89}" type="presOf" srcId="{D0093998-7378-4307-BDC4-3A31CFBF68FC}" destId="{516B6D71-B79A-40F4-8C59-0453A4FE6B29}" srcOrd="0" destOrd="0" presId="urn:microsoft.com/office/officeart/2005/8/layout/default"/>
    <dgm:cxn modelId="{412D9F92-4D3E-430C-BABB-FEE8B3343EE6}" type="presOf" srcId="{680A3860-A758-46E9-9214-89DBD21B0828}" destId="{16785B7F-52FB-4F83-9F4E-84DC0334727F}" srcOrd="0" destOrd="0" presId="urn:microsoft.com/office/officeart/2005/8/layout/default"/>
    <dgm:cxn modelId="{DEE0CBBE-E373-48BB-8ECF-7A3432542C1F}" srcId="{477B9A76-2F6E-4BFE-BCF6-F1CF2B5F7961}" destId="{839EE62F-A520-4D31-BC29-6E14F9DF345A}" srcOrd="0" destOrd="0" parTransId="{B1BBBDB2-D479-44EF-B163-377A6773180F}" sibTransId="{5B4A0B9F-B529-45CF-85F5-26761147533F}"/>
    <dgm:cxn modelId="{D25AC1CE-90B0-412B-83C4-72DEC10B175D}" srcId="{477B9A76-2F6E-4BFE-BCF6-F1CF2B5F7961}" destId="{D0093998-7378-4307-BDC4-3A31CFBF68FC}" srcOrd="1" destOrd="0" parTransId="{AB47DC0A-50AC-467C-BF86-D579C9C1906D}" sibTransId="{015AE93E-4717-4350-BA00-C9754C6E35EF}"/>
    <dgm:cxn modelId="{12A04CF3-E39F-493C-9DF6-5517E50FCE31}" srcId="{477B9A76-2F6E-4BFE-BCF6-F1CF2B5F7961}" destId="{680A3860-A758-46E9-9214-89DBD21B0828}" srcOrd="2" destOrd="0" parTransId="{8AC4B642-C24F-42DB-8F41-FDCDC6468A59}" sibTransId="{F517B919-8F42-458A-B596-3110FC00A0D5}"/>
    <dgm:cxn modelId="{FEE0A2BB-88CB-4DDA-80C8-A47071B352D2}" type="presParOf" srcId="{DACBEB99-3E23-4E28-90A1-70896AEA0585}" destId="{F0CCECF5-E579-414B-A9F9-B2890D9B8312}" srcOrd="0" destOrd="0" presId="urn:microsoft.com/office/officeart/2005/8/layout/default"/>
    <dgm:cxn modelId="{7EE7E8AE-A99C-421E-B90E-B8E332E35075}" type="presParOf" srcId="{DACBEB99-3E23-4E28-90A1-70896AEA0585}" destId="{E9F43B2B-E6D9-4FB3-82B5-C68098B500D7}" srcOrd="1" destOrd="0" presId="urn:microsoft.com/office/officeart/2005/8/layout/default"/>
    <dgm:cxn modelId="{0ED6F42A-8C4A-47A1-8E9A-386A25450A45}" type="presParOf" srcId="{DACBEB99-3E23-4E28-90A1-70896AEA0585}" destId="{516B6D71-B79A-40F4-8C59-0453A4FE6B29}" srcOrd="2" destOrd="0" presId="urn:microsoft.com/office/officeart/2005/8/layout/default"/>
    <dgm:cxn modelId="{AD38B75B-7488-49A2-9FEB-72D45B813F28}" type="presParOf" srcId="{DACBEB99-3E23-4E28-90A1-70896AEA0585}" destId="{EDE631DC-CAC0-49D2-902F-7BE8BC10488B}" srcOrd="3" destOrd="0" presId="urn:microsoft.com/office/officeart/2005/8/layout/default"/>
    <dgm:cxn modelId="{8FF2CB38-9FAB-4C82-9DD5-E9707602857E}" type="presParOf" srcId="{DACBEB99-3E23-4E28-90A1-70896AEA0585}" destId="{16785B7F-52FB-4F83-9F4E-84DC0334727F}"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3C7FE8-4CCB-42BE-8A0A-6648237F215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EEA087D-2ACA-4B2D-82B6-9D8645A858BB}">
      <dgm:prSet/>
      <dgm:spPr/>
      <dgm:t>
        <a:bodyPr/>
        <a:lstStyle/>
        <a:p>
          <a:r>
            <a:rPr lang="en-US" dirty="0"/>
            <a:t>single right rotation (LL case)</a:t>
          </a:r>
        </a:p>
      </dgm:t>
    </dgm:pt>
    <dgm:pt modelId="{C8054763-0189-4076-8DB5-7FBFF4D9E6E8}" type="parTrans" cxnId="{29A55F79-7A97-47E3-975B-045EA03C108A}">
      <dgm:prSet/>
      <dgm:spPr/>
      <dgm:t>
        <a:bodyPr/>
        <a:lstStyle/>
        <a:p>
          <a:endParaRPr lang="en-US"/>
        </a:p>
      </dgm:t>
    </dgm:pt>
    <dgm:pt modelId="{7EB6C469-61F4-4379-8DDA-8D4EA6AF1CE0}" type="sibTrans" cxnId="{29A55F79-7A97-47E3-975B-045EA03C108A}">
      <dgm:prSet/>
      <dgm:spPr/>
      <dgm:t>
        <a:bodyPr/>
        <a:lstStyle/>
        <a:p>
          <a:endParaRPr lang="en-US"/>
        </a:p>
      </dgm:t>
    </dgm:pt>
    <dgm:pt modelId="{8CAB263B-9DBD-42C5-BA69-0CAC9DA50F0D}">
      <dgm:prSet/>
      <dgm:spPr/>
      <dgm:t>
        <a:bodyPr/>
        <a:lstStyle/>
        <a:p>
          <a:r>
            <a:rPr lang="en-US"/>
            <a:t>single left rotation (RR case)</a:t>
          </a:r>
        </a:p>
      </dgm:t>
    </dgm:pt>
    <dgm:pt modelId="{61E42030-F0F0-446B-AAA6-95A6835A028D}" type="parTrans" cxnId="{23752AD0-C0BC-4C63-97E1-0A4EE818319E}">
      <dgm:prSet/>
      <dgm:spPr/>
      <dgm:t>
        <a:bodyPr/>
        <a:lstStyle/>
        <a:p>
          <a:endParaRPr lang="en-US"/>
        </a:p>
      </dgm:t>
    </dgm:pt>
    <dgm:pt modelId="{4D232808-0615-499E-9140-0E7623072EF9}" type="sibTrans" cxnId="{23752AD0-C0BC-4C63-97E1-0A4EE818319E}">
      <dgm:prSet/>
      <dgm:spPr/>
      <dgm:t>
        <a:bodyPr/>
        <a:lstStyle/>
        <a:p>
          <a:endParaRPr lang="en-US"/>
        </a:p>
      </dgm:t>
    </dgm:pt>
    <dgm:pt modelId="{0C691F7F-4D9D-4175-BF13-A55F23959DD0}">
      <dgm:prSet/>
      <dgm:spPr/>
      <dgm:t>
        <a:bodyPr/>
        <a:lstStyle/>
        <a:p>
          <a:r>
            <a:rPr lang="en-US"/>
            <a:t>left-right rotation (LR case)</a:t>
          </a:r>
        </a:p>
      </dgm:t>
    </dgm:pt>
    <dgm:pt modelId="{5F5863AD-C922-4EEB-9746-53DDC27E0356}" type="parTrans" cxnId="{603D2CE8-7FB7-4223-9761-BBA1CF8D9BF4}">
      <dgm:prSet/>
      <dgm:spPr/>
      <dgm:t>
        <a:bodyPr/>
        <a:lstStyle/>
        <a:p>
          <a:endParaRPr lang="en-US"/>
        </a:p>
      </dgm:t>
    </dgm:pt>
    <dgm:pt modelId="{0EAD511E-0FC8-4F87-B047-59D2C4C2DA5C}" type="sibTrans" cxnId="{603D2CE8-7FB7-4223-9761-BBA1CF8D9BF4}">
      <dgm:prSet/>
      <dgm:spPr/>
      <dgm:t>
        <a:bodyPr/>
        <a:lstStyle/>
        <a:p>
          <a:endParaRPr lang="en-US"/>
        </a:p>
      </dgm:t>
    </dgm:pt>
    <dgm:pt modelId="{B35C46B6-6BDD-4A28-84EA-BC22D5B53C43}">
      <dgm:prSet/>
      <dgm:spPr/>
      <dgm:t>
        <a:bodyPr/>
        <a:lstStyle/>
        <a:p>
          <a:r>
            <a:rPr lang="en-US"/>
            <a:t>right-left rotation (RL case)</a:t>
          </a:r>
        </a:p>
      </dgm:t>
    </dgm:pt>
    <dgm:pt modelId="{8A1D9E87-345F-43CA-82D9-E55702C0113E}" type="parTrans" cxnId="{C4B9544D-4ED1-4B10-B710-38C00C6C14D2}">
      <dgm:prSet/>
      <dgm:spPr/>
      <dgm:t>
        <a:bodyPr/>
        <a:lstStyle/>
        <a:p>
          <a:endParaRPr lang="en-US"/>
        </a:p>
      </dgm:t>
    </dgm:pt>
    <dgm:pt modelId="{69E0F102-6D2A-42CE-BC49-CE4B5E6245FE}" type="sibTrans" cxnId="{C4B9544D-4ED1-4B10-B710-38C00C6C14D2}">
      <dgm:prSet/>
      <dgm:spPr/>
      <dgm:t>
        <a:bodyPr/>
        <a:lstStyle/>
        <a:p>
          <a:endParaRPr lang="en-US"/>
        </a:p>
      </dgm:t>
    </dgm:pt>
    <dgm:pt modelId="{4324928D-F32C-4944-A2C8-4A7457D09428}" type="pres">
      <dgm:prSet presAssocID="{AB3C7FE8-4CCB-42BE-8A0A-6648237F215B}" presName="linear" presStyleCnt="0">
        <dgm:presLayoutVars>
          <dgm:animLvl val="lvl"/>
          <dgm:resizeHandles val="exact"/>
        </dgm:presLayoutVars>
      </dgm:prSet>
      <dgm:spPr/>
    </dgm:pt>
    <dgm:pt modelId="{DED1F8C2-4D88-4900-A409-26C5C4A75BE7}" type="pres">
      <dgm:prSet presAssocID="{8EEA087D-2ACA-4B2D-82B6-9D8645A858BB}" presName="parentText" presStyleLbl="node1" presStyleIdx="0" presStyleCnt="4">
        <dgm:presLayoutVars>
          <dgm:chMax val="0"/>
          <dgm:bulletEnabled val="1"/>
        </dgm:presLayoutVars>
      </dgm:prSet>
      <dgm:spPr/>
    </dgm:pt>
    <dgm:pt modelId="{372107D9-B868-475A-A3A3-B594277D73C2}" type="pres">
      <dgm:prSet presAssocID="{7EB6C469-61F4-4379-8DDA-8D4EA6AF1CE0}" presName="spacer" presStyleCnt="0"/>
      <dgm:spPr/>
    </dgm:pt>
    <dgm:pt modelId="{B886F408-FE96-4785-AA29-AF0A3DD6B962}" type="pres">
      <dgm:prSet presAssocID="{8CAB263B-9DBD-42C5-BA69-0CAC9DA50F0D}" presName="parentText" presStyleLbl="node1" presStyleIdx="1" presStyleCnt="4">
        <dgm:presLayoutVars>
          <dgm:chMax val="0"/>
          <dgm:bulletEnabled val="1"/>
        </dgm:presLayoutVars>
      </dgm:prSet>
      <dgm:spPr/>
    </dgm:pt>
    <dgm:pt modelId="{5FB5A114-0244-423C-8C65-741D7C8E4C02}" type="pres">
      <dgm:prSet presAssocID="{4D232808-0615-499E-9140-0E7623072EF9}" presName="spacer" presStyleCnt="0"/>
      <dgm:spPr/>
    </dgm:pt>
    <dgm:pt modelId="{7A40E48F-D01F-423F-9B0D-82943FBA6142}" type="pres">
      <dgm:prSet presAssocID="{0C691F7F-4D9D-4175-BF13-A55F23959DD0}" presName="parentText" presStyleLbl="node1" presStyleIdx="2" presStyleCnt="4">
        <dgm:presLayoutVars>
          <dgm:chMax val="0"/>
          <dgm:bulletEnabled val="1"/>
        </dgm:presLayoutVars>
      </dgm:prSet>
      <dgm:spPr/>
    </dgm:pt>
    <dgm:pt modelId="{34D6EFD2-6569-4D3F-B6CE-7EE7FDCE1B83}" type="pres">
      <dgm:prSet presAssocID="{0EAD511E-0FC8-4F87-B047-59D2C4C2DA5C}" presName="spacer" presStyleCnt="0"/>
      <dgm:spPr/>
    </dgm:pt>
    <dgm:pt modelId="{098EFF64-6DEA-4BF1-A0BC-1D27D101FCDE}" type="pres">
      <dgm:prSet presAssocID="{B35C46B6-6BDD-4A28-84EA-BC22D5B53C43}" presName="parentText" presStyleLbl="node1" presStyleIdx="3" presStyleCnt="4">
        <dgm:presLayoutVars>
          <dgm:chMax val="0"/>
          <dgm:bulletEnabled val="1"/>
        </dgm:presLayoutVars>
      </dgm:prSet>
      <dgm:spPr/>
    </dgm:pt>
  </dgm:ptLst>
  <dgm:cxnLst>
    <dgm:cxn modelId="{9D419214-364A-488D-AB4E-E316A0A65B2D}" type="presOf" srcId="{0C691F7F-4D9D-4175-BF13-A55F23959DD0}" destId="{7A40E48F-D01F-423F-9B0D-82943FBA6142}" srcOrd="0" destOrd="0" presId="urn:microsoft.com/office/officeart/2005/8/layout/vList2"/>
    <dgm:cxn modelId="{FD043431-B081-49EF-B6C9-474814EE123D}" type="presOf" srcId="{AB3C7FE8-4CCB-42BE-8A0A-6648237F215B}" destId="{4324928D-F32C-4944-A2C8-4A7457D09428}" srcOrd="0" destOrd="0" presId="urn:microsoft.com/office/officeart/2005/8/layout/vList2"/>
    <dgm:cxn modelId="{9B4D4A31-9BC7-47A1-AB50-8418E03FF0D5}" type="presOf" srcId="{8EEA087D-2ACA-4B2D-82B6-9D8645A858BB}" destId="{DED1F8C2-4D88-4900-A409-26C5C4A75BE7}" srcOrd="0" destOrd="0" presId="urn:microsoft.com/office/officeart/2005/8/layout/vList2"/>
    <dgm:cxn modelId="{C4B9544D-4ED1-4B10-B710-38C00C6C14D2}" srcId="{AB3C7FE8-4CCB-42BE-8A0A-6648237F215B}" destId="{B35C46B6-6BDD-4A28-84EA-BC22D5B53C43}" srcOrd="3" destOrd="0" parTransId="{8A1D9E87-345F-43CA-82D9-E55702C0113E}" sibTransId="{69E0F102-6D2A-42CE-BC49-CE4B5E6245FE}"/>
    <dgm:cxn modelId="{12253E52-E8AD-419B-BAB9-5C578D74BF71}" type="presOf" srcId="{8CAB263B-9DBD-42C5-BA69-0CAC9DA50F0D}" destId="{B886F408-FE96-4785-AA29-AF0A3DD6B962}" srcOrd="0" destOrd="0" presId="urn:microsoft.com/office/officeart/2005/8/layout/vList2"/>
    <dgm:cxn modelId="{29A55F79-7A97-47E3-975B-045EA03C108A}" srcId="{AB3C7FE8-4CCB-42BE-8A0A-6648237F215B}" destId="{8EEA087D-2ACA-4B2D-82B6-9D8645A858BB}" srcOrd="0" destOrd="0" parTransId="{C8054763-0189-4076-8DB5-7FBFF4D9E6E8}" sibTransId="{7EB6C469-61F4-4379-8DDA-8D4EA6AF1CE0}"/>
    <dgm:cxn modelId="{9D8BFC88-8E8F-4D2E-920F-EB50BB544F27}" type="presOf" srcId="{B35C46B6-6BDD-4A28-84EA-BC22D5B53C43}" destId="{098EFF64-6DEA-4BF1-A0BC-1D27D101FCDE}" srcOrd="0" destOrd="0" presId="urn:microsoft.com/office/officeart/2005/8/layout/vList2"/>
    <dgm:cxn modelId="{23752AD0-C0BC-4C63-97E1-0A4EE818319E}" srcId="{AB3C7FE8-4CCB-42BE-8A0A-6648237F215B}" destId="{8CAB263B-9DBD-42C5-BA69-0CAC9DA50F0D}" srcOrd="1" destOrd="0" parTransId="{61E42030-F0F0-446B-AAA6-95A6835A028D}" sibTransId="{4D232808-0615-499E-9140-0E7623072EF9}"/>
    <dgm:cxn modelId="{603D2CE8-7FB7-4223-9761-BBA1CF8D9BF4}" srcId="{AB3C7FE8-4CCB-42BE-8A0A-6648237F215B}" destId="{0C691F7F-4D9D-4175-BF13-A55F23959DD0}" srcOrd="2" destOrd="0" parTransId="{5F5863AD-C922-4EEB-9746-53DDC27E0356}" sibTransId="{0EAD511E-0FC8-4F87-B047-59D2C4C2DA5C}"/>
    <dgm:cxn modelId="{EA7A8FDF-DE98-4F27-A50D-C34C5F6F6CA0}" type="presParOf" srcId="{4324928D-F32C-4944-A2C8-4A7457D09428}" destId="{DED1F8C2-4D88-4900-A409-26C5C4A75BE7}" srcOrd="0" destOrd="0" presId="urn:microsoft.com/office/officeart/2005/8/layout/vList2"/>
    <dgm:cxn modelId="{8F051E0A-93F4-4C4B-B88C-3D01835C121D}" type="presParOf" srcId="{4324928D-F32C-4944-A2C8-4A7457D09428}" destId="{372107D9-B868-475A-A3A3-B594277D73C2}" srcOrd="1" destOrd="0" presId="urn:microsoft.com/office/officeart/2005/8/layout/vList2"/>
    <dgm:cxn modelId="{97BBF4E8-1F9E-4C09-8AA5-37C45FECB7B4}" type="presParOf" srcId="{4324928D-F32C-4944-A2C8-4A7457D09428}" destId="{B886F408-FE96-4785-AA29-AF0A3DD6B962}" srcOrd="2" destOrd="0" presId="urn:microsoft.com/office/officeart/2005/8/layout/vList2"/>
    <dgm:cxn modelId="{3540E245-9518-4492-AADF-1D90E74A5D18}" type="presParOf" srcId="{4324928D-F32C-4944-A2C8-4A7457D09428}" destId="{5FB5A114-0244-423C-8C65-741D7C8E4C02}" srcOrd="3" destOrd="0" presId="urn:microsoft.com/office/officeart/2005/8/layout/vList2"/>
    <dgm:cxn modelId="{6F95794E-9A79-4D00-82C6-127215AADDD7}" type="presParOf" srcId="{4324928D-F32C-4944-A2C8-4A7457D09428}" destId="{7A40E48F-D01F-423F-9B0D-82943FBA6142}" srcOrd="4" destOrd="0" presId="urn:microsoft.com/office/officeart/2005/8/layout/vList2"/>
    <dgm:cxn modelId="{7F854225-B823-4CD8-8BBB-227B88B59F83}" type="presParOf" srcId="{4324928D-F32C-4944-A2C8-4A7457D09428}" destId="{34D6EFD2-6569-4D3F-B6CE-7EE7FDCE1B83}" srcOrd="5" destOrd="0" presId="urn:microsoft.com/office/officeart/2005/8/layout/vList2"/>
    <dgm:cxn modelId="{EC4BA6BA-C5AE-49D4-BCBF-F7A126702365}" type="presParOf" srcId="{4324928D-F32C-4944-A2C8-4A7457D09428}" destId="{098EFF64-6DEA-4BF1-A0BC-1D27D101FCD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CCECF5-E579-414B-A9F9-B2890D9B8312}">
      <dsp:nvSpPr>
        <dsp:cNvPr id="0" name=""/>
        <dsp:cNvSpPr/>
      </dsp:nvSpPr>
      <dsp:spPr>
        <a:xfrm>
          <a:off x="0" y="741450"/>
          <a:ext cx="2464593" cy="1478756"/>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ensures logarithmic time complexity</a:t>
          </a:r>
        </a:p>
      </dsp:txBody>
      <dsp:txXfrm>
        <a:off x="0" y="741450"/>
        <a:ext cx="2464593" cy="1478756"/>
      </dsp:txXfrm>
    </dsp:sp>
    <dsp:sp modelId="{516B6D71-B79A-40F4-8C59-0453A4FE6B29}">
      <dsp:nvSpPr>
        <dsp:cNvPr id="0" name=""/>
        <dsp:cNvSpPr/>
      </dsp:nvSpPr>
      <dsp:spPr>
        <a:xfrm>
          <a:off x="2711053" y="741450"/>
          <a:ext cx="2464593" cy="1478756"/>
        </a:xfrm>
        <a:prstGeom prst="rect">
          <a:avLst/>
        </a:prstGeom>
        <a:solidFill>
          <a:schemeClr val="accent5">
            <a:hueOff val="-12897"/>
            <a:satOff val="-9251"/>
            <a:lumOff val="-4902"/>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maintains sorted structure with balance</a:t>
          </a:r>
        </a:p>
      </dsp:txBody>
      <dsp:txXfrm>
        <a:off x="2711053" y="741450"/>
        <a:ext cx="2464593" cy="1478756"/>
      </dsp:txXfrm>
    </dsp:sp>
    <dsp:sp modelId="{16785B7F-52FB-4F83-9F4E-84DC0334727F}">
      <dsp:nvSpPr>
        <dsp:cNvPr id="0" name=""/>
        <dsp:cNvSpPr/>
      </dsp:nvSpPr>
      <dsp:spPr>
        <a:xfrm>
          <a:off x="5422106" y="741450"/>
          <a:ext cx="2464593" cy="1478756"/>
        </a:xfrm>
        <a:prstGeom prst="rect">
          <a:avLst/>
        </a:prstGeom>
        <a:solidFill>
          <a:schemeClr val="accent5">
            <a:hueOff val="-25795"/>
            <a:satOff val="-18503"/>
            <a:lumOff val="-980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faster search, insert, and delete than unbalanced BST</a:t>
          </a:r>
        </a:p>
      </dsp:txBody>
      <dsp:txXfrm>
        <a:off x="5422106" y="741450"/>
        <a:ext cx="2464593" cy="14787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D1F8C2-4D88-4900-A409-26C5C4A75BE7}">
      <dsp:nvSpPr>
        <dsp:cNvPr id="0" name=""/>
        <dsp:cNvSpPr/>
      </dsp:nvSpPr>
      <dsp:spPr>
        <a:xfrm>
          <a:off x="0" y="455535"/>
          <a:ext cx="5122926" cy="725399"/>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single right rotation (LL case)</a:t>
          </a:r>
        </a:p>
      </dsp:txBody>
      <dsp:txXfrm>
        <a:off x="35411" y="490946"/>
        <a:ext cx="5052104" cy="654577"/>
      </dsp:txXfrm>
    </dsp:sp>
    <dsp:sp modelId="{B886F408-FE96-4785-AA29-AF0A3DD6B962}">
      <dsp:nvSpPr>
        <dsp:cNvPr id="0" name=""/>
        <dsp:cNvSpPr/>
      </dsp:nvSpPr>
      <dsp:spPr>
        <a:xfrm>
          <a:off x="0" y="1270215"/>
          <a:ext cx="5122926" cy="725399"/>
        </a:xfrm>
        <a:prstGeom prst="roundRect">
          <a:avLst/>
        </a:prstGeom>
        <a:solidFill>
          <a:schemeClr val="accent5">
            <a:hueOff val="-8598"/>
            <a:satOff val="-6168"/>
            <a:lumOff val="-326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single left rotation (RR case)</a:t>
          </a:r>
        </a:p>
      </dsp:txBody>
      <dsp:txXfrm>
        <a:off x="35411" y="1305626"/>
        <a:ext cx="5052104" cy="654577"/>
      </dsp:txXfrm>
    </dsp:sp>
    <dsp:sp modelId="{7A40E48F-D01F-423F-9B0D-82943FBA6142}">
      <dsp:nvSpPr>
        <dsp:cNvPr id="0" name=""/>
        <dsp:cNvSpPr/>
      </dsp:nvSpPr>
      <dsp:spPr>
        <a:xfrm>
          <a:off x="0" y="2084895"/>
          <a:ext cx="5122926" cy="725399"/>
        </a:xfrm>
        <a:prstGeom prst="roundRect">
          <a:avLst/>
        </a:prstGeom>
        <a:solidFill>
          <a:schemeClr val="accent5">
            <a:hueOff val="-17197"/>
            <a:satOff val="-12335"/>
            <a:lumOff val="-653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left-right rotation (LR case)</a:t>
          </a:r>
        </a:p>
      </dsp:txBody>
      <dsp:txXfrm>
        <a:off x="35411" y="2120306"/>
        <a:ext cx="5052104" cy="654577"/>
      </dsp:txXfrm>
    </dsp:sp>
    <dsp:sp modelId="{098EFF64-6DEA-4BF1-A0BC-1D27D101FCDE}">
      <dsp:nvSpPr>
        <dsp:cNvPr id="0" name=""/>
        <dsp:cNvSpPr/>
      </dsp:nvSpPr>
      <dsp:spPr>
        <a:xfrm>
          <a:off x="0" y="2899575"/>
          <a:ext cx="5122926" cy="725399"/>
        </a:xfrm>
        <a:prstGeom prst="roundRect">
          <a:avLst/>
        </a:prstGeom>
        <a:solidFill>
          <a:schemeClr val="accent5">
            <a:hueOff val="-25795"/>
            <a:satOff val="-18503"/>
            <a:lumOff val="-980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right-left rotation (RL case)</a:t>
          </a:r>
        </a:p>
      </dsp:txBody>
      <dsp:txXfrm>
        <a:off x="35411" y="2934986"/>
        <a:ext cx="5052104" cy="65457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14DCCB-EE02-4BA4-96F8-214A24D2B51B}" type="datetimeFigureOut">
              <a:rPr lang="en-US" smtClean="0"/>
              <a:pPr/>
              <a:t>11/12/2025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ED50B0-D53F-4459-8D78-0CE7DA098017}"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ED50B0-D53F-4459-8D78-0CE7DA098017}" type="slidenum">
              <a:rPr lang="en-US" smtClean="0"/>
              <a:pPr/>
              <a:t>2</a:t>
            </a:fld>
            <a:endParaRPr lang="en-US" dirty="0"/>
          </a:p>
        </p:txBody>
      </p:sp>
    </p:spTree>
    <p:extLst>
      <p:ext uri="{BB962C8B-B14F-4D97-AF65-F5344CB8AC3E}">
        <p14:creationId xmlns:p14="http://schemas.microsoft.com/office/powerpoint/2010/main" val="321556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upper bound</a:t>
            </a:r>
            <a:r>
              <a:rPr lang="en-US" dirty="0"/>
              <a:t> in Big-O notation means the </a:t>
            </a:r>
            <a:r>
              <a:rPr lang="en-US" b="1" dirty="0"/>
              <a:t>worst-case scenario</a:t>
            </a:r>
            <a:r>
              <a:rPr lang="en-US" dirty="0"/>
              <a:t> for how long an algorithm will take (or how much space it will use) as the input size grows.</a:t>
            </a:r>
          </a:p>
          <a:p>
            <a:r>
              <a:rPr lang="en-US" dirty="0"/>
              <a:t>It’s like saying:</a:t>
            </a:r>
            <a:br>
              <a:rPr lang="en-US" dirty="0"/>
            </a:br>
            <a:r>
              <a:rPr lang="en-US" i="1" dirty="0"/>
              <a:t>“No matter what happens, the algorithm will never take longer than this rate of growth.”</a:t>
            </a:r>
            <a:endParaRPr lang="en-US" dirty="0"/>
          </a:p>
          <a:p>
            <a:r>
              <a:rPr lang="en-US" b="1" dirty="0"/>
              <a:t>Example:</a:t>
            </a:r>
            <a:endParaRPr lang="en-US" dirty="0"/>
          </a:p>
          <a:p>
            <a:r>
              <a:rPr lang="en-US" dirty="0"/>
              <a:t>For </a:t>
            </a:r>
            <a:r>
              <a:rPr lang="en-US" b="1" dirty="0"/>
              <a:t>linear search</a:t>
            </a:r>
            <a:r>
              <a:rPr lang="en-US" dirty="0"/>
              <a:t> in an array of size </a:t>
            </a:r>
            <a:r>
              <a:rPr lang="en-US" sz="1200" kern="1200" dirty="0">
                <a:solidFill>
                  <a:schemeClr val="tx1"/>
                </a:solidFill>
                <a:latin typeface="+mn-lt"/>
                <a:ea typeface="+mn-ea"/>
                <a:cs typeface="+mn-cs"/>
              </a:rPr>
              <a:t>n</a:t>
            </a:r>
            <a:r>
              <a:rPr lang="en-US" dirty="0"/>
              <a:t>, the worst case is checking every element → </a:t>
            </a:r>
            <a:r>
              <a:rPr lang="en-US" b="1" dirty="0"/>
              <a:t>O(n)</a:t>
            </a:r>
            <a:r>
              <a:rPr lang="en-US" dirty="0"/>
              <a:t>.</a:t>
            </a:r>
          </a:p>
          <a:p>
            <a:r>
              <a:rPr lang="en-US" dirty="0"/>
              <a:t>For </a:t>
            </a:r>
            <a:r>
              <a:rPr lang="en-US" b="1" dirty="0"/>
              <a:t>binary search</a:t>
            </a:r>
            <a:r>
              <a:rPr lang="en-US" dirty="0"/>
              <a:t>, even in the worst case, it only takes about </a:t>
            </a:r>
            <a:r>
              <a:rPr lang="en-US" b="1" dirty="0"/>
              <a:t>log₂(n)</a:t>
            </a:r>
            <a:r>
              <a:rPr lang="en-US" dirty="0"/>
              <a:t> steps → </a:t>
            </a:r>
            <a:r>
              <a:rPr lang="en-US" b="1" dirty="0"/>
              <a:t>O(log n)</a:t>
            </a:r>
            <a:r>
              <a:rPr lang="en-US" dirty="0"/>
              <a:t>.</a:t>
            </a:r>
          </a:p>
          <a:p>
            <a:r>
              <a:rPr lang="en-US" dirty="0"/>
              <a:t>So, </a:t>
            </a:r>
            <a:r>
              <a:rPr lang="en-US" b="1" dirty="0"/>
              <a:t>upper bound = maximum growth rate of time or space as input increases</a:t>
            </a:r>
            <a:r>
              <a:rPr lang="en-US" dirty="0"/>
              <a:t>.</a:t>
            </a:r>
            <a:br>
              <a:rPr lang="en-US" dirty="0"/>
            </a:br>
            <a:r>
              <a:rPr lang="en-US" dirty="0"/>
              <a:t>It helps us guarantee performance even in the most difficult cases.</a:t>
            </a:r>
          </a:p>
          <a:p>
            <a:endParaRPr lang="en-US" dirty="0"/>
          </a:p>
        </p:txBody>
      </p:sp>
      <p:sp>
        <p:nvSpPr>
          <p:cNvPr id="4" name="Slide Number Placeholder 3"/>
          <p:cNvSpPr>
            <a:spLocks noGrp="1"/>
          </p:cNvSpPr>
          <p:nvPr>
            <p:ph type="sldNum" sz="quarter" idx="5"/>
          </p:nvPr>
        </p:nvSpPr>
        <p:spPr/>
        <p:txBody>
          <a:bodyPr/>
          <a:lstStyle/>
          <a:p>
            <a:fld id="{29ED50B0-D53F-4459-8D78-0CE7DA098017}" type="slidenum">
              <a:rPr lang="en-US" smtClean="0"/>
              <a:pPr/>
              <a:t>3</a:t>
            </a:fld>
            <a:endParaRPr lang="en-US" dirty="0"/>
          </a:p>
        </p:txBody>
      </p:sp>
    </p:spTree>
    <p:extLst>
      <p:ext uri="{BB962C8B-B14F-4D97-AF65-F5344CB8AC3E}">
        <p14:creationId xmlns:p14="http://schemas.microsoft.com/office/powerpoint/2010/main" val="2601484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ED50B0-D53F-4459-8D78-0CE7DA098017}" type="slidenum">
              <a:rPr lang="en-US" smtClean="0"/>
              <a:pPr/>
              <a:t>4</a:t>
            </a:fld>
            <a:endParaRPr lang="en-US" dirty="0"/>
          </a:p>
        </p:txBody>
      </p:sp>
    </p:spTree>
    <p:extLst>
      <p:ext uri="{BB962C8B-B14F-4D97-AF65-F5344CB8AC3E}">
        <p14:creationId xmlns:p14="http://schemas.microsoft.com/office/powerpoint/2010/main" val="2707983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ED50B0-D53F-4459-8D78-0CE7DA098017}" type="slidenum">
              <a:rPr lang="en-US" smtClean="0"/>
              <a:pPr/>
              <a:t>6</a:t>
            </a:fld>
            <a:endParaRPr lang="en-US" dirty="0"/>
          </a:p>
        </p:txBody>
      </p:sp>
    </p:spTree>
    <p:extLst>
      <p:ext uri="{BB962C8B-B14F-4D97-AF65-F5344CB8AC3E}">
        <p14:creationId xmlns:p14="http://schemas.microsoft.com/office/powerpoint/2010/main" val="2384144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ED50B0-D53F-4459-8D78-0CE7DA098017}" type="slidenum">
              <a:rPr lang="en-US" smtClean="0"/>
              <a:pPr/>
              <a:t>7</a:t>
            </a:fld>
            <a:endParaRPr lang="en-US" dirty="0"/>
          </a:p>
        </p:txBody>
      </p:sp>
    </p:spTree>
    <p:extLst>
      <p:ext uri="{BB962C8B-B14F-4D97-AF65-F5344CB8AC3E}">
        <p14:creationId xmlns:p14="http://schemas.microsoft.com/office/powerpoint/2010/main" val="1831702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ED50B0-D53F-4459-8D78-0CE7DA098017}" type="slidenum">
              <a:rPr lang="en-US" smtClean="0"/>
              <a:pPr/>
              <a:t>10</a:t>
            </a:fld>
            <a:endParaRPr lang="en-US" dirty="0"/>
          </a:p>
        </p:txBody>
      </p:sp>
    </p:spTree>
    <p:extLst>
      <p:ext uri="{BB962C8B-B14F-4D97-AF65-F5344CB8AC3E}">
        <p14:creationId xmlns:p14="http://schemas.microsoft.com/office/powerpoint/2010/main" val="3567741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ED50B0-D53F-4459-8D78-0CE7DA098017}" type="slidenum">
              <a:rPr lang="en-US" smtClean="0"/>
              <a:pPr/>
              <a:t>29</a:t>
            </a:fld>
            <a:endParaRPr lang="en-US" dirty="0"/>
          </a:p>
        </p:txBody>
      </p:sp>
    </p:spTree>
    <p:extLst>
      <p:ext uri="{BB962C8B-B14F-4D97-AF65-F5344CB8AC3E}">
        <p14:creationId xmlns:p14="http://schemas.microsoft.com/office/powerpoint/2010/main" val="2217276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 main() {</a:t>
            </a:r>
          </a:p>
          <a:p>
            <a:r>
              <a:rPr lang="en-US" dirty="0"/>
              <a:t>    root = </a:t>
            </a:r>
            <a:r>
              <a:rPr lang="en-US" dirty="0" err="1"/>
              <a:t>insertEvent</a:t>
            </a:r>
            <a:r>
              <a:rPr lang="en-US" dirty="0"/>
              <a:t>(root, "Landing_PIA101", 1200);</a:t>
            </a:r>
          </a:p>
          <a:p>
            <a:r>
              <a:rPr lang="en-US" dirty="0"/>
              <a:t>    root = </a:t>
            </a:r>
            <a:r>
              <a:rPr lang="en-US" dirty="0" err="1"/>
              <a:t>insertEvent</a:t>
            </a:r>
            <a:r>
              <a:rPr lang="en-US" dirty="0"/>
              <a:t>(root, "TakeOff_PIA202", 1100);</a:t>
            </a:r>
          </a:p>
          <a:p>
            <a:r>
              <a:rPr lang="en-US" dirty="0"/>
              <a:t>    root = </a:t>
            </a:r>
            <a:r>
              <a:rPr lang="en-US" dirty="0" err="1"/>
              <a:t>insertEvent</a:t>
            </a:r>
            <a:r>
              <a:rPr lang="en-US" dirty="0"/>
              <a:t>(root, "Landing_PIA303", 1230);</a:t>
            </a:r>
          </a:p>
          <a:p>
            <a:endParaRPr lang="en-US" dirty="0"/>
          </a:p>
          <a:p>
            <a:r>
              <a:rPr lang="en-US" dirty="0"/>
              <a:t>    Event* next = </a:t>
            </a:r>
            <a:r>
              <a:rPr lang="en-US" dirty="0" err="1"/>
              <a:t>getNextEvent</a:t>
            </a:r>
            <a:r>
              <a:rPr lang="en-US" dirty="0"/>
              <a:t>(root);</a:t>
            </a:r>
          </a:p>
          <a:p>
            <a:r>
              <a:rPr lang="en-US" dirty="0"/>
              <a:t>    </a:t>
            </a:r>
            <a:r>
              <a:rPr lang="en-US" dirty="0" err="1"/>
              <a:t>cout</a:t>
            </a:r>
            <a:r>
              <a:rPr lang="en-US" dirty="0"/>
              <a:t> &lt;&lt; "Next Event: " &lt;&lt; next-&gt;</a:t>
            </a:r>
            <a:r>
              <a:rPr lang="en-US" dirty="0" err="1"/>
              <a:t>eventId</a:t>
            </a:r>
            <a:r>
              <a:rPr lang="en-US" dirty="0"/>
              <a:t> </a:t>
            </a:r>
          </a:p>
          <a:p>
            <a:r>
              <a:rPr lang="en-US" dirty="0"/>
              <a:t>         &lt;&lt; " at " &lt;&lt; next-&gt;</a:t>
            </a:r>
            <a:r>
              <a:rPr lang="en-US" dirty="0" err="1"/>
              <a:t>timeStamp</a:t>
            </a:r>
            <a:r>
              <a:rPr lang="en-US" dirty="0"/>
              <a:t> &lt;&lt; </a:t>
            </a:r>
            <a:r>
              <a:rPr lang="en-US" dirty="0" err="1"/>
              <a:t>endl</a:t>
            </a:r>
            <a:r>
              <a:rPr lang="en-US" dirty="0"/>
              <a:t>;</a:t>
            </a:r>
          </a:p>
          <a:p>
            <a:endParaRPr lang="en-US" dirty="0"/>
          </a:p>
          <a:p>
            <a:r>
              <a:rPr lang="en-US" dirty="0"/>
              <a:t>    return 0;</a:t>
            </a:r>
          </a:p>
          <a:p>
            <a:r>
              <a:rPr lang="en-US" dirty="0"/>
              <a:t>}</a:t>
            </a:r>
          </a:p>
        </p:txBody>
      </p:sp>
      <p:sp>
        <p:nvSpPr>
          <p:cNvPr id="4" name="Slide Number Placeholder 3"/>
          <p:cNvSpPr>
            <a:spLocks noGrp="1"/>
          </p:cNvSpPr>
          <p:nvPr>
            <p:ph type="sldNum" sz="quarter" idx="5"/>
          </p:nvPr>
        </p:nvSpPr>
        <p:spPr/>
        <p:txBody>
          <a:bodyPr/>
          <a:lstStyle/>
          <a:p>
            <a:fld id="{29ED50B0-D53F-4459-8D78-0CE7DA098017}" type="slidenum">
              <a:rPr lang="en-US" smtClean="0"/>
              <a:pPr/>
              <a:t>30</a:t>
            </a:fld>
            <a:endParaRPr lang="en-US" dirty="0"/>
          </a:p>
        </p:txBody>
      </p:sp>
    </p:spTree>
    <p:extLst>
      <p:ext uri="{BB962C8B-B14F-4D97-AF65-F5344CB8AC3E}">
        <p14:creationId xmlns:p14="http://schemas.microsoft.com/office/powerpoint/2010/main" val="29897452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http://www.comsats.org.pk/images/images_r01_c01.jpg" TargetMode="Externa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hasCustomPrompt="1"/>
          </p:nvPr>
        </p:nvSpPr>
        <p:spPr>
          <a:xfrm>
            <a:off x="1219200" y="3886200"/>
            <a:ext cx="6858000" cy="990600"/>
          </a:xfrm>
        </p:spPr>
        <p:txBody>
          <a:bodyPr anchor="t" anchorCtr="0"/>
          <a:lstStyle>
            <a:lvl1pPr algn="r">
              <a:defRPr sz="3200" baseline="0">
                <a:solidFill>
                  <a:schemeClr val="tx1"/>
                </a:solidFill>
              </a:defRPr>
            </a:lvl1pPr>
          </a:lstStyle>
          <a:p>
            <a:r>
              <a:rPr kumimoji="0" lang="en-US" dirty="0"/>
              <a:t>Atique Ahmad </a:t>
            </a:r>
            <a:r>
              <a:rPr kumimoji="0" lang="en-US" dirty="0" err="1"/>
              <a:t>Zafar</a:t>
            </a:r>
            <a:endParaRPr kumimoji="0" lang="en-US" dirty="0"/>
          </a:p>
        </p:txBody>
      </p:sp>
      <p:sp>
        <p:nvSpPr>
          <p:cNvPr id="9" name="Subtitle 8"/>
          <p:cNvSpPr>
            <a:spLocks noGrp="1"/>
          </p:cNvSpPr>
          <p:nvPr>
            <p:ph type="subTitle" idx="1" hasCustomPrompt="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Lecture-1</a:t>
            </a:r>
            <a:endParaRPr kumimoji="0" lang="en-US" dirty="0"/>
          </a:p>
        </p:txBody>
      </p:sp>
      <p:sp>
        <p:nvSpPr>
          <p:cNvPr id="17" name="Footer Placeholder 16"/>
          <p:cNvSpPr>
            <a:spLocks noGrp="1"/>
          </p:cNvSpPr>
          <p:nvPr>
            <p:ph type="ftr" sz="quarter" idx="11"/>
          </p:nvPr>
        </p:nvSpPr>
        <p:spPr>
          <a:xfrm>
            <a:off x="2898648" y="6355080"/>
            <a:ext cx="3474720" cy="365760"/>
          </a:xfrm>
        </p:spPr>
        <p:txBody>
          <a:bodyPr/>
          <a:lstStyle>
            <a:lvl1pPr>
              <a:defRPr/>
            </a:lvl1pPr>
          </a:lstStyle>
          <a:p>
            <a:r>
              <a:rPr lang="en-US" dirty="0"/>
              <a:t>Algorithm and Data Structure </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pic>
        <p:nvPicPr>
          <p:cNvPr id="11265" name="Picture 1" descr="http://www.comsats.org.pk/images/images_r01_c01.jpg"/>
          <p:cNvPicPr>
            <a:picLocks noChangeAspect="1" noChangeArrowheads="1"/>
          </p:cNvPicPr>
          <p:nvPr userDrawn="1"/>
        </p:nvPicPr>
        <p:blipFill>
          <a:blip r:embed="rId2" r:link="rId3"/>
          <a:srcRect/>
          <a:stretch>
            <a:fillRect/>
          </a:stretch>
        </p:blipFill>
        <p:spPr bwMode="auto">
          <a:xfrm>
            <a:off x="0" y="0"/>
            <a:ext cx="914400" cy="952500"/>
          </a:xfrm>
          <a:prstGeom prst="rect">
            <a:avLst/>
          </a:prstGeom>
          <a:noFill/>
        </p:spPr>
      </p:pic>
      <p:sp>
        <p:nvSpPr>
          <p:cNvPr id="14" name="Rectangle 13"/>
          <p:cNvSpPr/>
          <p:nvPr userDrawn="1"/>
        </p:nvSpPr>
        <p:spPr>
          <a:xfrm>
            <a:off x="990600" y="228600"/>
            <a:ext cx="7689926" cy="461665"/>
          </a:xfrm>
          <a:prstGeom prst="rect">
            <a:avLst/>
          </a:prstGeom>
          <a:noFill/>
        </p:spPr>
        <p:txBody>
          <a:bodyPr wrap="none" lIns="91440" tIns="45720" rIns="91440" bIns="45720">
            <a:spAutoFit/>
          </a:bodyPr>
          <a:lstStyle/>
          <a:p>
            <a:pPr algn="ctr"/>
            <a:r>
              <a:rPr kumimoji="0" lang="en-US" sz="2400" b="1" u="sng" kern="1200" cap="none" spc="0" dirty="0">
                <a:ln w="18000">
                  <a:solidFill>
                    <a:schemeClr val="accent2">
                      <a:satMod val="140000"/>
                    </a:schemeClr>
                  </a:solidFill>
                  <a:prstDash val="solid"/>
                  <a:miter lim="800000"/>
                </a:ln>
                <a:solidFill>
                  <a:schemeClr val="accent2">
                    <a:lumMod val="50000"/>
                  </a:schemeClr>
                </a:solidFill>
                <a:effectLst/>
                <a:latin typeface="+mj-lt"/>
                <a:ea typeface="+mj-ea"/>
                <a:cs typeface="+mj-cs"/>
              </a:rPr>
              <a:t>COMSATS Institute of Information Technology</a:t>
            </a:r>
            <a:endParaRPr lang="en-US" sz="2400" b="1" u="sng" cap="none" spc="0" dirty="0">
              <a:ln w="18000">
                <a:solidFill>
                  <a:schemeClr val="accent2">
                    <a:satMod val="140000"/>
                  </a:schemeClr>
                </a:solidFill>
                <a:prstDash val="solid"/>
                <a:miter lim="800000"/>
              </a:ln>
              <a:solidFill>
                <a:schemeClr val="accent2">
                  <a:lumMod val="50000"/>
                </a:schemeClr>
              </a:solidFill>
              <a:effectLst/>
            </a:endParaRPr>
          </a:p>
        </p:txBody>
      </p:sp>
      <p:sp>
        <p:nvSpPr>
          <p:cNvPr id="15" name="Rectangle 14"/>
          <p:cNvSpPr/>
          <p:nvPr userDrawn="1"/>
        </p:nvSpPr>
        <p:spPr>
          <a:xfrm>
            <a:off x="914400" y="1752600"/>
            <a:ext cx="7315200" cy="17373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6" name="Rectangle 15"/>
          <p:cNvSpPr/>
          <p:nvPr userDrawn="1"/>
        </p:nvSpPr>
        <p:spPr>
          <a:xfrm>
            <a:off x="914400" y="1752600"/>
            <a:ext cx="228600" cy="1752600"/>
          </a:xfrm>
          <a:prstGeom prst="rect">
            <a:avLst/>
          </a:prstGeom>
          <a:solidFill>
            <a:schemeClr val="accent1">
              <a:lumMod val="50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solidFill>
                <a:schemeClr val="bg2">
                  <a:lumMod val="25000"/>
                </a:schemeClr>
              </a:solidFill>
            </a:endParaRPr>
          </a:p>
        </p:txBody>
      </p:sp>
      <p:sp>
        <p:nvSpPr>
          <p:cNvPr id="18" name="Title 7"/>
          <p:cNvSpPr txBox="1">
            <a:spLocks/>
          </p:cNvSpPr>
          <p:nvPr userDrawn="1"/>
        </p:nvSpPr>
        <p:spPr>
          <a:xfrm>
            <a:off x="1219200" y="2133600"/>
            <a:ext cx="6858000" cy="1371600"/>
          </a:xfrm>
          <a:prstGeom prst="rect">
            <a:avLst/>
          </a:prstGeom>
        </p:spPr>
        <p:txBody>
          <a:bodyPr vert="horz" anchor="t" anchorCtr="0">
            <a:normAutofit/>
          </a:bodyPr>
          <a:lstStyle>
            <a:lvl1pPr algn="r">
              <a:defRPr sz="3200">
                <a:solidFill>
                  <a:schemeClr val="tx1"/>
                </a:solidFill>
              </a:defRPr>
            </a:lvl1pPr>
          </a:lstStyle>
          <a:p>
            <a:r>
              <a:rPr kumimoji="0" lang="en-US" sz="3200" b="0" i="0" u="none" strike="noStrike" kern="1200" cap="none" spc="0" normalizeH="0" baseline="0" noProof="0" dirty="0">
                <a:ln>
                  <a:noFill/>
                </a:ln>
                <a:solidFill>
                  <a:schemeClr val="tx1"/>
                </a:solidFill>
                <a:effectLst/>
                <a:uLnTx/>
                <a:uFillTx/>
                <a:latin typeface="+mj-lt"/>
                <a:ea typeface="+mj-ea"/>
                <a:cs typeface="+mj-cs"/>
              </a:rPr>
              <a:t>Algorithm and Data Structure</a:t>
            </a:r>
          </a:p>
          <a:p>
            <a:r>
              <a:rPr kumimoji="0" lang="en-US" sz="3200" b="0" i="0" u="none" strike="noStrike" kern="1200" cap="none" spc="0" normalizeH="0" baseline="0" noProof="0" dirty="0">
                <a:ln>
                  <a:noFill/>
                </a:ln>
                <a:solidFill>
                  <a:schemeClr val="tx1"/>
                </a:solidFill>
                <a:effectLst/>
                <a:uLnTx/>
                <a:uFillTx/>
                <a:latin typeface="+mj-lt"/>
                <a:ea typeface="+mj-ea"/>
                <a:cs typeface="+mj-cs"/>
              </a:rPr>
              <a:t>(CSC-211)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E664E9-BB0A-4932-9D77-E0DDE5779A37}"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E664E9-BB0A-4932-9D77-E0DDE5779A37}"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E664E9-BB0A-4932-9D77-E0DDE5779A37}"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E664E9-BB0A-4932-9D77-E0DDE5779A37}"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E664E9-BB0A-4932-9D77-E0DDE5779A37}"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dirty="0"/>
          </a:p>
        </p:txBody>
      </p:sp>
      <p:sp>
        <p:nvSpPr>
          <p:cNvPr id="17" name="Footer Placeholder 16"/>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29" name="Slide Number Placeholder 28"/>
          <p:cNvSpPr>
            <a:spLocks noGrp="1"/>
          </p:cNvSpPr>
          <p:nvPr>
            <p:ph type="sldNum" sz="quarter" idx="12"/>
          </p:nvPr>
        </p:nvSpPr>
        <p:spPr>
          <a:xfrm>
            <a:off x="1216152" y="6355080"/>
            <a:ext cx="1219200" cy="365760"/>
          </a:xfrm>
        </p:spPr>
        <p:txBody>
          <a:bodyPr/>
          <a:lstStyle/>
          <a:p>
            <a:fld id="{95335651-1A2C-4E2F-80CB-8C4D69804B63}"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dirty="0"/>
          </a:p>
        </p:txBody>
      </p:sp>
      <p:sp>
        <p:nvSpPr>
          <p:cNvPr id="5" name="Footer Placeholder 4"/>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6" name="Slide Number Placeholder 5"/>
          <p:cNvSpPr>
            <a:spLocks noGrp="1"/>
          </p:cNvSpPr>
          <p:nvPr>
            <p:ph type="sldNum" sz="quarter" idx="12"/>
          </p:nvPr>
        </p:nvSpPr>
        <p:spPr>
          <a:xfrm>
            <a:off x="1069848" y="6355080"/>
            <a:ext cx="1520952" cy="365760"/>
          </a:xfrm>
        </p:spPr>
        <p:txBody>
          <a:bodyPr/>
          <a:lstStyle/>
          <a:p>
            <a:fld id="{95335651-1A2C-4E2F-80CB-8C4D69804B63}"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335651-1A2C-4E2F-80CB-8C4D69804B63}"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335651-1A2C-4E2F-80CB-8C4D69804B63}"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335651-1A2C-4E2F-80CB-8C4D69804B63}"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3F3BE-B368-A9DF-C9B1-D10D0FCD7969}"/>
              </a:ext>
            </a:extLst>
          </p:cNvPr>
          <p:cNvSpPr>
            <a:spLocks noGrp="1"/>
          </p:cNvSpPr>
          <p:nvPr>
            <p:ph type="title"/>
          </p:nvPr>
        </p:nvSpPr>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C5129C04-636D-95C5-36C9-513C348DF7E9}"/>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7F64FCDC-B61F-234F-BBB9-3B0C55E2252A}"/>
              </a:ext>
            </a:extLst>
          </p:cNvPr>
          <p:cNvSpPr>
            <a:spLocks noGrp="1"/>
          </p:cNvSpPr>
          <p:nvPr>
            <p:ph type="dt" sz="half" idx="10"/>
          </p:nvPr>
        </p:nvSpPr>
        <p:spPr/>
        <p:txBody>
          <a:bodyPr/>
          <a:lstStyle/>
          <a:p>
            <a:fld id="{9FC926EB-CF22-46B4-95B8-20CEB6065C91}" type="datetimeFigureOut">
              <a:rPr lang="en-PK" smtClean="0"/>
              <a:t>11/12/2025</a:t>
            </a:fld>
            <a:endParaRPr lang="en-PK"/>
          </a:p>
        </p:txBody>
      </p:sp>
      <p:sp>
        <p:nvSpPr>
          <p:cNvPr id="5" name="Footer Placeholder 4">
            <a:extLst>
              <a:ext uri="{FF2B5EF4-FFF2-40B4-BE49-F238E27FC236}">
                <a16:creationId xmlns:a16="http://schemas.microsoft.com/office/drawing/2014/main" id="{E4469CB4-3CB2-9A0B-5A38-5D0449909DB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71AF8B4D-E56F-80A0-445C-CB5986BF59AE}"/>
              </a:ext>
            </a:extLst>
          </p:cNvPr>
          <p:cNvSpPr>
            <a:spLocks noGrp="1"/>
          </p:cNvSpPr>
          <p:nvPr>
            <p:ph type="sldNum" sz="quarter" idx="12"/>
          </p:nvPr>
        </p:nvSpPr>
        <p:spPr/>
        <p:txBody>
          <a:bodyPr/>
          <a:lstStyle/>
          <a:p>
            <a:fld id="{1554CD07-12CA-4437-BDBF-7C3AFDBB391B}" type="slidenum">
              <a:rPr lang="en-PK" smtClean="0"/>
              <a:t>‹#›</a:t>
            </a:fld>
            <a:endParaRPr lang="en-PK"/>
          </a:p>
        </p:txBody>
      </p:sp>
    </p:spTree>
    <p:extLst>
      <p:ext uri="{BB962C8B-B14F-4D97-AF65-F5344CB8AC3E}">
        <p14:creationId xmlns:p14="http://schemas.microsoft.com/office/powerpoint/2010/main" val="34546308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endParaRPr lang="en-US" dirty="0"/>
          </a:p>
        </p:txBody>
      </p:sp>
      <p:sp>
        <p:nvSpPr>
          <p:cNvPr id="17" name="Footer Placeholder 16"/>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29" name="Slide Number Placeholder 28"/>
          <p:cNvSpPr>
            <a:spLocks noGrp="1"/>
          </p:cNvSpPr>
          <p:nvPr>
            <p:ph type="sldNum" sz="quarter" idx="12"/>
          </p:nvPr>
        </p:nvSpPr>
        <p:spPr>
          <a:xfrm>
            <a:off x="1216152" y="6355080"/>
            <a:ext cx="1219200" cy="365760"/>
          </a:xfrm>
        </p:spPr>
        <p:txBody>
          <a:bodyPr/>
          <a:lstStyle/>
          <a:p>
            <a:fld id="{95335651-1A2C-4E2F-80CB-8C4D69804B63}" type="slidenum">
              <a:rPr lang="en-US" smtClean="0"/>
              <a:pPr/>
              <a:t>‹#›</a:t>
            </a:fld>
            <a:endParaRPr lang="en-US" dirty="0"/>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endParaRPr lang="en-US" dirty="0"/>
          </a:p>
        </p:txBody>
      </p:sp>
      <p:sp>
        <p:nvSpPr>
          <p:cNvPr id="5" name="Footer Placeholder 4"/>
          <p:cNvSpPr>
            <a:spLocks noGrp="1"/>
          </p:cNvSpPr>
          <p:nvPr>
            <p:ph type="ftr" sz="quarter" idx="11"/>
          </p:nvPr>
        </p:nvSpPr>
        <p:spPr>
          <a:xfrm>
            <a:off x="2898648" y="6355080"/>
            <a:ext cx="3474720" cy="365760"/>
          </a:xfrm>
        </p:spPr>
        <p:txBody>
          <a:bodyPr/>
          <a:lstStyle/>
          <a:p>
            <a:r>
              <a:rPr lang="en-US" dirty="0"/>
              <a:t>Algorithm and Data Structure </a:t>
            </a:r>
          </a:p>
        </p:txBody>
      </p:sp>
      <p:sp>
        <p:nvSpPr>
          <p:cNvPr id="6" name="Slide Number Placeholder 5"/>
          <p:cNvSpPr>
            <a:spLocks noGrp="1"/>
          </p:cNvSpPr>
          <p:nvPr>
            <p:ph type="sldNum" sz="quarter" idx="12"/>
          </p:nvPr>
        </p:nvSpPr>
        <p:spPr>
          <a:xfrm>
            <a:off x="1069848" y="6355080"/>
            <a:ext cx="1520952" cy="365760"/>
          </a:xfrm>
        </p:spPr>
        <p:txBody>
          <a:bodyPr/>
          <a:lstStyle/>
          <a:p>
            <a:fld id="{95335651-1A2C-4E2F-80CB-8C4D69804B63}" type="slidenum">
              <a:rPr lang="en-US" smtClean="0"/>
              <a:pPr/>
              <a:t>‹#›</a:t>
            </a:fld>
            <a:endParaRPr lang="en-US" dirty="0"/>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dirty="0"/>
              <a:t>Algorithm and Data Structure </a:t>
            </a:r>
          </a:p>
        </p:txBody>
      </p:sp>
      <p:sp>
        <p:nvSpPr>
          <p:cNvPr id="9" name="Slide Number Placeholder 8"/>
          <p:cNvSpPr>
            <a:spLocks noGrp="1"/>
          </p:cNvSpPr>
          <p:nvPr>
            <p:ph type="sldNum" sz="quarter" idx="12"/>
          </p:nvPr>
        </p:nvSpPr>
        <p:spPr/>
        <p:txBody>
          <a:bodyPr/>
          <a:lstStyle/>
          <a:p>
            <a:fld id="{95335651-1A2C-4E2F-80CB-8C4D69804B63}" type="slidenum">
              <a:rPr lang="en-US" smtClean="0"/>
              <a:pPr/>
              <a:t>‹#›</a:t>
            </a:fld>
            <a:endParaRPr lang="en-US" dirty="0"/>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dirty="0"/>
              <a:t>Algorithm and Data Structure </a:t>
            </a:r>
          </a:p>
        </p:txBody>
      </p:sp>
      <p:sp>
        <p:nvSpPr>
          <p:cNvPr id="5" name="Slide Number Placeholder 4"/>
          <p:cNvSpPr>
            <a:spLocks noGrp="1"/>
          </p:cNvSpPr>
          <p:nvPr>
            <p:ph type="sldNum" sz="quarter" idx="12"/>
          </p:nvPr>
        </p:nvSpPr>
        <p:spPr/>
        <p:txBody>
          <a:bodyPr/>
          <a:lstStyle/>
          <a:p>
            <a:fld id="{95335651-1A2C-4E2F-80CB-8C4D69804B63}" type="slidenum">
              <a:rPr lang="en-US" smtClean="0"/>
              <a:pPr/>
              <a:t>‹#›</a:t>
            </a:fld>
            <a:endParaRPr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dirty="0"/>
              <a:t>Algorithm and Data Structure </a:t>
            </a:r>
          </a:p>
        </p:txBody>
      </p:sp>
      <p:sp>
        <p:nvSpPr>
          <p:cNvPr id="4" name="Slide Number Placeholder 3"/>
          <p:cNvSpPr>
            <a:spLocks noGrp="1"/>
          </p:cNvSpPr>
          <p:nvPr>
            <p:ph type="sldNum" sz="quarter" idx="12"/>
          </p:nvPr>
        </p:nvSpPr>
        <p:spPr/>
        <p:txBody>
          <a:bodyPr/>
          <a:lstStyle/>
          <a:p>
            <a:fld id="{95335651-1A2C-4E2F-80CB-8C4D69804B63}" type="slidenum">
              <a:rPr lang="en-US" smtClean="0"/>
              <a:pPr/>
              <a:t>‹#›</a:t>
            </a:fld>
            <a:endParaRPr lang="en-US" dirty="0"/>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dirty="0"/>
              <a:t>Click icon to add picture</a:t>
            </a:r>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dirty="0"/>
              <a:t>Algorithm and Data Structure </a:t>
            </a:r>
          </a:p>
        </p:txBody>
      </p:sp>
      <p:sp>
        <p:nvSpPr>
          <p:cNvPr id="7" name="Slide Number Placeholder 6"/>
          <p:cNvSpPr>
            <a:spLocks noGrp="1"/>
          </p:cNvSpPr>
          <p:nvPr>
            <p:ph type="sldNum" sz="quarter" idx="12"/>
          </p:nvPr>
        </p:nvSpPr>
        <p:spPr/>
        <p:txBody>
          <a:bodyPr/>
          <a:lstStyle/>
          <a:p>
            <a:fld id="{95335651-1A2C-4E2F-80CB-8C4D69804B63}" type="slidenum">
              <a:rPr lang="en-US" smtClean="0"/>
              <a:pPr/>
              <a:t>‹#›</a:t>
            </a:fld>
            <a:endParaRPr lang="en-US" dirty="0"/>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dirty="0"/>
              <a:t>Algorithm and Data Structure </a:t>
            </a:r>
          </a:p>
        </p:txBody>
      </p:sp>
      <p:sp>
        <p:nvSpPr>
          <p:cNvPr id="6" name="Slide Number Placeholder 5"/>
          <p:cNvSpPr>
            <a:spLocks noGrp="1"/>
          </p:cNvSpPr>
          <p:nvPr>
            <p:ph type="sldNum" sz="quarter" idx="12"/>
          </p:nvPr>
        </p:nvSpPr>
        <p:spPr/>
        <p:txBody>
          <a:bodyPr/>
          <a:lstStyle/>
          <a:p>
            <a:fld id="{95335651-1A2C-4E2F-80CB-8C4D69804B63}" type="slidenum">
              <a:rPr lang="en-US" smtClean="0"/>
              <a:pPr/>
              <a:t>‹#›</a:t>
            </a:fld>
            <a:endParaRPr lang="en-US" dirty="0"/>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E664E9-BB0A-4932-9D77-E0DDE5779A37}"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335651-1A2C-4E2F-80CB-8C4D69804B63}"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8" r:id="rId12"/>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r>
              <a:rPr lang="en-US" dirty="0"/>
              <a:t>Algorithm and Data Structure </a:t>
            </a:r>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95335651-1A2C-4E2F-80CB-8C4D69804B63}"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3581400"/>
            <a:ext cx="6858000" cy="990600"/>
          </a:xfrm>
        </p:spPr>
        <p:txBody>
          <a:bodyPr>
            <a:normAutofit fontScale="90000"/>
          </a:bodyPr>
          <a:lstStyle/>
          <a:p>
            <a:r>
              <a:rPr lang="en-US" b="1" dirty="0"/>
              <a:t>Understanding Efficiency in Data Structures</a:t>
            </a:r>
          </a:p>
        </p:txBody>
      </p:sp>
      <p:sp>
        <p:nvSpPr>
          <p:cNvPr id="3" name="Subtitle 2"/>
          <p:cNvSpPr>
            <a:spLocks noGrp="1"/>
          </p:cNvSpPr>
          <p:nvPr>
            <p:ph type="subTitle" idx="1"/>
          </p:nvPr>
        </p:nvSpPr>
        <p:spPr/>
        <p:txBody>
          <a:bodyPr/>
          <a:lstStyle/>
          <a:p>
            <a:r>
              <a:rPr lang="en-US" dirty="0"/>
              <a:t>Atique </a:t>
            </a:r>
            <a:r>
              <a:rPr lang="en-US" dirty="0" err="1"/>
              <a:t>Zafar</a:t>
            </a:r>
            <a:endParaRPr lang="en-US" dirty="0"/>
          </a:p>
        </p:txBody>
      </p:sp>
      <p:sp>
        <p:nvSpPr>
          <p:cNvPr id="5" name="Footer Placeholder 4">
            <a:extLst>
              <a:ext uri="{FF2B5EF4-FFF2-40B4-BE49-F238E27FC236}">
                <a16:creationId xmlns:a16="http://schemas.microsoft.com/office/drawing/2014/main" id="{AF621F4F-63BA-137A-BDBA-82E29458F410}"/>
              </a:ext>
            </a:extLst>
          </p:cNvPr>
          <p:cNvSpPr>
            <a:spLocks noGrp="1"/>
          </p:cNvSpPr>
          <p:nvPr>
            <p:ph type="ftr" sz="quarter" idx="11"/>
          </p:nvPr>
        </p:nvSpPr>
        <p:spPr/>
        <p:txBody>
          <a:bodyPr/>
          <a:lstStyle/>
          <a:p>
            <a:r>
              <a:rPr lang="en-US"/>
              <a:t>Algorithm and Data Structure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AC019-4C6A-3278-1833-A5EE7346E430}"/>
              </a:ext>
            </a:extLst>
          </p:cNvPr>
          <p:cNvSpPr>
            <a:spLocks noGrp="1"/>
          </p:cNvSpPr>
          <p:nvPr>
            <p:ph type="title"/>
          </p:nvPr>
        </p:nvSpPr>
        <p:spPr/>
        <p:txBody>
          <a:bodyPr/>
          <a:lstStyle/>
          <a:p>
            <a:r>
              <a:rPr lang="en-US" dirty="0"/>
              <a:t>What is Efficiency?</a:t>
            </a:r>
          </a:p>
        </p:txBody>
      </p:sp>
      <p:sp>
        <p:nvSpPr>
          <p:cNvPr id="3" name="Footer Placeholder 2">
            <a:extLst>
              <a:ext uri="{FF2B5EF4-FFF2-40B4-BE49-F238E27FC236}">
                <a16:creationId xmlns:a16="http://schemas.microsoft.com/office/drawing/2014/main" id="{5AC9DC65-5510-DB8A-2256-B90A53735DCC}"/>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6CD98BD8-25FF-24F1-FCDE-B9890656427F}"/>
              </a:ext>
            </a:extLst>
          </p:cNvPr>
          <p:cNvSpPr>
            <a:spLocks noGrp="1"/>
          </p:cNvSpPr>
          <p:nvPr>
            <p:ph type="sldNum" sz="quarter" idx="12"/>
          </p:nvPr>
        </p:nvSpPr>
        <p:spPr/>
        <p:txBody>
          <a:bodyPr/>
          <a:lstStyle/>
          <a:p>
            <a:fld id="{95335651-1A2C-4E2F-80CB-8C4D69804B63}" type="slidenum">
              <a:rPr lang="en-US" smtClean="0"/>
              <a:pPr/>
              <a:t>2</a:t>
            </a:fld>
            <a:endParaRPr lang="en-US" dirty="0"/>
          </a:p>
        </p:txBody>
      </p:sp>
      <p:sp>
        <p:nvSpPr>
          <p:cNvPr id="5" name="Content Placeholder 4">
            <a:extLst>
              <a:ext uri="{FF2B5EF4-FFF2-40B4-BE49-F238E27FC236}">
                <a16:creationId xmlns:a16="http://schemas.microsoft.com/office/drawing/2014/main" id="{0BAB759F-CD77-969A-43E8-3B0B338B09DE}"/>
              </a:ext>
            </a:extLst>
          </p:cNvPr>
          <p:cNvSpPr>
            <a:spLocks noGrp="1"/>
          </p:cNvSpPr>
          <p:nvPr>
            <p:ph sz="quarter" idx="1"/>
          </p:nvPr>
        </p:nvSpPr>
        <p:spPr/>
        <p:txBody>
          <a:bodyPr/>
          <a:lstStyle/>
          <a:p>
            <a:r>
              <a:rPr lang="en-US" dirty="0"/>
              <a:t>Definition: Efficiency refers to how well a data structure performs in terms of:</a:t>
            </a:r>
          </a:p>
          <a:p>
            <a:pPr lvl="1"/>
            <a:r>
              <a:rPr lang="en-US" dirty="0"/>
              <a:t>Time Complexity → Speed of operations.</a:t>
            </a:r>
          </a:p>
          <a:p>
            <a:pPr lvl="1"/>
            <a:r>
              <a:rPr lang="en-US" dirty="0"/>
              <a:t>Space Complexity → Memory usage.</a:t>
            </a:r>
          </a:p>
          <a:p>
            <a:r>
              <a:rPr lang="en-US" dirty="0"/>
              <a:t>Goal: Minimize time and memory for given operations.</a:t>
            </a:r>
          </a:p>
        </p:txBody>
      </p:sp>
    </p:spTree>
    <p:extLst>
      <p:ext uri="{BB962C8B-B14F-4D97-AF65-F5344CB8AC3E}">
        <p14:creationId xmlns:p14="http://schemas.microsoft.com/office/powerpoint/2010/main" val="419457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8009E-947C-A0F8-207C-9CE1DAEEC377}"/>
              </a:ext>
            </a:extLst>
          </p:cNvPr>
          <p:cNvSpPr>
            <a:spLocks noGrp="1"/>
          </p:cNvSpPr>
          <p:nvPr>
            <p:ph type="title"/>
          </p:nvPr>
        </p:nvSpPr>
        <p:spPr/>
        <p:txBody>
          <a:bodyPr/>
          <a:lstStyle/>
          <a:p>
            <a:r>
              <a:rPr lang="en-US" dirty="0"/>
              <a:t>Big-O Notation Overview</a:t>
            </a:r>
          </a:p>
        </p:txBody>
      </p:sp>
      <p:sp>
        <p:nvSpPr>
          <p:cNvPr id="3" name="Footer Placeholder 2">
            <a:extLst>
              <a:ext uri="{FF2B5EF4-FFF2-40B4-BE49-F238E27FC236}">
                <a16:creationId xmlns:a16="http://schemas.microsoft.com/office/drawing/2014/main" id="{8A5E11E1-E3A8-B852-4603-3E938752A9C1}"/>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DB2B71A5-5407-F2AE-CD2F-D95E6491B0F4}"/>
              </a:ext>
            </a:extLst>
          </p:cNvPr>
          <p:cNvSpPr>
            <a:spLocks noGrp="1"/>
          </p:cNvSpPr>
          <p:nvPr>
            <p:ph type="sldNum" sz="quarter" idx="12"/>
          </p:nvPr>
        </p:nvSpPr>
        <p:spPr/>
        <p:txBody>
          <a:bodyPr/>
          <a:lstStyle/>
          <a:p>
            <a:fld id="{95335651-1A2C-4E2F-80CB-8C4D69804B63}" type="slidenum">
              <a:rPr lang="en-US" smtClean="0"/>
              <a:pPr/>
              <a:t>3</a:t>
            </a:fld>
            <a:endParaRPr lang="en-US" dirty="0"/>
          </a:p>
        </p:txBody>
      </p:sp>
      <p:sp>
        <p:nvSpPr>
          <p:cNvPr id="5" name="Content Placeholder 4">
            <a:extLst>
              <a:ext uri="{FF2B5EF4-FFF2-40B4-BE49-F238E27FC236}">
                <a16:creationId xmlns:a16="http://schemas.microsoft.com/office/drawing/2014/main" id="{F41CE3A1-5B64-2D9E-33BC-D19682817C3D}"/>
              </a:ext>
            </a:extLst>
          </p:cNvPr>
          <p:cNvSpPr>
            <a:spLocks noGrp="1"/>
          </p:cNvSpPr>
          <p:nvPr>
            <p:ph sz="quarter" idx="1"/>
          </p:nvPr>
        </p:nvSpPr>
        <p:spPr/>
        <p:txBody>
          <a:bodyPr>
            <a:normAutofit/>
          </a:bodyPr>
          <a:lstStyle/>
          <a:p>
            <a:r>
              <a:rPr lang="en-US" b="1" dirty="0"/>
              <a:t>Definition of Big-O</a:t>
            </a:r>
          </a:p>
          <a:p>
            <a:r>
              <a:rPr lang="en-US" b="1" dirty="0"/>
              <a:t>Big-O notation </a:t>
            </a:r>
            <a:r>
              <a:rPr lang="en-US" dirty="0"/>
              <a:t>is a mathematical way to describe the </a:t>
            </a:r>
            <a:r>
              <a:rPr lang="en-US" b="1" dirty="0"/>
              <a:t>upper bound </a:t>
            </a:r>
            <a:r>
              <a:rPr lang="en-US" dirty="0"/>
              <a:t>of an algorithm’s running time or space requirement as the input size n grows.</a:t>
            </a:r>
          </a:p>
          <a:p>
            <a:r>
              <a:rPr lang="en-US" dirty="0"/>
              <a:t>It tells us </a:t>
            </a:r>
            <a:r>
              <a:rPr lang="en-US" b="1" dirty="0"/>
              <a:t>how the algorithm scales</a:t>
            </a:r>
            <a:r>
              <a:rPr lang="en-US" dirty="0"/>
              <a:t>, not the exact time.</a:t>
            </a:r>
          </a:p>
          <a:p>
            <a:r>
              <a:rPr lang="en-US" dirty="0"/>
              <a:t>Example:</a:t>
            </a:r>
          </a:p>
          <a:p>
            <a:pPr lvl="1"/>
            <a:r>
              <a:rPr lang="en-US" dirty="0"/>
              <a:t>If an algorithm is </a:t>
            </a:r>
            <a:r>
              <a:rPr lang="en-US" b="1" dirty="0"/>
              <a:t>O(n), </a:t>
            </a:r>
            <a:r>
              <a:rPr lang="en-US" dirty="0"/>
              <a:t>doubling the input size roughly doubles the time.</a:t>
            </a:r>
          </a:p>
          <a:p>
            <a:pPr lvl="1"/>
            <a:r>
              <a:rPr lang="en-US" dirty="0"/>
              <a:t>If it’s O(log n), doubling input size adds only a small extra time.</a:t>
            </a:r>
          </a:p>
        </p:txBody>
      </p:sp>
    </p:spTree>
    <p:extLst>
      <p:ext uri="{BB962C8B-B14F-4D97-AF65-F5344CB8AC3E}">
        <p14:creationId xmlns:p14="http://schemas.microsoft.com/office/powerpoint/2010/main" val="780725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6C6A4-ABA2-0E98-632A-7422F1A404C0}"/>
              </a:ext>
            </a:extLst>
          </p:cNvPr>
          <p:cNvSpPr>
            <a:spLocks noGrp="1"/>
          </p:cNvSpPr>
          <p:nvPr>
            <p:ph type="title"/>
          </p:nvPr>
        </p:nvSpPr>
        <p:spPr/>
        <p:txBody>
          <a:bodyPr/>
          <a:lstStyle/>
          <a:p>
            <a:r>
              <a:rPr lang="en-US" dirty="0"/>
              <a:t>Common Complexity Classes</a:t>
            </a:r>
          </a:p>
        </p:txBody>
      </p:sp>
      <p:sp>
        <p:nvSpPr>
          <p:cNvPr id="3" name="Footer Placeholder 2">
            <a:extLst>
              <a:ext uri="{FF2B5EF4-FFF2-40B4-BE49-F238E27FC236}">
                <a16:creationId xmlns:a16="http://schemas.microsoft.com/office/drawing/2014/main" id="{C38AC4D1-8B45-BB34-999E-E8B23D65F972}"/>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2D906A74-BDD5-015C-FFDD-E242BF619D08}"/>
              </a:ext>
            </a:extLst>
          </p:cNvPr>
          <p:cNvSpPr>
            <a:spLocks noGrp="1"/>
          </p:cNvSpPr>
          <p:nvPr>
            <p:ph type="sldNum" sz="quarter" idx="12"/>
          </p:nvPr>
        </p:nvSpPr>
        <p:spPr/>
        <p:txBody>
          <a:bodyPr/>
          <a:lstStyle/>
          <a:p>
            <a:fld id="{95335651-1A2C-4E2F-80CB-8C4D69804B63}" type="slidenum">
              <a:rPr lang="en-US" smtClean="0"/>
              <a:pPr/>
              <a:t>4</a:t>
            </a:fld>
            <a:endParaRPr lang="en-US" dirty="0"/>
          </a:p>
        </p:txBody>
      </p:sp>
      <p:sp>
        <p:nvSpPr>
          <p:cNvPr id="5" name="Content Placeholder 4">
            <a:extLst>
              <a:ext uri="{FF2B5EF4-FFF2-40B4-BE49-F238E27FC236}">
                <a16:creationId xmlns:a16="http://schemas.microsoft.com/office/drawing/2014/main" id="{D38F83AD-3B2E-BAE5-6124-F7A5347725FE}"/>
              </a:ext>
            </a:extLst>
          </p:cNvPr>
          <p:cNvSpPr>
            <a:spLocks noGrp="1"/>
          </p:cNvSpPr>
          <p:nvPr>
            <p:ph sz="quarter" idx="1"/>
          </p:nvPr>
        </p:nvSpPr>
        <p:spPr/>
        <p:txBody>
          <a:bodyPr>
            <a:normAutofit fontScale="85000" lnSpcReduction="20000"/>
          </a:bodyPr>
          <a:lstStyle/>
          <a:p>
            <a:r>
              <a:rPr lang="en-US" sz="2600" b="1" dirty="0">
                <a:solidFill>
                  <a:schemeClr val="tx1"/>
                </a:solidFill>
              </a:rPr>
              <a:t>O(1) – Constant Time</a:t>
            </a:r>
          </a:p>
          <a:p>
            <a:pPr lvl="1"/>
            <a:r>
              <a:rPr lang="en-US" dirty="0">
                <a:solidFill>
                  <a:schemeClr val="tx1"/>
                </a:solidFill>
              </a:rPr>
              <a:t>Operation takes the same time regardless of input size.</a:t>
            </a:r>
          </a:p>
          <a:p>
            <a:pPr lvl="1"/>
            <a:r>
              <a:rPr lang="en-US" dirty="0">
                <a:solidFill>
                  <a:schemeClr val="tx1"/>
                </a:solidFill>
              </a:rPr>
              <a:t>Example: Accessing an element in an array by index.</a:t>
            </a:r>
          </a:p>
          <a:p>
            <a:r>
              <a:rPr lang="en-US" sz="2600" b="1" dirty="0">
                <a:solidFill>
                  <a:schemeClr val="tx1"/>
                </a:solidFill>
              </a:rPr>
              <a:t>O(log n) – Logarithmic</a:t>
            </a:r>
          </a:p>
          <a:p>
            <a:pPr lvl="1"/>
            <a:r>
              <a:rPr lang="en-US" dirty="0">
                <a:solidFill>
                  <a:schemeClr val="tx1"/>
                </a:solidFill>
              </a:rPr>
              <a:t>Time grows slowly as input increases.</a:t>
            </a:r>
          </a:p>
          <a:p>
            <a:pPr lvl="1"/>
            <a:r>
              <a:rPr lang="en-US" dirty="0">
                <a:solidFill>
                  <a:schemeClr val="tx1"/>
                </a:solidFill>
              </a:rPr>
              <a:t>Example: Binary search in a sorted array.</a:t>
            </a:r>
          </a:p>
          <a:p>
            <a:r>
              <a:rPr lang="en-US" sz="2600" b="1" dirty="0">
                <a:solidFill>
                  <a:schemeClr val="tx1"/>
                </a:solidFill>
              </a:rPr>
              <a:t>O(n) – Linear</a:t>
            </a:r>
          </a:p>
          <a:p>
            <a:pPr lvl="1"/>
            <a:r>
              <a:rPr lang="en-US" dirty="0">
                <a:solidFill>
                  <a:schemeClr val="tx1"/>
                </a:solidFill>
              </a:rPr>
              <a:t>Time grows proportionally with input size.</a:t>
            </a:r>
          </a:p>
          <a:p>
            <a:pPr lvl="1"/>
            <a:r>
              <a:rPr lang="en-US" dirty="0">
                <a:solidFill>
                  <a:schemeClr val="tx1"/>
                </a:solidFill>
              </a:rPr>
              <a:t>Example: Searching in an unsorted linked list.</a:t>
            </a:r>
          </a:p>
          <a:p>
            <a:r>
              <a:rPr lang="en-US" sz="2600" b="1" dirty="0">
                <a:solidFill>
                  <a:schemeClr val="tx1"/>
                </a:solidFill>
              </a:rPr>
              <a:t>O(n log n) – Log-linear</a:t>
            </a:r>
          </a:p>
          <a:p>
            <a:pPr lvl="1"/>
            <a:r>
              <a:rPr lang="en-US" dirty="0">
                <a:solidFill>
                  <a:schemeClr val="tx1"/>
                </a:solidFill>
              </a:rPr>
              <a:t>Common in efficient sorting algorithms (Merge Sort, Quick Sort).</a:t>
            </a:r>
          </a:p>
          <a:p>
            <a:r>
              <a:rPr lang="en-US" sz="2600" b="1" dirty="0">
                <a:solidFill>
                  <a:schemeClr val="tx1"/>
                </a:solidFill>
              </a:rPr>
              <a:t>O(n²) – Quadratic</a:t>
            </a:r>
          </a:p>
          <a:p>
            <a:pPr lvl="1"/>
            <a:r>
              <a:rPr lang="en-US" dirty="0">
                <a:solidFill>
                  <a:schemeClr val="tx1"/>
                </a:solidFill>
              </a:rPr>
              <a:t>Time grows very fast; usually nested loops.</a:t>
            </a:r>
          </a:p>
          <a:p>
            <a:pPr lvl="1"/>
            <a:r>
              <a:rPr lang="en-US" dirty="0">
                <a:solidFill>
                  <a:schemeClr val="tx1"/>
                </a:solidFill>
              </a:rPr>
              <a:t>Example: Bubble Sort.</a:t>
            </a:r>
          </a:p>
        </p:txBody>
      </p:sp>
    </p:spTree>
    <p:extLst>
      <p:ext uri="{BB962C8B-B14F-4D97-AF65-F5344CB8AC3E}">
        <p14:creationId xmlns:p14="http://schemas.microsoft.com/office/powerpoint/2010/main" val="4222401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1AFB6-C049-EE2D-37E9-2ECFC06906DD}"/>
              </a:ext>
            </a:extLst>
          </p:cNvPr>
          <p:cNvSpPr>
            <a:spLocks noGrp="1"/>
          </p:cNvSpPr>
          <p:nvPr>
            <p:ph type="title"/>
          </p:nvPr>
        </p:nvSpPr>
        <p:spPr/>
        <p:txBody>
          <a:bodyPr/>
          <a:lstStyle/>
          <a:p>
            <a:r>
              <a:rPr lang="en-US" dirty="0"/>
              <a:t>Efficiency Table</a:t>
            </a:r>
          </a:p>
        </p:txBody>
      </p:sp>
      <p:sp>
        <p:nvSpPr>
          <p:cNvPr id="3" name="Footer Placeholder 2">
            <a:extLst>
              <a:ext uri="{FF2B5EF4-FFF2-40B4-BE49-F238E27FC236}">
                <a16:creationId xmlns:a16="http://schemas.microsoft.com/office/drawing/2014/main" id="{2F012521-7678-80D3-5E40-240938EA48E0}"/>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BE53C860-63B9-858C-3BF6-9B3D321004DC}"/>
              </a:ext>
            </a:extLst>
          </p:cNvPr>
          <p:cNvSpPr>
            <a:spLocks noGrp="1"/>
          </p:cNvSpPr>
          <p:nvPr>
            <p:ph type="sldNum" sz="quarter" idx="12"/>
          </p:nvPr>
        </p:nvSpPr>
        <p:spPr/>
        <p:txBody>
          <a:bodyPr/>
          <a:lstStyle/>
          <a:p>
            <a:fld id="{95335651-1A2C-4E2F-80CB-8C4D69804B63}" type="slidenum">
              <a:rPr lang="en-US" smtClean="0"/>
              <a:pPr/>
              <a:t>5</a:t>
            </a:fld>
            <a:endParaRPr lang="en-US" dirty="0"/>
          </a:p>
        </p:txBody>
      </p:sp>
      <p:graphicFrame>
        <p:nvGraphicFramePr>
          <p:cNvPr id="6" name="Content Placeholder 5">
            <a:extLst>
              <a:ext uri="{FF2B5EF4-FFF2-40B4-BE49-F238E27FC236}">
                <a16:creationId xmlns:a16="http://schemas.microsoft.com/office/drawing/2014/main" id="{706F9479-1888-D012-BE33-783835AC0A49}"/>
              </a:ext>
            </a:extLst>
          </p:cNvPr>
          <p:cNvGraphicFramePr>
            <a:graphicFrameLocks noGrp="1"/>
          </p:cNvGraphicFramePr>
          <p:nvPr>
            <p:ph sz="quarter" idx="1"/>
            <p:extLst>
              <p:ext uri="{D42A27DB-BD31-4B8C-83A1-F6EECF244321}">
                <p14:modId xmlns:p14="http://schemas.microsoft.com/office/powerpoint/2010/main" val="4114399729"/>
              </p:ext>
            </p:extLst>
          </p:nvPr>
        </p:nvGraphicFramePr>
        <p:xfrm>
          <a:off x="457200" y="1600200"/>
          <a:ext cx="8229600" cy="3824920"/>
        </p:xfrm>
        <a:graphic>
          <a:graphicData uri="http://schemas.openxmlformats.org/drawingml/2006/table">
            <a:tbl>
              <a:tblPr>
                <a:tableStyleId>{616DA210-FB5B-4158-B5E0-FEB733F419BA}</a:tableStyleId>
              </a:tblPr>
              <a:tblGrid>
                <a:gridCol w="1645920">
                  <a:extLst>
                    <a:ext uri="{9D8B030D-6E8A-4147-A177-3AD203B41FA5}">
                      <a16:colId xmlns:a16="http://schemas.microsoft.com/office/drawing/2014/main" val="1440945960"/>
                    </a:ext>
                  </a:extLst>
                </a:gridCol>
                <a:gridCol w="1645920">
                  <a:extLst>
                    <a:ext uri="{9D8B030D-6E8A-4147-A177-3AD203B41FA5}">
                      <a16:colId xmlns:a16="http://schemas.microsoft.com/office/drawing/2014/main" val="2573326963"/>
                    </a:ext>
                  </a:extLst>
                </a:gridCol>
                <a:gridCol w="1645920">
                  <a:extLst>
                    <a:ext uri="{9D8B030D-6E8A-4147-A177-3AD203B41FA5}">
                      <a16:colId xmlns:a16="http://schemas.microsoft.com/office/drawing/2014/main" val="2947447857"/>
                    </a:ext>
                  </a:extLst>
                </a:gridCol>
                <a:gridCol w="1645920">
                  <a:extLst>
                    <a:ext uri="{9D8B030D-6E8A-4147-A177-3AD203B41FA5}">
                      <a16:colId xmlns:a16="http://schemas.microsoft.com/office/drawing/2014/main" val="27071827"/>
                    </a:ext>
                  </a:extLst>
                </a:gridCol>
                <a:gridCol w="1645920">
                  <a:extLst>
                    <a:ext uri="{9D8B030D-6E8A-4147-A177-3AD203B41FA5}">
                      <a16:colId xmlns:a16="http://schemas.microsoft.com/office/drawing/2014/main" val="1285402359"/>
                    </a:ext>
                  </a:extLst>
                </a:gridCol>
              </a:tblGrid>
              <a:tr h="704591">
                <a:tc>
                  <a:txBody>
                    <a:bodyPr/>
                    <a:lstStyle/>
                    <a:p>
                      <a:pPr>
                        <a:buNone/>
                      </a:pPr>
                      <a:r>
                        <a:rPr lang="en-US" b="1"/>
                        <a:t>Data Structure</a:t>
                      </a:r>
                      <a:endParaRPr lang="en-US"/>
                    </a:p>
                  </a:txBody>
                  <a:tcPr anchor="ctr"/>
                </a:tc>
                <a:tc>
                  <a:txBody>
                    <a:bodyPr/>
                    <a:lstStyle/>
                    <a:p>
                      <a:pPr>
                        <a:buNone/>
                      </a:pPr>
                      <a:r>
                        <a:rPr lang="en-US" b="1"/>
                        <a:t>Access</a:t>
                      </a:r>
                      <a:endParaRPr lang="en-US"/>
                    </a:p>
                  </a:txBody>
                  <a:tcPr anchor="ctr"/>
                </a:tc>
                <a:tc>
                  <a:txBody>
                    <a:bodyPr/>
                    <a:lstStyle/>
                    <a:p>
                      <a:pPr>
                        <a:buNone/>
                      </a:pPr>
                      <a:r>
                        <a:rPr lang="en-US" b="1"/>
                        <a:t>Search</a:t>
                      </a:r>
                      <a:endParaRPr lang="en-US"/>
                    </a:p>
                  </a:txBody>
                  <a:tcPr anchor="ctr"/>
                </a:tc>
                <a:tc>
                  <a:txBody>
                    <a:bodyPr/>
                    <a:lstStyle/>
                    <a:p>
                      <a:pPr>
                        <a:buNone/>
                      </a:pPr>
                      <a:r>
                        <a:rPr lang="en-US" b="1"/>
                        <a:t>Insert</a:t>
                      </a:r>
                      <a:endParaRPr lang="en-US"/>
                    </a:p>
                  </a:txBody>
                  <a:tcPr anchor="ctr"/>
                </a:tc>
                <a:tc>
                  <a:txBody>
                    <a:bodyPr/>
                    <a:lstStyle/>
                    <a:p>
                      <a:pPr>
                        <a:buNone/>
                      </a:pPr>
                      <a:r>
                        <a:rPr lang="en-US" b="1"/>
                        <a:t>Delete</a:t>
                      </a:r>
                      <a:endParaRPr lang="en-US"/>
                    </a:p>
                  </a:txBody>
                  <a:tcPr anchor="ctr"/>
                </a:tc>
                <a:extLst>
                  <a:ext uri="{0D108BD9-81ED-4DB2-BD59-A6C34878D82A}">
                    <a16:rowId xmlns:a16="http://schemas.microsoft.com/office/drawing/2014/main" val="916185881"/>
                  </a:ext>
                </a:extLst>
              </a:tr>
              <a:tr h="402623">
                <a:tc>
                  <a:txBody>
                    <a:bodyPr/>
                    <a:lstStyle/>
                    <a:p>
                      <a:pPr>
                        <a:buNone/>
                      </a:pPr>
                      <a:r>
                        <a:rPr lang="en-US" b="1"/>
                        <a:t>Array</a:t>
                      </a:r>
                      <a:endParaRPr lang="en-US"/>
                    </a:p>
                  </a:txBody>
                  <a:tcPr anchor="ctr"/>
                </a:tc>
                <a:tc>
                  <a:txBody>
                    <a:bodyPr/>
                    <a:lstStyle/>
                    <a:p>
                      <a:pPr>
                        <a:buNone/>
                      </a:pPr>
                      <a:r>
                        <a:rPr lang="en-US"/>
                        <a:t>O(1)</a:t>
                      </a:r>
                    </a:p>
                  </a:txBody>
                  <a:tcPr anchor="ctr"/>
                </a:tc>
                <a:tc>
                  <a:txBody>
                    <a:bodyPr/>
                    <a:lstStyle/>
                    <a:p>
                      <a:pPr>
                        <a:buNone/>
                      </a:pPr>
                      <a:r>
                        <a:rPr lang="en-US"/>
                        <a:t>O(n)</a:t>
                      </a:r>
                    </a:p>
                  </a:txBody>
                  <a:tcPr anchor="ctr"/>
                </a:tc>
                <a:tc>
                  <a:txBody>
                    <a:bodyPr/>
                    <a:lstStyle/>
                    <a:p>
                      <a:pPr>
                        <a:buNone/>
                      </a:pPr>
                      <a:r>
                        <a:rPr lang="en-US"/>
                        <a:t>O(n)</a:t>
                      </a:r>
                    </a:p>
                  </a:txBody>
                  <a:tcPr anchor="ctr"/>
                </a:tc>
                <a:tc>
                  <a:txBody>
                    <a:bodyPr/>
                    <a:lstStyle/>
                    <a:p>
                      <a:pPr>
                        <a:buNone/>
                      </a:pPr>
                      <a:r>
                        <a:rPr lang="en-US"/>
                        <a:t>O(n)</a:t>
                      </a:r>
                    </a:p>
                  </a:txBody>
                  <a:tcPr anchor="ctr"/>
                </a:tc>
                <a:extLst>
                  <a:ext uri="{0D108BD9-81ED-4DB2-BD59-A6C34878D82A}">
                    <a16:rowId xmlns:a16="http://schemas.microsoft.com/office/drawing/2014/main" val="864667139"/>
                  </a:ext>
                </a:extLst>
              </a:tr>
              <a:tr h="402623">
                <a:tc>
                  <a:txBody>
                    <a:bodyPr/>
                    <a:lstStyle/>
                    <a:p>
                      <a:pPr>
                        <a:buNone/>
                      </a:pPr>
                      <a:r>
                        <a:rPr lang="en-US" b="1"/>
                        <a:t>Linked List</a:t>
                      </a:r>
                      <a:endParaRPr lang="en-US"/>
                    </a:p>
                  </a:txBody>
                  <a:tcPr anchor="ctr"/>
                </a:tc>
                <a:tc>
                  <a:txBody>
                    <a:bodyPr/>
                    <a:lstStyle/>
                    <a:p>
                      <a:pPr>
                        <a:buNone/>
                      </a:pPr>
                      <a:r>
                        <a:rPr lang="en-US"/>
                        <a:t>O(n)</a:t>
                      </a:r>
                    </a:p>
                  </a:txBody>
                  <a:tcPr anchor="ctr"/>
                </a:tc>
                <a:tc>
                  <a:txBody>
                    <a:bodyPr/>
                    <a:lstStyle/>
                    <a:p>
                      <a:pPr>
                        <a:buNone/>
                      </a:pPr>
                      <a:r>
                        <a:rPr lang="en-US"/>
                        <a:t>O(n)</a:t>
                      </a:r>
                    </a:p>
                  </a:txBody>
                  <a:tcPr anchor="ctr"/>
                </a:tc>
                <a:tc>
                  <a:txBody>
                    <a:bodyPr/>
                    <a:lstStyle/>
                    <a:p>
                      <a:pPr>
                        <a:buNone/>
                      </a:pPr>
                      <a:r>
                        <a:rPr lang="en-US"/>
                        <a:t>O(1)</a:t>
                      </a:r>
                    </a:p>
                  </a:txBody>
                  <a:tcPr anchor="ctr"/>
                </a:tc>
                <a:tc>
                  <a:txBody>
                    <a:bodyPr/>
                    <a:lstStyle/>
                    <a:p>
                      <a:pPr>
                        <a:buNone/>
                      </a:pPr>
                      <a:r>
                        <a:rPr lang="en-US"/>
                        <a:t>O(1)</a:t>
                      </a:r>
                    </a:p>
                  </a:txBody>
                  <a:tcPr anchor="ctr"/>
                </a:tc>
                <a:extLst>
                  <a:ext uri="{0D108BD9-81ED-4DB2-BD59-A6C34878D82A}">
                    <a16:rowId xmlns:a16="http://schemas.microsoft.com/office/drawing/2014/main" val="1447276157"/>
                  </a:ext>
                </a:extLst>
              </a:tr>
              <a:tr h="402623">
                <a:tc>
                  <a:txBody>
                    <a:bodyPr/>
                    <a:lstStyle/>
                    <a:p>
                      <a:pPr>
                        <a:buNone/>
                      </a:pPr>
                      <a:r>
                        <a:rPr lang="en-US" b="1"/>
                        <a:t>Stack</a:t>
                      </a:r>
                      <a:endParaRPr lang="en-US"/>
                    </a:p>
                  </a:txBody>
                  <a:tcPr anchor="ctr"/>
                </a:tc>
                <a:tc>
                  <a:txBody>
                    <a:bodyPr/>
                    <a:lstStyle/>
                    <a:p>
                      <a:pPr>
                        <a:buNone/>
                      </a:pPr>
                      <a:r>
                        <a:rPr lang="en-US"/>
                        <a:t>O(n)</a:t>
                      </a:r>
                    </a:p>
                  </a:txBody>
                  <a:tcPr anchor="ctr"/>
                </a:tc>
                <a:tc>
                  <a:txBody>
                    <a:bodyPr/>
                    <a:lstStyle/>
                    <a:p>
                      <a:pPr>
                        <a:buNone/>
                      </a:pPr>
                      <a:r>
                        <a:rPr lang="en-US"/>
                        <a:t>O(n)</a:t>
                      </a:r>
                    </a:p>
                  </a:txBody>
                  <a:tcPr anchor="ctr"/>
                </a:tc>
                <a:tc>
                  <a:txBody>
                    <a:bodyPr/>
                    <a:lstStyle/>
                    <a:p>
                      <a:pPr>
                        <a:buNone/>
                      </a:pPr>
                      <a:r>
                        <a:rPr lang="en-US"/>
                        <a:t>O(1)</a:t>
                      </a:r>
                    </a:p>
                  </a:txBody>
                  <a:tcPr anchor="ctr"/>
                </a:tc>
                <a:tc>
                  <a:txBody>
                    <a:bodyPr/>
                    <a:lstStyle/>
                    <a:p>
                      <a:pPr>
                        <a:buNone/>
                      </a:pPr>
                      <a:r>
                        <a:rPr lang="en-US"/>
                        <a:t>O(1)</a:t>
                      </a:r>
                    </a:p>
                  </a:txBody>
                  <a:tcPr anchor="ctr"/>
                </a:tc>
                <a:extLst>
                  <a:ext uri="{0D108BD9-81ED-4DB2-BD59-A6C34878D82A}">
                    <a16:rowId xmlns:a16="http://schemas.microsoft.com/office/drawing/2014/main" val="2755323921"/>
                  </a:ext>
                </a:extLst>
              </a:tr>
              <a:tr h="402623">
                <a:tc>
                  <a:txBody>
                    <a:bodyPr/>
                    <a:lstStyle/>
                    <a:p>
                      <a:pPr>
                        <a:buNone/>
                      </a:pPr>
                      <a:r>
                        <a:rPr lang="en-US" b="1"/>
                        <a:t>Queue</a:t>
                      </a:r>
                      <a:endParaRPr lang="en-US"/>
                    </a:p>
                  </a:txBody>
                  <a:tcPr anchor="ctr"/>
                </a:tc>
                <a:tc>
                  <a:txBody>
                    <a:bodyPr/>
                    <a:lstStyle/>
                    <a:p>
                      <a:pPr>
                        <a:buNone/>
                      </a:pPr>
                      <a:r>
                        <a:rPr lang="en-US"/>
                        <a:t>O(n)</a:t>
                      </a:r>
                    </a:p>
                  </a:txBody>
                  <a:tcPr anchor="ctr"/>
                </a:tc>
                <a:tc>
                  <a:txBody>
                    <a:bodyPr/>
                    <a:lstStyle/>
                    <a:p>
                      <a:pPr>
                        <a:buNone/>
                      </a:pPr>
                      <a:r>
                        <a:rPr lang="en-US"/>
                        <a:t>O(n)</a:t>
                      </a:r>
                    </a:p>
                  </a:txBody>
                  <a:tcPr anchor="ctr"/>
                </a:tc>
                <a:tc>
                  <a:txBody>
                    <a:bodyPr/>
                    <a:lstStyle/>
                    <a:p>
                      <a:pPr>
                        <a:buNone/>
                      </a:pPr>
                      <a:r>
                        <a:rPr lang="en-US"/>
                        <a:t>O(1)</a:t>
                      </a:r>
                    </a:p>
                  </a:txBody>
                  <a:tcPr anchor="ctr"/>
                </a:tc>
                <a:tc>
                  <a:txBody>
                    <a:bodyPr/>
                    <a:lstStyle/>
                    <a:p>
                      <a:pPr>
                        <a:buNone/>
                      </a:pPr>
                      <a:r>
                        <a:rPr lang="en-US"/>
                        <a:t>O(1)</a:t>
                      </a:r>
                    </a:p>
                  </a:txBody>
                  <a:tcPr anchor="ctr"/>
                </a:tc>
                <a:extLst>
                  <a:ext uri="{0D108BD9-81ED-4DB2-BD59-A6C34878D82A}">
                    <a16:rowId xmlns:a16="http://schemas.microsoft.com/office/drawing/2014/main" val="152431023"/>
                  </a:ext>
                </a:extLst>
              </a:tr>
              <a:tr h="402623">
                <a:tc>
                  <a:txBody>
                    <a:bodyPr/>
                    <a:lstStyle/>
                    <a:p>
                      <a:pPr>
                        <a:buNone/>
                      </a:pPr>
                      <a:r>
                        <a:rPr lang="en-US" b="1"/>
                        <a:t>Hash Table</a:t>
                      </a:r>
                      <a:endParaRPr lang="en-US"/>
                    </a:p>
                  </a:txBody>
                  <a:tcPr anchor="ctr"/>
                </a:tc>
                <a:tc>
                  <a:txBody>
                    <a:bodyPr/>
                    <a:lstStyle/>
                    <a:p>
                      <a:pPr>
                        <a:buNone/>
                      </a:pPr>
                      <a:r>
                        <a:rPr lang="en-US"/>
                        <a:t>O(1)</a:t>
                      </a:r>
                    </a:p>
                  </a:txBody>
                  <a:tcPr anchor="ctr"/>
                </a:tc>
                <a:tc>
                  <a:txBody>
                    <a:bodyPr/>
                    <a:lstStyle/>
                    <a:p>
                      <a:pPr>
                        <a:buNone/>
                      </a:pPr>
                      <a:r>
                        <a:rPr lang="en-US"/>
                        <a:t>O(1)</a:t>
                      </a:r>
                    </a:p>
                  </a:txBody>
                  <a:tcPr anchor="ctr"/>
                </a:tc>
                <a:tc>
                  <a:txBody>
                    <a:bodyPr/>
                    <a:lstStyle/>
                    <a:p>
                      <a:pPr>
                        <a:buNone/>
                      </a:pPr>
                      <a:r>
                        <a:rPr lang="en-US"/>
                        <a:t>O(1)</a:t>
                      </a:r>
                    </a:p>
                  </a:txBody>
                  <a:tcPr anchor="ctr"/>
                </a:tc>
                <a:tc>
                  <a:txBody>
                    <a:bodyPr/>
                    <a:lstStyle/>
                    <a:p>
                      <a:pPr>
                        <a:buNone/>
                      </a:pPr>
                      <a:r>
                        <a:rPr lang="en-US"/>
                        <a:t>O(1)</a:t>
                      </a:r>
                    </a:p>
                  </a:txBody>
                  <a:tcPr anchor="ctr"/>
                </a:tc>
                <a:extLst>
                  <a:ext uri="{0D108BD9-81ED-4DB2-BD59-A6C34878D82A}">
                    <a16:rowId xmlns:a16="http://schemas.microsoft.com/office/drawing/2014/main" val="484967447"/>
                  </a:ext>
                </a:extLst>
              </a:tr>
              <a:tr h="704591">
                <a:tc>
                  <a:txBody>
                    <a:bodyPr/>
                    <a:lstStyle/>
                    <a:p>
                      <a:pPr>
                        <a:buNone/>
                      </a:pPr>
                      <a:r>
                        <a:rPr lang="en-US" b="1"/>
                        <a:t>BST (Balanced)</a:t>
                      </a:r>
                      <a:endParaRPr lang="en-US"/>
                    </a:p>
                  </a:txBody>
                  <a:tcPr anchor="ctr"/>
                </a:tc>
                <a:tc>
                  <a:txBody>
                    <a:bodyPr/>
                    <a:lstStyle/>
                    <a:p>
                      <a:pPr>
                        <a:buNone/>
                      </a:pPr>
                      <a:r>
                        <a:rPr lang="en-US"/>
                        <a:t>O(log n)</a:t>
                      </a:r>
                    </a:p>
                  </a:txBody>
                  <a:tcPr anchor="ctr"/>
                </a:tc>
                <a:tc>
                  <a:txBody>
                    <a:bodyPr/>
                    <a:lstStyle/>
                    <a:p>
                      <a:pPr>
                        <a:buNone/>
                      </a:pPr>
                      <a:r>
                        <a:rPr lang="en-US"/>
                        <a:t>O(log n)</a:t>
                      </a:r>
                    </a:p>
                  </a:txBody>
                  <a:tcPr anchor="ctr"/>
                </a:tc>
                <a:tc>
                  <a:txBody>
                    <a:bodyPr/>
                    <a:lstStyle/>
                    <a:p>
                      <a:pPr>
                        <a:buNone/>
                      </a:pPr>
                      <a:r>
                        <a:rPr lang="en-US"/>
                        <a:t>O(log n)</a:t>
                      </a:r>
                    </a:p>
                  </a:txBody>
                  <a:tcPr anchor="ctr"/>
                </a:tc>
                <a:tc>
                  <a:txBody>
                    <a:bodyPr/>
                    <a:lstStyle/>
                    <a:p>
                      <a:pPr>
                        <a:buNone/>
                      </a:pPr>
                      <a:r>
                        <a:rPr lang="en-US"/>
                        <a:t>O(log n)</a:t>
                      </a:r>
                    </a:p>
                  </a:txBody>
                  <a:tcPr anchor="ctr"/>
                </a:tc>
                <a:extLst>
                  <a:ext uri="{0D108BD9-81ED-4DB2-BD59-A6C34878D82A}">
                    <a16:rowId xmlns:a16="http://schemas.microsoft.com/office/drawing/2014/main" val="992750631"/>
                  </a:ext>
                </a:extLst>
              </a:tr>
              <a:tr h="402623">
                <a:tc>
                  <a:txBody>
                    <a:bodyPr/>
                    <a:lstStyle/>
                    <a:p>
                      <a:pPr>
                        <a:buNone/>
                      </a:pPr>
                      <a:r>
                        <a:rPr lang="en-US" b="1"/>
                        <a:t>Heap</a:t>
                      </a:r>
                      <a:endParaRPr lang="en-US"/>
                    </a:p>
                  </a:txBody>
                  <a:tcPr anchor="ctr"/>
                </a:tc>
                <a:tc>
                  <a:txBody>
                    <a:bodyPr/>
                    <a:lstStyle/>
                    <a:p>
                      <a:pPr>
                        <a:buNone/>
                      </a:pPr>
                      <a:r>
                        <a:rPr lang="en-US"/>
                        <a:t>O(n)</a:t>
                      </a:r>
                    </a:p>
                  </a:txBody>
                  <a:tcPr anchor="ctr"/>
                </a:tc>
                <a:tc>
                  <a:txBody>
                    <a:bodyPr/>
                    <a:lstStyle/>
                    <a:p>
                      <a:pPr>
                        <a:buNone/>
                      </a:pPr>
                      <a:r>
                        <a:rPr lang="en-US"/>
                        <a:t>O(n)</a:t>
                      </a:r>
                    </a:p>
                  </a:txBody>
                  <a:tcPr anchor="ctr"/>
                </a:tc>
                <a:tc>
                  <a:txBody>
                    <a:bodyPr/>
                    <a:lstStyle/>
                    <a:p>
                      <a:pPr>
                        <a:buNone/>
                      </a:pPr>
                      <a:r>
                        <a:rPr lang="en-US"/>
                        <a:t>O(log n)</a:t>
                      </a:r>
                    </a:p>
                  </a:txBody>
                  <a:tcPr anchor="ctr"/>
                </a:tc>
                <a:tc>
                  <a:txBody>
                    <a:bodyPr/>
                    <a:lstStyle/>
                    <a:p>
                      <a:pPr>
                        <a:buNone/>
                      </a:pPr>
                      <a:r>
                        <a:rPr lang="en-US" dirty="0"/>
                        <a:t>O(log n)</a:t>
                      </a:r>
                    </a:p>
                  </a:txBody>
                  <a:tcPr anchor="ctr"/>
                </a:tc>
                <a:extLst>
                  <a:ext uri="{0D108BD9-81ED-4DB2-BD59-A6C34878D82A}">
                    <a16:rowId xmlns:a16="http://schemas.microsoft.com/office/drawing/2014/main" val="1189374025"/>
                  </a:ext>
                </a:extLst>
              </a:tr>
            </a:tbl>
          </a:graphicData>
        </a:graphic>
      </p:graphicFrame>
    </p:spTree>
    <p:extLst>
      <p:ext uri="{BB962C8B-B14F-4D97-AF65-F5344CB8AC3E}">
        <p14:creationId xmlns:p14="http://schemas.microsoft.com/office/powerpoint/2010/main" val="687330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2890F-0E39-F0C5-F7B3-5169263D5EEB}"/>
              </a:ext>
            </a:extLst>
          </p:cNvPr>
          <p:cNvSpPr>
            <a:spLocks noGrp="1"/>
          </p:cNvSpPr>
          <p:nvPr>
            <p:ph type="title"/>
          </p:nvPr>
        </p:nvSpPr>
        <p:spPr/>
        <p:txBody>
          <a:bodyPr/>
          <a:lstStyle/>
          <a:p>
            <a:r>
              <a:rPr lang="en-US" dirty="0"/>
              <a:t>Real-World Examples</a:t>
            </a:r>
          </a:p>
        </p:txBody>
      </p:sp>
      <p:sp>
        <p:nvSpPr>
          <p:cNvPr id="3" name="Footer Placeholder 2">
            <a:extLst>
              <a:ext uri="{FF2B5EF4-FFF2-40B4-BE49-F238E27FC236}">
                <a16:creationId xmlns:a16="http://schemas.microsoft.com/office/drawing/2014/main" id="{2BE68480-FD7E-4F0B-DDE9-F253CB28E2E3}"/>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69D30A39-E5BA-B9CC-5021-58102115CF65}"/>
              </a:ext>
            </a:extLst>
          </p:cNvPr>
          <p:cNvSpPr>
            <a:spLocks noGrp="1"/>
          </p:cNvSpPr>
          <p:nvPr>
            <p:ph type="sldNum" sz="quarter" idx="12"/>
          </p:nvPr>
        </p:nvSpPr>
        <p:spPr/>
        <p:txBody>
          <a:bodyPr/>
          <a:lstStyle/>
          <a:p>
            <a:fld id="{95335651-1A2C-4E2F-80CB-8C4D69804B63}" type="slidenum">
              <a:rPr lang="en-US" smtClean="0"/>
              <a:pPr/>
              <a:t>6</a:t>
            </a:fld>
            <a:endParaRPr lang="en-US" dirty="0"/>
          </a:p>
        </p:txBody>
      </p:sp>
      <p:sp>
        <p:nvSpPr>
          <p:cNvPr id="5" name="Content Placeholder 4">
            <a:extLst>
              <a:ext uri="{FF2B5EF4-FFF2-40B4-BE49-F238E27FC236}">
                <a16:creationId xmlns:a16="http://schemas.microsoft.com/office/drawing/2014/main" id="{65AD7ED3-6F60-3BB6-A074-BB507A9E5544}"/>
              </a:ext>
            </a:extLst>
          </p:cNvPr>
          <p:cNvSpPr>
            <a:spLocks noGrp="1"/>
          </p:cNvSpPr>
          <p:nvPr>
            <p:ph sz="quarter" idx="1"/>
          </p:nvPr>
        </p:nvSpPr>
        <p:spPr/>
        <p:txBody>
          <a:bodyPr/>
          <a:lstStyle/>
          <a:p>
            <a:r>
              <a:rPr lang="en-US" dirty="0"/>
              <a:t>Array → Student roll numbers (fast index access).</a:t>
            </a:r>
          </a:p>
          <a:p>
            <a:r>
              <a:rPr lang="en-US" dirty="0"/>
              <a:t>Linked List → Music playlist (easy add/remove).</a:t>
            </a:r>
          </a:p>
          <a:p>
            <a:r>
              <a:rPr lang="en-US" dirty="0"/>
              <a:t>Stack → Undo feature in text editors.</a:t>
            </a:r>
          </a:p>
          <a:p>
            <a:r>
              <a:rPr lang="en-US" dirty="0"/>
              <a:t>Queue → Printer job scheduling.</a:t>
            </a:r>
          </a:p>
          <a:p>
            <a:r>
              <a:rPr lang="en-US" dirty="0"/>
              <a:t>Hash Table → Dictionary lookups (word → meaning).</a:t>
            </a:r>
          </a:p>
          <a:p>
            <a:r>
              <a:rPr lang="en-US" dirty="0"/>
              <a:t>BST → Sorted phone contacts.</a:t>
            </a:r>
          </a:p>
          <a:p>
            <a:r>
              <a:rPr lang="en-US" dirty="0"/>
              <a:t>Heap → Task scheduling (priority queue).</a:t>
            </a:r>
          </a:p>
        </p:txBody>
      </p:sp>
    </p:spTree>
    <p:extLst>
      <p:ext uri="{BB962C8B-B14F-4D97-AF65-F5344CB8AC3E}">
        <p14:creationId xmlns:p14="http://schemas.microsoft.com/office/powerpoint/2010/main" val="1113822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A2701-6294-1F1E-02F2-A2D75C24D497}"/>
              </a:ext>
            </a:extLst>
          </p:cNvPr>
          <p:cNvSpPr>
            <a:spLocks noGrp="1"/>
          </p:cNvSpPr>
          <p:nvPr>
            <p:ph type="title"/>
          </p:nvPr>
        </p:nvSpPr>
        <p:spPr/>
        <p:txBody>
          <a:bodyPr>
            <a:normAutofit/>
          </a:bodyPr>
          <a:lstStyle/>
          <a:p>
            <a:r>
              <a:rPr lang="en-US" b="1" dirty="0"/>
              <a:t>Importance in Data Structures</a:t>
            </a:r>
            <a:endParaRPr lang="en-US" dirty="0"/>
          </a:p>
        </p:txBody>
      </p:sp>
      <p:sp>
        <p:nvSpPr>
          <p:cNvPr id="3" name="Footer Placeholder 2">
            <a:extLst>
              <a:ext uri="{FF2B5EF4-FFF2-40B4-BE49-F238E27FC236}">
                <a16:creationId xmlns:a16="http://schemas.microsoft.com/office/drawing/2014/main" id="{86262A29-0C1D-4DB4-E60B-DB55C2A0503C}"/>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235E310C-007C-E801-79ED-F8E58793F9C4}"/>
              </a:ext>
            </a:extLst>
          </p:cNvPr>
          <p:cNvSpPr>
            <a:spLocks noGrp="1"/>
          </p:cNvSpPr>
          <p:nvPr>
            <p:ph type="sldNum" sz="quarter" idx="12"/>
          </p:nvPr>
        </p:nvSpPr>
        <p:spPr/>
        <p:txBody>
          <a:bodyPr/>
          <a:lstStyle/>
          <a:p>
            <a:fld id="{95335651-1A2C-4E2F-80CB-8C4D69804B63}" type="slidenum">
              <a:rPr lang="en-US" smtClean="0"/>
              <a:pPr/>
              <a:t>7</a:t>
            </a:fld>
            <a:endParaRPr lang="en-US" dirty="0"/>
          </a:p>
        </p:txBody>
      </p:sp>
      <p:sp>
        <p:nvSpPr>
          <p:cNvPr id="5" name="Content Placeholder 4">
            <a:extLst>
              <a:ext uri="{FF2B5EF4-FFF2-40B4-BE49-F238E27FC236}">
                <a16:creationId xmlns:a16="http://schemas.microsoft.com/office/drawing/2014/main" id="{613E17CC-EF27-1734-3F4E-30AB57FFC6CC}"/>
              </a:ext>
            </a:extLst>
          </p:cNvPr>
          <p:cNvSpPr>
            <a:spLocks noGrp="1"/>
          </p:cNvSpPr>
          <p:nvPr>
            <p:ph sz="quarter" idx="1"/>
          </p:nvPr>
        </p:nvSpPr>
        <p:spPr/>
        <p:txBody>
          <a:bodyPr/>
          <a:lstStyle/>
          <a:p>
            <a:r>
              <a:rPr lang="en-US" dirty="0"/>
              <a:t>Every data structure has different operation complexities:</a:t>
            </a:r>
          </a:p>
          <a:p>
            <a:pPr lvl="1"/>
            <a:r>
              <a:rPr lang="en-US" dirty="0"/>
              <a:t>Arrays → Fast access, slow insertion.</a:t>
            </a:r>
          </a:p>
          <a:p>
            <a:pPr lvl="1"/>
            <a:r>
              <a:rPr lang="en-US" dirty="0"/>
              <a:t>Linked Lists → Fast insertion, slow search.</a:t>
            </a:r>
          </a:p>
          <a:p>
            <a:pPr lvl="1"/>
            <a:r>
              <a:rPr lang="en-US" dirty="0"/>
              <a:t>Hash Tables → Almost constant time for search and insert.</a:t>
            </a:r>
          </a:p>
          <a:p>
            <a:r>
              <a:rPr lang="en-US" dirty="0"/>
              <a:t>Understanding Big-O helps you pick the right structure for your problem:</a:t>
            </a:r>
          </a:p>
          <a:p>
            <a:pPr lvl="1"/>
            <a:r>
              <a:rPr lang="en-US" dirty="0"/>
              <a:t>If you need fast search, use Hash Table or Balanced BST.</a:t>
            </a:r>
          </a:p>
          <a:p>
            <a:pPr lvl="1"/>
            <a:r>
              <a:rPr lang="en-US" dirty="0"/>
              <a:t>If you need frequent insertions, use Linked List.</a:t>
            </a:r>
          </a:p>
        </p:txBody>
      </p:sp>
    </p:spTree>
    <p:extLst>
      <p:ext uri="{BB962C8B-B14F-4D97-AF65-F5344CB8AC3E}">
        <p14:creationId xmlns:p14="http://schemas.microsoft.com/office/powerpoint/2010/main" val="41104453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1AC87-0D12-0DD6-89C5-8689923D863F}"/>
              </a:ext>
            </a:extLst>
          </p:cNvPr>
          <p:cNvSpPr>
            <a:spLocks noGrp="1"/>
          </p:cNvSpPr>
          <p:nvPr>
            <p:ph type="title"/>
          </p:nvPr>
        </p:nvSpPr>
        <p:spPr/>
        <p:txBody>
          <a:bodyPr/>
          <a:lstStyle/>
          <a:p>
            <a:r>
              <a:rPr lang="en-US" dirty="0"/>
              <a:t>What is Time Complexity?</a:t>
            </a:r>
          </a:p>
        </p:txBody>
      </p:sp>
      <p:sp>
        <p:nvSpPr>
          <p:cNvPr id="3" name="Footer Placeholder 2">
            <a:extLst>
              <a:ext uri="{FF2B5EF4-FFF2-40B4-BE49-F238E27FC236}">
                <a16:creationId xmlns:a16="http://schemas.microsoft.com/office/drawing/2014/main" id="{CCFF7BF1-AA05-6CDC-3F44-F394E9C42C01}"/>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5663F2E0-C513-75B9-CC37-D8ABF695AF28}"/>
              </a:ext>
            </a:extLst>
          </p:cNvPr>
          <p:cNvSpPr>
            <a:spLocks noGrp="1"/>
          </p:cNvSpPr>
          <p:nvPr>
            <p:ph type="sldNum" sz="quarter" idx="12"/>
          </p:nvPr>
        </p:nvSpPr>
        <p:spPr/>
        <p:txBody>
          <a:bodyPr/>
          <a:lstStyle/>
          <a:p>
            <a:fld id="{95335651-1A2C-4E2F-80CB-8C4D69804B63}" type="slidenum">
              <a:rPr lang="en-US" smtClean="0"/>
              <a:pPr/>
              <a:t>8</a:t>
            </a:fld>
            <a:endParaRPr lang="en-US" dirty="0"/>
          </a:p>
        </p:txBody>
      </p:sp>
      <p:sp>
        <p:nvSpPr>
          <p:cNvPr id="5" name="Content Placeholder 4">
            <a:extLst>
              <a:ext uri="{FF2B5EF4-FFF2-40B4-BE49-F238E27FC236}">
                <a16:creationId xmlns:a16="http://schemas.microsoft.com/office/drawing/2014/main" id="{BF5AB286-B8C6-A47C-D0C2-B22C349C6536}"/>
              </a:ext>
            </a:extLst>
          </p:cNvPr>
          <p:cNvSpPr>
            <a:spLocks noGrp="1"/>
          </p:cNvSpPr>
          <p:nvPr>
            <p:ph sz="quarter" idx="1"/>
          </p:nvPr>
        </p:nvSpPr>
        <p:spPr/>
        <p:txBody>
          <a:bodyPr/>
          <a:lstStyle/>
          <a:p>
            <a:r>
              <a:rPr lang="en-US" b="1" dirty="0"/>
              <a:t>Time Complexity </a:t>
            </a:r>
            <a:r>
              <a:rPr lang="en-US" dirty="0"/>
              <a:t>measures </a:t>
            </a:r>
            <a:r>
              <a:rPr lang="en-US" b="1" dirty="0"/>
              <a:t>how the running time of an algorithm grows</a:t>
            </a:r>
            <a:r>
              <a:rPr lang="en-US" dirty="0"/>
              <a:t> as the size of the input (n) increases.</a:t>
            </a:r>
          </a:p>
          <a:p>
            <a:r>
              <a:rPr lang="en-US" dirty="0"/>
              <a:t>It does not give the exact time in seconds; instead, it shows the </a:t>
            </a:r>
            <a:r>
              <a:rPr lang="en-US" b="1" dirty="0"/>
              <a:t>rate of growth</a:t>
            </a:r>
            <a:r>
              <a:rPr lang="en-US" dirty="0"/>
              <a:t>.</a:t>
            </a:r>
          </a:p>
          <a:p>
            <a:r>
              <a:rPr lang="en-US" dirty="0"/>
              <a:t>Expressed using </a:t>
            </a:r>
            <a:r>
              <a:rPr lang="en-US" b="1" dirty="0"/>
              <a:t>Big-O notation </a:t>
            </a:r>
            <a:r>
              <a:rPr lang="en-US" dirty="0"/>
              <a:t>(e.g., O(1), O(n), O(log n)).</a:t>
            </a:r>
          </a:p>
        </p:txBody>
      </p:sp>
    </p:spTree>
    <p:extLst>
      <p:ext uri="{BB962C8B-B14F-4D97-AF65-F5344CB8AC3E}">
        <p14:creationId xmlns:p14="http://schemas.microsoft.com/office/powerpoint/2010/main" val="980288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3C762-AD5C-4A22-0449-D7A7F8084F3A}"/>
              </a:ext>
            </a:extLst>
          </p:cNvPr>
          <p:cNvSpPr>
            <a:spLocks noGrp="1"/>
          </p:cNvSpPr>
          <p:nvPr>
            <p:ph type="title"/>
          </p:nvPr>
        </p:nvSpPr>
        <p:spPr/>
        <p:txBody>
          <a:bodyPr/>
          <a:lstStyle/>
          <a:p>
            <a:r>
              <a:rPr lang="en-US" dirty="0"/>
              <a:t>How Do We Calculate It?</a:t>
            </a:r>
          </a:p>
        </p:txBody>
      </p:sp>
      <p:sp>
        <p:nvSpPr>
          <p:cNvPr id="3" name="Footer Placeholder 2">
            <a:extLst>
              <a:ext uri="{FF2B5EF4-FFF2-40B4-BE49-F238E27FC236}">
                <a16:creationId xmlns:a16="http://schemas.microsoft.com/office/drawing/2014/main" id="{A488FA3F-8B2D-A93E-CA82-738F7C0A5C1B}"/>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5E922811-EE11-5E29-84A9-5EA130963C1A}"/>
              </a:ext>
            </a:extLst>
          </p:cNvPr>
          <p:cNvSpPr>
            <a:spLocks noGrp="1"/>
          </p:cNvSpPr>
          <p:nvPr>
            <p:ph type="sldNum" sz="quarter" idx="12"/>
          </p:nvPr>
        </p:nvSpPr>
        <p:spPr/>
        <p:txBody>
          <a:bodyPr/>
          <a:lstStyle/>
          <a:p>
            <a:fld id="{95335651-1A2C-4E2F-80CB-8C4D69804B63}" type="slidenum">
              <a:rPr lang="en-US" smtClean="0"/>
              <a:pPr/>
              <a:t>9</a:t>
            </a:fld>
            <a:endParaRPr lang="en-US" dirty="0"/>
          </a:p>
        </p:txBody>
      </p:sp>
      <p:sp>
        <p:nvSpPr>
          <p:cNvPr id="5" name="Content Placeholder 4">
            <a:extLst>
              <a:ext uri="{FF2B5EF4-FFF2-40B4-BE49-F238E27FC236}">
                <a16:creationId xmlns:a16="http://schemas.microsoft.com/office/drawing/2014/main" id="{5F1B7FE9-27CB-191F-8956-455072A4F417}"/>
              </a:ext>
            </a:extLst>
          </p:cNvPr>
          <p:cNvSpPr>
            <a:spLocks noGrp="1"/>
          </p:cNvSpPr>
          <p:nvPr>
            <p:ph sz="quarter" idx="1"/>
          </p:nvPr>
        </p:nvSpPr>
        <p:spPr/>
        <p:txBody>
          <a:bodyPr/>
          <a:lstStyle/>
          <a:p>
            <a:r>
              <a:rPr lang="en-US" b="1" dirty="0"/>
              <a:t>Count the number of basic operations </a:t>
            </a:r>
            <a:r>
              <a:rPr lang="en-US" dirty="0"/>
              <a:t>(like comparisons, assignments) as a function of </a:t>
            </a:r>
            <a:r>
              <a:rPr lang="en-US" b="1" dirty="0"/>
              <a:t>n</a:t>
            </a:r>
            <a:r>
              <a:rPr lang="en-US" dirty="0"/>
              <a:t>.</a:t>
            </a:r>
          </a:p>
          <a:p>
            <a:r>
              <a:rPr lang="en-US" b="1" dirty="0"/>
              <a:t>Focus on the dominant term </a:t>
            </a:r>
            <a:r>
              <a:rPr lang="en-US" dirty="0"/>
              <a:t>(ignore constants and lower-order terms).</a:t>
            </a:r>
          </a:p>
          <a:p>
            <a:r>
              <a:rPr lang="en-US" b="1" dirty="0"/>
              <a:t>Express in Big-O notation.</a:t>
            </a:r>
          </a:p>
          <a:p>
            <a:r>
              <a:rPr lang="en-US" dirty="0"/>
              <a:t>		</a:t>
            </a:r>
          </a:p>
        </p:txBody>
      </p:sp>
    </p:spTree>
    <p:extLst>
      <p:ext uri="{BB962C8B-B14F-4D97-AF65-F5344CB8AC3E}">
        <p14:creationId xmlns:p14="http://schemas.microsoft.com/office/powerpoint/2010/main" val="2210603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B7F73-F2BC-FBD6-2334-DAC2B1CFEF6B}"/>
              </a:ext>
            </a:extLst>
          </p:cNvPr>
          <p:cNvSpPr>
            <a:spLocks noGrp="1"/>
          </p:cNvSpPr>
          <p:nvPr>
            <p:ph type="title"/>
          </p:nvPr>
        </p:nvSpPr>
        <p:spPr/>
        <p:txBody>
          <a:bodyPr/>
          <a:lstStyle/>
          <a:p>
            <a:r>
              <a:rPr lang="en-US" dirty="0"/>
              <a:t>Example</a:t>
            </a:r>
          </a:p>
        </p:txBody>
      </p:sp>
      <p:sp>
        <p:nvSpPr>
          <p:cNvPr id="3" name="Footer Placeholder 2">
            <a:extLst>
              <a:ext uri="{FF2B5EF4-FFF2-40B4-BE49-F238E27FC236}">
                <a16:creationId xmlns:a16="http://schemas.microsoft.com/office/drawing/2014/main" id="{B7EDFE02-BAA8-90A8-E149-1A4F377895F2}"/>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AE8C2A9A-9535-F542-037E-C3BF8254B59F}"/>
              </a:ext>
            </a:extLst>
          </p:cNvPr>
          <p:cNvSpPr>
            <a:spLocks noGrp="1"/>
          </p:cNvSpPr>
          <p:nvPr>
            <p:ph type="sldNum" sz="quarter" idx="12"/>
          </p:nvPr>
        </p:nvSpPr>
        <p:spPr/>
        <p:txBody>
          <a:bodyPr/>
          <a:lstStyle/>
          <a:p>
            <a:fld id="{95335651-1A2C-4E2F-80CB-8C4D69804B63}" type="slidenum">
              <a:rPr lang="en-US" smtClean="0"/>
              <a:pPr/>
              <a:t>10</a:t>
            </a:fld>
            <a:endParaRPr lang="en-US" dirty="0"/>
          </a:p>
        </p:txBody>
      </p:sp>
      <p:sp>
        <p:nvSpPr>
          <p:cNvPr id="5" name="Content Placeholder 4">
            <a:extLst>
              <a:ext uri="{FF2B5EF4-FFF2-40B4-BE49-F238E27FC236}">
                <a16:creationId xmlns:a16="http://schemas.microsoft.com/office/drawing/2014/main" id="{7F066EC5-3503-101B-B5CE-31A825E6CE52}"/>
              </a:ext>
            </a:extLst>
          </p:cNvPr>
          <p:cNvSpPr>
            <a:spLocks noGrp="1"/>
          </p:cNvSpPr>
          <p:nvPr>
            <p:ph sz="quarter" idx="1"/>
          </p:nvPr>
        </p:nvSpPr>
        <p:spPr/>
        <p:txBody>
          <a:bodyPr>
            <a:normAutofit fontScale="85000" lnSpcReduction="20000"/>
          </a:bodyPr>
          <a:lstStyle/>
          <a:p>
            <a:r>
              <a:rPr lang="en-US" b="1" dirty="0"/>
              <a:t>Example 1: Array Access</a:t>
            </a:r>
          </a:p>
          <a:p>
            <a:pPr marL="0" indent="0">
              <a:buNone/>
            </a:pPr>
            <a:r>
              <a:rPr lang="en-US" b="1" dirty="0"/>
              <a:t>	</a:t>
            </a:r>
            <a:r>
              <a:rPr lang="en-US" dirty="0"/>
              <a:t>int x = </a:t>
            </a:r>
            <a:r>
              <a:rPr lang="en-US" dirty="0" err="1"/>
              <a:t>arr</a:t>
            </a:r>
            <a:r>
              <a:rPr lang="en-US" dirty="0"/>
              <a:t>[5];</a:t>
            </a:r>
          </a:p>
          <a:p>
            <a:pPr lvl="1"/>
            <a:r>
              <a:rPr lang="en-US" dirty="0"/>
              <a:t>This takes </a:t>
            </a:r>
            <a:r>
              <a:rPr lang="en-US" b="1" dirty="0"/>
              <a:t>constant time</a:t>
            </a:r>
            <a:r>
              <a:rPr lang="en-US" dirty="0"/>
              <a:t>, regardless of array size → </a:t>
            </a:r>
            <a:r>
              <a:rPr lang="en-US" b="1" dirty="0"/>
              <a:t>O(1)</a:t>
            </a:r>
            <a:r>
              <a:rPr lang="en-US" dirty="0"/>
              <a:t> </a:t>
            </a:r>
          </a:p>
          <a:p>
            <a:r>
              <a:rPr lang="en-US" sz="2900" b="1" dirty="0"/>
              <a:t>Example 2: Linear Search	</a:t>
            </a:r>
          </a:p>
          <a:p>
            <a:pPr marL="731520" lvl="1" indent="-457200">
              <a:buFont typeface="+mj-lt"/>
              <a:buAutoNum type="arabicPeriod"/>
            </a:pPr>
            <a:r>
              <a:rPr lang="en-US" dirty="0"/>
              <a:t>for (int </a:t>
            </a:r>
            <a:r>
              <a:rPr lang="en-US" dirty="0" err="1"/>
              <a:t>i</a:t>
            </a:r>
            <a:r>
              <a:rPr lang="en-US" dirty="0"/>
              <a:t> = 0; </a:t>
            </a:r>
            <a:r>
              <a:rPr lang="en-US" dirty="0" err="1"/>
              <a:t>i</a:t>
            </a:r>
            <a:r>
              <a:rPr lang="en-US" dirty="0"/>
              <a:t> &lt; n; </a:t>
            </a:r>
            <a:r>
              <a:rPr lang="en-US" dirty="0" err="1"/>
              <a:t>i</a:t>
            </a:r>
            <a:r>
              <a:rPr lang="en-US" dirty="0"/>
              <a:t>++) {</a:t>
            </a:r>
          </a:p>
          <a:p>
            <a:pPr marL="731520" lvl="1" indent="-457200">
              <a:buFont typeface="+mj-lt"/>
              <a:buAutoNum type="arabicPeriod"/>
            </a:pPr>
            <a:r>
              <a:rPr lang="en-US" dirty="0"/>
              <a:t>    if (</a:t>
            </a:r>
            <a:r>
              <a:rPr lang="en-US" dirty="0" err="1"/>
              <a:t>arr</a:t>
            </a:r>
            <a:r>
              <a:rPr lang="en-US" dirty="0"/>
              <a:t>[</a:t>
            </a:r>
            <a:r>
              <a:rPr lang="en-US" dirty="0" err="1"/>
              <a:t>i</a:t>
            </a:r>
            <a:r>
              <a:rPr lang="en-US" dirty="0"/>
              <a:t>] == key) return </a:t>
            </a:r>
            <a:r>
              <a:rPr lang="en-US" dirty="0" err="1"/>
              <a:t>i</a:t>
            </a:r>
            <a:r>
              <a:rPr lang="en-US" dirty="0"/>
              <a:t>;</a:t>
            </a:r>
          </a:p>
          <a:p>
            <a:pPr marL="731520" lvl="1" indent="-457200">
              <a:buFont typeface="+mj-lt"/>
              <a:buAutoNum type="arabicPeriod"/>
            </a:pPr>
            <a:r>
              <a:rPr lang="en-US" dirty="0"/>
              <a:t>}</a:t>
            </a:r>
          </a:p>
          <a:p>
            <a:pPr lvl="1"/>
            <a:r>
              <a:rPr lang="en-US" dirty="0"/>
              <a:t>In worst case, loop runs n times → </a:t>
            </a:r>
            <a:r>
              <a:rPr lang="en-US" b="1" dirty="0"/>
              <a:t>O(n)</a:t>
            </a:r>
            <a:r>
              <a:rPr lang="en-US" dirty="0"/>
              <a:t>.</a:t>
            </a:r>
          </a:p>
          <a:p>
            <a:r>
              <a:rPr lang="en-US" sz="3200" b="1" dirty="0">
                <a:solidFill>
                  <a:schemeClr val="tx1"/>
                </a:solidFill>
              </a:rPr>
              <a:t>Example 3: Nested Loop</a:t>
            </a:r>
          </a:p>
          <a:p>
            <a:pPr marL="731520" lvl="1" indent="-457200">
              <a:buFont typeface="+mj-lt"/>
              <a:buAutoNum type="arabicPeriod"/>
            </a:pPr>
            <a:r>
              <a:rPr lang="en-US" dirty="0"/>
              <a:t>for (int </a:t>
            </a:r>
            <a:r>
              <a:rPr lang="en-US" dirty="0" err="1"/>
              <a:t>i</a:t>
            </a:r>
            <a:r>
              <a:rPr lang="en-US" dirty="0"/>
              <a:t> = 0; </a:t>
            </a:r>
            <a:r>
              <a:rPr lang="en-US" dirty="0" err="1"/>
              <a:t>i</a:t>
            </a:r>
            <a:r>
              <a:rPr lang="en-US" dirty="0"/>
              <a:t> &lt; n; </a:t>
            </a:r>
            <a:r>
              <a:rPr lang="en-US" dirty="0" err="1"/>
              <a:t>i</a:t>
            </a:r>
            <a:r>
              <a:rPr lang="en-US" dirty="0"/>
              <a:t>++) {</a:t>
            </a:r>
          </a:p>
          <a:p>
            <a:pPr marL="731520" lvl="1" indent="-457200">
              <a:buFont typeface="+mj-lt"/>
              <a:buAutoNum type="arabicPeriod"/>
            </a:pPr>
            <a:r>
              <a:rPr lang="en-US" dirty="0"/>
              <a:t>    for (int j = 0; j &lt; n; </a:t>
            </a:r>
            <a:r>
              <a:rPr lang="en-US" dirty="0" err="1"/>
              <a:t>j++</a:t>
            </a:r>
            <a:r>
              <a:rPr lang="en-US" dirty="0"/>
              <a:t>) {</a:t>
            </a:r>
          </a:p>
          <a:p>
            <a:pPr marL="731520" lvl="1" indent="-457200">
              <a:buFont typeface="+mj-lt"/>
              <a:buAutoNum type="arabicPeriod"/>
            </a:pPr>
            <a:r>
              <a:rPr lang="en-US" dirty="0"/>
              <a:t>        // some operation</a:t>
            </a:r>
          </a:p>
          <a:p>
            <a:pPr marL="731520" lvl="1" indent="-457200">
              <a:buFont typeface="+mj-lt"/>
              <a:buAutoNum type="arabicPeriod"/>
            </a:pPr>
            <a:r>
              <a:rPr lang="en-US" dirty="0"/>
              <a:t>    }</a:t>
            </a:r>
          </a:p>
          <a:p>
            <a:pPr marL="731520" lvl="1" indent="-457200">
              <a:buFont typeface="+mj-lt"/>
              <a:buAutoNum type="arabicPeriod"/>
            </a:pPr>
            <a:r>
              <a:rPr lang="en-US" dirty="0"/>
              <a:t>}</a:t>
            </a:r>
          </a:p>
          <a:p>
            <a:pPr lvl="1">
              <a:buAutoNum type="arabicPeriod"/>
            </a:pPr>
            <a:r>
              <a:rPr lang="pt-BR" sz="2400" dirty="0"/>
              <a:t>Outer loop runs n times, inner loop runs n times </a:t>
            </a:r>
            <a:r>
              <a:rPr lang="pt-BR" sz="2400" b="1" dirty="0"/>
              <a:t>→ O(n²).</a:t>
            </a:r>
            <a:endParaRPr lang="en-US" sz="2400" b="1" dirty="0"/>
          </a:p>
        </p:txBody>
      </p:sp>
    </p:spTree>
    <p:extLst>
      <p:ext uri="{BB962C8B-B14F-4D97-AF65-F5344CB8AC3E}">
        <p14:creationId xmlns:p14="http://schemas.microsoft.com/office/powerpoint/2010/main" val="319962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E1C6C-F123-F27F-BDD9-F79CE50E882E}"/>
              </a:ext>
            </a:extLst>
          </p:cNvPr>
          <p:cNvSpPr>
            <a:spLocks noGrp="1"/>
          </p:cNvSpPr>
          <p:nvPr>
            <p:ph type="title"/>
          </p:nvPr>
        </p:nvSpPr>
        <p:spPr/>
        <p:txBody>
          <a:bodyPr>
            <a:normAutofit fontScale="90000"/>
          </a:bodyPr>
          <a:lstStyle/>
          <a:p>
            <a:r>
              <a:rPr lang="en-US" dirty="0"/>
              <a:t>Step-by-Step Time Complexity Calculation</a:t>
            </a:r>
          </a:p>
        </p:txBody>
      </p:sp>
      <p:sp>
        <p:nvSpPr>
          <p:cNvPr id="3" name="Footer Placeholder 2">
            <a:extLst>
              <a:ext uri="{FF2B5EF4-FFF2-40B4-BE49-F238E27FC236}">
                <a16:creationId xmlns:a16="http://schemas.microsoft.com/office/drawing/2014/main" id="{861C9F50-8728-8376-F183-F3717057A40F}"/>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64AFE2D7-FF14-5F6A-E994-CBDBEACCA469}"/>
              </a:ext>
            </a:extLst>
          </p:cNvPr>
          <p:cNvSpPr>
            <a:spLocks noGrp="1"/>
          </p:cNvSpPr>
          <p:nvPr>
            <p:ph type="sldNum" sz="quarter" idx="12"/>
          </p:nvPr>
        </p:nvSpPr>
        <p:spPr/>
        <p:txBody>
          <a:bodyPr/>
          <a:lstStyle/>
          <a:p>
            <a:fld id="{95335651-1A2C-4E2F-80CB-8C4D69804B63}" type="slidenum">
              <a:rPr lang="en-US" smtClean="0"/>
              <a:pPr/>
              <a:t>11</a:t>
            </a:fld>
            <a:endParaRPr lang="en-US" dirty="0"/>
          </a:p>
        </p:txBody>
      </p:sp>
      <p:sp>
        <p:nvSpPr>
          <p:cNvPr id="5" name="Content Placeholder 4">
            <a:extLst>
              <a:ext uri="{FF2B5EF4-FFF2-40B4-BE49-F238E27FC236}">
                <a16:creationId xmlns:a16="http://schemas.microsoft.com/office/drawing/2014/main" id="{0E75C72C-F176-E434-2DA1-2B9F8AE06B8C}"/>
              </a:ext>
            </a:extLst>
          </p:cNvPr>
          <p:cNvSpPr>
            <a:spLocks noGrp="1"/>
          </p:cNvSpPr>
          <p:nvPr>
            <p:ph sz="quarter" idx="1"/>
          </p:nvPr>
        </p:nvSpPr>
        <p:spPr/>
        <p:txBody>
          <a:bodyPr>
            <a:noAutofit/>
          </a:bodyPr>
          <a:lstStyle/>
          <a:p>
            <a:pPr marL="514350" indent="-514350">
              <a:buFont typeface="+mj-lt"/>
              <a:buAutoNum type="arabicPeriod"/>
            </a:pPr>
            <a:r>
              <a:rPr lang="en-US" sz="1000" dirty="0"/>
              <a:t>#include &lt;iostream&gt;</a:t>
            </a:r>
          </a:p>
          <a:p>
            <a:pPr marL="514350" indent="-514350">
              <a:buFont typeface="+mj-lt"/>
              <a:buAutoNum type="arabicPeriod"/>
            </a:pPr>
            <a:r>
              <a:rPr lang="en-US" sz="1000" dirty="0"/>
              <a:t>using namespace std;</a:t>
            </a:r>
          </a:p>
          <a:p>
            <a:pPr marL="514350" indent="-514350">
              <a:buFont typeface="+mj-lt"/>
              <a:buAutoNum type="arabicPeriod"/>
            </a:pPr>
            <a:r>
              <a:rPr lang="en-US" sz="1000" dirty="0"/>
              <a:t>int </a:t>
            </a:r>
            <a:r>
              <a:rPr lang="en-US" sz="1000" dirty="0" err="1"/>
              <a:t>linearSearch</a:t>
            </a:r>
            <a:r>
              <a:rPr lang="en-US" sz="1000" dirty="0"/>
              <a:t>(int </a:t>
            </a:r>
            <a:r>
              <a:rPr lang="en-US" sz="1000" dirty="0" err="1"/>
              <a:t>arr</a:t>
            </a:r>
            <a:r>
              <a:rPr lang="en-US" sz="1000" dirty="0"/>
              <a:t>[], int n, int key) {</a:t>
            </a:r>
          </a:p>
          <a:p>
            <a:pPr marL="514350" indent="-514350">
              <a:buFont typeface="+mj-lt"/>
              <a:buAutoNum type="arabicPeriod"/>
            </a:pPr>
            <a:r>
              <a:rPr lang="en-US" sz="1000" dirty="0"/>
              <a:t>    for (int </a:t>
            </a:r>
            <a:r>
              <a:rPr lang="en-US" sz="1000" dirty="0" err="1"/>
              <a:t>i</a:t>
            </a:r>
            <a:r>
              <a:rPr lang="en-US" sz="1000" dirty="0"/>
              <a:t> = 0; </a:t>
            </a:r>
            <a:r>
              <a:rPr lang="en-US" sz="1000" dirty="0" err="1"/>
              <a:t>i</a:t>
            </a:r>
            <a:r>
              <a:rPr lang="en-US" sz="1000" dirty="0"/>
              <a:t> &lt; n; </a:t>
            </a:r>
            <a:r>
              <a:rPr lang="en-US" sz="1000" dirty="0" err="1"/>
              <a:t>i</a:t>
            </a:r>
            <a:r>
              <a:rPr lang="en-US" sz="1000" dirty="0"/>
              <a:t>++) {</a:t>
            </a:r>
          </a:p>
          <a:p>
            <a:pPr marL="514350" indent="-514350">
              <a:buFont typeface="+mj-lt"/>
              <a:buAutoNum type="arabicPeriod"/>
            </a:pPr>
            <a:r>
              <a:rPr lang="en-US" sz="1000" dirty="0"/>
              <a:t>        if (</a:t>
            </a:r>
            <a:r>
              <a:rPr lang="en-US" sz="1000" dirty="0" err="1"/>
              <a:t>arr</a:t>
            </a:r>
            <a:r>
              <a:rPr lang="en-US" sz="1000" dirty="0"/>
              <a:t>[</a:t>
            </a:r>
            <a:r>
              <a:rPr lang="en-US" sz="1000" dirty="0" err="1"/>
              <a:t>i</a:t>
            </a:r>
            <a:r>
              <a:rPr lang="en-US" sz="1000" dirty="0"/>
              <a:t>] == key) {</a:t>
            </a:r>
          </a:p>
          <a:p>
            <a:pPr marL="514350" indent="-514350">
              <a:buFont typeface="+mj-lt"/>
              <a:buAutoNum type="arabicPeriod"/>
            </a:pPr>
            <a:r>
              <a:rPr lang="en-US" sz="1000" dirty="0"/>
              <a:t>            return </a:t>
            </a:r>
            <a:r>
              <a:rPr lang="en-US" sz="1000" dirty="0" err="1"/>
              <a:t>i</a:t>
            </a:r>
            <a:r>
              <a:rPr lang="en-US" sz="1000" dirty="0"/>
              <a:t>; // Found</a:t>
            </a:r>
          </a:p>
          <a:p>
            <a:pPr marL="514350" indent="-514350">
              <a:buFont typeface="+mj-lt"/>
              <a:buAutoNum type="arabicPeriod"/>
            </a:pPr>
            <a:r>
              <a:rPr lang="en-US" sz="1000" dirty="0"/>
              <a:t>        }</a:t>
            </a:r>
          </a:p>
          <a:p>
            <a:pPr marL="514350" indent="-514350">
              <a:buFont typeface="+mj-lt"/>
              <a:buAutoNum type="arabicPeriod"/>
            </a:pPr>
            <a:r>
              <a:rPr lang="en-US" sz="1000" dirty="0"/>
              <a:t>    }</a:t>
            </a:r>
          </a:p>
          <a:p>
            <a:pPr marL="514350" indent="-514350">
              <a:buFont typeface="+mj-lt"/>
              <a:buAutoNum type="arabicPeriod"/>
            </a:pPr>
            <a:r>
              <a:rPr lang="en-US" sz="1000" dirty="0"/>
              <a:t>    return -1; // Not found</a:t>
            </a:r>
          </a:p>
          <a:p>
            <a:pPr marL="514350" indent="-514350">
              <a:buFont typeface="+mj-lt"/>
              <a:buAutoNum type="arabicPeriod"/>
            </a:pPr>
            <a:r>
              <a:rPr lang="en-US" sz="1000" dirty="0"/>
              <a:t>}</a:t>
            </a:r>
          </a:p>
          <a:p>
            <a:pPr marL="514350" indent="-514350">
              <a:buFont typeface="+mj-lt"/>
              <a:buAutoNum type="arabicPeriod"/>
            </a:pPr>
            <a:r>
              <a:rPr lang="en-US" sz="1000" dirty="0"/>
              <a:t>int main() {</a:t>
            </a:r>
          </a:p>
          <a:p>
            <a:pPr marL="514350" indent="-514350">
              <a:buFont typeface="+mj-lt"/>
              <a:buAutoNum type="arabicPeriod"/>
            </a:pPr>
            <a:r>
              <a:rPr lang="en-US" sz="1000" dirty="0"/>
              <a:t>    int </a:t>
            </a:r>
            <a:r>
              <a:rPr lang="en-US" sz="1000" dirty="0" err="1"/>
              <a:t>arr</a:t>
            </a:r>
            <a:r>
              <a:rPr lang="en-US" sz="1000" dirty="0"/>
              <a:t>[] = {10, 20, 30, 40, 50};</a:t>
            </a:r>
          </a:p>
          <a:p>
            <a:pPr marL="514350" indent="-514350">
              <a:buFont typeface="+mj-lt"/>
              <a:buAutoNum type="arabicPeriod"/>
            </a:pPr>
            <a:r>
              <a:rPr lang="en-US" sz="1000" dirty="0"/>
              <a:t>    int n = </a:t>
            </a:r>
            <a:r>
              <a:rPr lang="en-US" sz="1000" dirty="0" err="1"/>
              <a:t>sizeof</a:t>
            </a:r>
            <a:r>
              <a:rPr lang="en-US" sz="1000" dirty="0"/>
              <a:t>(</a:t>
            </a:r>
            <a:r>
              <a:rPr lang="en-US" sz="1000" dirty="0" err="1"/>
              <a:t>arr</a:t>
            </a:r>
            <a:r>
              <a:rPr lang="en-US" sz="1000" dirty="0"/>
              <a:t>) / </a:t>
            </a:r>
            <a:r>
              <a:rPr lang="en-US" sz="1000" dirty="0" err="1"/>
              <a:t>sizeof</a:t>
            </a:r>
            <a:r>
              <a:rPr lang="en-US" sz="1000" dirty="0"/>
              <a:t>(</a:t>
            </a:r>
            <a:r>
              <a:rPr lang="en-US" sz="1000" dirty="0" err="1"/>
              <a:t>arr</a:t>
            </a:r>
            <a:r>
              <a:rPr lang="en-US" sz="1000" dirty="0"/>
              <a:t>[0]);</a:t>
            </a:r>
          </a:p>
          <a:p>
            <a:pPr marL="514350" indent="-514350">
              <a:buFont typeface="+mj-lt"/>
              <a:buAutoNum type="arabicPeriod"/>
            </a:pPr>
            <a:r>
              <a:rPr lang="en-US" sz="1000" dirty="0"/>
              <a:t>    int key = 40;</a:t>
            </a:r>
          </a:p>
          <a:p>
            <a:pPr marL="514350" indent="-514350">
              <a:buFont typeface="+mj-lt"/>
              <a:buAutoNum type="arabicPeriod"/>
            </a:pPr>
            <a:endParaRPr lang="en-US" sz="1000" dirty="0"/>
          </a:p>
          <a:p>
            <a:pPr marL="514350" indent="-514350">
              <a:buFont typeface="+mj-lt"/>
              <a:buAutoNum type="arabicPeriod"/>
            </a:pPr>
            <a:r>
              <a:rPr lang="en-US" sz="1000" dirty="0"/>
              <a:t>    int result = </a:t>
            </a:r>
            <a:r>
              <a:rPr lang="en-US" sz="1000" dirty="0" err="1"/>
              <a:t>linearSearch</a:t>
            </a:r>
            <a:r>
              <a:rPr lang="en-US" sz="1000" dirty="0"/>
              <a:t>(</a:t>
            </a:r>
            <a:r>
              <a:rPr lang="en-US" sz="1000" dirty="0" err="1"/>
              <a:t>arr</a:t>
            </a:r>
            <a:r>
              <a:rPr lang="en-US" sz="1000" dirty="0"/>
              <a:t>, n, key);</a:t>
            </a:r>
          </a:p>
          <a:p>
            <a:pPr marL="514350" indent="-514350">
              <a:buFont typeface="+mj-lt"/>
              <a:buAutoNum type="arabicPeriod"/>
            </a:pPr>
            <a:r>
              <a:rPr lang="en-US" sz="1000" dirty="0"/>
              <a:t>    if (result != -1)</a:t>
            </a:r>
          </a:p>
          <a:p>
            <a:pPr marL="514350" indent="-514350">
              <a:buFont typeface="+mj-lt"/>
              <a:buAutoNum type="arabicPeriod"/>
            </a:pPr>
            <a:r>
              <a:rPr lang="en-US" sz="1000" dirty="0"/>
              <a:t>        </a:t>
            </a:r>
            <a:r>
              <a:rPr lang="en-US" sz="1000" dirty="0" err="1"/>
              <a:t>cout</a:t>
            </a:r>
            <a:r>
              <a:rPr lang="en-US" sz="1000" dirty="0"/>
              <a:t> &lt;&lt; "Element found at index " &lt;&lt; result &lt;&lt; </a:t>
            </a:r>
            <a:r>
              <a:rPr lang="en-US" sz="1000" dirty="0" err="1"/>
              <a:t>endl</a:t>
            </a:r>
            <a:r>
              <a:rPr lang="en-US" sz="1000" dirty="0"/>
              <a:t>;</a:t>
            </a:r>
          </a:p>
          <a:p>
            <a:pPr marL="514350" indent="-514350">
              <a:buFont typeface="+mj-lt"/>
              <a:buAutoNum type="arabicPeriod"/>
            </a:pPr>
            <a:r>
              <a:rPr lang="en-US" sz="1000" dirty="0"/>
              <a:t>    else</a:t>
            </a:r>
          </a:p>
          <a:p>
            <a:pPr marL="514350" indent="-514350">
              <a:buFont typeface="+mj-lt"/>
              <a:buAutoNum type="arabicPeriod"/>
            </a:pPr>
            <a:r>
              <a:rPr lang="en-US" sz="1000" dirty="0"/>
              <a:t>        </a:t>
            </a:r>
            <a:r>
              <a:rPr lang="en-US" sz="1000" dirty="0" err="1"/>
              <a:t>cout</a:t>
            </a:r>
            <a:r>
              <a:rPr lang="en-US" sz="1000" dirty="0"/>
              <a:t> &lt;&lt; "Element not found" &lt;&lt; </a:t>
            </a:r>
            <a:r>
              <a:rPr lang="en-US" sz="1000" dirty="0" err="1"/>
              <a:t>endl</a:t>
            </a:r>
            <a:r>
              <a:rPr lang="en-US" sz="1000" dirty="0"/>
              <a:t>;</a:t>
            </a:r>
          </a:p>
          <a:p>
            <a:pPr marL="514350" indent="-514350">
              <a:buFont typeface="+mj-lt"/>
              <a:buAutoNum type="arabicPeriod"/>
            </a:pPr>
            <a:endParaRPr lang="en-US" sz="1000" dirty="0"/>
          </a:p>
          <a:p>
            <a:pPr marL="514350" indent="-514350">
              <a:buFont typeface="+mj-lt"/>
              <a:buAutoNum type="arabicPeriod"/>
            </a:pPr>
            <a:r>
              <a:rPr lang="en-US" sz="1000" dirty="0"/>
              <a:t>    return 0;</a:t>
            </a:r>
          </a:p>
          <a:p>
            <a:pPr marL="514350" indent="-514350">
              <a:buFont typeface="+mj-lt"/>
              <a:buAutoNum type="arabicPeriod"/>
            </a:pPr>
            <a:r>
              <a:rPr lang="en-US" sz="1000" dirty="0"/>
              <a:t>}</a:t>
            </a:r>
          </a:p>
        </p:txBody>
      </p:sp>
      <p:sp>
        <p:nvSpPr>
          <p:cNvPr id="6" name="Content Placeholder 5">
            <a:extLst>
              <a:ext uri="{FF2B5EF4-FFF2-40B4-BE49-F238E27FC236}">
                <a16:creationId xmlns:a16="http://schemas.microsoft.com/office/drawing/2014/main" id="{4AFB51D2-869A-5F85-D828-C2D1B38FE000}"/>
              </a:ext>
            </a:extLst>
          </p:cNvPr>
          <p:cNvSpPr>
            <a:spLocks noGrp="1"/>
          </p:cNvSpPr>
          <p:nvPr>
            <p:ph sz="quarter" idx="2"/>
          </p:nvPr>
        </p:nvSpPr>
        <p:spPr/>
        <p:txBody>
          <a:bodyPr>
            <a:normAutofit fontScale="70000" lnSpcReduction="20000"/>
          </a:bodyPr>
          <a:lstStyle/>
          <a:p>
            <a:r>
              <a:rPr lang="en-US" dirty="0"/>
              <a:t>Input size: n (number of elements in the array).</a:t>
            </a:r>
          </a:p>
          <a:p>
            <a:r>
              <a:rPr lang="en-US" dirty="0"/>
              <a:t>Operations:</a:t>
            </a:r>
          </a:p>
          <a:p>
            <a:pPr lvl="1"/>
            <a:r>
              <a:rPr lang="en-US" dirty="0"/>
              <a:t>The loop runs up to n times in the worst case.</a:t>
            </a:r>
          </a:p>
          <a:p>
            <a:pPr lvl="1"/>
            <a:r>
              <a:rPr lang="en-US" dirty="0"/>
              <a:t>Each iteration does:</a:t>
            </a:r>
          </a:p>
          <a:p>
            <a:pPr lvl="2"/>
            <a:r>
              <a:rPr lang="en-US" dirty="0"/>
              <a:t>Comparison </a:t>
            </a:r>
            <a:r>
              <a:rPr lang="en-US" dirty="0" err="1"/>
              <a:t>arr</a:t>
            </a:r>
            <a:r>
              <a:rPr lang="en-US" dirty="0"/>
              <a:t>[</a:t>
            </a:r>
            <a:r>
              <a:rPr lang="en-US" dirty="0" err="1"/>
              <a:t>i</a:t>
            </a:r>
            <a:r>
              <a:rPr lang="en-US" dirty="0"/>
              <a:t>] == key → O(1)</a:t>
            </a:r>
          </a:p>
          <a:p>
            <a:pPr lvl="2"/>
            <a:r>
              <a:rPr lang="en-US" dirty="0"/>
              <a:t>Possible return → O(1)</a:t>
            </a:r>
          </a:p>
          <a:p>
            <a:r>
              <a:rPr lang="en-US" dirty="0"/>
              <a:t>Worst Case:</a:t>
            </a:r>
          </a:p>
          <a:p>
            <a:pPr lvl="1"/>
            <a:r>
              <a:rPr lang="en-US" dirty="0"/>
              <a:t>Key is not found → loop runs n times.</a:t>
            </a:r>
          </a:p>
          <a:p>
            <a:pPr lvl="1"/>
            <a:r>
              <a:rPr lang="en-US" dirty="0"/>
              <a:t>Total operations ≈ n * O(1) → O(n).</a:t>
            </a:r>
          </a:p>
          <a:p>
            <a:r>
              <a:rPr lang="en-US" dirty="0"/>
              <a:t>Best Case:</a:t>
            </a:r>
          </a:p>
          <a:p>
            <a:pPr lvl="1"/>
            <a:r>
              <a:rPr lang="en-US" dirty="0"/>
              <a:t>Key is at first position → only 1 comparison → O(1).</a:t>
            </a:r>
          </a:p>
          <a:p>
            <a:r>
              <a:rPr lang="en-US" dirty="0"/>
              <a:t>Average Case:</a:t>
            </a:r>
          </a:p>
          <a:p>
            <a:pPr lvl="1"/>
            <a:r>
              <a:rPr lang="en-US" dirty="0"/>
              <a:t>Key is somewhere in the middle → about n/2 comparisons → still O(n) (we ignore constants).</a:t>
            </a:r>
          </a:p>
        </p:txBody>
      </p:sp>
    </p:spTree>
    <p:extLst>
      <p:ext uri="{BB962C8B-B14F-4D97-AF65-F5344CB8AC3E}">
        <p14:creationId xmlns:p14="http://schemas.microsoft.com/office/powerpoint/2010/main" val="2775914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p:txBody>
          <a:bodyPr/>
          <a:lstStyle/>
          <a:p>
            <a:r>
              <a:rPr dirty="0"/>
              <a:t>Imagine you need to find a number in a list of 1 million values.</a:t>
            </a:r>
          </a:p>
          <a:p>
            <a:r>
              <a:rPr dirty="0"/>
              <a:t>Two options:</a:t>
            </a:r>
          </a:p>
          <a:p>
            <a:pPr marL="514350" indent="-514350">
              <a:buFont typeface="+mj-lt"/>
              <a:buAutoNum type="arabicPeriod"/>
            </a:pPr>
            <a:r>
              <a:rPr dirty="0"/>
              <a:t>Search from start to end (Linear Search)</a:t>
            </a:r>
          </a:p>
          <a:p>
            <a:pPr marL="514350" indent="-514350">
              <a:buFont typeface="+mj-lt"/>
              <a:buAutoNum type="arabicPeriod"/>
            </a:pPr>
            <a:r>
              <a:rPr dirty="0"/>
              <a:t>Use a smarter method like Binary Search Tree (BST)</a:t>
            </a:r>
          </a:p>
          <a:p>
            <a:r>
              <a:rPr dirty="0"/>
              <a:t>Which one sounds faster?</a:t>
            </a:r>
          </a:p>
        </p:txBody>
      </p:sp>
    </p:spTree>
    <p:extLst>
      <p:ext uri="{BB962C8B-B14F-4D97-AF65-F5344CB8AC3E}">
        <p14:creationId xmlns:p14="http://schemas.microsoft.com/office/powerpoint/2010/main" val="1200007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 BST?</a:t>
            </a:r>
          </a:p>
        </p:txBody>
      </p:sp>
      <p:sp>
        <p:nvSpPr>
          <p:cNvPr id="3" name="Content Placeholder 2"/>
          <p:cNvSpPr>
            <a:spLocks noGrp="1"/>
          </p:cNvSpPr>
          <p:nvPr>
            <p:ph idx="1"/>
          </p:nvPr>
        </p:nvSpPr>
        <p:spPr/>
        <p:txBody>
          <a:bodyPr>
            <a:normAutofit/>
          </a:bodyPr>
          <a:lstStyle/>
          <a:p>
            <a:r>
              <a:rPr dirty="0"/>
              <a:t>Binary Tree with the following rule:</a:t>
            </a:r>
          </a:p>
          <a:p>
            <a:pPr lvl="1"/>
            <a:r>
              <a:rPr dirty="0"/>
              <a:t>Left Child &lt; Parent</a:t>
            </a:r>
          </a:p>
          <a:p>
            <a:pPr lvl="1"/>
            <a:r>
              <a:rPr dirty="0"/>
              <a:t>Right Child &gt; Parent</a:t>
            </a:r>
          </a:p>
          <a:p>
            <a:r>
              <a:rPr dirty="0"/>
              <a:t>Example:</a:t>
            </a:r>
          </a:p>
          <a:p>
            <a:pPr marL="0" indent="0" algn="ctr">
              <a:buNone/>
            </a:pPr>
            <a:r>
              <a:rPr dirty="0"/>
              <a:t>        50</a:t>
            </a:r>
          </a:p>
          <a:p>
            <a:pPr marL="0" indent="0" algn="ctr">
              <a:buNone/>
            </a:pPr>
            <a:r>
              <a:rPr dirty="0"/>
              <a:t>       /  \</a:t>
            </a:r>
          </a:p>
          <a:p>
            <a:pPr marL="0" indent="0" algn="ctr">
              <a:buNone/>
            </a:pPr>
            <a:r>
              <a:rPr dirty="0"/>
              <a:t>     </a:t>
            </a:r>
            <a:r>
              <a:rPr lang="en-US" dirty="0"/>
              <a:t>   </a:t>
            </a:r>
            <a:r>
              <a:rPr dirty="0"/>
              <a:t>30  </a:t>
            </a:r>
            <a:r>
              <a:rPr lang="en-US" dirty="0"/>
              <a:t>   </a:t>
            </a:r>
            <a:r>
              <a:rPr dirty="0"/>
              <a:t>  70</a:t>
            </a:r>
          </a:p>
          <a:p>
            <a:pPr marL="0" indent="0" algn="ctr">
              <a:buNone/>
            </a:pPr>
            <a:r>
              <a:rPr dirty="0"/>
              <a:t>  </a:t>
            </a:r>
            <a:r>
              <a:rPr lang="en-US" dirty="0"/>
              <a:t>      /  </a:t>
            </a:r>
            <a:r>
              <a:rPr dirty="0"/>
              <a:t> \    </a:t>
            </a:r>
            <a:r>
              <a:rPr lang="en-US" dirty="0"/>
              <a:t>  </a:t>
            </a:r>
            <a:r>
              <a:rPr dirty="0"/>
              <a:t>/</a:t>
            </a:r>
            <a:r>
              <a:rPr lang="en-US" dirty="0"/>
              <a:t>  </a:t>
            </a:r>
            <a:r>
              <a:rPr dirty="0"/>
              <a:t> \</a:t>
            </a:r>
          </a:p>
          <a:p>
            <a:pPr marL="0" indent="0" algn="ctr">
              <a:buNone/>
            </a:pPr>
            <a:r>
              <a:rPr dirty="0"/>
              <a:t>  </a:t>
            </a:r>
            <a:r>
              <a:rPr lang="en-US" dirty="0"/>
              <a:t>       </a:t>
            </a:r>
            <a:r>
              <a:rPr dirty="0"/>
              <a:t>20  40  60  80</a:t>
            </a:r>
          </a:p>
          <a:p>
            <a:r>
              <a:rPr sz="2400" dirty="0"/>
              <a:t>Helps quickly eliminate half of the tree on each</a:t>
            </a:r>
            <a:r>
              <a:rPr lang="en-US" sz="2400" dirty="0"/>
              <a:t> </a:t>
            </a:r>
            <a:r>
              <a:rPr sz="2400" dirty="0"/>
              <a:t>comparison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Time Complexity Comparison</a:t>
            </a:r>
          </a:p>
        </p:txBody>
      </p:sp>
      <p:sp>
        <p:nvSpPr>
          <p:cNvPr id="3" name="Content Placeholder 2"/>
          <p:cNvSpPr>
            <a:spLocks noGrp="1"/>
          </p:cNvSpPr>
          <p:nvPr>
            <p:ph idx="1"/>
          </p:nvPr>
        </p:nvSpPr>
        <p:spPr/>
        <p:txBody>
          <a:bodyPr/>
          <a:lstStyle/>
          <a:p>
            <a:pPr marL="0" indent="0" algn="ctr">
              <a:buNone/>
            </a:pPr>
            <a:r>
              <a:rPr dirty="0"/>
              <a:t>Operation        | Linear List | BST (Balanced)</a:t>
            </a:r>
            <a:endParaRPr lang="en-US" dirty="0"/>
          </a:p>
          <a:p>
            <a:pPr marL="0" indent="0" algn="ctr">
              <a:buNone/>
            </a:pPr>
            <a:r>
              <a:rPr dirty="0"/>
              <a:t>--------------</a:t>
            </a:r>
            <a:r>
              <a:rPr lang="en-US" dirty="0"/>
              <a:t>   </a:t>
            </a:r>
            <a:r>
              <a:rPr dirty="0"/>
              <a:t>|-------------</a:t>
            </a:r>
            <a:r>
              <a:rPr lang="en-US" dirty="0"/>
              <a:t>--</a:t>
            </a:r>
            <a:r>
              <a:rPr dirty="0"/>
              <a:t>|----------------</a:t>
            </a:r>
          </a:p>
          <a:p>
            <a:pPr marL="0" indent="0" algn="ctr">
              <a:buNone/>
            </a:pPr>
            <a:r>
              <a:rPr dirty="0"/>
              <a:t>Search   </a:t>
            </a:r>
            <a:r>
              <a:rPr lang="en-US" dirty="0"/>
              <a:t> </a:t>
            </a:r>
            <a:r>
              <a:rPr dirty="0"/>
              <a:t>| </a:t>
            </a:r>
            <a:r>
              <a:rPr lang="en-US" dirty="0"/>
              <a:t>   </a:t>
            </a:r>
            <a:r>
              <a:rPr dirty="0"/>
              <a:t>O(n)     | O(log n</a:t>
            </a:r>
            <a:r>
              <a:rPr lang="en-US" dirty="0"/>
              <a:t>)</a:t>
            </a:r>
            <a:endParaRPr lang="pt-BR" dirty="0"/>
          </a:p>
          <a:p>
            <a:pPr marL="0" indent="0" algn="ctr">
              <a:buNone/>
            </a:pPr>
            <a:r>
              <a:rPr lang="pt-BR" dirty="0"/>
              <a:t>Insertion   | O(1)/O(n)| O(log n)</a:t>
            </a:r>
          </a:p>
          <a:p>
            <a:pPr marL="0" indent="0" algn="ctr">
              <a:buNone/>
            </a:pPr>
            <a:r>
              <a:rPr dirty="0"/>
              <a:t>Deletion | O(n)        | O(log n)</a:t>
            </a:r>
          </a:p>
          <a:p>
            <a:endParaRPr dirty="0"/>
          </a:p>
          <a:p>
            <a:r>
              <a:rPr dirty="0"/>
              <a:t>BST is much faster for large datasets (if balanced)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Real-World Analogy</a:t>
            </a:r>
          </a:p>
        </p:txBody>
      </p:sp>
      <p:sp>
        <p:nvSpPr>
          <p:cNvPr id="3" name="Content Placeholder 2"/>
          <p:cNvSpPr>
            <a:spLocks noGrp="1"/>
          </p:cNvSpPr>
          <p:nvPr>
            <p:ph idx="1"/>
          </p:nvPr>
        </p:nvSpPr>
        <p:spPr/>
        <p:txBody>
          <a:bodyPr/>
          <a:lstStyle/>
          <a:p>
            <a:r>
              <a:t>Linear Search: Checking every door in a hotel to find your friend</a:t>
            </a:r>
          </a:p>
          <a:p>
            <a:r>
              <a:t>BST: Asking at the front desk which floor/room they're on, narrowing down quickly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Happens If BST is Not Balanced?</a:t>
            </a:r>
          </a:p>
        </p:txBody>
      </p:sp>
      <p:sp>
        <p:nvSpPr>
          <p:cNvPr id="3" name="Content Placeholder 2"/>
          <p:cNvSpPr>
            <a:spLocks noGrp="1"/>
          </p:cNvSpPr>
          <p:nvPr>
            <p:ph idx="1"/>
          </p:nvPr>
        </p:nvSpPr>
        <p:spPr/>
        <p:txBody>
          <a:bodyPr/>
          <a:lstStyle/>
          <a:p>
            <a:r>
              <a:rPr dirty="0"/>
              <a:t>Example of sorted insertion:</a:t>
            </a:r>
          </a:p>
          <a:p>
            <a:pPr marL="0" indent="0" algn="ctr">
              <a:buNone/>
            </a:pPr>
            <a:r>
              <a:rPr dirty="0"/>
              <a:t>10</a:t>
            </a:r>
          </a:p>
          <a:p>
            <a:pPr marL="0" indent="0" algn="ctr">
              <a:buNone/>
            </a:pPr>
            <a:r>
              <a:rPr dirty="0"/>
              <a:t>  \</a:t>
            </a:r>
          </a:p>
          <a:p>
            <a:pPr marL="0" indent="0" algn="ctr">
              <a:buNone/>
            </a:pPr>
            <a:r>
              <a:rPr lang="en-US" dirty="0"/>
              <a:t>   </a:t>
            </a:r>
            <a:r>
              <a:rPr dirty="0"/>
              <a:t>   20</a:t>
            </a:r>
          </a:p>
          <a:p>
            <a:pPr marL="0" indent="0" algn="ctr">
              <a:buNone/>
            </a:pPr>
            <a:r>
              <a:rPr dirty="0"/>
              <a:t> </a:t>
            </a:r>
            <a:r>
              <a:rPr lang="en-US" dirty="0"/>
              <a:t>    </a:t>
            </a:r>
            <a:r>
              <a:rPr dirty="0"/>
              <a:t>    \</a:t>
            </a:r>
          </a:p>
          <a:p>
            <a:pPr marL="0" indent="0" algn="ctr">
              <a:buNone/>
            </a:pPr>
            <a:r>
              <a:rPr dirty="0"/>
              <a:t>     </a:t>
            </a:r>
            <a:r>
              <a:rPr lang="en-US" dirty="0"/>
              <a:t>      </a:t>
            </a:r>
            <a:r>
              <a:rPr dirty="0"/>
              <a:t> 30</a:t>
            </a:r>
          </a:p>
          <a:p>
            <a:pPr marL="0" indent="0" algn="ctr">
              <a:buNone/>
            </a:pPr>
            <a:r>
              <a:rPr dirty="0"/>
              <a:t>        </a:t>
            </a:r>
            <a:r>
              <a:rPr lang="en-US" dirty="0"/>
              <a:t>       </a:t>
            </a:r>
            <a:r>
              <a:rPr dirty="0"/>
              <a:t>\</a:t>
            </a:r>
          </a:p>
          <a:p>
            <a:pPr marL="0" indent="0" algn="ctr">
              <a:buNone/>
            </a:pPr>
            <a:r>
              <a:rPr dirty="0"/>
              <a:t>        </a:t>
            </a:r>
            <a:r>
              <a:rPr lang="en-US" dirty="0"/>
              <a:t>         </a:t>
            </a:r>
            <a:r>
              <a:rPr dirty="0"/>
              <a:t> 40</a:t>
            </a:r>
          </a:p>
          <a:p>
            <a:r>
              <a:rPr dirty="0"/>
              <a:t>Acts like a Linked List</a:t>
            </a:r>
          </a:p>
          <a:p>
            <a:r>
              <a:rPr dirty="0"/>
              <a:t>Time Complexity becomes 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to Keep BST Balanced?</a:t>
            </a:r>
          </a:p>
        </p:txBody>
      </p:sp>
      <p:sp>
        <p:nvSpPr>
          <p:cNvPr id="3" name="Content Placeholder 2"/>
          <p:cNvSpPr>
            <a:spLocks noGrp="1"/>
          </p:cNvSpPr>
          <p:nvPr>
            <p:ph idx="1"/>
          </p:nvPr>
        </p:nvSpPr>
        <p:spPr/>
        <p:txBody>
          <a:bodyPr/>
          <a:lstStyle/>
          <a:p>
            <a:r>
              <a:rPr dirty="0"/>
              <a:t>Use Self-Balancing Trees:</a:t>
            </a:r>
          </a:p>
          <a:p>
            <a:r>
              <a:rPr dirty="0"/>
              <a:t>- AVL </a:t>
            </a:r>
            <a:r>
              <a:rPr lang="en-US" dirty="0"/>
              <a:t> (Adelson-</a:t>
            </a:r>
            <a:r>
              <a:rPr lang="en-US" dirty="0" err="1"/>
              <a:t>Velsky</a:t>
            </a:r>
            <a:r>
              <a:rPr lang="en-US"/>
              <a:t> and Landis) </a:t>
            </a:r>
            <a:r>
              <a:t>Tree</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1ED47-7D48-7143-1DC2-477D2C8E1C2B}"/>
              </a:ext>
            </a:extLst>
          </p:cNvPr>
          <p:cNvSpPr>
            <a:spLocks noGrp="1"/>
          </p:cNvSpPr>
          <p:nvPr>
            <p:ph type="title"/>
          </p:nvPr>
        </p:nvSpPr>
        <p:spPr>
          <a:xfrm>
            <a:off x="571352" y="-76200"/>
            <a:ext cx="3485178" cy="1218390"/>
          </a:xfrm>
        </p:spPr>
        <p:txBody>
          <a:bodyPr vert="horz" lIns="68580" tIns="34290" rIns="68580" bIns="34290" rtlCol="0" anchor="ctr" anchorCtr="0">
            <a:normAutofit/>
          </a:bodyPr>
          <a:lstStyle/>
          <a:p>
            <a:r>
              <a:rPr lang="en-US" sz="3000" dirty="0"/>
              <a:t>Balance Factor Concept</a:t>
            </a:r>
          </a:p>
        </p:txBody>
      </p:sp>
      <p:sp>
        <p:nvSpPr>
          <p:cNvPr id="3" name="Text Placeholder 2">
            <a:extLst>
              <a:ext uri="{FF2B5EF4-FFF2-40B4-BE49-F238E27FC236}">
                <a16:creationId xmlns:a16="http://schemas.microsoft.com/office/drawing/2014/main" id="{0DDCA20A-5D8F-7D35-0F40-BDAC7188DE71}"/>
              </a:ext>
            </a:extLst>
          </p:cNvPr>
          <p:cNvSpPr>
            <a:spLocks noGrp="1"/>
          </p:cNvSpPr>
          <p:nvPr>
            <p:ph type="body" idx="1"/>
          </p:nvPr>
        </p:nvSpPr>
        <p:spPr>
          <a:xfrm>
            <a:off x="343697" y="1295400"/>
            <a:ext cx="4914103" cy="3033712"/>
          </a:xfrm>
        </p:spPr>
        <p:txBody>
          <a:bodyPr vert="horz" lIns="68580" tIns="34290" rIns="68580" bIns="34290" rtlCol="0" anchor="ctr">
            <a:normAutofit/>
          </a:bodyPr>
          <a:lstStyle/>
          <a:p>
            <a:pPr lvl="0"/>
            <a:r>
              <a:rPr lang="en-US" dirty="0"/>
              <a:t>balance factor = height(left subtree) - height(right subtree)</a:t>
            </a:r>
          </a:p>
          <a:p>
            <a:pPr lvl="0"/>
            <a:r>
              <a:rPr lang="en-US" dirty="0"/>
              <a:t>valid balance factor values: -1, 0, 1</a:t>
            </a:r>
          </a:p>
          <a:p>
            <a:pPr lvl="0"/>
            <a:r>
              <a:rPr lang="en-US" dirty="0"/>
              <a:t>node becomes unbalanced if balance factor is beyond these values</a:t>
            </a:r>
          </a:p>
        </p:txBody>
      </p:sp>
      <p:pic>
        <p:nvPicPr>
          <p:cNvPr id="6" name="Picture 5" descr="A digital balance scale using circles">
            <a:extLst>
              <a:ext uri="{FF2B5EF4-FFF2-40B4-BE49-F238E27FC236}">
                <a16:creationId xmlns:a16="http://schemas.microsoft.com/office/drawing/2014/main" id="{7A3D3B72-AABA-4E87-B3F4-91AEBC1B64DF}"/>
              </a:ext>
            </a:extLst>
          </p:cNvPr>
          <p:cNvPicPr>
            <a:picLocks noChangeAspect="1"/>
          </p:cNvPicPr>
          <p:nvPr/>
        </p:nvPicPr>
        <p:blipFill>
          <a:blip r:embed="rId2"/>
          <a:srcRect l="24390" r="21772" b="1"/>
          <a:stretch/>
        </p:blipFill>
        <p:spPr>
          <a:xfrm>
            <a:off x="5285678" y="1219200"/>
            <a:ext cx="3863441" cy="5143500"/>
          </a:xfrm>
          <a:prstGeom prst="rect">
            <a:avLst/>
          </a:prstGeom>
        </p:spPr>
      </p:pic>
    </p:spTree>
    <p:extLst>
      <p:ext uri="{BB962C8B-B14F-4D97-AF65-F5344CB8AC3E}">
        <p14:creationId xmlns:p14="http://schemas.microsoft.com/office/powerpoint/2010/main" val="3104110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25C05-C380-329C-CAF2-5DE2A9173B76}"/>
              </a:ext>
            </a:extLst>
          </p:cNvPr>
          <p:cNvSpPr>
            <a:spLocks noGrp="1"/>
          </p:cNvSpPr>
          <p:nvPr>
            <p:ph type="title"/>
          </p:nvPr>
        </p:nvSpPr>
        <p:spPr/>
        <p:txBody>
          <a:bodyPr/>
          <a:lstStyle/>
          <a:p>
            <a:r>
              <a:rPr lang="en-US" dirty="0"/>
              <a:t>Example of an AVL Tree</a:t>
            </a:r>
            <a:endParaRPr lang="en-PK" dirty="0"/>
          </a:p>
        </p:txBody>
      </p:sp>
      <p:sp>
        <p:nvSpPr>
          <p:cNvPr id="3" name="Text Placeholder 2">
            <a:extLst>
              <a:ext uri="{FF2B5EF4-FFF2-40B4-BE49-F238E27FC236}">
                <a16:creationId xmlns:a16="http://schemas.microsoft.com/office/drawing/2014/main" id="{8B6D3DD3-6B96-69C8-1FB8-A89D1EEC41F8}"/>
              </a:ext>
            </a:extLst>
          </p:cNvPr>
          <p:cNvSpPr>
            <a:spLocks noGrp="1"/>
          </p:cNvSpPr>
          <p:nvPr>
            <p:ph type="body" idx="1"/>
          </p:nvPr>
        </p:nvSpPr>
        <p:spPr>
          <a:xfrm>
            <a:off x="181596" y="4508896"/>
            <a:ext cx="8897090" cy="3263504"/>
          </a:xfrm>
        </p:spPr>
        <p:txBody>
          <a:bodyPr/>
          <a:lstStyle/>
          <a:p>
            <a:r>
              <a:rPr lang="en-US" dirty="0">
                <a:solidFill>
                  <a:schemeClr val="tx1">
                    <a:lumMod val="65000"/>
                    <a:lumOff val="35000"/>
                  </a:schemeClr>
                </a:solidFill>
              </a:rPr>
              <a:t>Every AVL tree is also a Binary Search Tree (Left subtree values Smaller and Right subtree values greater for every node), but every BST is not AVL Tree.</a:t>
            </a:r>
            <a:endParaRPr lang="en-PK" dirty="0">
              <a:solidFill>
                <a:schemeClr val="tx1">
                  <a:lumMod val="65000"/>
                  <a:lumOff val="35000"/>
                </a:schemeClr>
              </a:solidFill>
            </a:endParaRPr>
          </a:p>
        </p:txBody>
      </p:sp>
      <p:pic>
        <p:nvPicPr>
          <p:cNvPr id="5" name="Picture 4" descr="A green circles with numbers&#10;&#10;AI-generated content may be incorrect.">
            <a:extLst>
              <a:ext uri="{FF2B5EF4-FFF2-40B4-BE49-F238E27FC236}">
                <a16:creationId xmlns:a16="http://schemas.microsoft.com/office/drawing/2014/main" id="{4931FB99-1980-7364-C19E-DF8BAA14CE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9211" y="1219200"/>
            <a:ext cx="3433985" cy="3263503"/>
          </a:xfrm>
          <a:prstGeom prst="rect">
            <a:avLst/>
          </a:prstGeom>
        </p:spPr>
      </p:pic>
    </p:spTree>
    <p:extLst>
      <p:ext uri="{BB962C8B-B14F-4D97-AF65-F5344CB8AC3E}">
        <p14:creationId xmlns:p14="http://schemas.microsoft.com/office/powerpoint/2010/main" val="3886780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12F02-DAC2-8582-9ED6-1045EF0F714D}"/>
              </a:ext>
            </a:extLst>
          </p:cNvPr>
          <p:cNvSpPr>
            <a:spLocks noGrp="1"/>
          </p:cNvSpPr>
          <p:nvPr>
            <p:ph type="title"/>
          </p:nvPr>
        </p:nvSpPr>
        <p:spPr/>
        <p:txBody>
          <a:bodyPr/>
          <a:lstStyle/>
          <a:p>
            <a:r>
              <a:rPr lang="en-US" dirty="0"/>
              <a:t>Example of a BST which is NOT AVL</a:t>
            </a:r>
            <a:endParaRPr lang="en-PK" dirty="0"/>
          </a:p>
        </p:txBody>
      </p:sp>
      <p:sp>
        <p:nvSpPr>
          <p:cNvPr id="3" name="Text Placeholder 2">
            <a:extLst>
              <a:ext uri="{FF2B5EF4-FFF2-40B4-BE49-F238E27FC236}">
                <a16:creationId xmlns:a16="http://schemas.microsoft.com/office/drawing/2014/main" id="{EEB15474-56E0-4E1A-CF9C-D846162A376A}"/>
              </a:ext>
            </a:extLst>
          </p:cNvPr>
          <p:cNvSpPr>
            <a:spLocks noGrp="1"/>
          </p:cNvSpPr>
          <p:nvPr>
            <p:ph type="body" idx="1"/>
          </p:nvPr>
        </p:nvSpPr>
        <p:spPr/>
        <p:txBody>
          <a:bodyPr/>
          <a:lstStyle/>
          <a:p>
            <a:endParaRPr lang="en-PK"/>
          </a:p>
        </p:txBody>
      </p:sp>
      <p:pic>
        <p:nvPicPr>
          <p:cNvPr id="5" name="Picture 4" descr="A green circles with numbers&#10;&#10;AI-generated content may be incorrect.">
            <a:extLst>
              <a:ext uri="{FF2B5EF4-FFF2-40B4-BE49-F238E27FC236}">
                <a16:creationId xmlns:a16="http://schemas.microsoft.com/office/drawing/2014/main" id="{B26D4A82-F95F-6452-A983-6DFDFC67EA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8626" y="1930854"/>
            <a:ext cx="5107781" cy="3950018"/>
          </a:xfrm>
          <a:prstGeom prst="rect">
            <a:avLst/>
          </a:prstGeom>
        </p:spPr>
      </p:pic>
    </p:spTree>
    <p:extLst>
      <p:ext uri="{BB962C8B-B14F-4D97-AF65-F5344CB8AC3E}">
        <p14:creationId xmlns:p14="http://schemas.microsoft.com/office/powerpoint/2010/main" val="16457103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9AAEB-73A9-F9E3-4A57-81D943A757ED}"/>
              </a:ext>
            </a:extLst>
          </p:cNvPr>
          <p:cNvSpPr>
            <a:spLocks noGrp="1"/>
          </p:cNvSpPr>
          <p:nvPr>
            <p:ph type="title"/>
          </p:nvPr>
        </p:nvSpPr>
        <p:spPr>
          <a:xfrm>
            <a:off x="628650" y="76200"/>
            <a:ext cx="7886700" cy="994172"/>
          </a:xfrm>
        </p:spPr>
        <p:txBody>
          <a:bodyPr vert="horz" lIns="68580" tIns="34290" rIns="68580" bIns="34290" rtlCol="0" anchor="ctr" anchorCtr="0">
            <a:normAutofit/>
          </a:bodyPr>
          <a:lstStyle/>
          <a:p>
            <a:r>
              <a:rPr lang="en-US" sz="4050" dirty="0">
                <a:solidFill>
                  <a:schemeClr val="tx1"/>
                </a:solidFill>
              </a:rPr>
              <a:t>Why AVL Trees?</a:t>
            </a:r>
          </a:p>
        </p:txBody>
      </p:sp>
      <p:graphicFrame>
        <p:nvGraphicFramePr>
          <p:cNvPr id="5" name="Text Placeholder 2">
            <a:extLst>
              <a:ext uri="{FF2B5EF4-FFF2-40B4-BE49-F238E27FC236}">
                <a16:creationId xmlns:a16="http://schemas.microsoft.com/office/drawing/2014/main" id="{C7F4C09C-616D-FBD6-5726-C64CD2E3F3E0}"/>
              </a:ext>
            </a:extLst>
          </p:cNvPr>
          <p:cNvGraphicFramePr/>
          <p:nvPr/>
        </p:nvGraphicFramePr>
        <p:xfrm>
          <a:off x="628650" y="2528315"/>
          <a:ext cx="7886700" cy="2961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3695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BD732-BD13-0C48-2531-45DA65D29A43}"/>
              </a:ext>
            </a:extLst>
          </p:cNvPr>
          <p:cNvSpPr>
            <a:spLocks noGrp="1"/>
          </p:cNvSpPr>
          <p:nvPr>
            <p:ph type="title"/>
          </p:nvPr>
        </p:nvSpPr>
        <p:spPr>
          <a:xfrm>
            <a:off x="783772" y="1237620"/>
            <a:ext cx="2245178" cy="4079048"/>
          </a:xfrm>
        </p:spPr>
        <p:txBody>
          <a:bodyPr vert="horz" lIns="68580" tIns="34290" rIns="68580" bIns="34290" rtlCol="0" anchor="ctr" anchorCtr="0">
            <a:normAutofit/>
          </a:bodyPr>
          <a:lstStyle/>
          <a:p>
            <a:r>
              <a:rPr lang="en-US" sz="2400" dirty="0">
                <a:solidFill>
                  <a:schemeClr val="tx1"/>
                </a:solidFill>
              </a:rPr>
              <a:t>Types of Rotations</a:t>
            </a:r>
          </a:p>
        </p:txBody>
      </p:sp>
      <p:graphicFrame>
        <p:nvGraphicFramePr>
          <p:cNvPr id="5" name="Text Placeholder 2">
            <a:extLst>
              <a:ext uri="{FF2B5EF4-FFF2-40B4-BE49-F238E27FC236}">
                <a16:creationId xmlns:a16="http://schemas.microsoft.com/office/drawing/2014/main" id="{825F23AB-B210-9175-036C-3EBADCAADD8A}"/>
              </a:ext>
            </a:extLst>
          </p:cNvPr>
          <p:cNvGraphicFramePr/>
          <p:nvPr/>
        </p:nvGraphicFramePr>
        <p:xfrm>
          <a:off x="3394710" y="1241298"/>
          <a:ext cx="5122926" cy="40805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9826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03889-8B90-D6C2-C253-1D3EE6F8DB95}"/>
              </a:ext>
            </a:extLst>
          </p:cNvPr>
          <p:cNvSpPr>
            <a:spLocks noGrp="1"/>
          </p:cNvSpPr>
          <p:nvPr>
            <p:ph type="title"/>
          </p:nvPr>
        </p:nvSpPr>
        <p:spPr>
          <a:xfrm>
            <a:off x="628650" y="152400"/>
            <a:ext cx="7886700" cy="994172"/>
          </a:xfrm>
        </p:spPr>
        <p:txBody>
          <a:bodyPr/>
          <a:lstStyle/>
          <a:p>
            <a:r>
              <a:rPr lang="en-US" dirty="0"/>
              <a:t>Single Right Rotation (LL case)</a:t>
            </a:r>
          </a:p>
        </p:txBody>
      </p:sp>
      <p:pic>
        <p:nvPicPr>
          <p:cNvPr id="5" name="Picture 4" descr="A diagram of a tree&#10;&#10;AI-generated content may be incorrect.">
            <a:extLst>
              <a:ext uri="{FF2B5EF4-FFF2-40B4-BE49-F238E27FC236}">
                <a16:creationId xmlns:a16="http://schemas.microsoft.com/office/drawing/2014/main" id="{CB385C9D-8F99-DF7F-3E36-196CE943B7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1768" y="2192111"/>
            <a:ext cx="7143750" cy="3571875"/>
          </a:xfrm>
          <a:prstGeom prst="rect">
            <a:avLst/>
          </a:prstGeom>
        </p:spPr>
      </p:pic>
      <p:sp>
        <p:nvSpPr>
          <p:cNvPr id="3" name="Text Placeholder 2">
            <a:extLst>
              <a:ext uri="{FF2B5EF4-FFF2-40B4-BE49-F238E27FC236}">
                <a16:creationId xmlns:a16="http://schemas.microsoft.com/office/drawing/2014/main" id="{D514547C-EC0D-A751-42CE-6D63A1688453}"/>
              </a:ext>
            </a:extLst>
          </p:cNvPr>
          <p:cNvSpPr>
            <a:spLocks noGrp="1"/>
          </p:cNvSpPr>
          <p:nvPr>
            <p:ph type="body" idx="1"/>
          </p:nvPr>
        </p:nvSpPr>
        <p:spPr>
          <a:xfrm>
            <a:off x="628650" y="1143000"/>
            <a:ext cx="7886700" cy="3263504"/>
          </a:xfrm>
        </p:spPr>
        <p:txBody>
          <a:bodyPr/>
          <a:lstStyle/>
          <a:p>
            <a:r>
              <a:rPr lang="en-US" dirty="0"/>
              <a:t>If a node is added to the left subtree of the left subtree, the AVL tree may get out of balance, we do a single right rotation.</a:t>
            </a:r>
          </a:p>
          <a:p>
            <a:endParaRPr lang="en-US" dirty="0"/>
          </a:p>
          <a:p>
            <a:endParaRPr lang="en-PK" dirty="0"/>
          </a:p>
        </p:txBody>
      </p:sp>
    </p:spTree>
    <p:extLst>
      <p:ext uri="{BB962C8B-B14F-4D97-AF65-F5344CB8AC3E}">
        <p14:creationId xmlns:p14="http://schemas.microsoft.com/office/powerpoint/2010/main" val="8631421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25B7F-7F01-F97F-2C7A-EC19F61AD0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4E5595-E6B9-478C-5478-BE25CFB6D5FD}"/>
              </a:ext>
            </a:extLst>
          </p:cNvPr>
          <p:cNvSpPr>
            <a:spLocks noGrp="1"/>
          </p:cNvSpPr>
          <p:nvPr>
            <p:ph type="title"/>
          </p:nvPr>
        </p:nvSpPr>
        <p:spPr>
          <a:xfrm>
            <a:off x="628650" y="76200"/>
            <a:ext cx="7886700" cy="994172"/>
          </a:xfrm>
        </p:spPr>
        <p:txBody>
          <a:bodyPr/>
          <a:lstStyle/>
          <a:p>
            <a:r>
              <a:rPr lang="en-US" dirty="0"/>
              <a:t>Single Left Rotation (RR case)</a:t>
            </a:r>
          </a:p>
        </p:txBody>
      </p:sp>
      <p:pic>
        <p:nvPicPr>
          <p:cNvPr id="5" name="Picture 4">
            <a:extLst>
              <a:ext uri="{FF2B5EF4-FFF2-40B4-BE49-F238E27FC236}">
                <a16:creationId xmlns:a16="http://schemas.microsoft.com/office/drawing/2014/main" id="{ABF7596C-3B4A-84E3-0A93-94F4F217F1D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00125" y="2413583"/>
            <a:ext cx="7143750" cy="3488159"/>
          </a:xfrm>
          <a:prstGeom prst="rect">
            <a:avLst/>
          </a:prstGeom>
        </p:spPr>
      </p:pic>
      <p:sp>
        <p:nvSpPr>
          <p:cNvPr id="3" name="Text Placeholder 2">
            <a:extLst>
              <a:ext uri="{FF2B5EF4-FFF2-40B4-BE49-F238E27FC236}">
                <a16:creationId xmlns:a16="http://schemas.microsoft.com/office/drawing/2014/main" id="{0AAE5268-ED2C-271D-7875-7DE69744278A}"/>
              </a:ext>
            </a:extLst>
          </p:cNvPr>
          <p:cNvSpPr>
            <a:spLocks noGrp="1"/>
          </p:cNvSpPr>
          <p:nvPr>
            <p:ph type="body" idx="1"/>
          </p:nvPr>
        </p:nvSpPr>
        <p:spPr>
          <a:xfrm>
            <a:off x="628650" y="1143000"/>
            <a:ext cx="7886700" cy="3263504"/>
          </a:xfrm>
        </p:spPr>
        <p:txBody>
          <a:bodyPr/>
          <a:lstStyle/>
          <a:p>
            <a:r>
              <a:rPr lang="en-US" dirty="0"/>
              <a:t>When a node is added into the right subtree of the right subtree, if the tree gets out of balance, we do a single left rotation.</a:t>
            </a:r>
          </a:p>
          <a:p>
            <a:endParaRPr lang="en-PK" dirty="0"/>
          </a:p>
        </p:txBody>
      </p:sp>
    </p:spTree>
    <p:extLst>
      <p:ext uri="{BB962C8B-B14F-4D97-AF65-F5344CB8AC3E}">
        <p14:creationId xmlns:p14="http://schemas.microsoft.com/office/powerpoint/2010/main" val="166758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A62AB-84EC-BA84-EA5B-04B8C95A005E}"/>
              </a:ext>
            </a:extLst>
          </p:cNvPr>
          <p:cNvSpPr>
            <a:spLocks noGrp="1"/>
          </p:cNvSpPr>
          <p:nvPr>
            <p:ph type="title"/>
          </p:nvPr>
        </p:nvSpPr>
        <p:spPr/>
        <p:txBody>
          <a:bodyPr>
            <a:normAutofit/>
          </a:bodyPr>
          <a:lstStyle/>
          <a:p>
            <a:r>
              <a:rPr lang="en-US" dirty="0"/>
              <a:t>Left-Right Rotation: (LR case)</a:t>
            </a:r>
            <a:endParaRPr lang="en-PK" dirty="0"/>
          </a:p>
        </p:txBody>
      </p:sp>
      <p:sp>
        <p:nvSpPr>
          <p:cNvPr id="3" name="Text Placeholder 2">
            <a:extLst>
              <a:ext uri="{FF2B5EF4-FFF2-40B4-BE49-F238E27FC236}">
                <a16:creationId xmlns:a16="http://schemas.microsoft.com/office/drawing/2014/main" id="{2E3EE7B3-1CD2-7BA3-28B7-AF84867187E8}"/>
              </a:ext>
            </a:extLst>
          </p:cNvPr>
          <p:cNvSpPr>
            <a:spLocks noGrp="1"/>
          </p:cNvSpPr>
          <p:nvPr>
            <p:ph type="body" idx="1"/>
          </p:nvPr>
        </p:nvSpPr>
        <p:spPr/>
        <p:txBody>
          <a:bodyPr/>
          <a:lstStyle/>
          <a:p>
            <a:r>
              <a:rPr lang="en-US" dirty="0"/>
              <a:t>A left-right rotation is a combination in which first left rotation takes place after that right rotation executes.</a:t>
            </a:r>
            <a:endParaRPr lang="en-PK" dirty="0"/>
          </a:p>
        </p:txBody>
      </p:sp>
      <p:pic>
        <p:nvPicPr>
          <p:cNvPr id="5" name="Picture 4" descr="A diagram of a left-right rotation&#10;&#10;AI-generated content may be incorrect.">
            <a:extLst>
              <a:ext uri="{FF2B5EF4-FFF2-40B4-BE49-F238E27FC236}">
                <a16:creationId xmlns:a16="http://schemas.microsoft.com/office/drawing/2014/main" id="{0D839EEE-E796-3032-47F5-8A087FD6CA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592" y="2848315"/>
            <a:ext cx="7376818" cy="3054464"/>
          </a:xfrm>
          <a:prstGeom prst="rect">
            <a:avLst/>
          </a:prstGeom>
        </p:spPr>
      </p:pic>
    </p:spTree>
    <p:extLst>
      <p:ext uri="{BB962C8B-B14F-4D97-AF65-F5344CB8AC3E}">
        <p14:creationId xmlns:p14="http://schemas.microsoft.com/office/powerpoint/2010/main" val="1802785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34BF-E05A-1443-2FC7-3F51BE338000}"/>
              </a:ext>
            </a:extLst>
          </p:cNvPr>
          <p:cNvSpPr>
            <a:spLocks noGrp="1"/>
          </p:cNvSpPr>
          <p:nvPr>
            <p:ph type="title"/>
          </p:nvPr>
        </p:nvSpPr>
        <p:spPr/>
        <p:txBody>
          <a:bodyPr/>
          <a:lstStyle/>
          <a:p>
            <a:r>
              <a:rPr lang="en-US" dirty="0"/>
              <a:t>Right-Left Rotation: (RL case)</a:t>
            </a:r>
            <a:endParaRPr lang="en-PK" dirty="0"/>
          </a:p>
        </p:txBody>
      </p:sp>
      <p:sp>
        <p:nvSpPr>
          <p:cNvPr id="3" name="Text Placeholder 2">
            <a:extLst>
              <a:ext uri="{FF2B5EF4-FFF2-40B4-BE49-F238E27FC236}">
                <a16:creationId xmlns:a16="http://schemas.microsoft.com/office/drawing/2014/main" id="{DF2BFBDC-3AE6-61D7-F797-736753727F40}"/>
              </a:ext>
            </a:extLst>
          </p:cNvPr>
          <p:cNvSpPr>
            <a:spLocks noGrp="1"/>
          </p:cNvSpPr>
          <p:nvPr>
            <p:ph type="body" idx="1"/>
          </p:nvPr>
        </p:nvSpPr>
        <p:spPr/>
        <p:txBody>
          <a:bodyPr/>
          <a:lstStyle/>
          <a:p>
            <a:r>
              <a:rPr lang="en-US" dirty="0"/>
              <a:t>A right-left rotation is a combination in which first right rotation takes place after that left rotation executes.</a:t>
            </a:r>
            <a:endParaRPr lang="en-PK" dirty="0"/>
          </a:p>
        </p:txBody>
      </p:sp>
      <p:pic>
        <p:nvPicPr>
          <p:cNvPr id="5" name="Picture 4" descr="A diagram of a diagram of a right-left rotation&#10;&#10;AI-generated content may be incorrect.">
            <a:extLst>
              <a:ext uri="{FF2B5EF4-FFF2-40B4-BE49-F238E27FC236}">
                <a16:creationId xmlns:a16="http://schemas.microsoft.com/office/drawing/2014/main" id="{EEC37038-FD0E-E083-C2FC-3796EA8AC8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3209" y="2833008"/>
            <a:ext cx="6777584" cy="3053443"/>
          </a:xfrm>
          <a:prstGeom prst="rect">
            <a:avLst/>
          </a:prstGeom>
        </p:spPr>
      </p:pic>
    </p:spTree>
    <p:extLst>
      <p:ext uri="{BB962C8B-B14F-4D97-AF65-F5344CB8AC3E}">
        <p14:creationId xmlns:p14="http://schemas.microsoft.com/office/powerpoint/2010/main" val="10027098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2669F-DDC4-3E02-2DF4-E1D26F8D7CE3}"/>
              </a:ext>
            </a:extLst>
          </p:cNvPr>
          <p:cNvSpPr>
            <a:spLocks noGrp="1"/>
          </p:cNvSpPr>
          <p:nvPr>
            <p:ph type="title"/>
          </p:nvPr>
        </p:nvSpPr>
        <p:spPr/>
        <p:txBody>
          <a:bodyPr/>
          <a:lstStyle/>
          <a:p>
            <a:r>
              <a:rPr lang="en-US" dirty="0"/>
              <a:t>Question in SP-14 Terminal Exam</a:t>
            </a:r>
          </a:p>
        </p:txBody>
      </p:sp>
      <p:sp>
        <p:nvSpPr>
          <p:cNvPr id="5" name="Slide Number Placeholder 4">
            <a:extLst>
              <a:ext uri="{FF2B5EF4-FFF2-40B4-BE49-F238E27FC236}">
                <a16:creationId xmlns:a16="http://schemas.microsoft.com/office/drawing/2014/main" id="{47761406-A0AA-BDE1-A10B-9EF8AAFC28B0}"/>
              </a:ext>
            </a:extLst>
          </p:cNvPr>
          <p:cNvSpPr>
            <a:spLocks noGrp="1"/>
          </p:cNvSpPr>
          <p:nvPr>
            <p:ph type="sldNum" sz="quarter" idx="12"/>
          </p:nvPr>
        </p:nvSpPr>
        <p:spPr/>
        <p:txBody>
          <a:bodyPr/>
          <a:lstStyle/>
          <a:p>
            <a:fld id="{1554CD07-12CA-4437-BDBF-7C3AFDBB391B}" type="slidenum">
              <a:rPr lang="en-PK" smtClean="0"/>
              <a:t>27</a:t>
            </a:fld>
            <a:endParaRPr lang="en-PK"/>
          </a:p>
        </p:txBody>
      </p:sp>
      <p:pic>
        <p:nvPicPr>
          <p:cNvPr id="8" name="Picture 7">
            <a:extLst>
              <a:ext uri="{FF2B5EF4-FFF2-40B4-BE49-F238E27FC236}">
                <a16:creationId xmlns:a16="http://schemas.microsoft.com/office/drawing/2014/main" id="{5C418E61-690A-75E4-7EE2-D17223202CF9}"/>
              </a:ext>
            </a:extLst>
          </p:cNvPr>
          <p:cNvPicPr>
            <a:picLocks noChangeAspect="1"/>
          </p:cNvPicPr>
          <p:nvPr/>
        </p:nvPicPr>
        <p:blipFill>
          <a:blip r:embed="rId2"/>
          <a:stretch>
            <a:fillRect/>
          </a:stretch>
        </p:blipFill>
        <p:spPr>
          <a:xfrm>
            <a:off x="457200" y="1295400"/>
            <a:ext cx="8229600" cy="1219200"/>
          </a:xfrm>
          <a:prstGeom prst="rect">
            <a:avLst/>
          </a:prstGeom>
        </p:spPr>
      </p:pic>
      <p:pic>
        <p:nvPicPr>
          <p:cNvPr id="12" name="Picture 11">
            <a:extLst>
              <a:ext uri="{FF2B5EF4-FFF2-40B4-BE49-F238E27FC236}">
                <a16:creationId xmlns:a16="http://schemas.microsoft.com/office/drawing/2014/main" id="{E18C1435-B725-931A-748E-6FF428421B72}"/>
              </a:ext>
            </a:extLst>
          </p:cNvPr>
          <p:cNvPicPr>
            <a:picLocks noChangeAspect="1"/>
          </p:cNvPicPr>
          <p:nvPr/>
        </p:nvPicPr>
        <p:blipFill>
          <a:blip r:embed="rId3"/>
          <a:stretch>
            <a:fillRect/>
          </a:stretch>
        </p:blipFill>
        <p:spPr>
          <a:xfrm>
            <a:off x="304800" y="2557272"/>
            <a:ext cx="8906858" cy="3310128"/>
          </a:xfrm>
          <a:prstGeom prst="rect">
            <a:avLst/>
          </a:prstGeom>
        </p:spPr>
      </p:pic>
    </p:spTree>
    <p:extLst>
      <p:ext uri="{BB962C8B-B14F-4D97-AF65-F5344CB8AC3E}">
        <p14:creationId xmlns:p14="http://schemas.microsoft.com/office/powerpoint/2010/main" val="1478707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0BB49-2942-8ED1-C8A9-B4132EE042CC}"/>
              </a:ext>
            </a:extLst>
          </p:cNvPr>
          <p:cNvSpPr>
            <a:spLocks noGrp="1"/>
          </p:cNvSpPr>
          <p:nvPr>
            <p:ph type="title"/>
          </p:nvPr>
        </p:nvSpPr>
        <p:spPr/>
        <p:txBody>
          <a:bodyPr/>
          <a:lstStyle/>
          <a:p>
            <a:r>
              <a:rPr lang="en-US" dirty="0"/>
              <a:t>Class Exercise</a:t>
            </a:r>
          </a:p>
        </p:txBody>
      </p:sp>
      <p:sp>
        <p:nvSpPr>
          <p:cNvPr id="3" name="Text Placeholder 2">
            <a:extLst>
              <a:ext uri="{FF2B5EF4-FFF2-40B4-BE49-F238E27FC236}">
                <a16:creationId xmlns:a16="http://schemas.microsoft.com/office/drawing/2014/main" id="{CEDDA363-A9C8-4365-61EF-2DD26EAA5D2A}"/>
              </a:ext>
            </a:extLst>
          </p:cNvPr>
          <p:cNvSpPr>
            <a:spLocks noGrp="1"/>
          </p:cNvSpPr>
          <p:nvPr>
            <p:ph type="body" idx="1"/>
          </p:nvPr>
        </p:nvSpPr>
        <p:spPr/>
        <p:txBody>
          <a:bodyPr/>
          <a:lstStyle/>
          <a:p>
            <a:r>
              <a:rPr lang="en-US" dirty="0"/>
              <a:t>In a software system, an AVL tree is used to efficiently manage a dataset that needs frequent insertions and lookups. To ensure optimal performance, the AVL tree must remain balanced after each insertion. You are tasked with helping the system maintain its balance by constructing the AVL tree for the following sequence of keys and applying necessary rotations: </a:t>
            </a:r>
          </a:p>
          <a:p>
            <a:r>
              <a:rPr lang="en-US" dirty="0"/>
              <a:t>Keys to Insert: 12, 5, 30, 18, 7, 25, 40 </a:t>
            </a:r>
          </a:p>
          <a:p>
            <a:r>
              <a:rPr lang="en-US" dirty="0"/>
              <a:t>Tasks: 1. Construct the AVL tree step by step, showing the tree after each key insertion.</a:t>
            </a:r>
          </a:p>
        </p:txBody>
      </p:sp>
      <p:sp>
        <p:nvSpPr>
          <p:cNvPr id="5" name="Slide Number Placeholder 4">
            <a:extLst>
              <a:ext uri="{FF2B5EF4-FFF2-40B4-BE49-F238E27FC236}">
                <a16:creationId xmlns:a16="http://schemas.microsoft.com/office/drawing/2014/main" id="{54E0F106-9E02-A003-7ED1-496E9B827551}"/>
              </a:ext>
            </a:extLst>
          </p:cNvPr>
          <p:cNvSpPr>
            <a:spLocks noGrp="1"/>
          </p:cNvSpPr>
          <p:nvPr>
            <p:ph type="sldNum" sz="quarter" idx="12"/>
          </p:nvPr>
        </p:nvSpPr>
        <p:spPr/>
        <p:txBody>
          <a:bodyPr/>
          <a:lstStyle/>
          <a:p>
            <a:fld id="{1554CD07-12CA-4437-BDBF-7C3AFDBB391B}" type="slidenum">
              <a:rPr lang="en-PK" smtClean="0"/>
              <a:t>28</a:t>
            </a:fld>
            <a:endParaRPr lang="en-PK"/>
          </a:p>
        </p:txBody>
      </p:sp>
    </p:spTree>
    <p:extLst>
      <p:ext uri="{BB962C8B-B14F-4D97-AF65-F5344CB8AC3E}">
        <p14:creationId xmlns:p14="http://schemas.microsoft.com/office/powerpoint/2010/main" val="6985092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453D-5B2A-5905-9B7B-AB88C5E543DC}"/>
              </a:ext>
            </a:extLst>
          </p:cNvPr>
          <p:cNvSpPr>
            <a:spLocks noGrp="1"/>
          </p:cNvSpPr>
          <p:nvPr>
            <p:ph type="title"/>
          </p:nvPr>
        </p:nvSpPr>
        <p:spPr/>
        <p:txBody>
          <a:bodyPr>
            <a:normAutofit/>
          </a:bodyPr>
          <a:lstStyle/>
          <a:p>
            <a:r>
              <a:rPr lang="en-US" sz="2400" b="1" dirty="0"/>
              <a:t>Quiz#2: </a:t>
            </a:r>
            <a:r>
              <a:rPr lang="en-US" sz="2400" dirty="0"/>
              <a:t>is mapped with </a:t>
            </a:r>
            <a:r>
              <a:rPr lang="en-US" sz="2400" b="1" dirty="0"/>
              <a:t>CLO–2</a:t>
            </a:r>
            <a:r>
              <a:rPr lang="en-US" sz="2400" dirty="0"/>
              <a:t>: Use non-linear data structures to solve computing problems</a:t>
            </a:r>
          </a:p>
        </p:txBody>
      </p:sp>
      <p:sp>
        <p:nvSpPr>
          <p:cNvPr id="3" name="Footer Placeholder 2">
            <a:extLst>
              <a:ext uri="{FF2B5EF4-FFF2-40B4-BE49-F238E27FC236}">
                <a16:creationId xmlns:a16="http://schemas.microsoft.com/office/drawing/2014/main" id="{0CCB717B-8399-B876-1B70-94C6C8BCBBE4}"/>
              </a:ext>
            </a:extLst>
          </p:cNvPr>
          <p:cNvSpPr>
            <a:spLocks noGrp="1"/>
          </p:cNvSpPr>
          <p:nvPr>
            <p:ph type="ftr" sz="quarter" idx="11"/>
          </p:nvPr>
        </p:nvSpPr>
        <p:spPr/>
        <p:txBody>
          <a:bodyPr/>
          <a:lstStyle/>
          <a:p>
            <a:r>
              <a:rPr lang="en-US"/>
              <a:t>Algorithm and Data Structure </a:t>
            </a:r>
            <a:endParaRPr lang="en-US" dirty="0"/>
          </a:p>
        </p:txBody>
      </p:sp>
      <p:sp>
        <p:nvSpPr>
          <p:cNvPr id="4" name="Slide Number Placeholder 3">
            <a:extLst>
              <a:ext uri="{FF2B5EF4-FFF2-40B4-BE49-F238E27FC236}">
                <a16:creationId xmlns:a16="http://schemas.microsoft.com/office/drawing/2014/main" id="{E3BD9BA0-9F7A-C042-FE91-43118E2F7AA0}"/>
              </a:ext>
            </a:extLst>
          </p:cNvPr>
          <p:cNvSpPr>
            <a:spLocks noGrp="1"/>
          </p:cNvSpPr>
          <p:nvPr>
            <p:ph type="sldNum" sz="quarter" idx="12"/>
          </p:nvPr>
        </p:nvSpPr>
        <p:spPr/>
        <p:txBody>
          <a:bodyPr/>
          <a:lstStyle/>
          <a:p>
            <a:fld id="{95335651-1A2C-4E2F-80CB-8C4D69804B63}" type="slidenum">
              <a:rPr lang="en-US" smtClean="0"/>
              <a:pPr/>
              <a:t>29</a:t>
            </a:fld>
            <a:endParaRPr lang="en-US" dirty="0"/>
          </a:p>
        </p:txBody>
      </p:sp>
      <p:sp>
        <p:nvSpPr>
          <p:cNvPr id="5" name="Content Placeholder 4">
            <a:extLst>
              <a:ext uri="{FF2B5EF4-FFF2-40B4-BE49-F238E27FC236}">
                <a16:creationId xmlns:a16="http://schemas.microsoft.com/office/drawing/2014/main" id="{02A54FF7-DF26-2A95-FA26-D1CBB7DDC6FB}"/>
              </a:ext>
            </a:extLst>
          </p:cNvPr>
          <p:cNvSpPr>
            <a:spLocks noGrp="1"/>
          </p:cNvSpPr>
          <p:nvPr>
            <p:ph sz="quarter" idx="1"/>
          </p:nvPr>
        </p:nvSpPr>
        <p:spPr/>
        <p:txBody>
          <a:bodyPr>
            <a:normAutofit fontScale="85000" lnSpcReduction="20000"/>
          </a:bodyPr>
          <a:lstStyle/>
          <a:p>
            <a:r>
              <a:rPr lang="en-US" dirty="0"/>
              <a:t>Pakistan International Airport is developing a computer simulation of air-traffic control, which handles events such as landings and take-offs. Each event can be defined by an </a:t>
            </a:r>
            <a:r>
              <a:rPr lang="en-US" b="1" dirty="0" err="1"/>
              <a:t>eventId</a:t>
            </a:r>
            <a:r>
              <a:rPr lang="en-US" b="1" dirty="0"/>
              <a:t> (string)</a:t>
            </a:r>
            <a:r>
              <a:rPr lang="en-US" dirty="0"/>
              <a:t> and a </a:t>
            </a:r>
            <a:r>
              <a:rPr lang="en-US" b="1" dirty="0" err="1"/>
              <a:t>timeStamp</a:t>
            </a:r>
            <a:r>
              <a:rPr lang="en-US" b="1" dirty="0"/>
              <a:t> (int)</a:t>
            </a:r>
            <a:r>
              <a:rPr lang="en-US" dirty="0"/>
              <a:t>. The </a:t>
            </a:r>
            <a:r>
              <a:rPr lang="en-US" dirty="0" err="1"/>
              <a:t>timeStamp</a:t>
            </a:r>
            <a:r>
              <a:rPr lang="en-US" dirty="0"/>
              <a:t> denotes when the event occurs.</a:t>
            </a:r>
          </a:p>
          <a:p>
            <a:endParaRPr lang="en-US" dirty="0"/>
          </a:p>
          <a:p>
            <a:r>
              <a:rPr lang="en-US" dirty="0"/>
              <a:t>The simulator needs to perform efficiently the following two operations using a </a:t>
            </a:r>
            <a:r>
              <a:rPr lang="en-US" b="1" dirty="0"/>
              <a:t>Binary Search Tree (BST):</a:t>
            </a:r>
            <a:endParaRPr lang="en-US" dirty="0"/>
          </a:p>
          <a:p>
            <a:pPr marL="731520" lvl="1" indent="-457200">
              <a:buFont typeface="+mj-lt"/>
              <a:buAutoNum type="alphaLcPeriod"/>
            </a:pPr>
            <a:r>
              <a:rPr lang="en-US" dirty="0"/>
              <a:t>Insert a new event with a given </a:t>
            </a:r>
            <a:r>
              <a:rPr lang="en-US" dirty="0" err="1"/>
              <a:t>timeStamp</a:t>
            </a:r>
            <a:r>
              <a:rPr lang="en-US" dirty="0"/>
              <a:t> (i.e., add a future event). </a:t>
            </a:r>
            <a:r>
              <a:rPr lang="en-US" b="1" i="1" dirty="0"/>
              <a:t>(3 Marks)</a:t>
            </a:r>
          </a:p>
          <a:p>
            <a:pPr marL="731520" lvl="1" indent="-457200">
              <a:buFont typeface="+mj-lt"/>
              <a:buAutoNum type="alphaLcPeriod"/>
            </a:pPr>
            <a:r>
              <a:rPr lang="en-US" dirty="0"/>
              <a:t>Get the event with the smallest </a:t>
            </a:r>
            <a:r>
              <a:rPr lang="en-US" dirty="0" err="1"/>
              <a:t>timeStamp</a:t>
            </a:r>
            <a:r>
              <a:rPr lang="en-US" dirty="0"/>
              <a:t> (i.e., determine the next event to process). </a:t>
            </a:r>
            <a:r>
              <a:rPr lang="en-US" b="1" i="1" dirty="0"/>
              <a:t>(2 Marks)</a:t>
            </a:r>
          </a:p>
          <a:p>
            <a:pPr lvl="1"/>
            <a:endParaRPr lang="en-US" b="1" dirty="0"/>
          </a:p>
          <a:p>
            <a:r>
              <a:rPr lang="en-US" dirty="0"/>
              <a:t>Write </a:t>
            </a:r>
            <a:r>
              <a:rPr lang="en-US" b="1" dirty="0"/>
              <a:t>C++-style pseudocode</a:t>
            </a:r>
            <a:r>
              <a:rPr lang="en-US" dirty="0"/>
              <a:t> for your solution.</a:t>
            </a:r>
            <a:br>
              <a:rPr lang="en-US" dirty="0"/>
            </a:br>
            <a:r>
              <a:rPr lang="en-US" dirty="0"/>
              <a:t>Keep in mind that the number of flights is not fixed, and the application is time-sensitive, especially with respect to finding the next event.</a:t>
            </a:r>
          </a:p>
          <a:p>
            <a:endParaRPr lang="en-US" dirty="0"/>
          </a:p>
        </p:txBody>
      </p:sp>
    </p:spTree>
    <p:extLst>
      <p:ext uri="{BB962C8B-B14F-4D97-AF65-F5344CB8AC3E}">
        <p14:creationId xmlns:p14="http://schemas.microsoft.com/office/powerpoint/2010/main" val="14407062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2B322-B325-6601-C2C6-9C667FD2C0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C4B51E9-EFDD-C928-AFC5-A21ACACFB366}"/>
              </a:ext>
            </a:extLst>
          </p:cNvPr>
          <p:cNvSpPr txBox="1"/>
          <p:nvPr/>
        </p:nvSpPr>
        <p:spPr>
          <a:xfrm>
            <a:off x="76200" y="0"/>
            <a:ext cx="4419600" cy="3201517"/>
          </a:xfrm>
          <a:prstGeom prst="rect">
            <a:avLst/>
          </a:prstGeom>
          <a:solidFill>
            <a:schemeClr val="accent2">
              <a:lumMod val="60000"/>
              <a:lumOff val="40000"/>
            </a:schemeClr>
          </a:solidFill>
        </p:spPr>
        <p:txBody>
          <a:bodyPr wrap="square">
            <a:spAutoFit/>
          </a:bodyPr>
          <a:lstStyle/>
          <a:p>
            <a:pPr>
              <a:lnSpc>
                <a:spcPct val="115000"/>
              </a:lnSpc>
              <a:spcAft>
                <a:spcPts val="800"/>
              </a:spcAft>
            </a:pPr>
            <a:r>
              <a:rPr lang="en-US" b="1" kern="100" dirty="0">
                <a:latin typeface="Aptos" panose="020B0004020202020204" pitchFamily="34" charset="0"/>
                <a:ea typeface="Aptos" panose="020B0004020202020204" pitchFamily="34" charset="0"/>
                <a:cs typeface="Times New Roman" panose="02020603050405020304" pitchFamily="18" charset="0"/>
              </a:rPr>
              <a:t>// Structure to represent an event</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struct Event {</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    string </a:t>
            </a:r>
            <a:r>
              <a:rPr lang="en-US" sz="1400" b="1" kern="100" dirty="0" err="1">
                <a:latin typeface="Aptos" panose="020B0004020202020204" pitchFamily="34" charset="0"/>
                <a:ea typeface="Aptos" panose="020B0004020202020204" pitchFamily="34" charset="0"/>
                <a:cs typeface="Times New Roman" panose="02020603050405020304" pitchFamily="18" charset="0"/>
              </a:rPr>
              <a:t>eventId</a:t>
            </a:r>
            <a:r>
              <a:rPr lang="en-US" sz="1400" b="1"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    int </a:t>
            </a:r>
            <a:r>
              <a:rPr lang="en-US" sz="1400" b="1" kern="100" dirty="0" err="1">
                <a:latin typeface="Aptos" panose="020B0004020202020204" pitchFamily="34" charset="0"/>
                <a:ea typeface="Aptos" panose="020B0004020202020204" pitchFamily="34" charset="0"/>
                <a:cs typeface="Times New Roman" panose="02020603050405020304" pitchFamily="18" charset="0"/>
              </a:rPr>
              <a:t>timeStamp</a:t>
            </a:r>
            <a:r>
              <a:rPr lang="en-US" sz="1400" b="1"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    Event* left;</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    Event* right;</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 Root pointer for BST</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Event* root = NULL;</a:t>
            </a:r>
          </a:p>
        </p:txBody>
      </p:sp>
      <p:sp>
        <p:nvSpPr>
          <p:cNvPr id="6" name="TextBox 5">
            <a:extLst>
              <a:ext uri="{FF2B5EF4-FFF2-40B4-BE49-F238E27FC236}">
                <a16:creationId xmlns:a16="http://schemas.microsoft.com/office/drawing/2014/main" id="{442810F7-D2B4-518A-E1EE-B33BF8D69D71}"/>
              </a:ext>
            </a:extLst>
          </p:cNvPr>
          <p:cNvSpPr txBox="1"/>
          <p:nvPr/>
        </p:nvSpPr>
        <p:spPr>
          <a:xfrm>
            <a:off x="4495800" y="0"/>
            <a:ext cx="4648200" cy="4009752"/>
          </a:xfrm>
          <a:prstGeom prst="rect">
            <a:avLst/>
          </a:prstGeom>
          <a:solidFill>
            <a:schemeClr val="accent4">
              <a:lumMod val="60000"/>
              <a:lumOff val="40000"/>
            </a:schemeClr>
          </a:solidFill>
        </p:spPr>
        <p:txBody>
          <a:bodyPr wrap="square">
            <a:spAutoFit/>
          </a:bodyPr>
          <a:lstStyle/>
          <a:p>
            <a:r>
              <a:rPr lang="en-US" b="1" dirty="0"/>
              <a:t>// (a) Insert a new event in BST based on </a:t>
            </a:r>
            <a:r>
              <a:rPr lang="en-US" b="1" dirty="0" err="1"/>
              <a:t>timeStamp</a:t>
            </a:r>
            <a:endParaRPr lang="en-US" dirty="0"/>
          </a:p>
          <a:p>
            <a:r>
              <a:rPr lang="en-US" sz="1600" dirty="0"/>
              <a:t>Event* </a:t>
            </a:r>
            <a:r>
              <a:rPr lang="en-US" sz="1600" dirty="0" err="1"/>
              <a:t>insertEvent</a:t>
            </a:r>
            <a:r>
              <a:rPr lang="en-US" sz="1600" dirty="0"/>
              <a:t>(Event* node, string id, int time) {</a:t>
            </a:r>
          </a:p>
          <a:p>
            <a:r>
              <a:rPr lang="en-US" sz="1600" dirty="0"/>
              <a:t>    if (node == NULL)</a:t>
            </a:r>
          </a:p>
          <a:p>
            <a:r>
              <a:rPr lang="en-US" sz="1600" dirty="0"/>
              <a:t>        return </a:t>
            </a:r>
            <a:r>
              <a:rPr lang="en-US" sz="1600" dirty="0" err="1"/>
              <a:t>createEvent</a:t>
            </a:r>
            <a:r>
              <a:rPr lang="en-US" sz="1600" dirty="0"/>
              <a:t>(id, time);</a:t>
            </a:r>
          </a:p>
          <a:p>
            <a:r>
              <a:rPr lang="en-US" sz="1600" dirty="0"/>
              <a:t> </a:t>
            </a:r>
          </a:p>
          <a:p>
            <a:r>
              <a:rPr lang="en-US" sz="1600" dirty="0"/>
              <a:t>    if (time &lt; node-&gt;</a:t>
            </a:r>
            <a:r>
              <a:rPr lang="en-US" sz="1600" dirty="0" err="1"/>
              <a:t>timeStamp</a:t>
            </a:r>
            <a:r>
              <a:rPr lang="en-US" sz="1600" dirty="0"/>
              <a:t>)</a:t>
            </a:r>
          </a:p>
          <a:p>
            <a:r>
              <a:rPr lang="en-US" sz="1600" dirty="0"/>
              <a:t>        node-&gt;left = </a:t>
            </a:r>
            <a:r>
              <a:rPr lang="en-US" sz="1600" dirty="0" err="1"/>
              <a:t>insertEvent</a:t>
            </a:r>
            <a:r>
              <a:rPr lang="en-US" sz="1600" dirty="0"/>
              <a:t>(node-&gt;left, id, time);</a:t>
            </a:r>
          </a:p>
          <a:p>
            <a:r>
              <a:rPr lang="en-US" sz="1600" dirty="0"/>
              <a:t>    else</a:t>
            </a:r>
          </a:p>
          <a:p>
            <a:r>
              <a:rPr lang="en-US" sz="1600" dirty="0"/>
              <a:t>        node-&gt;right = </a:t>
            </a:r>
            <a:r>
              <a:rPr lang="en-US" sz="1600" dirty="0" err="1"/>
              <a:t>insertEvent</a:t>
            </a:r>
            <a:r>
              <a:rPr lang="en-US" sz="1600" dirty="0"/>
              <a:t>(node-&gt;right, id, time);</a:t>
            </a:r>
          </a:p>
          <a:p>
            <a:r>
              <a:rPr lang="en-US" sz="1600" dirty="0"/>
              <a:t> </a:t>
            </a:r>
          </a:p>
          <a:p>
            <a:r>
              <a:rPr lang="en-US" sz="1600" dirty="0"/>
              <a:t>    return node;</a:t>
            </a:r>
          </a:p>
          <a:p>
            <a:r>
              <a:rPr lang="en-US" sz="1600" dirty="0"/>
              <a:t>}</a:t>
            </a:r>
          </a:p>
          <a:p>
            <a:pPr marL="0" marR="0">
              <a:lnSpc>
                <a:spcPct val="115000"/>
              </a:lnSpc>
              <a:spcBef>
                <a:spcPts val="0"/>
              </a:spcBef>
              <a:spcAft>
                <a:spcPts val="800"/>
              </a:spcAft>
            </a:pPr>
            <a:endParaRPr lang="en-US" sz="1600" kern="100" dirty="0">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Bef>
                <a:spcPts val="0"/>
              </a:spcBef>
              <a:spcAft>
                <a:spcPts val="800"/>
              </a:spcAft>
            </a:pP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5D51BEED-C4B1-4161-A636-D5C9EC746AE0}"/>
              </a:ext>
            </a:extLst>
          </p:cNvPr>
          <p:cNvSpPr txBox="1"/>
          <p:nvPr/>
        </p:nvSpPr>
        <p:spPr>
          <a:xfrm>
            <a:off x="76200" y="3200400"/>
            <a:ext cx="4419600" cy="3167790"/>
          </a:xfrm>
          <a:prstGeom prst="rect">
            <a:avLst/>
          </a:prstGeom>
          <a:solidFill>
            <a:schemeClr val="accent3">
              <a:lumMod val="60000"/>
              <a:lumOff val="40000"/>
            </a:schemeClr>
          </a:solidFill>
        </p:spPr>
        <p:txBody>
          <a:bodyPr wrap="square">
            <a:spAutoFit/>
          </a:bodyPr>
          <a:lstStyle/>
          <a:p>
            <a:pPr>
              <a:lnSpc>
                <a:spcPct val="115000"/>
              </a:lnSpc>
              <a:spcAft>
                <a:spcPts val="800"/>
              </a:spcAft>
            </a:pPr>
            <a:r>
              <a:rPr lang="en-US" b="1" kern="100" dirty="0">
                <a:latin typeface="Aptos" panose="020B0004020202020204" pitchFamily="34" charset="0"/>
                <a:ea typeface="Aptos" panose="020B0004020202020204" pitchFamily="34" charset="0"/>
                <a:cs typeface="Times New Roman" panose="02020603050405020304" pitchFamily="18" charset="0"/>
              </a:rPr>
              <a:t>// Function to create a new Event node</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Event* </a:t>
            </a:r>
            <a:r>
              <a:rPr lang="en-US" sz="1400" b="1" kern="100" dirty="0" err="1">
                <a:latin typeface="Aptos" panose="020B0004020202020204" pitchFamily="34" charset="0"/>
                <a:ea typeface="Aptos" panose="020B0004020202020204" pitchFamily="34" charset="0"/>
                <a:cs typeface="Times New Roman" panose="02020603050405020304" pitchFamily="18" charset="0"/>
              </a:rPr>
              <a:t>createEvent</a:t>
            </a:r>
            <a:r>
              <a:rPr lang="en-US" sz="1400" b="1" kern="100" dirty="0">
                <a:latin typeface="Aptos" panose="020B0004020202020204" pitchFamily="34" charset="0"/>
                <a:ea typeface="Aptos" panose="020B0004020202020204" pitchFamily="34" charset="0"/>
                <a:cs typeface="Times New Roman" panose="02020603050405020304" pitchFamily="18" charset="0"/>
              </a:rPr>
              <a:t>(string id, int time) {</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    Event* </a:t>
            </a:r>
            <a:r>
              <a:rPr lang="en-US" sz="1400" b="1" kern="100" dirty="0" err="1">
                <a:latin typeface="Aptos" panose="020B0004020202020204" pitchFamily="34" charset="0"/>
                <a:ea typeface="Aptos" panose="020B0004020202020204" pitchFamily="34" charset="0"/>
                <a:cs typeface="Times New Roman" panose="02020603050405020304" pitchFamily="18" charset="0"/>
              </a:rPr>
              <a:t>newNode</a:t>
            </a:r>
            <a:r>
              <a:rPr lang="en-US" sz="1400" b="1" kern="100" dirty="0">
                <a:latin typeface="Aptos" panose="020B0004020202020204" pitchFamily="34" charset="0"/>
                <a:ea typeface="Aptos" panose="020B0004020202020204" pitchFamily="34" charset="0"/>
                <a:cs typeface="Times New Roman" panose="02020603050405020304" pitchFamily="18" charset="0"/>
              </a:rPr>
              <a:t> = new Event();</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    </a:t>
            </a:r>
            <a:r>
              <a:rPr lang="en-US" sz="1400" b="1" kern="100" dirty="0" err="1">
                <a:latin typeface="Aptos" panose="020B0004020202020204" pitchFamily="34" charset="0"/>
                <a:ea typeface="Aptos" panose="020B0004020202020204" pitchFamily="34" charset="0"/>
                <a:cs typeface="Times New Roman" panose="02020603050405020304" pitchFamily="18" charset="0"/>
              </a:rPr>
              <a:t>newNode</a:t>
            </a:r>
            <a:r>
              <a:rPr lang="en-US" sz="1400" b="1" kern="100" dirty="0">
                <a:latin typeface="Aptos" panose="020B0004020202020204" pitchFamily="34" charset="0"/>
                <a:ea typeface="Aptos" panose="020B0004020202020204" pitchFamily="34" charset="0"/>
                <a:cs typeface="Times New Roman" panose="02020603050405020304" pitchFamily="18" charset="0"/>
              </a:rPr>
              <a:t>-&gt;</a:t>
            </a:r>
            <a:r>
              <a:rPr lang="en-US" sz="1400" b="1" kern="100" dirty="0" err="1">
                <a:latin typeface="Aptos" panose="020B0004020202020204" pitchFamily="34" charset="0"/>
                <a:ea typeface="Aptos" panose="020B0004020202020204" pitchFamily="34" charset="0"/>
                <a:cs typeface="Times New Roman" panose="02020603050405020304" pitchFamily="18" charset="0"/>
              </a:rPr>
              <a:t>eventId</a:t>
            </a:r>
            <a:r>
              <a:rPr lang="en-US" sz="1400" b="1" kern="100" dirty="0">
                <a:latin typeface="Aptos" panose="020B0004020202020204" pitchFamily="34" charset="0"/>
                <a:ea typeface="Aptos" panose="020B0004020202020204" pitchFamily="34" charset="0"/>
                <a:cs typeface="Times New Roman" panose="02020603050405020304" pitchFamily="18" charset="0"/>
              </a:rPr>
              <a:t> = id;</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    </a:t>
            </a:r>
            <a:r>
              <a:rPr lang="en-US" sz="1400" b="1" kern="100" dirty="0" err="1">
                <a:latin typeface="Aptos" panose="020B0004020202020204" pitchFamily="34" charset="0"/>
                <a:ea typeface="Aptos" panose="020B0004020202020204" pitchFamily="34" charset="0"/>
                <a:cs typeface="Times New Roman" panose="02020603050405020304" pitchFamily="18" charset="0"/>
              </a:rPr>
              <a:t>newNode</a:t>
            </a:r>
            <a:r>
              <a:rPr lang="en-US" sz="1400" b="1" kern="100" dirty="0">
                <a:latin typeface="Aptos" panose="020B0004020202020204" pitchFamily="34" charset="0"/>
                <a:ea typeface="Aptos" panose="020B0004020202020204" pitchFamily="34" charset="0"/>
                <a:cs typeface="Times New Roman" panose="02020603050405020304" pitchFamily="18" charset="0"/>
              </a:rPr>
              <a:t>-&gt;</a:t>
            </a:r>
            <a:r>
              <a:rPr lang="en-US" sz="1400" b="1" kern="100" dirty="0" err="1">
                <a:latin typeface="Aptos" panose="020B0004020202020204" pitchFamily="34" charset="0"/>
                <a:ea typeface="Aptos" panose="020B0004020202020204" pitchFamily="34" charset="0"/>
                <a:cs typeface="Times New Roman" panose="02020603050405020304" pitchFamily="18" charset="0"/>
              </a:rPr>
              <a:t>timeStamp</a:t>
            </a:r>
            <a:r>
              <a:rPr lang="en-US" sz="1400" b="1" kern="100" dirty="0">
                <a:latin typeface="Aptos" panose="020B0004020202020204" pitchFamily="34" charset="0"/>
                <a:ea typeface="Aptos" panose="020B0004020202020204" pitchFamily="34" charset="0"/>
                <a:cs typeface="Times New Roman" panose="02020603050405020304" pitchFamily="18" charset="0"/>
              </a:rPr>
              <a:t> = time;</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    </a:t>
            </a:r>
            <a:r>
              <a:rPr lang="en-US" sz="1400" b="1" kern="100" dirty="0" err="1">
                <a:latin typeface="Aptos" panose="020B0004020202020204" pitchFamily="34" charset="0"/>
                <a:ea typeface="Aptos" panose="020B0004020202020204" pitchFamily="34" charset="0"/>
                <a:cs typeface="Times New Roman" panose="02020603050405020304" pitchFamily="18" charset="0"/>
              </a:rPr>
              <a:t>newNode</a:t>
            </a:r>
            <a:r>
              <a:rPr lang="en-US" sz="1400" b="1" kern="100" dirty="0">
                <a:latin typeface="Aptos" panose="020B0004020202020204" pitchFamily="34" charset="0"/>
                <a:ea typeface="Aptos" panose="020B0004020202020204" pitchFamily="34" charset="0"/>
                <a:cs typeface="Times New Roman" panose="02020603050405020304" pitchFamily="18" charset="0"/>
              </a:rPr>
              <a:t>-&gt;left = </a:t>
            </a:r>
            <a:r>
              <a:rPr lang="en-US" sz="1400" b="1" kern="100" dirty="0" err="1">
                <a:latin typeface="Aptos" panose="020B0004020202020204" pitchFamily="34" charset="0"/>
                <a:ea typeface="Aptos" panose="020B0004020202020204" pitchFamily="34" charset="0"/>
                <a:cs typeface="Times New Roman" panose="02020603050405020304" pitchFamily="18" charset="0"/>
              </a:rPr>
              <a:t>newNode</a:t>
            </a:r>
            <a:r>
              <a:rPr lang="en-US" sz="1400" b="1" kern="100" dirty="0">
                <a:latin typeface="Aptos" panose="020B0004020202020204" pitchFamily="34" charset="0"/>
                <a:ea typeface="Aptos" panose="020B0004020202020204" pitchFamily="34" charset="0"/>
                <a:cs typeface="Times New Roman" panose="02020603050405020304" pitchFamily="18" charset="0"/>
              </a:rPr>
              <a:t>-&gt;right = NULL;</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    return </a:t>
            </a:r>
            <a:r>
              <a:rPr lang="en-US" sz="1400" b="1" kern="100" dirty="0" err="1">
                <a:latin typeface="Aptos" panose="020B0004020202020204" pitchFamily="34" charset="0"/>
                <a:ea typeface="Aptos" panose="020B0004020202020204" pitchFamily="34" charset="0"/>
                <a:cs typeface="Times New Roman" panose="02020603050405020304" pitchFamily="18" charset="0"/>
              </a:rPr>
              <a:t>newNode</a:t>
            </a:r>
            <a:r>
              <a:rPr lang="en-US" sz="1400" b="1" kern="100" dirty="0">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en-US" sz="1400" b="1" kern="100" dirty="0">
                <a:latin typeface="Aptos" panose="020B0004020202020204" pitchFamily="34" charset="0"/>
                <a:ea typeface="Aptos" panose="020B0004020202020204" pitchFamily="34" charset="0"/>
                <a:cs typeface="Times New Roman" panose="02020603050405020304" pitchFamily="18" charset="0"/>
              </a:rPr>
              <a:t>}</a:t>
            </a:r>
          </a:p>
          <a:p>
            <a:pPr marL="0" marR="0">
              <a:lnSpc>
                <a:spcPct val="115000"/>
              </a:lnSpc>
              <a:spcBef>
                <a:spcPts val="0"/>
              </a:spcBef>
              <a:spcAft>
                <a:spcPts val="800"/>
              </a:spcAft>
            </a:pPr>
            <a:endParaRPr lang="en-US" sz="12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2F39CD0F-6BC6-03E1-F4F7-D517A70CA128}"/>
              </a:ext>
            </a:extLst>
          </p:cNvPr>
          <p:cNvSpPr txBox="1"/>
          <p:nvPr/>
        </p:nvSpPr>
        <p:spPr>
          <a:xfrm>
            <a:off x="4495800" y="3277612"/>
            <a:ext cx="4648200" cy="3108543"/>
          </a:xfrm>
          <a:prstGeom prst="rect">
            <a:avLst/>
          </a:prstGeom>
          <a:solidFill>
            <a:schemeClr val="accent5">
              <a:lumMod val="60000"/>
              <a:lumOff val="40000"/>
            </a:schemeClr>
          </a:solidFill>
        </p:spPr>
        <p:txBody>
          <a:bodyPr wrap="square">
            <a:spAutoFit/>
          </a:bodyPr>
          <a:lstStyle/>
          <a:p>
            <a:r>
              <a:rPr lang="en-US" b="1" dirty="0"/>
              <a:t>// (b) Get the event with the smallest </a:t>
            </a:r>
            <a:r>
              <a:rPr lang="en-US" b="1" dirty="0" err="1"/>
              <a:t>timeStamp</a:t>
            </a:r>
            <a:r>
              <a:rPr lang="en-US" b="1" dirty="0"/>
              <a:t> (leftmost node)</a:t>
            </a:r>
          </a:p>
          <a:p>
            <a:r>
              <a:rPr lang="en-US" sz="1600" dirty="0"/>
              <a:t>Event* </a:t>
            </a:r>
            <a:r>
              <a:rPr lang="en-US" sz="1600" dirty="0" err="1"/>
              <a:t>getNextEvent</a:t>
            </a:r>
            <a:r>
              <a:rPr lang="en-US" sz="1600" dirty="0"/>
              <a:t>(Event* node) {</a:t>
            </a:r>
          </a:p>
          <a:p>
            <a:r>
              <a:rPr lang="en-US" sz="1600" dirty="0"/>
              <a:t>    if (node == NULL) {</a:t>
            </a:r>
          </a:p>
          <a:p>
            <a:r>
              <a:rPr lang="en-US" sz="1600" dirty="0"/>
              <a:t>        </a:t>
            </a:r>
            <a:r>
              <a:rPr lang="en-US" sz="1600" dirty="0" err="1"/>
              <a:t>cout</a:t>
            </a:r>
            <a:r>
              <a:rPr lang="en-US" sz="1600" dirty="0"/>
              <a:t> &lt;&lt; "No upcoming events!" &lt;&lt; </a:t>
            </a:r>
            <a:r>
              <a:rPr lang="en-US" sz="1600" dirty="0" err="1"/>
              <a:t>endl</a:t>
            </a:r>
            <a:r>
              <a:rPr lang="en-US" sz="1600" dirty="0"/>
              <a:t>;</a:t>
            </a:r>
          </a:p>
          <a:p>
            <a:r>
              <a:rPr lang="en-US" sz="1600" dirty="0"/>
              <a:t>        return NULL;</a:t>
            </a:r>
          </a:p>
          <a:p>
            <a:r>
              <a:rPr lang="en-US" sz="1600" dirty="0"/>
              <a:t>    }</a:t>
            </a:r>
          </a:p>
          <a:p>
            <a:r>
              <a:rPr lang="en-US" sz="1600" dirty="0"/>
              <a:t>    Event* current = node;</a:t>
            </a:r>
          </a:p>
          <a:p>
            <a:r>
              <a:rPr lang="en-US" sz="1600" dirty="0"/>
              <a:t>    while (current-&gt;left != NULL)</a:t>
            </a:r>
          </a:p>
          <a:p>
            <a:r>
              <a:rPr lang="en-US" sz="1600" dirty="0"/>
              <a:t>        current = current-&gt;left;</a:t>
            </a:r>
          </a:p>
          <a:p>
            <a:r>
              <a:rPr lang="en-US" sz="1600" dirty="0"/>
              <a:t>    return current;   // smallest </a:t>
            </a:r>
            <a:r>
              <a:rPr lang="en-US" sz="1600" dirty="0" err="1"/>
              <a:t>timeStamp</a:t>
            </a:r>
            <a:r>
              <a:rPr lang="en-US" sz="1600" dirty="0"/>
              <a:t> event</a:t>
            </a:r>
          </a:p>
          <a:p>
            <a:r>
              <a:rPr lang="en-US" sz="1600" dirty="0"/>
              <a:t>}</a:t>
            </a:r>
          </a:p>
        </p:txBody>
      </p:sp>
      <p:sp>
        <p:nvSpPr>
          <p:cNvPr id="5" name="Footer Placeholder 4">
            <a:extLst>
              <a:ext uri="{FF2B5EF4-FFF2-40B4-BE49-F238E27FC236}">
                <a16:creationId xmlns:a16="http://schemas.microsoft.com/office/drawing/2014/main" id="{DC2F44E4-33EC-4A77-BC0B-93C8A7B7F376}"/>
              </a:ext>
            </a:extLst>
          </p:cNvPr>
          <p:cNvSpPr>
            <a:spLocks noGrp="1"/>
          </p:cNvSpPr>
          <p:nvPr>
            <p:ph type="ftr" sz="quarter" idx="11"/>
          </p:nvPr>
        </p:nvSpPr>
        <p:spPr/>
        <p:txBody>
          <a:bodyPr/>
          <a:lstStyle/>
          <a:p>
            <a:r>
              <a:rPr lang="en-US"/>
              <a:t>Algorithm and Data Structure </a:t>
            </a:r>
            <a:endParaRPr lang="en-US" dirty="0"/>
          </a:p>
        </p:txBody>
      </p:sp>
      <p:sp>
        <p:nvSpPr>
          <p:cNvPr id="7" name="Slide Number Placeholder 6">
            <a:extLst>
              <a:ext uri="{FF2B5EF4-FFF2-40B4-BE49-F238E27FC236}">
                <a16:creationId xmlns:a16="http://schemas.microsoft.com/office/drawing/2014/main" id="{28A3C264-0667-1681-AEEC-3A23CDB21E15}"/>
              </a:ext>
            </a:extLst>
          </p:cNvPr>
          <p:cNvSpPr>
            <a:spLocks noGrp="1"/>
          </p:cNvSpPr>
          <p:nvPr>
            <p:ph type="sldNum" sz="quarter" idx="12"/>
          </p:nvPr>
        </p:nvSpPr>
        <p:spPr/>
        <p:txBody>
          <a:bodyPr/>
          <a:lstStyle/>
          <a:p>
            <a:fld id="{95E664E9-BB0A-4932-9D77-E0DDE5779A37}" type="slidenum">
              <a:rPr lang="en-US" smtClean="0"/>
              <a:pPr/>
              <a:t>30</a:t>
            </a:fld>
            <a:endParaRPr lang="en-US" dirty="0"/>
          </a:p>
        </p:txBody>
      </p:sp>
    </p:spTree>
    <p:extLst>
      <p:ext uri="{BB962C8B-B14F-4D97-AF65-F5344CB8AC3E}">
        <p14:creationId xmlns:p14="http://schemas.microsoft.com/office/powerpoint/2010/main" val="505559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2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3.xml><?xml version="1.0" encoding="utf-8"?>
<a:theme xmlns:a="http://schemas.openxmlformats.org/drawingml/2006/main" name="1_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8F054C24C56045B24747200A570474" ma:contentTypeVersion="3" ma:contentTypeDescription="Create a new document." ma:contentTypeScope="" ma:versionID="7e1532c98bb7e60a6f31455d3d2015e1">
  <xsd:schema xmlns:xsd="http://www.w3.org/2001/XMLSchema" xmlns:xs="http://www.w3.org/2001/XMLSchema" xmlns:p="http://schemas.microsoft.com/office/2006/metadata/properties" xmlns:ns2="fbb113d8-a423-4c9e-8257-bae59865eaa2" targetNamespace="http://schemas.microsoft.com/office/2006/metadata/properties" ma:root="true" ma:fieldsID="bc32f87d83ecf2cdd6d55f2845762d04" ns2:_="">
    <xsd:import namespace="fbb113d8-a423-4c9e-8257-bae59865eaa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b113d8-a423-4c9e-8257-bae59865ea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4EF0B41-C7CC-446E-85C2-51D625A0393F}"/>
</file>

<file path=customXml/itemProps2.xml><?xml version="1.0" encoding="utf-8"?>
<ds:datastoreItem xmlns:ds="http://schemas.openxmlformats.org/officeDocument/2006/customXml" ds:itemID="{E9B1A725-ABEB-4390-8D6E-CD568E965A58}"/>
</file>

<file path=customXml/itemProps3.xml><?xml version="1.0" encoding="utf-8"?>
<ds:datastoreItem xmlns:ds="http://schemas.openxmlformats.org/officeDocument/2006/customXml" ds:itemID="{27C4F3EE-0CEE-4DDF-8892-E3A56F4DEF46}"/>
</file>

<file path=docProps/app.xml><?xml version="1.0" encoding="utf-8"?>
<Properties xmlns="http://schemas.openxmlformats.org/officeDocument/2006/extended-properties" xmlns:vt="http://schemas.openxmlformats.org/officeDocument/2006/docPropsVTypes">
  <Template>Origin</Template>
  <TotalTime>2544</TotalTime>
  <Words>2386</Words>
  <Application>Microsoft Office PowerPoint</Application>
  <PresentationFormat>On-screen Show (4:3)</PresentationFormat>
  <Paragraphs>319</Paragraphs>
  <Slides>30</Slides>
  <Notes>8</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30</vt:i4>
      </vt:variant>
    </vt:vector>
  </HeadingPairs>
  <TitlesOfParts>
    <vt:vector size="40" baseType="lpstr">
      <vt:lpstr>Aptos</vt:lpstr>
      <vt:lpstr>Arial</vt:lpstr>
      <vt:lpstr>Bookman Old Style</vt:lpstr>
      <vt:lpstr>Calibri</vt:lpstr>
      <vt:lpstr>Gill Sans MT</vt:lpstr>
      <vt:lpstr>Wingdings</vt:lpstr>
      <vt:lpstr>Wingdings 3</vt:lpstr>
      <vt:lpstr>Origin</vt:lpstr>
      <vt:lpstr>2_Origin</vt:lpstr>
      <vt:lpstr>1_Origin</vt:lpstr>
      <vt:lpstr>Understanding Efficiency in Data Structures</vt:lpstr>
      <vt:lpstr>What is Efficiency?</vt:lpstr>
      <vt:lpstr>Big-O Notation Overview</vt:lpstr>
      <vt:lpstr>Common Complexity Classes</vt:lpstr>
      <vt:lpstr>Efficiency Table</vt:lpstr>
      <vt:lpstr>Real-World Examples</vt:lpstr>
      <vt:lpstr>Importance in Data Structures</vt:lpstr>
      <vt:lpstr>What is Time Complexity?</vt:lpstr>
      <vt:lpstr>How Do We Calculate It?</vt:lpstr>
      <vt:lpstr>Example</vt:lpstr>
      <vt:lpstr>Step-by-Step Time Complexity Calculation</vt:lpstr>
      <vt:lpstr>The Problem</vt:lpstr>
      <vt:lpstr>What is a BST?</vt:lpstr>
      <vt:lpstr>Time Complexity Comparison</vt:lpstr>
      <vt:lpstr>Real-World Analogy</vt:lpstr>
      <vt:lpstr>What Happens If BST is Not Balanced?</vt:lpstr>
      <vt:lpstr>How to Keep BST Balanced?</vt:lpstr>
      <vt:lpstr>Balance Factor Concept</vt:lpstr>
      <vt:lpstr>Example of an AVL Tree</vt:lpstr>
      <vt:lpstr>Example of a BST which is NOT AVL</vt:lpstr>
      <vt:lpstr>Why AVL Trees?</vt:lpstr>
      <vt:lpstr>Types of Rotations</vt:lpstr>
      <vt:lpstr>Single Right Rotation (LL case)</vt:lpstr>
      <vt:lpstr>Single Left Rotation (RR case)</vt:lpstr>
      <vt:lpstr>Left-Right Rotation: (LR case)</vt:lpstr>
      <vt:lpstr>Right-Left Rotation: (RL case)</vt:lpstr>
      <vt:lpstr>Question in SP-14 Terminal Exam</vt:lpstr>
      <vt:lpstr>Class Exercise</vt:lpstr>
      <vt:lpstr>Quiz#2: is mapped with CLO–2: Use non-linear data structures to solve computing problems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Atique</dc:creator>
  <cp:lastModifiedBy>Atique Ahmad Zafar</cp:lastModifiedBy>
  <cp:revision>80</cp:revision>
  <dcterms:created xsi:type="dcterms:W3CDTF">2012-09-05T05:27:50Z</dcterms:created>
  <dcterms:modified xsi:type="dcterms:W3CDTF">2025-11-12T05:19:42Z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0x010100408F054C24C56045B24747200A570474</vt:lpwstr>
  </property>
</Properties>
</file>