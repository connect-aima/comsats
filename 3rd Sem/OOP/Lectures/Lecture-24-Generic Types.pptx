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19"/>
  </p:notesMasterIdLst>
  <p:sldIdLst>
    <p:sldId id="275" r:id="rId2"/>
    <p:sldId id="276" r:id="rId3"/>
    <p:sldId id="277" r:id="rId4"/>
    <p:sldId id="279" r:id="rId5"/>
    <p:sldId id="280" r:id="rId6"/>
    <p:sldId id="278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1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A331C-9C36-7CF9-DF8C-4D7293CCCDD7}" v="6" dt="2023-12-18T07:34:01.633"/>
    <p1510:client id="{634D77EF-B99F-420E-8C33-083FEC134A8E}" v="9" dt="2023-12-05T05:17:45.672"/>
    <p1510:client id="{DAB0B3A8-4AF3-AA86-5C7E-EFF7055DC493}" v="20" dt="2023-12-16T11:57:25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06" autoAdjust="0"/>
    <p:restoredTop sz="85992" autoAdjust="0"/>
  </p:normalViewPr>
  <p:slideViewPr>
    <p:cSldViewPr snapToGrid="0">
      <p:cViewPr varScale="1">
        <p:scale>
          <a:sx n="59" d="100"/>
          <a:sy n="59" d="100"/>
        </p:scale>
        <p:origin x="129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634D77EF-B99F-420E-8C33-083FEC134A8E}"/>
    <pc:docChg chg="undo custSel addSld modSld">
      <pc:chgData name="Rizwan Rashid" userId="12b6bffb-8fd7-410a-bd1e-f473b901c3a4" providerId="ADAL" clId="{634D77EF-B99F-420E-8C33-083FEC134A8E}" dt="2023-12-05T05:21:34.932" v="309" actId="20577"/>
      <pc:docMkLst>
        <pc:docMk/>
      </pc:docMkLst>
      <pc:sldChg chg="modSp mod">
        <pc:chgData name="Rizwan Rashid" userId="12b6bffb-8fd7-410a-bd1e-f473b901c3a4" providerId="ADAL" clId="{634D77EF-B99F-420E-8C33-083FEC134A8E}" dt="2023-12-05T05:11:09.990" v="30" actId="20577"/>
        <pc:sldMkLst>
          <pc:docMk/>
          <pc:sldMk cId="982031622" sldId="276"/>
        </pc:sldMkLst>
        <pc:spChg chg="mod">
          <ac:chgData name="Rizwan Rashid" userId="12b6bffb-8fd7-410a-bd1e-f473b901c3a4" providerId="ADAL" clId="{634D77EF-B99F-420E-8C33-083FEC134A8E}" dt="2023-12-05T05:11:09.990" v="30" actId="20577"/>
          <ac:spMkLst>
            <pc:docMk/>
            <pc:sldMk cId="982031622" sldId="276"/>
            <ac:spMk id="3" creationId="{22D4567F-48A9-AD9F-1777-04EBE87E6C8F}"/>
          </ac:spMkLst>
        </pc:spChg>
      </pc:sldChg>
      <pc:sldChg chg="addSp modSp new mod">
        <pc:chgData name="Rizwan Rashid" userId="12b6bffb-8fd7-410a-bd1e-f473b901c3a4" providerId="ADAL" clId="{634D77EF-B99F-420E-8C33-083FEC134A8E}" dt="2023-12-05T05:15:10.172" v="102" actId="20577"/>
        <pc:sldMkLst>
          <pc:docMk/>
          <pc:sldMk cId="3289227449" sldId="277"/>
        </pc:sldMkLst>
        <pc:spChg chg="mod">
          <ac:chgData name="Rizwan Rashid" userId="12b6bffb-8fd7-410a-bd1e-f473b901c3a4" providerId="ADAL" clId="{634D77EF-B99F-420E-8C33-083FEC134A8E}" dt="2023-12-05T05:12:07.410" v="37" actId="207"/>
          <ac:spMkLst>
            <pc:docMk/>
            <pc:sldMk cId="3289227449" sldId="277"/>
            <ac:spMk id="2" creationId="{10612C47-96D5-E76F-BF10-DAB32DDDC260}"/>
          </ac:spMkLst>
        </pc:spChg>
        <pc:spChg chg="mod">
          <ac:chgData name="Rizwan Rashid" userId="12b6bffb-8fd7-410a-bd1e-f473b901c3a4" providerId="ADAL" clId="{634D77EF-B99F-420E-8C33-083FEC134A8E}" dt="2023-12-05T05:12:59.093" v="47" actId="14100"/>
          <ac:spMkLst>
            <pc:docMk/>
            <pc:sldMk cId="3289227449" sldId="277"/>
            <ac:spMk id="3" creationId="{B74B3D8A-3D67-E29F-4DCF-C8F6C8987D20}"/>
          </ac:spMkLst>
        </pc:spChg>
        <pc:graphicFrameChg chg="add mod modGraphic">
          <ac:chgData name="Rizwan Rashid" userId="12b6bffb-8fd7-410a-bd1e-f473b901c3a4" providerId="ADAL" clId="{634D77EF-B99F-420E-8C33-083FEC134A8E}" dt="2023-12-05T05:15:10.172" v="102" actId="20577"/>
          <ac:graphicFrameMkLst>
            <pc:docMk/>
            <pc:sldMk cId="3289227449" sldId="277"/>
            <ac:graphicFrameMk id="5" creationId="{0A5A7DBE-60EE-16B2-610C-0F7F4FB0C7F0}"/>
          </ac:graphicFrameMkLst>
        </pc:graphicFrameChg>
      </pc:sldChg>
      <pc:sldChg chg="modSp new mod">
        <pc:chgData name="Rizwan Rashid" userId="12b6bffb-8fd7-410a-bd1e-f473b901c3a4" providerId="ADAL" clId="{634D77EF-B99F-420E-8C33-083FEC134A8E}" dt="2023-12-05T05:21:34.932" v="309" actId="20577"/>
        <pc:sldMkLst>
          <pc:docMk/>
          <pc:sldMk cId="715402033" sldId="278"/>
        </pc:sldMkLst>
        <pc:spChg chg="mod">
          <ac:chgData name="Rizwan Rashid" userId="12b6bffb-8fd7-410a-bd1e-f473b901c3a4" providerId="ADAL" clId="{634D77EF-B99F-420E-8C33-083FEC134A8E}" dt="2023-12-05T05:19:29.742" v="150" actId="20577"/>
          <ac:spMkLst>
            <pc:docMk/>
            <pc:sldMk cId="715402033" sldId="278"/>
            <ac:spMk id="2" creationId="{FAEB7DA8-5BC7-C0B0-4CEF-63D7E08D0712}"/>
          </ac:spMkLst>
        </pc:spChg>
        <pc:spChg chg="mod">
          <ac:chgData name="Rizwan Rashid" userId="12b6bffb-8fd7-410a-bd1e-f473b901c3a4" providerId="ADAL" clId="{634D77EF-B99F-420E-8C33-083FEC134A8E}" dt="2023-12-05T05:21:34.932" v="309" actId="20577"/>
          <ac:spMkLst>
            <pc:docMk/>
            <pc:sldMk cId="715402033" sldId="278"/>
            <ac:spMk id="3" creationId="{B4D0AA9D-C2D2-5CB1-9D2B-702466C2B083}"/>
          </ac:spMkLst>
        </pc:spChg>
      </pc:sldChg>
      <pc:sldChg chg="modSp add mod">
        <pc:chgData name="Rizwan Rashid" userId="12b6bffb-8fd7-410a-bd1e-f473b901c3a4" providerId="ADAL" clId="{634D77EF-B99F-420E-8C33-083FEC134A8E}" dt="2023-12-05T05:17:33.706" v="117" actId="20577"/>
        <pc:sldMkLst>
          <pc:docMk/>
          <pc:sldMk cId="529567097" sldId="279"/>
        </pc:sldMkLst>
        <pc:graphicFrameChg chg="mod modGraphic">
          <ac:chgData name="Rizwan Rashid" userId="12b6bffb-8fd7-410a-bd1e-f473b901c3a4" providerId="ADAL" clId="{634D77EF-B99F-420E-8C33-083FEC134A8E}" dt="2023-12-05T05:17:33.706" v="117" actId="20577"/>
          <ac:graphicFrameMkLst>
            <pc:docMk/>
            <pc:sldMk cId="529567097" sldId="279"/>
            <ac:graphicFrameMk id="5" creationId="{0A5A7DBE-60EE-16B2-610C-0F7F4FB0C7F0}"/>
          </ac:graphicFrameMkLst>
        </pc:graphicFrameChg>
      </pc:sldChg>
      <pc:sldChg chg="addSp delSp modSp add mod">
        <pc:chgData name="Rizwan Rashid" userId="12b6bffb-8fd7-410a-bd1e-f473b901c3a4" providerId="ADAL" clId="{634D77EF-B99F-420E-8C33-083FEC134A8E}" dt="2023-12-05T05:19:06.812" v="134" actId="14100"/>
        <pc:sldMkLst>
          <pc:docMk/>
          <pc:sldMk cId="85219983" sldId="280"/>
        </pc:sldMkLst>
        <pc:spChg chg="mod">
          <ac:chgData name="Rizwan Rashid" userId="12b6bffb-8fd7-410a-bd1e-f473b901c3a4" providerId="ADAL" clId="{634D77EF-B99F-420E-8C33-083FEC134A8E}" dt="2023-12-05T05:18:45.520" v="125" actId="14100"/>
          <ac:spMkLst>
            <pc:docMk/>
            <pc:sldMk cId="85219983" sldId="280"/>
            <ac:spMk id="3" creationId="{B74B3D8A-3D67-E29F-4DCF-C8F6C8987D20}"/>
          </ac:spMkLst>
        </pc:spChg>
        <pc:spChg chg="add mod">
          <ac:chgData name="Rizwan Rashid" userId="12b6bffb-8fd7-410a-bd1e-f473b901c3a4" providerId="ADAL" clId="{634D77EF-B99F-420E-8C33-083FEC134A8E}" dt="2023-12-05T05:19:06.812" v="134" actId="14100"/>
          <ac:spMkLst>
            <pc:docMk/>
            <pc:sldMk cId="85219983" sldId="280"/>
            <ac:spMk id="7" creationId="{F2BD1B20-9876-F4C4-51EC-71FB1FBD5181}"/>
          </ac:spMkLst>
        </pc:spChg>
        <pc:graphicFrameChg chg="del mod modGraphic">
          <ac:chgData name="Rizwan Rashid" userId="12b6bffb-8fd7-410a-bd1e-f473b901c3a4" providerId="ADAL" clId="{634D77EF-B99F-420E-8C33-083FEC134A8E}" dt="2023-12-05T05:18:41.016" v="124" actId="478"/>
          <ac:graphicFrameMkLst>
            <pc:docMk/>
            <pc:sldMk cId="85219983" sldId="280"/>
            <ac:graphicFrameMk id="5" creationId="{0A5A7DBE-60EE-16B2-610C-0F7F4FB0C7F0}"/>
          </ac:graphicFrameMkLst>
        </pc:graphicFrameChg>
      </pc:sldChg>
    </pc:docChg>
  </pc:docChgLst>
  <pc:docChgLst>
    <pc:chgData clId="Web-{26A49499-C9AD-3981-6C62-4E42E46314C6}"/>
    <pc:docChg chg="modSld">
      <pc:chgData name="" userId="" providerId="" clId="Web-{26A49499-C9AD-3981-6C62-4E42E46314C6}" dt="2023-04-02T13:03:36.807" v="0" actId="20577"/>
      <pc:docMkLst>
        <pc:docMk/>
      </pc:docMkLst>
      <pc:sldChg chg="modSp">
        <pc:chgData name="" userId="" providerId="" clId="Web-{26A49499-C9AD-3981-6C62-4E42E46314C6}" dt="2023-04-02T13:03:36.807" v="0" actId="20577"/>
        <pc:sldMkLst>
          <pc:docMk/>
          <pc:sldMk cId="3759789600" sldId="275"/>
        </pc:sldMkLst>
        <pc:spChg chg="mod">
          <ac:chgData name="" userId="" providerId="" clId="Web-{26A49499-C9AD-3981-6C62-4E42E46314C6}" dt="2023-04-02T13:03:36.807" v="0" actId="20577"/>
          <ac:spMkLst>
            <pc:docMk/>
            <pc:sldMk cId="3759789600" sldId="275"/>
            <ac:spMk id="15361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1F7A331C-9C36-7CF9-DF8C-4D7293CCCDD7}"/>
    <pc:docChg chg="modSld">
      <pc:chgData name="Rizwan Rashid" userId="S::rizwan.rashid@comsats.edu.pk::12b6bffb-8fd7-410a-bd1e-f473b901c3a4" providerId="AD" clId="Web-{1F7A331C-9C36-7CF9-DF8C-4D7293CCCDD7}" dt="2023-12-18T07:32:57.537" v="3"/>
      <pc:docMkLst>
        <pc:docMk/>
      </pc:docMkLst>
      <pc:sldChg chg="modSp">
        <pc:chgData name="Rizwan Rashid" userId="S::rizwan.rashid@comsats.edu.pk::12b6bffb-8fd7-410a-bd1e-f473b901c3a4" providerId="AD" clId="Web-{1F7A331C-9C36-7CF9-DF8C-4D7293CCCDD7}" dt="2023-12-18T07:32:57.537" v="3"/>
        <pc:sldMkLst>
          <pc:docMk/>
          <pc:sldMk cId="2315313367" sldId="287"/>
        </pc:sldMkLst>
        <pc:graphicFrameChg chg="mod modGraphic">
          <ac:chgData name="Rizwan Rashid" userId="S::rizwan.rashid@comsats.edu.pk::12b6bffb-8fd7-410a-bd1e-f473b901c3a4" providerId="AD" clId="Web-{1F7A331C-9C36-7CF9-DF8C-4D7293CCCDD7}" dt="2023-12-18T07:32:57.537" v="3"/>
          <ac:graphicFrameMkLst>
            <pc:docMk/>
            <pc:sldMk cId="2315313367" sldId="287"/>
            <ac:graphicFrameMk id="5" creationId="{C6EF120F-CEA4-EE4D-7CC1-39F2757C3E4E}"/>
          </ac:graphicFrameMkLst>
        </pc:graphicFrameChg>
      </pc:sldChg>
    </pc:docChg>
  </pc:docChgLst>
  <pc:docChgLst>
    <pc:chgData name="Rizwan Rashid" userId="S::rizwan.rashid@comsats.edu.pk::12b6bffb-8fd7-410a-bd1e-f473b901c3a4" providerId="AD" clId="Web-{76F29E95-FFFC-A866-A8F9-B22F28778647}"/>
    <pc:docChg chg="addSld delSld modSld">
      <pc:chgData name="Rizwan Rashid" userId="S::rizwan.rashid@comsats.edu.pk::12b6bffb-8fd7-410a-bd1e-f473b901c3a4" providerId="AD" clId="Web-{76F29E95-FFFC-A866-A8F9-B22F28778647}" dt="2023-04-07T20:37:34.793" v="439" actId="14100"/>
      <pc:docMkLst>
        <pc:docMk/>
      </pc:docMkLst>
      <pc:sldChg chg="modSp mod modClrScheme chgLayout">
        <pc:chgData name="Rizwan Rashid" userId="S::rizwan.rashid@comsats.edu.pk::12b6bffb-8fd7-410a-bd1e-f473b901c3a4" providerId="AD" clId="Web-{76F29E95-FFFC-A866-A8F9-B22F28778647}" dt="2023-04-07T19:37:33.342" v="19"/>
        <pc:sldMkLst>
          <pc:docMk/>
          <pc:sldMk cId="3759789600" sldId="275"/>
        </pc:sldMkLst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19:37:33.342" v="19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7"/>
        <pc:sldMkLst>
          <pc:docMk/>
          <pc:sldMk cId="1560131990" sldId="276"/>
        </pc:sldMkLst>
      </pc:sldChg>
      <pc:sldChg chg="addSp delSp modSp new">
        <pc:chgData name="Rizwan Rashid" userId="S::rizwan.rashid@comsats.edu.pk::12b6bffb-8fd7-410a-bd1e-f473b901c3a4" providerId="AD" clId="Web-{76F29E95-FFFC-A866-A8F9-B22F28778647}" dt="2023-04-07T19:54:41.208" v="246"/>
        <pc:sldMkLst>
          <pc:docMk/>
          <pc:sldMk cId="4102888493" sldId="276"/>
        </pc:sldMkLst>
        <pc:spChg chg="mod">
          <ac:chgData name="Rizwan Rashid" userId="S::rizwan.rashid@comsats.edu.pk::12b6bffb-8fd7-410a-bd1e-f473b901c3a4" providerId="AD" clId="Web-{76F29E95-FFFC-A866-A8F9-B22F28778647}" dt="2023-04-07T19:38:18.109" v="31" actId="20577"/>
          <ac:spMkLst>
            <pc:docMk/>
            <pc:sldMk cId="4102888493" sldId="276"/>
            <ac:spMk id="2" creationId="{9270F429-F5A4-74A2-7AF4-A862B833C305}"/>
          </ac:spMkLst>
        </pc:spChg>
        <pc:spChg chg="mod">
          <ac:chgData name="Rizwan Rashid" userId="S::rizwan.rashid@comsats.edu.pk::12b6bffb-8fd7-410a-bd1e-f473b901c3a4" providerId="AD" clId="Web-{76F29E95-FFFC-A866-A8F9-B22F28778647}" dt="2023-04-07T19:52:50.674" v="218" actId="20577"/>
          <ac:spMkLst>
            <pc:docMk/>
            <pc:sldMk cId="4102888493" sldId="276"/>
            <ac:spMk id="3" creationId="{76CA6E01-EEE5-4382-E1CD-F72923ED3FF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38:21.828" v="33" actId="20577"/>
          <ac:spMkLst>
            <pc:docMk/>
            <pc:sldMk cId="4102888493" sldId="276"/>
            <ac:spMk id="5" creationId="{6BFC4FE6-5854-491F-899C-18F413AC9627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3:38.383" v="128" actId="1076"/>
          <ac:spMkLst>
            <pc:docMk/>
            <pc:sldMk cId="4102888493" sldId="276"/>
            <ac:spMk id="6" creationId="{3F3FFE43-6EDC-76AE-2ED4-001805AEA7A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44:24.040" v="134" actId="1076"/>
          <ac:spMkLst>
            <pc:docMk/>
            <pc:sldMk cId="4102888493" sldId="276"/>
            <ac:spMk id="7" creationId="{A78C03AF-3118-DEAA-4566-BB9BAC48BF29}"/>
          </ac:spMkLst>
        </pc:spChg>
        <pc:spChg chg="add del">
          <ac:chgData name="Rizwan Rashid" userId="S::rizwan.rashid@comsats.edu.pk::12b6bffb-8fd7-410a-bd1e-f473b901c3a4" providerId="AD" clId="Web-{76F29E95-FFFC-A866-A8F9-B22F28778647}" dt="2023-04-07T19:43:33.992" v="126"/>
          <ac:spMkLst>
            <pc:docMk/>
            <pc:sldMk cId="4102888493" sldId="276"/>
            <ac:spMk id="8" creationId="{BE1D175E-4E62-9256-96E8-B9BF340B62C8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11.879" v="237"/>
          <ac:spMkLst>
            <pc:docMk/>
            <pc:sldMk cId="4102888493" sldId="276"/>
            <ac:spMk id="11" creationId="{3A1A09A8-6223-8358-20A1-C067774432D3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19:54:41.208" v="246"/>
          <ac:spMkLst>
            <pc:docMk/>
            <pc:sldMk cId="4102888493" sldId="276"/>
            <ac:spMk id="12" creationId="{AA5332E1-FC7E-8279-007D-6D73C52A493E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2:52.361" v="219"/>
          <ac:grpSpMkLst>
            <pc:docMk/>
            <pc:sldMk cId="4102888493" sldId="276"/>
            <ac:grpSpMk id="10" creationId="{5F0B8C6F-F072-153D-EE2D-D5AAB61A3F45}"/>
          </ac:grpSpMkLst>
        </pc:grpChg>
        <pc:cxnChg chg="add mod">
          <ac:chgData name="Rizwan Rashid" userId="S::rizwan.rashid@comsats.edu.pk::12b6bffb-8fd7-410a-bd1e-f473b901c3a4" providerId="AD" clId="Web-{76F29E95-FFFC-A866-A8F9-B22F28778647}" dt="2023-04-07T19:50:33.809" v="204"/>
          <ac:cxnSpMkLst>
            <pc:docMk/>
            <pc:sldMk cId="4102888493" sldId="276"/>
            <ac:cxnSpMk id="9" creationId="{ACD6DAC1-7C4F-36CB-E95F-8FFF73B5D06D}"/>
          </ac:cxnSpMkLst>
        </pc:cxnChg>
      </pc:sldChg>
      <pc:sldChg chg="addSp delSp modSp new">
        <pc:chgData name="Rizwan Rashid" userId="S::rizwan.rashid@comsats.edu.pk::12b6bffb-8fd7-410a-bd1e-f473b901c3a4" providerId="AD" clId="Web-{76F29E95-FFFC-A866-A8F9-B22F28778647}" dt="2023-04-07T20:08:19.216" v="401" actId="1076"/>
        <pc:sldMkLst>
          <pc:docMk/>
          <pc:sldMk cId="1376988799" sldId="277"/>
        </pc:sldMkLst>
        <pc:spChg chg="mod">
          <ac:chgData name="Rizwan Rashid" userId="S::rizwan.rashid@comsats.edu.pk::12b6bffb-8fd7-410a-bd1e-f473b901c3a4" providerId="AD" clId="Web-{76F29E95-FFFC-A866-A8F9-B22F28778647}" dt="2023-04-07T19:53:59.707" v="233" actId="20577"/>
          <ac:spMkLst>
            <pc:docMk/>
            <pc:sldMk cId="1376988799" sldId="277"/>
            <ac:spMk id="2" creationId="{92149DD8-02A6-D83C-40FF-AE9F5C9563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19:49:54.621" v="198"/>
          <ac:spMkLst>
            <pc:docMk/>
            <pc:sldMk cId="1376988799" sldId="277"/>
            <ac:spMk id="3" creationId="{72EBA319-63EB-AEF4-7FC9-9811487E5F06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7" creationId="{A4F24C3A-B6C0-27E3-87D8-6F04E4CDAC64}"/>
          </ac:spMkLst>
        </pc:spChg>
        <pc:spChg chg="add topLvl">
          <ac:chgData name="Rizwan Rashid" userId="S::rizwan.rashid@comsats.edu.pk::12b6bffb-8fd7-410a-bd1e-f473b901c3a4" providerId="AD" clId="Web-{76F29E95-FFFC-A866-A8F9-B22F28778647}" dt="2023-04-07T19:58:46.136" v="291"/>
          <ac:spMkLst>
            <pc:docMk/>
            <pc:sldMk cId="1376988799" sldId="277"/>
            <ac:spMk id="8" creationId="{1A679B92-0E75-F3ED-B7B0-895F41651C2B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48.684" v="398" actId="20577"/>
          <ac:spMkLst>
            <pc:docMk/>
            <pc:sldMk cId="1376988799" sldId="277"/>
            <ac:spMk id="11" creationId="{C2A67F16-7A3F-6658-BE5B-24628DFEF90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5:31.787" v="257" actId="14100"/>
          <ac:spMkLst>
            <pc:docMk/>
            <pc:sldMk cId="1376988799" sldId="277"/>
            <ac:spMk id="12" creationId="{8176494F-4465-7334-DEC1-B1BE7EC532F8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19:54:53.755" v="250" actId="14100"/>
          <ac:spMkLst>
            <pc:docMk/>
            <pc:sldMk cId="1376988799" sldId="277"/>
            <ac:spMk id="13" creationId="{68827750-265A-7DED-CF3C-59625042C15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8:19.216" v="401" actId="1076"/>
          <ac:spMkLst>
            <pc:docMk/>
            <pc:sldMk cId="1376988799" sldId="277"/>
            <ac:spMk id="14" creationId="{4FEB2F7A-BA20-5EDA-DC63-A426B8A6B5E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0:38.095" v="295"/>
          <ac:spMkLst>
            <pc:docMk/>
            <pc:sldMk cId="1376988799" sldId="277"/>
            <ac:spMk id="16" creationId="{7C037A91-5153-31A6-66B4-D335E3B19F5B}"/>
          </ac:spMkLst>
        </pc:spChg>
        <pc:spChg chg="add del mod">
          <ac:chgData name="Rizwan Rashid" userId="S::rizwan.rashid@comsats.edu.pk::12b6bffb-8fd7-410a-bd1e-f473b901c3a4" providerId="AD" clId="Web-{76F29E95-FFFC-A866-A8F9-B22F28778647}" dt="2023-04-07T20:07:28.434" v="391"/>
          <ac:spMkLst>
            <pc:docMk/>
            <pc:sldMk cId="1376988799" sldId="277"/>
            <ac:spMk id="18" creationId="{E870CE80-A509-C5F8-8646-1E3805B965C1}"/>
          </ac:spMkLst>
        </pc:spChg>
        <pc:grpChg chg="add del mod">
          <ac:chgData name="Rizwan Rashid" userId="S::rizwan.rashid@comsats.edu.pk::12b6bffb-8fd7-410a-bd1e-f473b901c3a4" providerId="AD" clId="Web-{76F29E95-FFFC-A866-A8F9-B22F28778647}" dt="2023-04-07T19:58:46.136" v="291"/>
          <ac:grpSpMkLst>
            <pc:docMk/>
            <pc:sldMk cId="1376988799" sldId="277"/>
            <ac:grpSpMk id="6" creationId="{E1E42386-50DA-E669-2125-754C5757D5BE}"/>
          </ac:grpSpMkLst>
        </pc:grpChg>
        <pc:grpChg chg="add">
          <ac:chgData name="Rizwan Rashid" userId="S::rizwan.rashid@comsats.edu.pk::12b6bffb-8fd7-410a-bd1e-f473b901c3a4" providerId="AD" clId="Web-{76F29E95-FFFC-A866-A8F9-B22F28778647}" dt="2023-04-07T20:00:47.752" v="296"/>
          <ac:grpSpMkLst>
            <pc:docMk/>
            <pc:sldMk cId="1376988799" sldId="277"/>
            <ac:grpSpMk id="17" creationId="{7F2C144B-730B-9EF1-E73E-ED9C7D21BF92}"/>
          </ac:grpSpMkLst>
        </pc:grpChg>
        <pc:grpChg chg="add mod">
          <ac:chgData name="Rizwan Rashid" userId="S::rizwan.rashid@comsats.edu.pk::12b6bffb-8fd7-410a-bd1e-f473b901c3a4" providerId="AD" clId="Web-{76F29E95-FFFC-A866-A8F9-B22F28778647}" dt="2023-04-07T20:08:11.216" v="400" actId="1076"/>
          <ac:grpSpMkLst>
            <pc:docMk/>
            <pc:sldMk cId="1376988799" sldId="277"/>
            <ac:grpSpMk id="19" creationId="{1600B148-9FCF-8A90-BEDF-DA75FD3026ED}"/>
          </ac:grpSpMkLst>
        </pc:grpChg>
        <pc:picChg chg="add del mod ord">
          <ac:chgData name="Rizwan Rashid" userId="S::rizwan.rashid@comsats.edu.pk::12b6bffb-8fd7-410a-bd1e-f473b901c3a4" providerId="AD" clId="Web-{76F29E95-FFFC-A866-A8F9-B22F28778647}" dt="2023-04-07T19:53:43.628" v="222"/>
          <ac:picMkLst>
            <pc:docMk/>
            <pc:sldMk cId="1376988799" sldId="277"/>
            <ac:picMk id="5" creationId="{9508C448-EB8B-D45F-4973-D8D87645689C}"/>
          </ac:picMkLst>
        </pc:picChg>
        <pc:picChg chg="add del mod">
          <ac:chgData name="Rizwan Rashid" userId="S::rizwan.rashid@comsats.edu.pk::12b6bffb-8fd7-410a-bd1e-f473b901c3a4" providerId="AD" clId="Web-{76F29E95-FFFC-A866-A8F9-B22F28778647}" dt="2023-04-07T20:06:59.933" v="385"/>
          <ac:picMkLst>
            <pc:docMk/>
            <pc:sldMk cId="1376988799" sldId="277"/>
            <ac:picMk id="15" creationId="{1E53D888-BC4B-B749-77C8-54A40158DC13}"/>
          </ac:picMkLst>
        </pc:picChg>
        <pc:cxnChg chg="add topLvl">
          <ac:chgData name="Rizwan Rashid" userId="S::rizwan.rashid@comsats.edu.pk::12b6bffb-8fd7-410a-bd1e-f473b901c3a4" providerId="AD" clId="Web-{76F29E95-FFFC-A866-A8F9-B22F28778647}" dt="2023-04-07T19:58:46.136" v="291"/>
          <ac:cxnSpMkLst>
            <pc:docMk/>
            <pc:sldMk cId="1376988799" sldId="277"/>
            <ac:cxnSpMk id="9" creationId="{64BFE5CB-8D1C-36CA-31DC-515514D027F0}"/>
          </ac:cxnSpMkLst>
        </pc:cxnChg>
      </pc:sldChg>
      <pc:sldChg chg="del">
        <pc:chgData name="Rizwan Rashid" userId="S::rizwan.rashid@comsats.edu.pk::12b6bffb-8fd7-410a-bd1e-f473b901c3a4" providerId="AD" clId="Web-{76F29E95-FFFC-A866-A8F9-B22F28778647}" dt="2023-04-07T19:37:15.232" v="16"/>
        <pc:sldMkLst>
          <pc:docMk/>
          <pc:sldMk cId="1463831886" sldId="277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5"/>
        <pc:sldMkLst>
          <pc:docMk/>
          <pc:sldMk cId="1652810489" sldId="278"/>
        </pc:sldMkLst>
      </pc:sldChg>
      <pc:sldChg chg="addSp delSp modSp new mod modClrScheme chgLayout">
        <pc:chgData name="Rizwan Rashid" userId="S::rizwan.rashid@comsats.edu.pk::12b6bffb-8fd7-410a-bd1e-f473b901c3a4" providerId="AD" clId="Web-{76F29E95-FFFC-A866-A8F9-B22F28778647}" dt="2023-04-07T20:09:10.937" v="410" actId="1076"/>
        <pc:sldMkLst>
          <pc:docMk/>
          <pc:sldMk cId="3512611806" sldId="278"/>
        </pc:sldMkLst>
        <pc:spChg chg="mo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2" creationId="{FAA0AEF8-BA4F-D711-096C-A2ACA902953C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06:20.041" v="364"/>
          <ac:spMkLst>
            <pc:docMk/>
            <pc:sldMk cId="3512611806" sldId="278"/>
            <ac:spMk id="3" creationId="{C2900AE0-67D6-0EEA-0D2D-B521B2C0CCE7}"/>
          </ac:spMkLst>
        </pc:spChg>
        <pc:spChg chg="mod ord">
          <ac:chgData name="Rizwan Rashid" userId="S::rizwan.rashid@comsats.edu.pk::12b6bffb-8fd7-410a-bd1e-f473b901c3a4" providerId="AD" clId="Web-{76F29E95-FFFC-A866-A8F9-B22F28778647}" dt="2023-04-07T20:07:16.418" v="389"/>
          <ac:spMkLst>
            <pc:docMk/>
            <pc:sldMk cId="3512611806" sldId="278"/>
            <ac:spMk id="4" creationId="{3BD79C5A-133F-E206-A454-7FA83D1BBFBF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25.028" v="390" actId="1076"/>
          <ac:spMkLst>
            <pc:docMk/>
            <pc:sldMk cId="3512611806" sldId="278"/>
            <ac:spMk id="5" creationId="{841E3F86-929E-4A93-EFBE-6BE34CC149BD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7:34.715" v="393" actId="1076"/>
          <ac:spMkLst>
            <pc:docMk/>
            <pc:sldMk cId="3512611806" sldId="278"/>
            <ac:spMk id="7" creationId="{592438F6-70DF-E16E-1DF0-C314C961CBDC}"/>
          </ac:spMkLst>
        </pc:spChg>
        <pc:spChg chg="add mod">
          <ac:chgData name="Rizwan Rashid" userId="S::rizwan.rashid@comsats.edu.pk::12b6bffb-8fd7-410a-bd1e-f473b901c3a4" providerId="AD" clId="Web-{76F29E95-FFFC-A866-A8F9-B22F28778647}" dt="2023-04-07T20:09:10.937" v="410" actId="1076"/>
          <ac:spMkLst>
            <pc:docMk/>
            <pc:sldMk cId="3512611806" sldId="278"/>
            <ac:spMk id="8" creationId="{B9156628-7E45-7A68-2EAA-D5EA27E5D829}"/>
          </ac:spMkLst>
        </pc:spChg>
        <pc:picChg chg="add mod">
          <ac:chgData name="Rizwan Rashid" userId="S::rizwan.rashid@comsats.edu.pk::12b6bffb-8fd7-410a-bd1e-f473b901c3a4" providerId="AD" clId="Web-{76F29E95-FFFC-A866-A8F9-B22F28778647}" dt="2023-04-07T20:07:16.418" v="389"/>
          <ac:picMkLst>
            <pc:docMk/>
            <pc:sldMk cId="3512611806" sldId="278"/>
            <ac:picMk id="6" creationId="{805EB43E-C419-7FC3-632C-56174266F5CD}"/>
          </ac:picMkLst>
        </pc:picChg>
      </pc:sldChg>
      <pc:sldChg chg="delSp modSp new del">
        <pc:chgData name="Rizwan Rashid" userId="S::rizwan.rashid@comsats.edu.pk::12b6bffb-8fd7-410a-bd1e-f473b901c3a4" providerId="AD" clId="Web-{76F29E95-FFFC-A866-A8F9-B22F28778647}" dt="2023-04-07T20:12:18.317" v="427"/>
        <pc:sldMkLst>
          <pc:docMk/>
          <pc:sldMk cId="917970209" sldId="279"/>
        </pc:sldMkLst>
        <pc:spChg chg="mod">
          <ac:chgData name="Rizwan Rashid" userId="S::rizwan.rashid@comsats.edu.pk::12b6bffb-8fd7-410a-bd1e-f473b901c3a4" providerId="AD" clId="Web-{76F29E95-FFFC-A866-A8F9-B22F28778647}" dt="2023-04-07T20:12:01.582" v="420" actId="20577"/>
          <ac:spMkLst>
            <pc:docMk/>
            <pc:sldMk cId="917970209" sldId="279"/>
            <ac:spMk id="2" creationId="{22AA1EB0-3B2A-32E2-D0D1-D7AEDB3DFB92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18.925" v="416"/>
          <ac:spMkLst>
            <pc:docMk/>
            <pc:sldMk cId="917970209" sldId="279"/>
            <ac:spMk id="3" creationId="{1109C2C2-20D4-5B60-DBEF-DC8BF8DBF7DB}"/>
          </ac:spMkLst>
        </pc:spChg>
      </pc:sldChg>
      <pc:sldChg chg="del">
        <pc:chgData name="Rizwan Rashid" userId="S::rizwan.rashid@comsats.edu.pk::12b6bffb-8fd7-410a-bd1e-f473b901c3a4" providerId="AD" clId="Web-{76F29E95-FFFC-A866-A8F9-B22F28778647}" dt="2023-04-07T19:37:15.232" v="14"/>
        <pc:sldMkLst>
          <pc:docMk/>
          <pc:sldMk cId="3841986795" sldId="279"/>
        </pc:sldMkLst>
      </pc:sldChg>
      <pc:sldChg chg="addSp delSp modSp add">
        <pc:chgData name="Rizwan Rashid" userId="S::rizwan.rashid@comsats.edu.pk::12b6bffb-8fd7-410a-bd1e-f473b901c3a4" providerId="AD" clId="Web-{76F29E95-FFFC-A866-A8F9-B22F28778647}" dt="2023-04-07T20:12:14.552" v="426" actId="14100"/>
        <pc:sldMkLst>
          <pc:docMk/>
          <pc:sldMk cId="2774530384" sldId="280"/>
        </pc:sldMkLst>
        <pc:spChg chg="add mod">
          <ac:chgData name="Rizwan Rashid" userId="S::rizwan.rashid@comsats.edu.pk::12b6bffb-8fd7-410a-bd1e-f473b901c3a4" providerId="AD" clId="Web-{76F29E95-FFFC-A866-A8F9-B22F28778647}" dt="2023-04-07T20:12:08.161" v="423" actId="20577"/>
          <ac:spMkLst>
            <pc:docMk/>
            <pc:sldMk cId="2774530384" sldId="280"/>
            <ac:spMk id="3" creationId="{E04742AC-F76E-26E0-060D-EFB82895DD2A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11:52.863" v="418"/>
          <ac:spMkLst>
            <pc:docMk/>
            <pc:sldMk cId="2774530384" sldId="280"/>
            <ac:spMk id="941058" creationId="{31086CEA-A01D-D519-440A-96DF74A639C2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12:14.552" v="426" actId="14100"/>
          <ac:graphicFrameMkLst>
            <pc:docMk/>
            <pc:sldMk cId="2774530384" sldId="280"/>
            <ac:graphicFrameMk id="21507" creationId="{3803B7A9-A394-D15F-E5D9-7A904FCE097C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2"/>
        <pc:sldMkLst>
          <pc:docMk/>
          <pc:sldMk cId="3942880366" sldId="280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1"/>
        <pc:sldMkLst>
          <pc:docMk/>
          <pc:sldMk cId="1283913959" sldId="281"/>
        </pc:sldMkLst>
      </pc:sldChg>
      <pc:sldChg chg="new">
        <pc:chgData name="Rizwan Rashid" userId="S::rizwan.rashid@comsats.edu.pk::12b6bffb-8fd7-410a-bd1e-f473b901c3a4" providerId="AD" clId="Web-{76F29E95-FFFC-A866-A8F9-B22F28778647}" dt="2023-04-07T20:36:34.088" v="428"/>
        <pc:sldMkLst>
          <pc:docMk/>
          <pc:sldMk cId="2712783076" sldId="281"/>
        </pc:sldMkLst>
      </pc:sldChg>
      <pc:sldChg chg="delSp modSp add">
        <pc:chgData name="Rizwan Rashid" userId="S::rizwan.rashid@comsats.edu.pk::12b6bffb-8fd7-410a-bd1e-f473b901c3a4" providerId="AD" clId="Web-{76F29E95-FFFC-A866-A8F9-B22F28778647}" dt="2023-04-07T20:37:34.793" v="439" actId="14100"/>
        <pc:sldMkLst>
          <pc:docMk/>
          <pc:sldMk cId="2554451700" sldId="282"/>
        </pc:sldMkLst>
        <pc:spChg chg="del">
          <ac:chgData name="Rizwan Rashid" userId="S::rizwan.rashid@comsats.edu.pk::12b6bffb-8fd7-410a-bd1e-f473b901c3a4" providerId="AD" clId="Web-{76F29E95-FFFC-A866-A8F9-B22F28778647}" dt="2023-04-07T20:37:04.229" v="432"/>
          <ac:spMkLst>
            <pc:docMk/>
            <pc:sldMk cId="2554451700" sldId="282"/>
            <ac:spMk id="27653" creationId="{8898CA80-C74F-4FE5-3BBF-0503CE24F2CB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5.261" v="433"/>
          <ac:spMkLst>
            <pc:docMk/>
            <pc:sldMk cId="2554451700" sldId="282"/>
            <ac:spMk id="27654" creationId="{77314121-68A0-3D11-C058-FA531FFAA88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6.011" v="434"/>
          <ac:spMkLst>
            <pc:docMk/>
            <pc:sldMk cId="2554451700" sldId="282"/>
            <ac:spMk id="27655" creationId="{86FFFE4A-D8B2-00EB-CE3C-FBB62C37E263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7.886" v="435"/>
          <ac:spMkLst>
            <pc:docMk/>
            <pc:sldMk cId="2554451700" sldId="282"/>
            <ac:spMk id="27656" creationId="{BB62394E-E8C0-FCB0-60B0-3B9C82AF4F41}"/>
          </ac:spMkLst>
        </pc:spChg>
        <pc:spChg chg="del">
          <ac:chgData name="Rizwan Rashid" userId="S::rizwan.rashid@comsats.edu.pk::12b6bffb-8fd7-410a-bd1e-f473b901c3a4" providerId="AD" clId="Web-{76F29E95-FFFC-A866-A8F9-B22F28778647}" dt="2023-04-07T20:37:09.573" v="436"/>
          <ac:spMkLst>
            <pc:docMk/>
            <pc:sldMk cId="2554451700" sldId="282"/>
            <ac:spMk id="27657" creationId="{A57D361B-6EC4-EB7B-C59D-BDF2B377BB54}"/>
          </ac:spMkLst>
        </pc:spChg>
        <pc:graphicFrameChg chg="mod">
          <ac:chgData name="Rizwan Rashid" userId="S::rizwan.rashid@comsats.edu.pk::12b6bffb-8fd7-410a-bd1e-f473b901c3a4" providerId="AD" clId="Web-{76F29E95-FFFC-A866-A8F9-B22F28778647}" dt="2023-04-07T20:37:34.793" v="439" actId="14100"/>
          <ac:graphicFrameMkLst>
            <pc:docMk/>
            <pc:sldMk cId="2554451700" sldId="282"/>
            <ac:graphicFrameMk id="27659" creationId="{8DA25550-81AF-5AA8-E475-A4AE693F5085}"/>
          </ac:graphicFrameMkLst>
        </pc:graphicFrameChg>
      </pc:sldChg>
      <pc:sldChg chg="del">
        <pc:chgData name="Rizwan Rashid" userId="S::rizwan.rashid@comsats.edu.pk::12b6bffb-8fd7-410a-bd1e-f473b901c3a4" providerId="AD" clId="Web-{76F29E95-FFFC-A866-A8F9-B22F28778647}" dt="2023-04-07T19:37:15.232" v="10"/>
        <pc:sldMkLst>
          <pc:docMk/>
          <pc:sldMk cId="2601961741" sldId="282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32" v="13"/>
        <pc:sldMkLst>
          <pc:docMk/>
          <pc:sldMk cId="3094194458" sldId="283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9"/>
        <pc:sldMkLst>
          <pc:docMk/>
          <pc:sldMk cId="3789719861" sldId="284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8"/>
        <pc:sldMkLst>
          <pc:docMk/>
          <pc:sldMk cId="1828009872" sldId="285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7"/>
        <pc:sldMkLst>
          <pc:docMk/>
          <pc:sldMk cId="1975213770" sldId="286"/>
        </pc:sldMkLst>
      </pc:sldChg>
      <pc:sldChg chg="del">
        <pc:chgData name="Rizwan Rashid" userId="S::rizwan.rashid@comsats.edu.pk::12b6bffb-8fd7-410a-bd1e-f473b901c3a4" providerId="AD" clId="Web-{76F29E95-FFFC-A866-A8F9-B22F28778647}" dt="2023-04-07T19:37:15.216" v="6"/>
        <pc:sldMkLst>
          <pc:docMk/>
          <pc:sldMk cId="3574240524" sldId="287"/>
        </pc:sldMkLst>
      </pc:sldChg>
    </pc:docChg>
  </pc:docChgLst>
  <pc:docChgLst>
    <pc:chgData name="Rizwan Rashid" userId="S::rizwan.rashid@comsats.edu.pk::12b6bffb-8fd7-410a-bd1e-f473b901c3a4" providerId="AD" clId="Web-{63DC8344-F2CB-674E-BC98-FB0E350E4847}"/>
    <pc:docChg chg="delSld modSld">
      <pc:chgData name="Rizwan Rashid" userId="S::rizwan.rashid@comsats.edu.pk::12b6bffb-8fd7-410a-bd1e-f473b901c3a4" providerId="AD" clId="Web-{63DC8344-F2CB-674E-BC98-FB0E350E4847}" dt="2023-02-26T15:21:13.005" v="2" actId="20577"/>
      <pc:docMkLst>
        <pc:docMk/>
      </pc:docMkLst>
      <pc:sldChg chg="del">
        <pc:chgData name="Rizwan Rashid" userId="S::rizwan.rashid@comsats.edu.pk::12b6bffb-8fd7-410a-bd1e-f473b901c3a4" providerId="AD" clId="Web-{63DC8344-F2CB-674E-BC98-FB0E350E4847}" dt="2023-02-26T15:21:03.551" v="0"/>
        <pc:sldMkLst>
          <pc:docMk/>
          <pc:sldMk cId="2313877662" sldId="305"/>
        </pc:sldMkLst>
      </pc:sldChg>
      <pc:sldChg chg="modSp">
        <pc:chgData name="Rizwan Rashid" userId="S::rizwan.rashid@comsats.edu.pk::12b6bffb-8fd7-410a-bd1e-f473b901c3a4" providerId="AD" clId="Web-{63DC8344-F2CB-674E-BC98-FB0E350E4847}" dt="2023-02-26T15:21:13.005" v="2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63DC8344-F2CB-674E-BC98-FB0E350E4847}" dt="2023-02-26T15:21:13.005" v="2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S::rizwan.rashid@comsats.edu.pk::12b6bffb-8fd7-410a-bd1e-f473b901c3a4" providerId="AD" clId="Web-{428A155C-0F8F-464B-ACEA-FC72D3167498}"/>
    <pc:docChg chg="addSld delSld modSld addMainMaster delMainMaster modMainMaster">
      <pc:chgData name="Rizwan Rashid" userId="S::rizwan.rashid@comsats.edu.pk::12b6bffb-8fd7-410a-bd1e-f473b901c3a4" providerId="AD" clId="Web-{428A155C-0F8F-464B-ACEA-FC72D3167498}" dt="2023-02-26T13:19:48.156" v="175"/>
      <pc:docMkLst>
        <pc:docMk/>
      </pc:docMkLst>
      <pc:sldChg chg="addSp delSp modSp del mod setBg modClrScheme addAnim delAnim chgLayout">
        <pc:chgData name="Rizwan Rashid" userId="S::rizwan.rashid@comsats.edu.pk::12b6bffb-8fd7-410a-bd1e-f473b901c3a4" providerId="AD" clId="Web-{428A155C-0F8F-464B-ACEA-FC72D3167498}" dt="2023-02-26T09:01:31.299" v="31"/>
        <pc:sldMkLst>
          <pc:docMk/>
          <pc:sldMk cId="109857222" sldId="256"/>
        </pc:sldMkLst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9" creationId="{FDE3B669-D0C6-43C4-9D0E-ED152B12DA46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1" creationId="{DF3EB82E-2C98-4DF3-A47D-8C0E5CEBBDE9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3" creationId="{4D169092-DCBB-417F-A67D-ADE032800617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21.891" v="24"/>
          <ac:spMkLst>
            <pc:docMk/>
            <pc:sldMk cId="109857222" sldId="256"/>
            <ac:spMk id="15" creationId="{C6D1572E-35F2-4C21-AA69-B57A24824991}"/>
          </ac:spMkLst>
        </pc:spChg>
        <pc:spChg chg="add del">
          <ac:chgData name="Rizwan Rashid" userId="S::rizwan.rashid@comsats.edu.pk::12b6bffb-8fd7-410a-bd1e-f473b901c3a4" providerId="AD" clId="Web-{428A155C-0F8F-464B-ACEA-FC72D3167498}" dt="2023-02-26T09:00:47.314" v="30"/>
          <ac:spMkLst>
            <pc:docMk/>
            <pc:sldMk cId="109857222" sldId="256"/>
            <ac:spMk id="17" creationId="{9B37791B-B040-4694-BFDC-8DD132D86E8E}"/>
          </ac:spMkLst>
        </pc:spChg>
        <pc:grpChg chg="add del">
          <ac:chgData name="Rizwan Rashid" userId="S::rizwan.rashid@comsats.edu.pk::12b6bffb-8fd7-410a-bd1e-f473b901c3a4" providerId="AD" clId="Web-{428A155C-0F8F-464B-ACEA-FC72D3167498}" dt="2023-02-26T09:00:47.314" v="30"/>
          <ac:grpSpMkLst>
            <pc:docMk/>
            <pc:sldMk cId="109857222" sldId="256"/>
            <ac:grpSpMk id="19" creationId="{A7900967-84CA-47B4-9F1C-E787BAC1496A}"/>
          </ac:grpSpMkLst>
        </pc:grpChg>
        <pc:picChg chg="add del">
          <ac:chgData name="Rizwan Rashid" userId="S::rizwan.rashid@comsats.edu.pk::12b6bffb-8fd7-410a-bd1e-f473b901c3a4" providerId="AD" clId="Web-{428A155C-0F8F-464B-ACEA-FC72D3167498}" dt="2023-02-26T09:00:21.891" v="24"/>
          <ac:picMkLst>
            <pc:docMk/>
            <pc:sldMk cId="109857222" sldId="256"/>
            <ac:picMk id="4" creationId="{474E665C-E602-10E4-8BBA-B4C7E068DED6}"/>
          </ac:picMkLst>
        </pc:picChg>
        <pc:picChg chg="add del">
          <ac:chgData name="Rizwan Rashid" userId="S::rizwan.rashid@comsats.edu.pk::12b6bffb-8fd7-410a-bd1e-f473b901c3a4" providerId="AD" clId="Web-{428A155C-0F8F-464B-ACEA-FC72D3167498}" dt="2023-02-26T09:00:47.314" v="30"/>
          <ac:picMkLst>
            <pc:docMk/>
            <pc:sldMk cId="109857222" sldId="256"/>
            <ac:picMk id="18" creationId="{DBE254A3-DD34-B185-5C0D-66D8F27B6947}"/>
          </ac:picMkLst>
        </pc:picChg>
      </pc:sldChg>
      <pc:sldChg chg="add del">
        <pc:chgData name="Rizwan Rashid" userId="S::rizwan.rashid@comsats.edu.pk::12b6bffb-8fd7-410a-bd1e-f473b901c3a4" providerId="AD" clId="Web-{428A155C-0F8F-464B-ACEA-FC72D3167498}" dt="2023-02-26T09:02:03.940" v="52"/>
        <pc:sldMkLst>
          <pc:docMk/>
          <pc:sldMk cId="3427086122" sldId="25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3"/>
        <pc:sldMkLst>
          <pc:docMk/>
          <pc:sldMk cId="381604689" sldId="25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4"/>
        <pc:sldMkLst>
          <pc:docMk/>
          <pc:sldMk cId="4289819878" sldId="25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5"/>
        <pc:sldMkLst>
          <pc:docMk/>
          <pc:sldMk cId="2150935657" sldId="25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6"/>
        <pc:sldMkLst>
          <pc:docMk/>
          <pc:sldMk cId="1315522726" sldId="26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7"/>
        <pc:sldMkLst>
          <pc:docMk/>
          <pc:sldMk cId="866884974" sldId="26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8"/>
        <pc:sldMkLst>
          <pc:docMk/>
          <pc:sldMk cId="3964013923" sldId="26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59"/>
        <pc:sldMkLst>
          <pc:docMk/>
          <pc:sldMk cId="1907603209" sldId="26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40" v="60"/>
        <pc:sldMkLst>
          <pc:docMk/>
          <pc:sldMk cId="969457100" sldId="264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1"/>
        <pc:sldMkLst>
          <pc:docMk/>
          <pc:sldMk cId="2057200506" sldId="265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2"/>
        <pc:sldMkLst>
          <pc:docMk/>
          <pc:sldMk cId="1491540757" sldId="266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3"/>
        <pc:sldMkLst>
          <pc:docMk/>
          <pc:sldMk cId="841362093" sldId="267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4"/>
        <pc:sldMkLst>
          <pc:docMk/>
          <pc:sldMk cId="2144357339" sldId="268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5"/>
        <pc:sldMkLst>
          <pc:docMk/>
          <pc:sldMk cId="503804510" sldId="269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6"/>
        <pc:sldMkLst>
          <pc:docMk/>
          <pc:sldMk cId="182253873" sldId="270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7"/>
        <pc:sldMkLst>
          <pc:docMk/>
          <pc:sldMk cId="3615528794" sldId="271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8"/>
        <pc:sldMkLst>
          <pc:docMk/>
          <pc:sldMk cId="1334799637" sldId="272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69"/>
        <pc:sldMkLst>
          <pc:docMk/>
          <pc:sldMk cId="3762849016" sldId="273"/>
        </pc:sldMkLst>
      </pc:sldChg>
      <pc:sldChg chg="add del">
        <pc:chgData name="Rizwan Rashid" userId="S::rizwan.rashid@comsats.edu.pk::12b6bffb-8fd7-410a-bd1e-f473b901c3a4" providerId="AD" clId="Web-{428A155C-0F8F-464B-ACEA-FC72D3167498}" dt="2023-02-26T09:02:03.956" v="70"/>
        <pc:sldMkLst>
          <pc:docMk/>
          <pc:sldMk cId="1740302303" sldId="274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02:42.473" v="84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428A155C-0F8F-464B-ACEA-FC72D3167498}" dt="2023-02-26T09:02:42.473" v="8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428A155C-0F8F-464B-ACEA-FC72D3167498}" dt="2023-02-26T09:02:11.800" v="7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428A155C-0F8F-464B-ACEA-FC72D3167498}" dt="2023-02-26T10:09:46.153" v="131"/>
        <pc:sldMkLst>
          <pc:docMk/>
          <pc:sldMk cId="4012559335" sldId="276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32" v="86"/>
        <pc:sldMkLst>
          <pc:docMk/>
          <pc:sldMk cId="1764550574" sldId="277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894" v="87"/>
        <pc:sldMkLst>
          <pc:docMk/>
          <pc:sldMk cId="265050139" sldId="27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8.941" v="88"/>
        <pc:sldMkLst>
          <pc:docMk/>
          <pc:sldMk cId="4122765759" sldId="27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19" v="89"/>
        <pc:sldMkLst>
          <pc:docMk/>
          <pc:sldMk cId="1736788800" sldId="28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066" v="90"/>
        <pc:sldMkLst>
          <pc:docMk/>
          <pc:sldMk cId="1271110865" sldId="28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28" v="91"/>
        <pc:sldMkLst>
          <pc:docMk/>
          <pc:sldMk cId="466966198" sldId="282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191" v="92"/>
        <pc:sldMkLst>
          <pc:docMk/>
          <pc:sldMk cId="3431449325" sldId="283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269" v="93"/>
        <pc:sldMkLst>
          <pc:docMk/>
          <pc:sldMk cId="1257545278" sldId="284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332" v="94"/>
        <pc:sldMkLst>
          <pc:docMk/>
          <pc:sldMk cId="1566197747" sldId="285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7:06.947" v="130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428A155C-0F8F-464B-ACEA-FC72D3167498}" dt="2023-02-26T09:27:06.947" v="130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6:32.181" v="126" actId="14100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428A155C-0F8F-464B-ACEA-FC72D3167498}" dt="2023-02-26T09:26:32.181" v="126" actId="14100"/>
          <ac:spMkLst>
            <pc:docMk/>
            <pc:sldMk cId="1724956274" sldId="287"/>
            <ac:spMk id="94210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49.519" v="97"/>
        <pc:sldMkLst>
          <pc:docMk/>
          <pc:sldMk cId="1855495916" sldId="288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582" v="98"/>
        <pc:sldMkLst>
          <pc:docMk/>
          <pc:sldMk cId="451748010" sldId="289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644" v="99"/>
        <pc:sldMkLst>
          <pc:docMk/>
          <pc:sldMk cId="1760992607" sldId="290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738" v="100"/>
        <pc:sldMkLst>
          <pc:docMk/>
          <pc:sldMk cId="4097799513" sldId="291"/>
        </pc:sldMkLst>
      </pc:sldChg>
      <pc:sldChg chg="add">
        <pc:chgData name="Rizwan Rashid" userId="S::rizwan.rashid@comsats.edu.pk::12b6bffb-8fd7-410a-bd1e-f473b901c3a4" providerId="AD" clId="Web-{428A155C-0F8F-464B-ACEA-FC72D3167498}" dt="2023-02-26T09:19:49.816" v="101"/>
        <pc:sldMkLst>
          <pc:docMk/>
          <pc:sldMk cId="3289657998" sldId="292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3:43.065" v="120" actId="20577"/>
        <pc:sldMkLst>
          <pc:docMk/>
          <pc:sldMk cId="2028077673" sldId="293"/>
        </pc:sldMkLst>
        <pc:spChg chg="mod">
          <ac:chgData name="Rizwan Rashid" userId="S::rizwan.rashid@comsats.edu.pk::12b6bffb-8fd7-410a-bd1e-f473b901c3a4" providerId="AD" clId="Web-{428A155C-0F8F-464B-ACEA-FC72D3167498}" dt="2023-02-26T09:23:43.065" v="120" actId="20577"/>
          <ac:spMkLst>
            <pc:docMk/>
            <pc:sldMk cId="2028077673" sldId="293"/>
            <ac:spMk id="8192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30.391" v="115"/>
        <pc:sldMkLst>
          <pc:docMk/>
          <pc:sldMk cId="504409996" sldId="294"/>
        </pc:sldMkLst>
        <pc:spChg chg="mod">
          <ac:chgData name="Rizwan Rashid" userId="S::rizwan.rashid@comsats.edu.pk::12b6bffb-8fd7-410a-bd1e-f473b901c3a4" providerId="AD" clId="Web-{428A155C-0F8F-464B-ACEA-FC72D3167498}" dt="2023-02-26T09:22:30.391" v="115"/>
          <ac:spMkLst>
            <pc:docMk/>
            <pc:sldMk cId="504409996" sldId="294"/>
            <ac:spMk id="79874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2:01.139" v="113"/>
        <pc:sldMkLst>
          <pc:docMk/>
          <pc:sldMk cId="2830719269" sldId="295"/>
        </pc:sldMkLst>
        <pc:spChg chg="mod">
          <ac:chgData name="Rizwan Rashid" userId="S::rizwan.rashid@comsats.edu.pk::12b6bffb-8fd7-410a-bd1e-f473b901c3a4" providerId="AD" clId="Web-{428A155C-0F8F-464B-ACEA-FC72D3167498}" dt="2023-02-26T09:22:01.139" v="113"/>
          <ac:spMkLst>
            <pc:docMk/>
            <pc:sldMk cId="2830719269" sldId="295"/>
            <ac:spMk id="77826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09:19:50.019" v="105"/>
        <pc:sldMkLst>
          <pc:docMk/>
          <pc:sldMk cId="1347984950" sldId="296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09:20:48.193" v="112"/>
        <pc:sldMkLst>
          <pc:docMk/>
          <pc:sldMk cId="2899825618" sldId="297"/>
        </pc:sldMkLst>
        <pc:spChg chg="mod">
          <ac:chgData name="Rizwan Rashid" userId="S::rizwan.rashid@comsats.edu.pk::12b6bffb-8fd7-410a-bd1e-f473b901c3a4" providerId="AD" clId="Web-{428A155C-0F8F-464B-ACEA-FC72D3167498}" dt="2023-02-26T09:20:48.193" v="112"/>
          <ac:spMkLst>
            <pc:docMk/>
            <pc:sldMk cId="2899825618" sldId="297"/>
            <ac:spMk id="73730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43.584" v="111"/>
        <pc:sldMkLst>
          <pc:docMk/>
          <pc:sldMk cId="4032960252" sldId="298"/>
        </pc:sldMkLst>
        <pc:spChg chg="mod">
          <ac:chgData name="Rizwan Rashid" userId="S::rizwan.rashid@comsats.edu.pk::12b6bffb-8fd7-410a-bd1e-f473b901c3a4" providerId="AD" clId="Web-{428A155C-0F8F-464B-ACEA-FC72D3167498}" dt="2023-02-26T09:20:43.584" v="111"/>
          <ac:spMkLst>
            <pc:docMk/>
            <pc:sldMk cId="4032960252" sldId="298"/>
            <ac:spMk id="71682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428A155C-0F8F-464B-ACEA-FC72D3167498}" dt="2023-02-26T09:20:39.865" v="110"/>
        <pc:sldMkLst>
          <pc:docMk/>
          <pc:sldMk cId="3705881816" sldId="299"/>
        </pc:sldMkLst>
        <pc:spChg chg="mod">
          <ac:chgData name="Rizwan Rashid" userId="S::rizwan.rashid@comsats.edu.pk::12b6bffb-8fd7-410a-bd1e-f473b901c3a4" providerId="AD" clId="Web-{428A155C-0F8F-464B-ACEA-FC72D3167498}" dt="2023-02-26T09:20:39.865" v="110"/>
          <ac:spMkLst>
            <pc:docMk/>
            <pc:sldMk cId="3705881816" sldId="299"/>
            <ac:spMk id="69634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428A155C-0F8F-464B-ACEA-FC72D3167498}" dt="2023-02-26T13:14:19.164" v="132"/>
        <pc:sldMkLst>
          <pc:docMk/>
          <pc:sldMk cId="309736740" sldId="300"/>
        </pc:sldMkLst>
      </pc:sldChg>
      <pc:sldChg chg="modSp add">
        <pc:chgData name="Rizwan Rashid" userId="S::rizwan.rashid@comsats.edu.pk::12b6bffb-8fd7-410a-bd1e-f473b901c3a4" providerId="AD" clId="Web-{428A155C-0F8F-464B-ACEA-FC72D3167498}" dt="2023-02-26T13:19:32.609" v="174" actId="20577"/>
        <pc:sldMkLst>
          <pc:docMk/>
          <pc:sldMk cId="4283146656" sldId="301"/>
        </pc:sldMkLst>
        <pc:spChg chg="mod">
          <ac:chgData name="Rizwan Rashid" userId="S::rizwan.rashid@comsats.edu.pk::12b6bffb-8fd7-410a-bd1e-f473b901c3a4" providerId="AD" clId="Web-{428A155C-0F8F-464B-ACEA-FC72D3167498}" dt="2023-02-26T13:19:32.609" v="174" actId="20577"/>
          <ac:spMkLst>
            <pc:docMk/>
            <pc:sldMk cId="4283146656" sldId="301"/>
            <ac:spMk id="118786" creationId="{00000000-0000-0000-0000-000000000000}"/>
          </ac:spMkLst>
        </pc:spChg>
      </pc:sldChg>
      <pc:sldChg chg="addSp modSp add">
        <pc:chgData name="Rizwan Rashid" userId="S::rizwan.rashid@comsats.edu.pk::12b6bffb-8fd7-410a-bd1e-f473b901c3a4" providerId="AD" clId="Web-{428A155C-0F8F-464B-ACEA-FC72D3167498}" dt="2023-02-26T13:18:42.827" v="168"/>
        <pc:sldMkLst>
          <pc:docMk/>
          <pc:sldMk cId="1632256336" sldId="302"/>
        </pc:sldMkLst>
        <pc:spChg chg="add mod">
          <ac:chgData name="Rizwan Rashid" userId="S::rizwan.rashid@comsats.edu.pk::12b6bffb-8fd7-410a-bd1e-f473b901c3a4" providerId="AD" clId="Web-{428A155C-0F8F-464B-ACEA-FC72D3167498}" dt="2023-02-26T13:18:18.060" v="167" actId="20577"/>
          <ac:spMkLst>
            <pc:docMk/>
            <pc:sldMk cId="1632256336" sldId="302"/>
            <ac:spMk id="2" creationId="{B5C2C85C-8CDE-99F0-CA7A-F6D6A5B9A86F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7:24.856" v="160" actId="1076"/>
          <ac:spMkLst>
            <pc:docMk/>
            <pc:sldMk cId="1632256336" sldId="302"/>
            <ac:spMk id="3" creationId="{49C6E205-86F7-CA66-6E8E-196D7EA70A4E}"/>
          </ac:spMkLst>
        </pc:spChg>
        <pc:spChg chg="add mod">
          <ac:chgData name="Rizwan Rashid" userId="S::rizwan.rashid@comsats.edu.pk::12b6bffb-8fd7-410a-bd1e-f473b901c3a4" providerId="AD" clId="Web-{428A155C-0F8F-464B-ACEA-FC72D3167498}" dt="2023-02-26T13:18:07.076" v="166" actId="1076"/>
          <ac:spMkLst>
            <pc:docMk/>
            <pc:sldMk cId="1632256336" sldId="302"/>
            <ac:spMk id="4" creationId="{F1E75B28-44C0-DF2A-4212-1BE49F5FDB5B}"/>
          </ac:spMkLst>
        </pc:spChg>
        <pc:grpChg chg="add">
          <ac:chgData name="Rizwan Rashid" userId="S::rizwan.rashid@comsats.edu.pk::12b6bffb-8fd7-410a-bd1e-f473b901c3a4" providerId="AD" clId="Web-{428A155C-0F8F-464B-ACEA-FC72D3167498}" dt="2023-02-26T13:18:42.827" v="168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new">
        <pc:chgData name="Rizwan Rashid" userId="S::rizwan.rashid@comsats.edu.pk::12b6bffb-8fd7-410a-bd1e-f473b901c3a4" providerId="AD" clId="Web-{428A155C-0F8F-464B-ACEA-FC72D3167498}" dt="2023-02-26T13:19:48.156" v="175"/>
        <pc:sldMkLst>
          <pc:docMk/>
          <pc:sldMk cId="396960561" sldId="303"/>
        </pc:sldMkLst>
      </pc:sldChg>
      <pc:sldMasterChg chg="add ad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0" sldId="2147483648"/>
        </pc:sldMasterMkLst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01:33.737" v="32"/>
        <pc:sldMasterMkLst>
          <pc:docMk/>
          <pc:sldMasterMk cId="0" sldId="2147483671"/>
        </pc:sldMasterMkLst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6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0" sldId="2147483671"/>
            <pc:sldLayoutMk cId="0" sldId="2147483670"/>
          </pc:sldLayoutMkLst>
        </pc:sldLayoutChg>
      </pc:sldMasterChg>
      <pc:sldMasterChg chg="add del replId addSldLayout delSldLayout">
        <pc:chgData name="Rizwan Rashid" userId="S::rizwan.rashid@comsats.edu.pk::12b6bffb-8fd7-410a-bd1e-f473b901c3a4" providerId="AD" clId="Web-{428A155C-0F8F-464B-ACEA-FC72D3167498}" dt="2023-02-26T09:00:21.891" v="24"/>
        <pc:sldMasterMkLst>
          <pc:docMk/>
          <pc:sldMasterMk cId="492981417" sldId="2147483672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821321726" sldId="214748367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360877154" sldId="2147483674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977103444" sldId="214748367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034889359" sldId="214748367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673447054" sldId="214748367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65588820" sldId="214748367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812003225" sldId="214748367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2088760946" sldId="214748368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903927942" sldId="214748368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1869354826" sldId="214748368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0:21.891" v="24"/>
          <pc:sldLayoutMkLst>
            <pc:docMk/>
            <pc:sldMasterMk cId="492981417" sldId="2147483672"/>
            <pc:sldLayoutMk cId="3312577658" sldId="2147483683"/>
          </pc:sldLayoutMkLst>
        </pc:sldLayoutChg>
      </pc:sldMasterChg>
      <pc:sldMasterChg chg="add del replId addSldLayout delSldLayout modSldLayout">
        <pc:chgData name="Rizwan Rashid" userId="S::rizwan.rashid@comsats.edu.pk::12b6bffb-8fd7-410a-bd1e-f473b901c3a4" providerId="AD" clId="Web-{428A155C-0F8F-464B-ACEA-FC72D3167498}" dt="2023-02-26T09:01:34.299" v="42"/>
        <pc:sldMasterMkLst>
          <pc:docMk/>
          <pc:sldMasterMk cId="2460954070" sldId="2147483684"/>
        </pc:sldMasterMkLst>
        <pc:sldLayoutChg chg="add del replId">
          <pc:chgData name="Rizwan Rashid" userId="S::rizwan.rashid@comsats.edu.pk::12b6bffb-8fd7-410a-bd1e-f473b901c3a4" providerId="AD" clId="Web-{428A155C-0F8F-464B-ACEA-FC72D3167498}" dt="2023-02-26T09:01:33.737" v="32"/>
          <pc:sldLayoutMkLst>
            <pc:docMk/>
            <pc:sldMasterMk cId="2460954070" sldId="2147483684"/>
            <pc:sldLayoutMk cId="3479445657" sldId="214748367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385387890" sldId="2147483685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949138452" sldId="2147483686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591524520" sldId="2147483687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203092039" sldId="2147483688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733172339" sldId="2147483689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210312558" sldId="2147483690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46388984" sldId="2147483691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3171841454" sldId="2147483692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1718958274" sldId="2147483693"/>
          </pc:sldLayoutMkLst>
        </pc:sldLayoutChg>
        <pc:sldLayoutChg chg="add del replId">
          <pc:chgData name="Rizwan Rashid" userId="S::rizwan.rashid@comsats.edu.pk::12b6bffb-8fd7-410a-bd1e-f473b901c3a4" providerId="AD" clId="Web-{428A155C-0F8F-464B-ACEA-FC72D3167498}" dt="2023-02-26T09:01:34.299" v="42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add addSldLayout">
        <pc:chgData name="Rizwan Rashid" userId="S::rizwan.rashid@comsats.edu.pk::12b6bffb-8fd7-410a-bd1e-f473b901c3a4" providerId="AD" clId="Web-{428A155C-0F8F-464B-ACEA-FC72D3167498}" dt="2023-02-26T09:19:48.738" v="85"/>
        <pc:sldMasterMkLst>
          <pc:docMk/>
          <pc:sldMasterMk cId="0" sldId="2147483695"/>
        </pc:sldMasterMkLst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6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7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8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699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0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1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2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3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4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5"/>
          </pc:sldLayoutMkLst>
        </pc:sldLayoutChg>
        <pc:sldLayoutChg chg="add">
          <pc:chgData name="Rizwan Rashid" userId="S::rizwan.rashid@comsats.edu.pk::12b6bffb-8fd7-410a-bd1e-f473b901c3a4" providerId="AD" clId="Web-{428A155C-0F8F-464B-ACEA-FC72D3167498}" dt="2023-02-26T09:19:48.738" v="85"/>
          <pc:sldLayoutMkLst>
            <pc:docMk/>
            <pc:sldMasterMk cId="0" sldId="2147483695"/>
            <pc:sldLayoutMk cId="0" sldId="2147483706"/>
          </pc:sldLayoutMkLst>
        </pc:sldLayoutChg>
      </pc:sldMasterChg>
      <pc:sldMasterChg chg="add del addSldLayout delSldLayout">
        <pc:chgData name="Rizwan Rashid" userId="S::rizwan.rashid@comsats.edu.pk::12b6bffb-8fd7-410a-bd1e-f473b901c3a4" providerId="AD" clId="Web-{428A155C-0F8F-464B-ACEA-FC72D3167498}" dt="2023-02-26T09:00:47.314" v="30"/>
        <pc:sldMasterMkLst>
          <pc:docMk/>
          <pc:sldMasterMk cId="1427635479" sldId="2147483698"/>
        </pc:sldMasterMkLst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39021965" sldId="2147483687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880377355" sldId="2147483688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768800860" sldId="2147483689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807308283" sldId="2147483690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55833500" sldId="2147483691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730179457" sldId="2147483692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1411128663" sldId="2147483693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316483616" sldId="2147483694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431143279" sldId="2147483695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3435311922" sldId="2147483696"/>
          </pc:sldLayoutMkLst>
        </pc:sldLayoutChg>
        <pc:sldLayoutChg chg="add del">
          <pc:chgData name="Rizwan Rashid" userId="S::rizwan.rashid@comsats.edu.pk::12b6bffb-8fd7-410a-bd1e-f473b901c3a4" providerId="AD" clId="Web-{428A155C-0F8F-464B-ACEA-FC72D3167498}" dt="2023-02-26T09:00:47.314" v="30"/>
          <pc:sldLayoutMkLst>
            <pc:docMk/>
            <pc:sldMasterMk cId="1427635479" sldId="2147483698"/>
            <pc:sldLayoutMk cId="2073617085" sldId="2147483697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F58161AF-0477-C02D-62CF-6715F93359DA}"/>
    <pc:docChg chg="addSld">
      <pc:chgData name="Rizwan Rashid" userId="S::rizwan.rashid@comsats.edu.pk::12b6bffb-8fd7-410a-bd1e-f473b901c3a4" providerId="AD" clId="Web-{F58161AF-0477-C02D-62CF-6715F93359DA}" dt="2023-12-03T17:36:40.824" v="0"/>
      <pc:docMkLst>
        <pc:docMk/>
      </pc:docMkLst>
      <pc:sldChg chg="new">
        <pc:chgData name="Rizwan Rashid" userId="S::rizwan.rashid@comsats.edu.pk::12b6bffb-8fd7-410a-bd1e-f473b901c3a4" providerId="AD" clId="Web-{F58161AF-0477-C02D-62CF-6715F93359DA}" dt="2023-12-03T17:36:40.824" v="0"/>
        <pc:sldMkLst>
          <pc:docMk/>
          <pc:sldMk cId="982031622" sldId="276"/>
        </pc:sldMkLst>
      </pc:sldChg>
    </pc:docChg>
  </pc:docChgLst>
  <pc:docChgLst>
    <pc:chgData name="Rizwan Rashid" userId="12b6bffb-8fd7-410a-bd1e-f473b901c3a4" providerId="ADAL" clId="{977FC3FF-5A63-4908-9759-237395E64471}"/>
    <pc:docChg chg="custSel modSld">
      <pc:chgData name="Rizwan Rashid" userId="12b6bffb-8fd7-410a-bd1e-f473b901c3a4" providerId="ADAL" clId="{977FC3FF-5A63-4908-9759-237395E64471}" dt="2023-03-10T08:39:49.221" v="3" actId="27636"/>
      <pc:docMkLst>
        <pc:docMk/>
      </pc:docMkLst>
      <pc:sldChg chg="modSp mod">
        <pc:chgData name="Rizwan Rashid" userId="12b6bffb-8fd7-410a-bd1e-f473b901c3a4" providerId="ADAL" clId="{977FC3FF-5A63-4908-9759-237395E64471}" dt="2023-03-10T08:38:44.244" v="1" actId="313"/>
        <pc:sldMkLst>
          <pc:docMk/>
          <pc:sldMk cId="1297377133" sldId="313"/>
        </pc:sldMkLst>
        <pc:spChg chg="mod">
          <ac:chgData name="Rizwan Rashid" userId="12b6bffb-8fd7-410a-bd1e-f473b901c3a4" providerId="ADAL" clId="{977FC3FF-5A63-4908-9759-237395E64471}" dt="2023-03-10T08:38:44.244" v="1" actId="313"/>
          <ac:spMkLst>
            <pc:docMk/>
            <pc:sldMk cId="1297377133" sldId="313"/>
            <ac:spMk id="14" creationId="{DED7730D-EE35-B259-7C50-DBAE7E70D31D}"/>
          </ac:spMkLst>
        </pc:spChg>
      </pc:sldChg>
      <pc:sldChg chg="modSp mod">
        <pc:chgData name="Rizwan Rashid" userId="12b6bffb-8fd7-410a-bd1e-f473b901c3a4" providerId="ADAL" clId="{977FC3FF-5A63-4908-9759-237395E64471}" dt="2023-03-10T08:39:49.221" v="3" actId="27636"/>
        <pc:sldMkLst>
          <pc:docMk/>
          <pc:sldMk cId="670954015" sldId="314"/>
        </pc:sldMkLst>
        <pc:spChg chg="mod">
          <ac:chgData name="Rizwan Rashid" userId="12b6bffb-8fd7-410a-bd1e-f473b901c3a4" providerId="ADAL" clId="{977FC3FF-5A63-4908-9759-237395E64471}" dt="2023-03-10T08:39:49.221" v="3" actId="27636"/>
          <ac:spMkLst>
            <pc:docMk/>
            <pc:sldMk cId="670954015" sldId="314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11546615-7687-B620-C47F-021F23C225A4}"/>
    <pc:docChg chg="addSld modSld">
      <pc:chgData name="Rizwan Rashid" userId="S::rizwan.rashid@comsats.edu.pk::12b6bffb-8fd7-410a-bd1e-f473b901c3a4" providerId="AD" clId="Web-{11546615-7687-B620-C47F-021F23C225A4}" dt="2023-02-26T15:08:53.833" v="79" actId="20577"/>
      <pc:docMkLst>
        <pc:docMk/>
      </pc:docMkLst>
      <pc:sldChg chg="new">
        <pc:chgData name="Rizwan Rashid" userId="S::rizwan.rashid@comsats.edu.pk::12b6bffb-8fd7-410a-bd1e-f473b901c3a4" providerId="AD" clId="Web-{11546615-7687-B620-C47F-021F23C225A4}" dt="2023-02-26T15:02:07.443" v="0"/>
        <pc:sldMkLst>
          <pc:docMk/>
          <pc:sldMk cId="2313877662" sldId="305"/>
        </pc:sldMkLst>
      </pc:sldChg>
      <pc:sldChg chg="addSp modSp new">
        <pc:chgData name="Rizwan Rashid" userId="S::rizwan.rashid@comsats.edu.pk::12b6bffb-8fd7-410a-bd1e-f473b901c3a4" providerId="AD" clId="Web-{11546615-7687-B620-C47F-021F23C225A4}" dt="2023-02-26T15:06:05.655" v="58" actId="1076"/>
        <pc:sldMkLst>
          <pc:docMk/>
          <pc:sldMk cId="1886531944" sldId="306"/>
        </pc:sldMkLst>
        <pc:spChg chg="mod">
          <ac:chgData name="Rizwan Rashid" userId="S::rizwan.rashid@comsats.edu.pk::12b6bffb-8fd7-410a-bd1e-f473b901c3a4" providerId="AD" clId="Web-{11546615-7687-B620-C47F-021F23C225A4}" dt="2023-02-26T15:02:54.741" v="5" actId="20577"/>
          <ac:spMkLst>
            <pc:docMk/>
            <pc:sldMk cId="1886531944" sldId="306"/>
            <ac:spMk id="2" creationId="{8AB4EC92-496F-4048-4F37-24E21EDFAF78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5:57.654" v="55" actId="20577"/>
          <ac:spMkLst>
            <pc:docMk/>
            <pc:sldMk cId="1886531944" sldId="306"/>
            <ac:spMk id="3" creationId="{8FCF2B46-0998-4CED-C6EC-C8AC3407C163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28.153" v="46" actId="1076"/>
          <ac:spMkLst>
            <pc:docMk/>
            <pc:sldMk cId="1886531944" sldId="306"/>
            <ac:spMk id="6" creationId="{57CA94A3-A454-4B80-919D-FF8D9B1C5BB4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5:33.982" v="47" actId="1076"/>
          <ac:spMkLst>
            <pc:docMk/>
            <pc:sldMk cId="1886531944" sldId="306"/>
            <ac:spMk id="7" creationId="{49D2B2F0-E716-5E2D-15D7-09675D369B97}"/>
          </ac:spMkLst>
        </pc:spChg>
        <pc:spChg chg="add mod">
          <ac:chgData name="Rizwan Rashid" userId="S::rizwan.rashid@comsats.edu.pk::12b6bffb-8fd7-410a-bd1e-f473b901c3a4" providerId="AD" clId="Web-{11546615-7687-B620-C47F-021F23C225A4}" dt="2023-02-26T15:06:05.655" v="58" actId="1076"/>
          <ac:spMkLst>
            <pc:docMk/>
            <pc:sldMk cId="1886531944" sldId="306"/>
            <ac:spMk id="8" creationId="{4AA818D0-58C7-A8FF-C9AA-1941D638C034}"/>
          </ac:spMkLst>
        </pc:spChg>
      </pc:sldChg>
      <pc:sldChg chg="modSp new">
        <pc:chgData name="Rizwan Rashid" userId="S::rizwan.rashid@comsats.edu.pk::12b6bffb-8fd7-410a-bd1e-f473b901c3a4" providerId="AD" clId="Web-{11546615-7687-B620-C47F-021F23C225A4}" dt="2023-02-26T15:08:53.833" v="79" actId="20577"/>
        <pc:sldMkLst>
          <pc:docMk/>
          <pc:sldMk cId="1561124475" sldId="307"/>
        </pc:sldMkLst>
        <pc:spChg chg="mod">
          <ac:chgData name="Rizwan Rashid" userId="S::rizwan.rashid@comsats.edu.pk::12b6bffb-8fd7-410a-bd1e-f473b901c3a4" providerId="AD" clId="Web-{11546615-7687-B620-C47F-021F23C225A4}" dt="2023-02-26T15:06:58.922" v="63" actId="20577"/>
          <ac:spMkLst>
            <pc:docMk/>
            <pc:sldMk cId="1561124475" sldId="307"/>
            <ac:spMk id="2" creationId="{F1B37B7D-118B-E61A-1A0F-B8D4DDBEAFE4}"/>
          </ac:spMkLst>
        </pc:spChg>
        <pc:spChg chg="mod">
          <ac:chgData name="Rizwan Rashid" userId="S::rizwan.rashid@comsats.edu.pk::12b6bffb-8fd7-410a-bd1e-f473b901c3a4" providerId="AD" clId="Web-{11546615-7687-B620-C47F-021F23C225A4}" dt="2023-02-26T15:08:53.833" v="79" actId="20577"/>
          <ac:spMkLst>
            <pc:docMk/>
            <pc:sldMk cId="1561124475" sldId="307"/>
            <ac:spMk id="3" creationId="{274ECC47-B470-C4D4-2792-520CF1A72723}"/>
          </ac:spMkLst>
        </pc:spChg>
      </pc:sldChg>
    </pc:docChg>
  </pc:docChgLst>
  <pc:docChgLst>
    <pc:chgData name="Rizwan Rashid" userId="S::rizwan.rashid@comsats.edu.pk::12b6bffb-8fd7-410a-bd1e-f473b901c3a4" providerId="AD" clId="Web-{30DE1357-0FBB-6918-318B-E5A8C71FF614}"/>
    <pc:docChg chg="addSld modSld">
      <pc:chgData name="Rizwan Rashid" userId="S::rizwan.rashid@comsats.edu.pk::12b6bffb-8fd7-410a-bd1e-f473b901c3a4" providerId="AD" clId="Web-{30DE1357-0FBB-6918-318B-E5A8C71FF614}" dt="2023-03-18T15:15:32.547" v="47" actId="14100"/>
      <pc:docMkLst>
        <pc:docMk/>
      </pc:docMkLst>
      <pc:sldChg chg="addSp delSp modSp new">
        <pc:chgData name="Rizwan Rashid" userId="S::rizwan.rashid@comsats.edu.pk::12b6bffb-8fd7-410a-bd1e-f473b901c3a4" providerId="AD" clId="Web-{30DE1357-0FBB-6918-318B-E5A8C71FF614}" dt="2023-03-18T15:10:12.240" v="18" actId="20577"/>
        <pc:sldMkLst>
          <pc:docMk/>
          <pc:sldMk cId="2835391841" sldId="289"/>
        </pc:sldMkLst>
        <pc:spChg chg="mod">
          <ac:chgData name="Rizwan Rashid" userId="S::rizwan.rashid@comsats.edu.pk::12b6bffb-8fd7-410a-bd1e-f473b901c3a4" providerId="AD" clId="Web-{30DE1357-0FBB-6918-318B-E5A8C71FF614}" dt="2023-03-18T15:10:12.240" v="18" actId="20577"/>
          <ac:spMkLst>
            <pc:docMk/>
            <pc:sldMk cId="2835391841" sldId="289"/>
            <ac:spMk id="2" creationId="{ADA347E5-4657-DFB2-FE7A-DBA63386727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08:45.144" v="1"/>
          <ac:spMkLst>
            <pc:docMk/>
            <pc:sldMk cId="2835391841" sldId="289"/>
            <ac:spMk id="3" creationId="{99EFF045-A258-1B70-4A9C-D25A91B721C9}"/>
          </ac:spMkLst>
        </pc:spChg>
        <pc:spChg chg="add del mod">
          <ac:chgData name="Rizwan Rashid" userId="S::rizwan.rashid@comsats.edu.pk::12b6bffb-8fd7-410a-bd1e-f473b901c3a4" providerId="AD" clId="Web-{30DE1357-0FBB-6918-318B-E5A8C71FF614}" dt="2023-03-18T15:08:54.598" v="5"/>
          <ac:spMkLst>
            <pc:docMk/>
            <pc:sldMk cId="2835391841" sldId="289"/>
            <ac:spMk id="5" creationId="{61EBA809-F2A0-54B7-AEA1-7519DBB94C86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0:00.506" v="13" actId="1076"/>
          <ac:picMkLst>
            <pc:docMk/>
            <pc:sldMk cId="2835391841" sldId="289"/>
            <ac:picMk id="6" creationId="{82B3899C-24E5-5043-DDF5-DD6745D7B0C5}"/>
          </ac:picMkLst>
        </pc:picChg>
      </pc:sldChg>
      <pc:sldChg chg="addSp delSp modSp new">
        <pc:chgData name="Rizwan Rashid" userId="S::rizwan.rashid@comsats.edu.pk::12b6bffb-8fd7-410a-bd1e-f473b901c3a4" providerId="AD" clId="Web-{30DE1357-0FBB-6918-318B-E5A8C71FF614}" dt="2023-03-18T15:11:59.900" v="37" actId="1076"/>
        <pc:sldMkLst>
          <pc:docMk/>
          <pc:sldMk cId="1541621828" sldId="290"/>
        </pc:sldMkLst>
        <pc:spChg chg="mod">
          <ac:chgData name="Rizwan Rashid" userId="S::rizwan.rashid@comsats.edu.pk::12b6bffb-8fd7-410a-bd1e-f473b901c3a4" providerId="AD" clId="Web-{30DE1357-0FBB-6918-318B-E5A8C71FF614}" dt="2023-03-18T15:11:37.915" v="27" actId="20577"/>
          <ac:spMkLst>
            <pc:docMk/>
            <pc:sldMk cId="1541621828" sldId="290"/>
            <ac:spMk id="2" creationId="{9DD047DC-91DE-761C-55A4-DD02FEA64641}"/>
          </ac:spMkLst>
        </pc:spChg>
        <pc:spChg chg="del">
          <ac:chgData name="Rizwan Rashid" userId="S::rizwan.rashid@comsats.edu.pk::12b6bffb-8fd7-410a-bd1e-f473b901c3a4" providerId="AD" clId="Web-{30DE1357-0FBB-6918-318B-E5A8C71FF614}" dt="2023-03-18T15:11:13.070" v="20"/>
          <ac:spMkLst>
            <pc:docMk/>
            <pc:sldMk cId="1541621828" sldId="290"/>
            <ac:spMk id="3" creationId="{9EE2F5FA-2735-1F44-390A-877202638342}"/>
          </ac:spMkLst>
        </pc:spChg>
        <pc:spChg chg="add mod">
          <ac:chgData name="Rizwan Rashid" userId="S::rizwan.rashid@comsats.edu.pk::12b6bffb-8fd7-410a-bd1e-f473b901c3a4" providerId="AD" clId="Web-{30DE1357-0FBB-6918-318B-E5A8C71FF614}" dt="2023-03-18T15:11:59.900" v="37" actId="1076"/>
          <ac:spMkLst>
            <pc:docMk/>
            <pc:sldMk cId="1541621828" sldId="290"/>
            <ac:spMk id="6" creationId="{FED467BA-EE6E-1CCE-5DF6-171DD12210DD}"/>
          </ac:spMkLst>
        </pc:spChg>
        <pc:picChg chg="add mod ord">
          <ac:chgData name="Rizwan Rashid" userId="S::rizwan.rashid@comsats.edu.pk::12b6bffb-8fd7-410a-bd1e-f473b901c3a4" providerId="AD" clId="Web-{30DE1357-0FBB-6918-318B-E5A8C71FF614}" dt="2023-03-18T15:11:18.492" v="22" actId="14100"/>
          <ac:picMkLst>
            <pc:docMk/>
            <pc:sldMk cId="1541621828" sldId="290"/>
            <ac:picMk id="5" creationId="{53D9A271-E666-51FE-8DD2-D2F015ED0F36}"/>
          </ac:picMkLst>
        </pc:picChg>
      </pc:sldChg>
      <pc:sldChg chg="addSp modSp new">
        <pc:chgData name="Rizwan Rashid" userId="S::rizwan.rashid@comsats.edu.pk::12b6bffb-8fd7-410a-bd1e-f473b901c3a4" providerId="AD" clId="Web-{30DE1357-0FBB-6918-318B-E5A8C71FF614}" dt="2023-03-18T15:15:32.547" v="47" actId="14100"/>
        <pc:sldMkLst>
          <pc:docMk/>
          <pc:sldMk cId="570939183" sldId="291"/>
        </pc:sldMkLst>
        <pc:spChg chg="mod">
          <ac:chgData name="Rizwan Rashid" userId="S::rizwan.rashid@comsats.edu.pk::12b6bffb-8fd7-410a-bd1e-f473b901c3a4" providerId="AD" clId="Web-{30DE1357-0FBB-6918-318B-E5A8C71FF614}" dt="2023-03-18T15:13:59.294" v="42" actId="20577"/>
          <ac:spMkLst>
            <pc:docMk/>
            <pc:sldMk cId="570939183" sldId="291"/>
            <ac:spMk id="2" creationId="{CFEB9F6A-A6B4-3E74-83AC-364686BD5123}"/>
          </ac:spMkLst>
        </pc:spChg>
        <pc:spChg chg="mod">
          <ac:chgData name="Rizwan Rashid" userId="S::rizwan.rashid@comsats.edu.pk::12b6bffb-8fd7-410a-bd1e-f473b901c3a4" providerId="AD" clId="Web-{30DE1357-0FBB-6918-318B-E5A8C71FF614}" dt="2023-03-18T15:13:56.294" v="41" actId="14100"/>
          <ac:spMkLst>
            <pc:docMk/>
            <pc:sldMk cId="570939183" sldId="291"/>
            <ac:spMk id="3" creationId="{505C8B93-A183-7163-9405-B3D7395C19FE}"/>
          </ac:spMkLst>
        </pc:spChg>
        <pc:picChg chg="add mod">
          <ac:chgData name="Rizwan Rashid" userId="S::rizwan.rashid@comsats.edu.pk::12b6bffb-8fd7-410a-bd1e-f473b901c3a4" providerId="AD" clId="Web-{30DE1357-0FBB-6918-318B-E5A8C71FF614}" dt="2023-03-18T15:15:32.547" v="47" actId="14100"/>
          <ac:picMkLst>
            <pc:docMk/>
            <pc:sldMk cId="570939183" sldId="291"/>
            <ac:picMk id="5" creationId="{D4E2395A-5090-6FA2-D94A-345C22A80DD5}"/>
          </ac:picMkLst>
        </pc:picChg>
      </pc:sldChg>
    </pc:docChg>
  </pc:docChgLst>
  <pc:docChgLst>
    <pc:chgData name="Rizwan Rashid" userId="12b6bffb-8fd7-410a-bd1e-f473b901c3a4" providerId="ADAL" clId="{4FDA428F-D320-4C35-94B5-F6DFE015717F}"/>
    <pc:docChg chg="undo custSel addSld delSld modSld delMainMaster">
      <pc:chgData name="Rizwan Rashid" userId="12b6bffb-8fd7-410a-bd1e-f473b901c3a4" providerId="ADAL" clId="{4FDA428F-D320-4C35-94B5-F6DFE015717F}" dt="2023-03-10T11:35:52.455" v="260" actId="108"/>
      <pc:docMkLst>
        <pc:docMk/>
      </pc:docMkLst>
      <pc:sldChg chg="modSp mod">
        <pc:chgData name="Rizwan Rashid" userId="12b6bffb-8fd7-410a-bd1e-f473b901c3a4" providerId="ADAL" clId="{4FDA428F-D320-4C35-94B5-F6DFE015717F}" dt="2023-03-10T09:13:50.234" v="14" actId="20577"/>
        <pc:sldMkLst>
          <pc:docMk/>
          <pc:sldMk cId="3759789600" sldId="275"/>
        </pc:sldMkLst>
        <pc:spChg chg="mod">
          <ac:chgData name="Rizwan Rashid" userId="12b6bffb-8fd7-410a-bd1e-f473b901c3a4" providerId="ADAL" clId="{4FDA428F-D320-4C35-94B5-F6DFE015717F}" dt="2023-03-10T09:13:50.234" v="14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12b6bffb-8fd7-410a-bd1e-f473b901c3a4" providerId="ADAL" clId="{4FDA428F-D320-4C35-94B5-F6DFE015717F}" dt="2023-03-10T09:13:45.703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modSp new mod modClrScheme chgLayout">
        <pc:chgData name="Rizwan Rashid" userId="12b6bffb-8fd7-410a-bd1e-f473b901c3a4" providerId="ADAL" clId="{4FDA428F-D320-4C35-94B5-F6DFE015717F}" dt="2023-03-10T11:01:11.399" v="96"/>
        <pc:sldMkLst>
          <pc:docMk/>
          <pc:sldMk cId="3173815683" sldId="276"/>
        </pc:sldMkLst>
        <pc:spChg chg="mo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2" creationId="{FB9F8C37-24F4-B4A2-897E-C69A13D2B2FF}"/>
          </ac:spMkLst>
        </pc:spChg>
        <pc:spChg chg="mod">
          <ac:chgData name="Rizwan Rashid" userId="12b6bffb-8fd7-410a-bd1e-f473b901c3a4" providerId="ADAL" clId="{4FDA428F-D320-4C35-94B5-F6DFE015717F}" dt="2023-03-10T11:01:11.399" v="96"/>
          <ac:spMkLst>
            <pc:docMk/>
            <pc:sldMk cId="3173815683" sldId="276"/>
            <ac:spMk id="3" creationId="{A74AE75F-F408-E491-10EC-EA562248531D}"/>
          </ac:spMkLst>
        </pc:spChg>
        <pc:spChg chg="mod ord">
          <ac:chgData name="Rizwan Rashid" userId="12b6bffb-8fd7-410a-bd1e-f473b901c3a4" providerId="ADAL" clId="{4FDA428F-D320-4C35-94B5-F6DFE015717F}" dt="2023-03-10T11:00:20.577" v="81" actId="26606"/>
          <ac:spMkLst>
            <pc:docMk/>
            <pc:sldMk cId="3173815683" sldId="276"/>
            <ac:spMk id="4" creationId="{B4F4B0A4-C0D7-6436-D989-42C831AE6F94}"/>
          </ac:spMkLst>
        </pc:spChg>
        <pc:picChg chg="add mod">
          <ac:chgData name="Rizwan Rashid" userId="12b6bffb-8fd7-410a-bd1e-f473b901c3a4" providerId="ADAL" clId="{4FDA428F-D320-4C35-94B5-F6DFE015717F}" dt="2023-03-10T11:00:37.428" v="87" actId="26606"/>
          <ac:picMkLst>
            <pc:docMk/>
            <pc:sldMk cId="3173815683" sldId="276"/>
            <ac:picMk id="1026" creationId="{9042947B-93BA-303E-1C00-E0AA79814196}"/>
          </ac:picMkLst>
        </pc:picChg>
      </pc:sldChg>
      <pc:sldChg chg="addSp delSp modSp new mod modClrScheme chgLayout">
        <pc:chgData name="Rizwan Rashid" userId="12b6bffb-8fd7-410a-bd1e-f473b901c3a4" providerId="ADAL" clId="{4FDA428F-D320-4C35-94B5-F6DFE015717F}" dt="2023-03-10T11:35:52.455" v="260" actId="108"/>
        <pc:sldMkLst>
          <pc:docMk/>
          <pc:sldMk cId="1144330755" sldId="277"/>
        </pc:sldMkLst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2" creationId="{19D3F38B-6B79-EA9E-A441-7D53049B774F}"/>
          </ac:spMkLst>
        </pc:spChg>
        <pc:spChg chg="del 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3" creationId="{A7795A1C-5AD4-864C-BE89-DB52101CFBF1}"/>
          </ac:spMkLst>
        </pc:spChg>
        <pc:spChg chg="del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4" creationId="{C006A73C-C8CD-B841-44A6-25BFC7F52E66}"/>
          </ac:spMkLst>
        </pc:spChg>
        <pc:spChg chg="mod ord">
          <ac:chgData name="Rizwan Rashid" userId="12b6bffb-8fd7-410a-bd1e-f473b901c3a4" providerId="ADAL" clId="{4FDA428F-D320-4C35-94B5-F6DFE015717F}" dt="2023-03-10T11:26:57.373" v="98" actId="700"/>
          <ac:spMkLst>
            <pc:docMk/>
            <pc:sldMk cId="1144330755" sldId="277"/>
            <ac:spMk id="5" creationId="{4D13B4F8-7FBC-713B-3405-2AC81A518B63}"/>
          </ac:spMkLst>
        </pc:spChg>
        <pc:spChg chg="add mod ord">
          <ac:chgData name="Rizwan Rashid" userId="12b6bffb-8fd7-410a-bd1e-f473b901c3a4" providerId="ADAL" clId="{4FDA428F-D320-4C35-94B5-F6DFE015717F}" dt="2023-03-10T11:30:46.754" v="156" actId="14100"/>
          <ac:spMkLst>
            <pc:docMk/>
            <pc:sldMk cId="1144330755" sldId="277"/>
            <ac:spMk id="6" creationId="{A30554BD-3E18-5D5D-CE72-FACDF8B9394C}"/>
          </ac:spMkLst>
        </pc:spChg>
        <pc:spChg chg="add del mod ord">
          <ac:chgData name="Rizwan Rashid" userId="12b6bffb-8fd7-410a-bd1e-f473b901c3a4" providerId="ADAL" clId="{4FDA428F-D320-4C35-94B5-F6DFE015717F}" dt="2023-03-10T11:27:36.462" v="99" actId="478"/>
          <ac:spMkLst>
            <pc:docMk/>
            <pc:sldMk cId="1144330755" sldId="277"/>
            <ac:spMk id="7" creationId="{AFB3504E-86F1-1F14-4CEC-D2D88996C145}"/>
          </ac:spMkLst>
        </pc:spChg>
        <pc:spChg chg="add mod">
          <ac:chgData name="Rizwan Rashid" userId="12b6bffb-8fd7-410a-bd1e-f473b901c3a4" providerId="ADAL" clId="{4FDA428F-D320-4C35-94B5-F6DFE015717F}" dt="2023-03-10T11:30:49.410" v="157" actId="1076"/>
          <ac:spMkLst>
            <pc:docMk/>
            <pc:sldMk cId="1144330755" sldId="277"/>
            <ac:spMk id="9" creationId="{263DE0C0-2864-3DEF-E29D-D09615AB706C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1" creationId="{0EABFD01-8C6F-CC75-774C-5AF60FF98042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3" creationId="{E4BB52C5-CD10-3D17-8D29-BC0ACEC1B0DA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5" creationId="{806D7587-34C7-C4EA-EE5B-0950426EBF01}"/>
          </ac:spMkLst>
        </pc:spChg>
        <pc:spChg chg="add mod">
          <ac:chgData name="Rizwan Rashid" userId="12b6bffb-8fd7-410a-bd1e-f473b901c3a4" providerId="ADAL" clId="{4FDA428F-D320-4C35-94B5-F6DFE015717F}" dt="2023-03-10T11:30:58.086" v="158" actId="164"/>
          <ac:spMkLst>
            <pc:docMk/>
            <pc:sldMk cId="1144330755" sldId="277"/>
            <ac:spMk id="16" creationId="{1073A500-9102-2B6C-4622-76817327B9E8}"/>
          </ac:spMkLst>
        </pc:spChg>
        <pc:spChg chg="add mod">
          <ac:chgData name="Rizwan Rashid" userId="12b6bffb-8fd7-410a-bd1e-f473b901c3a4" providerId="ADAL" clId="{4FDA428F-D320-4C35-94B5-F6DFE015717F}" dt="2023-03-10T11:31:37.800" v="173" actId="20577"/>
          <ac:spMkLst>
            <pc:docMk/>
            <pc:sldMk cId="1144330755" sldId="277"/>
            <ac:spMk id="18" creationId="{8E5AE1DB-1385-FBDB-F013-608FE1A07620}"/>
          </ac:spMkLst>
        </pc:spChg>
        <pc:spChg chg="add mod">
          <ac:chgData name="Rizwan Rashid" userId="12b6bffb-8fd7-410a-bd1e-f473b901c3a4" providerId="ADAL" clId="{4FDA428F-D320-4C35-94B5-F6DFE015717F}" dt="2023-03-10T11:32:18.795" v="181"/>
          <ac:spMkLst>
            <pc:docMk/>
            <pc:sldMk cId="1144330755" sldId="277"/>
            <ac:spMk id="21" creationId="{C40F6CA1-8F7B-DA60-E3A4-81A8E867960D}"/>
          </ac:spMkLst>
        </pc:spChg>
        <pc:spChg chg="add mod">
          <ac:chgData name="Rizwan Rashid" userId="12b6bffb-8fd7-410a-bd1e-f473b901c3a4" providerId="ADAL" clId="{4FDA428F-D320-4C35-94B5-F6DFE015717F}" dt="2023-03-10T11:32:31.565" v="185" actId="1076"/>
          <ac:spMkLst>
            <pc:docMk/>
            <pc:sldMk cId="1144330755" sldId="277"/>
            <ac:spMk id="23" creationId="{36E13CCC-97D0-C950-24FB-2875B2309D73}"/>
          </ac:spMkLst>
        </pc:spChg>
        <pc:spChg chg="add mod">
          <ac:chgData name="Rizwan Rashid" userId="12b6bffb-8fd7-410a-bd1e-f473b901c3a4" providerId="ADAL" clId="{4FDA428F-D320-4C35-94B5-F6DFE015717F}" dt="2023-03-10T11:33:34.283" v="190" actId="113"/>
          <ac:spMkLst>
            <pc:docMk/>
            <pc:sldMk cId="1144330755" sldId="277"/>
            <ac:spMk id="25" creationId="{3E625EE5-363B-961A-F9A1-5168D3331AAA}"/>
          </ac:spMkLst>
        </pc:spChg>
        <pc:spChg chg="add mod">
          <ac:chgData name="Rizwan Rashid" userId="12b6bffb-8fd7-410a-bd1e-f473b901c3a4" providerId="ADAL" clId="{4FDA428F-D320-4C35-94B5-F6DFE015717F}" dt="2023-03-10T11:35:52.455" v="260" actId="108"/>
          <ac:spMkLst>
            <pc:docMk/>
            <pc:sldMk cId="1144330755" sldId="277"/>
            <ac:spMk id="27" creationId="{2FC6213A-4A94-1B6D-853A-AE2B0070CEC5}"/>
          </ac:spMkLst>
        </pc:spChg>
        <pc:grpChg chg="add mod">
          <ac:chgData name="Rizwan Rashid" userId="12b6bffb-8fd7-410a-bd1e-f473b901c3a4" providerId="ADAL" clId="{4FDA428F-D320-4C35-94B5-F6DFE015717F}" dt="2023-03-10T11:31:01.304" v="159" actId="1076"/>
          <ac:grpSpMkLst>
            <pc:docMk/>
            <pc:sldMk cId="1144330755" sldId="277"/>
            <ac:grpSpMk id="19" creationId="{276618A3-7515-06CD-56AD-0784227DC92B}"/>
          </ac:grpSpMkLst>
        </pc:grpChg>
        <pc:picChg chg="add mod">
          <ac:chgData name="Rizwan Rashid" userId="12b6bffb-8fd7-410a-bd1e-f473b901c3a4" providerId="ADAL" clId="{4FDA428F-D320-4C35-94B5-F6DFE015717F}" dt="2023-03-10T11:34:02.504" v="196" actId="1076"/>
          <ac:picMkLst>
            <pc:docMk/>
            <pc:sldMk cId="1144330755" sldId="277"/>
            <ac:picMk id="2050" creationId="{27C15019-17D1-67C6-37B6-53FBACBF6218}"/>
          </ac:picMkLst>
        </pc:picChg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66966198" sldId="28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431449325" sldId="28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57545278" sldId="28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6197747" sldId="285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24956274" sldId="28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09736740" sldId="30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4283146656" sldId="30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632256336" sldId="302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396960561" sldId="30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356119526" sldId="304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886531944" sldId="306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561124475" sldId="307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99516440" sldId="308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778858543" sldId="309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702244827" sldId="310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200090698" sldId="311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1297377133" sldId="313"/>
        </pc:sldMkLst>
      </pc:sldChg>
      <pc:sldChg chg="del">
        <pc:chgData name="Rizwan Rashid" userId="12b6bffb-8fd7-410a-bd1e-f473b901c3a4" providerId="ADAL" clId="{4FDA428F-D320-4C35-94B5-F6DFE015717F}" dt="2023-03-10T09:13:55.687" v="15" actId="47"/>
        <pc:sldMkLst>
          <pc:docMk/>
          <pc:sldMk cId="670954015" sldId="314"/>
        </pc:sldMkLst>
      </pc:sld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4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7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0" sldId="2147483648"/>
            <pc:sldLayoutMk cId="0" sldId="2147483683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11:26:57.373" v="98" actId="700"/>
        <pc:sldMasterMkLst>
          <pc:docMk/>
          <pc:sldMasterMk cId="2460954070" sldId="2147483684"/>
        </pc:sldMasterMkLst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479445657" sldId="214748367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385387890" sldId="2147483685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949138452" sldId="2147483686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591524520" sldId="2147483687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203092039" sldId="2147483688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733172339" sldId="2147483689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210312558" sldId="2147483690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46388984" sldId="2147483691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3171841454" sldId="2147483692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1718958274" sldId="2147483693"/>
          </pc:sldLayoutMkLst>
        </pc:sldLayoutChg>
        <pc:sldLayoutChg chg="del">
          <pc:chgData name="Rizwan Rashid" userId="12b6bffb-8fd7-410a-bd1e-f473b901c3a4" providerId="ADAL" clId="{4FDA428F-D320-4C35-94B5-F6DFE015717F}" dt="2023-03-10T11:26:57.373" v="98" actId="700"/>
          <pc:sldLayoutMkLst>
            <pc:docMk/>
            <pc:sldMasterMk cId="2460954070" sldId="2147483684"/>
            <pc:sldLayoutMk cId="2202905451" sldId="2147483694"/>
          </pc:sldLayoutMkLst>
        </pc:sldLayoutChg>
      </pc:sldMasterChg>
      <pc:sldMasterChg chg="del delSldLayout">
        <pc:chgData name="Rizwan Rashid" userId="12b6bffb-8fd7-410a-bd1e-f473b901c3a4" providerId="ADAL" clId="{4FDA428F-D320-4C35-94B5-F6DFE015717F}" dt="2023-03-10T09:13:55.687" v="15" actId="47"/>
        <pc:sldMasterMkLst>
          <pc:docMk/>
          <pc:sldMasterMk cId="0" sldId="2147483695"/>
        </pc:sldMasterMkLst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6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7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8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699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0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1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2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3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4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5"/>
          </pc:sldLayoutMkLst>
        </pc:sldLayoutChg>
        <pc:sldLayoutChg chg="del">
          <pc:chgData name="Rizwan Rashid" userId="12b6bffb-8fd7-410a-bd1e-f473b901c3a4" providerId="ADAL" clId="{4FDA428F-D320-4C35-94B5-F6DFE015717F}" dt="2023-03-10T09:13:55.687" v="15" actId="47"/>
          <pc:sldLayoutMkLst>
            <pc:docMk/>
            <pc:sldMasterMk cId="0" sldId="2147483695"/>
            <pc:sldLayoutMk cId="0" sldId="2147483706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38C7D2BC-B75E-00BE-D462-AA53A7D83DE5}"/>
    <pc:docChg chg="addSld delSld modSld addMainMaster delMainMaster">
      <pc:chgData name="Rizwan Rashid" userId="S::rizwan.rashid@comsats.edu.pk::12b6bffb-8fd7-410a-bd1e-f473b901c3a4" providerId="AD" clId="Web-{38C7D2BC-B75E-00BE-D462-AA53A7D83DE5}" dt="2023-03-19T17:03:31.790" v="180"/>
      <pc:docMkLst>
        <pc:docMk/>
      </pc:docMkLst>
      <pc:sldChg chg="modSp">
        <pc:chgData name="Rizwan Rashid" userId="S::rizwan.rashid@comsats.edu.pk::12b6bffb-8fd7-410a-bd1e-f473b901c3a4" providerId="AD" clId="Web-{38C7D2BC-B75E-00BE-D462-AA53A7D83DE5}" dt="2023-03-18T19:54:00.922" v="29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38C7D2BC-B75E-00BE-D462-AA53A7D83DE5}" dt="2023-03-18T19:54:00.922" v="29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3:25.577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modSp new">
        <pc:chgData name="Rizwan Rashid" userId="S::rizwan.rashid@comsats.edu.pk::12b6bffb-8fd7-410a-bd1e-f473b901c3a4" providerId="AD" clId="Web-{38C7D2BC-B75E-00BE-D462-AA53A7D83DE5}" dt="2023-03-18T19:56:57.992" v="54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38C7D2BC-B75E-00BE-D462-AA53A7D83DE5}" dt="2023-03-18T19:56:57.992" v="54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38C7D2BC-B75E-00BE-D462-AA53A7D83DE5}" dt="2023-03-18T19:56:52.539" v="45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1"/>
        <pc:sldMkLst>
          <pc:docMk/>
          <pc:sldMk cId="3396534122" sldId="276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2"/>
        <pc:sldMkLst>
          <pc:docMk/>
          <pc:sldMk cId="2265212252" sldId="277"/>
        </pc:sldMkLst>
      </pc:sldChg>
      <pc:sldChg chg="modSp new">
        <pc:chgData name="Rizwan Rashid" userId="S::rizwan.rashid@comsats.edu.pk::12b6bffb-8fd7-410a-bd1e-f473b901c3a4" providerId="AD" clId="Web-{38C7D2BC-B75E-00BE-D462-AA53A7D83DE5}" dt="2023-03-19T17:03:31.790" v="180"/>
        <pc:sldMkLst>
          <pc:docMk/>
          <pc:sldMk cId="4196248272" sldId="277"/>
        </pc:sldMkLst>
        <pc:spChg chg="mod">
          <ac:chgData name="Rizwan Rashid" userId="S::rizwan.rashid@comsats.edu.pk::12b6bffb-8fd7-410a-bd1e-f473b901c3a4" providerId="AD" clId="Web-{38C7D2BC-B75E-00BE-D462-AA53A7D83DE5}" dt="2023-03-18T19:57:16.883" v="64" actId="20577"/>
          <ac:spMkLst>
            <pc:docMk/>
            <pc:sldMk cId="4196248272" sldId="277"/>
            <ac:spMk id="2" creationId="{F97F0388-780B-C06B-8EB6-7193D92998B5}"/>
          </ac:spMkLst>
        </pc:spChg>
        <pc:spChg chg="mod">
          <ac:chgData name="Rizwan Rashid" userId="S::rizwan.rashid@comsats.edu.pk::12b6bffb-8fd7-410a-bd1e-f473b901c3a4" providerId="AD" clId="Web-{38C7D2BC-B75E-00BE-D462-AA53A7D83DE5}" dt="2023-03-19T17:03:31.790" v="180"/>
          <ac:spMkLst>
            <pc:docMk/>
            <pc:sldMk cId="4196248272" sldId="277"/>
            <ac:spMk id="3" creationId="{C23343BE-A1DF-37BD-B145-DCEB666542ED}"/>
          </ac:spMkLst>
        </pc:spChg>
      </pc:sldChg>
      <pc:sldChg chg="modSp add delAnim">
        <pc:chgData name="Rizwan Rashid" userId="S::rizwan.rashid@comsats.edu.pk::12b6bffb-8fd7-410a-bd1e-f473b901c3a4" providerId="AD" clId="Web-{38C7D2BC-B75E-00BE-D462-AA53A7D83DE5}" dt="2023-03-18T20:00:42.592" v="93"/>
        <pc:sldMkLst>
          <pc:docMk/>
          <pc:sldMk cId="1010016411" sldId="278"/>
        </pc:sldMkLst>
        <pc:spChg chg="mod">
          <ac:chgData name="Rizwan Rashid" userId="S::rizwan.rashid@comsats.edu.pk::12b6bffb-8fd7-410a-bd1e-f473b901c3a4" providerId="AD" clId="Web-{38C7D2BC-B75E-00BE-D462-AA53A7D83DE5}" dt="2023-03-18T20:00:30.201" v="92" actId="20577"/>
          <ac:spMkLst>
            <pc:docMk/>
            <pc:sldMk cId="1010016411" sldId="278"/>
            <ac:spMk id="565251" creationId="{15BBB4C2-319A-E74B-09BE-30210B6A7BAC}"/>
          </ac:spMkLst>
        </pc:spChg>
      </pc:sldChg>
      <pc:sldChg chg="add del">
        <pc:chgData name="Rizwan Rashid" userId="S::rizwan.rashid@comsats.edu.pk::12b6bffb-8fd7-410a-bd1e-f473b901c3a4" providerId="AD" clId="Web-{38C7D2BC-B75E-00BE-D462-AA53A7D83DE5}" dt="2023-03-18T19:58:58.261" v="69"/>
        <pc:sldMkLst>
          <pc:docMk/>
          <pc:sldMk cId="1187993726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3"/>
        <pc:sldMkLst>
          <pc:docMk/>
          <pc:sldMk cId="3998530891" sldId="278"/>
        </pc:sldMkLst>
      </pc:sldChg>
      <pc:sldChg chg="del">
        <pc:chgData name="Rizwan Rashid" userId="S::rizwan.rashid@comsats.edu.pk::12b6bffb-8fd7-410a-bd1e-f473b901c3a4" providerId="AD" clId="Web-{38C7D2BC-B75E-00BE-D462-AA53A7D83DE5}" dt="2023-03-18T19:53:43.812" v="24"/>
        <pc:sldMkLst>
          <pc:docMk/>
          <pc:sldMk cId="1638688824" sldId="279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26:11.644" v="171" actId="20577"/>
        <pc:sldMkLst>
          <pc:docMk/>
          <pc:sldMk cId="3898842981" sldId="279"/>
        </pc:sldMkLst>
        <pc:spChg chg="mod">
          <ac:chgData name="Rizwan Rashid" userId="S::rizwan.rashid@comsats.edu.pk::12b6bffb-8fd7-410a-bd1e-f473b901c3a4" providerId="AD" clId="Web-{38C7D2BC-B75E-00BE-D462-AA53A7D83DE5}" dt="2023-03-18T20:26:11.644" v="171" actId="20577"/>
          <ac:spMkLst>
            <pc:docMk/>
            <pc:sldMk cId="3898842981" sldId="279"/>
            <ac:spMk id="13315" creationId="{350BC576-BB0F-0A06-3FFF-803309738EFF}"/>
          </ac:spMkLst>
        </pc:spChg>
      </pc:sldChg>
      <pc:sldChg chg="del">
        <pc:chgData name="Rizwan Rashid" userId="S::rizwan.rashid@comsats.edu.pk::12b6bffb-8fd7-410a-bd1e-f473b901c3a4" providerId="AD" clId="Web-{38C7D2BC-B75E-00BE-D462-AA53A7D83DE5}" dt="2023-03-18T19:53:43.812" v="25"/>
        <pc:sldMkLst>
          <pc:docMk/>
          <pc:sldMk cId="1082597294" sldId="280"/>
        </pc:sldMkLst>
      </pc:sldChg>
      <pc:sldChg chg="modSp add">
        <pc:chgData name="Rizwan Rashid" userId="S::rizwan.rashid@comsats.edu.pk::12b6bffb-8fd7-410a-bd1e-f473b901c3a4" providerId="AD" clId="Web-{38C7D2BC-B75E-00BE-D462-AA53A7D83DE5}" dt="2023-03-18T20:08:48.846" v="105" actId="20577"/>
        <pc:sldMkLst>
          <pc:docMk/>
          <pc:sldMk cId="3662736590" sldId="280"/>
        </pc:sldMkLst>
        <pc:spChg chg="mod">
          <ac:chgData name="Rizwan Rashid" userId="S::rizwan.rashid@comsats.edu.pk::12b6bffb-8fd7-410a-bd1e-f473b901c3a4" providerId="AD" clId="Web-{38C7D2BC-B75E-00BE-D462-AA53A7D83DE5}" dt="2023-03-18T20:08:48.846" v="105" actId="20577"/>
          <ac:spMkLst>
            <pc:docMk/>
            <pc:sldMk cId="3662736590" sldId="280"/>
            <ac:spMk id="12291" creationId="{05539536-DD92-2713-D4FD-147D21DDD8E0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41.241" v="179" actId="14100"/>
        <pc:sldMkLst>
          <pc:docMk/>
          <pc:sldMk cId="884951720" sldId="281"/>
        </pc:sldMkLst>
        <pc:spChg chg="mod">
          <ac:chgData name="Rizwan Rashid" userId="S::rizwan.rashid@comsats.edu.pk::12b6bffb-8fd7-410a-bd1e-f473b901c3a4" providerId="AD" clId="Web-{38C7D2BC-B75E-00BE-D462-AA53A7D83DE5}" dt="2023-03-18T20:26:41.241" v="179" actId="14100"/>
          <ac:spMkLst>
            <pc:docMk/>
            <pc:sldMk cId="884951720" sldId="281"/>
            <ac:spMk id="15363" creationId="{0C11E349-4D49-C8B3-6573-1B249C9DDD8A}"/>
          </ac:spMkLst>
        </pc:spChg>
      </pc:sldChg>
      <pc:sldChg chg="modSp add">
        <pc:chgData name="Rizwan Rashid" userId="S::rizwan.rashid@comsats.edu.pk::12b6bffb-8fd7-410a-bd1e-f473b901c3a4" providerId="AD" clId="Web-{38C7D2BC-B75E-00BE-D462-AA53A7D83DE5}" dt="2023-03-18T20:26:26.254" v="176" actId="14100"/>
        <pc:sldMkLst>
          <pc:docMk/>
          <pc:sldMk cId="2477369744" sldId="282"/>
        </pc:sldMkLst>
        <pc:spChg chg="mod">
          <ac:chgData name="Rizwan Rashid" userId="S::rizwan.rashid@comsats.edu.pk::12b6bffb-8fd7-410a-bd1e-f473b901c3a4" providerId="AD" clId="Web-{38C7D2BC-B75E-00BE-D462-AA53A7D83DE5}" dt="2023-03-18T20:26:26.254" v="176" actId="14100"/>
          <ac:spMkLst>
            <pc:docMk/>
            <pc:sldMk cId="2477369744" sldId="282"/>
            <ac:spMk id="14339" creationId="{65E11453-346B-D80E-3DBD-2A00AE1D9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38C7D2BC-B75E-00BE-D462-AA53A7D83DE5}" dt="2023-03-18T19:58:58.261" v="69"/>
        <pc:sldMasterMkLst>
          <pc:docMk/>
          <pc:sldMasterMk cId="0" sldId="2147483733"/>
        </pc:sldMasterMkLst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289036767" sldId="2147483722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154823339" sldId="2147483723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586285574" sldId="2147483724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038241059" sldId="2147483725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59820488" sldId="2147483726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91313240" sldId="2147483727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1293624479" sldId="2147483728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4115420235" sldId="2147483729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809783811" sldId="2147483730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2788322947" sldId="2147483731"/>
          </pc:sldLayoutMkLst>
        </pc:sldLayoutChg>
        <pc:sldLayoutChg chg="add del">
          <pc:chgData name="Rizwan Rashid" userId="S::rizwan.rashid@comsats.edu.pk::12b6bffb-8fd7-410a-bd1e-f473b901c3a4" providerId="AD" clId="Web-{38C7D2BC-B75E-00BE-D462-AA53A7D83DE5}" dt="2023-03-18T19:58:58.261" v="69"/>
          <pc:sldLayoutMkLst>
            <pc:docMk/>
            <pc:sldMasterMk cId="0" sldId="2147483733"/>
            <pc:sldLayoutMk cId="3399929091" sldId="2147483732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777905A0-4309-C5C3-7CD5-E75EC9F6B3D8}"/>
    <pc:docChg chg="mod modSld">
      <pc:chgData name="Rizwan Rashid" userId="S::rizwan.rashid@comsats.edu.pk::12b6bffb-8fd7-410a-bd1e-f473b901c3a4" providerId="AD" clId="Web-{777905A0-4309-C5C3-7CD5-E75EC9F6B3D8}" dt="2023-02-26T15:44:33.074" v="30"/>
      <pc:docMkLst>
        <pc:docMk/>
      </pc:docMkLst>
      <pc:sldChg chg="addSp delSp modSp">
        <pc:chgData name="Rizwan Rashid" userId="S::rizwan.rashid@comsats.edu.pk::12b6bffb-8fd7-410a-bd1e-f473b901c3a4" providerId="AD" clId="Web-{777905A0-4309-C5C3-7CD5-E75EC9F6B3D8}" dt="2023-02-26T15:44:33.074" v="30"/>
        <pc:sldMkLst>
          <pc:docMk/>
          <pc:sldMk cId="3759789600" sldId="275"/>
        </pc:sldMkLst>
        <pc:spChg chg="add del mod">
          <ac:chgData name="Rizwan Rashid" userId="S::rizwan.rashid@comsats.edu.pk::12b6bffb-8fd7-410a-bd1e-f473b901c3a4" providerId="AD" clId="Web-{777905A0-4309-C5C3-7CD5-E75EC9F6B3D8}" dt="2023-02-26T15:44:33.074" v="30"/>
          <ac:spMkLst>
            <pc:docMk/>
            <pc:sldMk cId="3759789600" sldId="275"/>
            <ac:spMk id="2" creationId="{6C46D016-9EBF-ADC8-857F-4C17977B54E8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1"/>
        <pc:sldMkLst>
          <pc:docMk/>
          <pc:sldMk cId="1764550574" sldId="277"/>
        </pc:sldMkLst>
        <pc:spChg chg="del">
          <ac:chgData name="Rizwan Rashid" userId="S::rizwan.rashid@comsats.edu.pk::12b6bffb-8fd7-410a-bd1e-f473b901c3a4" providerId="AD" clId="Web-{777905A0-4309-C5C3-7CD5-E75EC9F6B3D8}" dt="2023-02-26T15:44:31.668" v="11"/>
          <ac:spMkLst>
            <pc:docMk/>
            <pc:sldMk cId="1764550574" sldId="277"/>
            <ac:spMk id="11469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0"/>
        <pc:sldMkLst>
          <pc:docMk/>
          <pc:sldMk cId="265050139" sldId="278"/>
        </pc:sldMkLst>
        <pc:spChg chg="del">
          <ac:chgData name="Rizwan Rashid" userId="S::rizwan.rashid@comsats.edu.pk::12b6bffb-8fd7-410a-bd1e-f473b901c3a4" providerId="AD" clId="Web-{777905A0-4309-C5C3-7CD5-E75EC9F6B3D8}" dt="2023-02-26T15:44:31.668" v="10"/>
          <ac:spMkLst>
            <pc:docMk/>
            <pc:sldMk cId="265050139" sldId="278"/>
            <ac:spMk id="11264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9"/>
        <pc:sldMkLst>
          <pc:docMk/>
          <pc:sldMk cId="4122765759" sldId="279"/>
        </pc:sldMkLst>
        <pc:spChg chg="del">
          <ac:chgData name="Rizwan Rashid" userId="S::rizwan.rashid@comsats.edu.pk::12b6bffb-8fd7-410a-bd1e-f473b901c3a4" providerId="AD" clId="Web-{777905A0-4309-C5C3-7CD5-E75EC9F6B3D8}" dt="2023-02-26T15:44:31.668" v="9"/>
          <ac:spMkLst>
            <pc:docMk/>
            <pc:sldMk cId="4122765759" sldId="279"/>
            <ac:spMk id="11059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8"/>
        <pc:sldMkLst>
          <pc:docMk/>
          <pc:sldMk cId="1736788800" sldId="280"/>
        </pc:sldMkLst>
        <pc:spChg chg="del">
          <ac:chgData name="Rizwan Rashid" userId="S::rizwan.rashid@comsats.edu.pk::12b6bffb-8fd7-410a-bd1e-f473b901c3a4" providerId="AD" clId="Web-{777905A0-4309-C5C3-7CD5-E75EC9F6B3D8}" dt="2023-02-26T15:44:31.668" v="8"/>
          <ac:spMkLst>
            <pc:docMk/>
            <pc:sldMk cId="1736788800" sldId="280"/>
            <ac:spMk id="10854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7"/>
        <pc:sldMkLst>
          <pc:docMk/>
          <pc:sldMk cId="1271110865" sldId="281"/>
        </pc:sldMkLst>
        <pc:spChg chg="del">
          <ac:chgData name="Rizwan Rashid" userId="S::rizwan.rashid@comsats.edu.pk::12b6bffb-8fd7-410a-bd1e-f473b901c3a4" providerId="AD" clId="Web-{777905A0-4309-C5C3-7CD5-E75EC9F6B3D8}" dt="2023-02-26T15:44:31.668" v="7"/>
          <ac:spMkLst>
            <pc:docMk/>
            <pc:sldMk cId="1271110865" sldId="281"/>
            <ac:spMk id="10650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6"/>
        <pc:sldMkLst>
          <pc:docMk/>
          <pc:sldMk cId="466966198" sldId="282"/>
        </pc:sldMkLst>
        <pc:spChg chg="del">
          <ac:chgData name="Rizwan Rashid" userId="S::rizwan.rashid@comsats.edu.pk::12b6bffb-8fd7-410a-bd1e-f473b901c3a4" providerId="AD" clId="Web-{777905A0-4309-C5C3-7CD5-E75EC9F6B3D8}" dt="2023-02-26T15:44:31.668" v="6"/>
          <ac:spMkLst>
            <pc:docMk/>
            <pc:sldMk cId="466966198" sldId="282"/>
            <ac:spMk id="10445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9"/>
        <pc:sldMkLst>
          <pc:docMk/>
          <pc:sldMk cId="3431449325" sldId="283"/>
        </pc:sldMkLst>
        <pc:spChg chg="del">
          <ac:chgData name="Rizwan Rashid" userId="S::rizwan.rashid@comsats.edu.pk::12b6bffb-8fd7-410a-bd1e-f473b901c3a4" providerId="AD" clId="Web-{777905A0-4309-C5C3-7CD5-E75EC9F6B3D8}" dt="2023-02-26T15:44:31.683" v="29"/>
          <ac:spMkLst>
            <pc:docMk/>
            <pc:sldMk cId="3431449325" sldId="283"/>
            <ac:spMk id="10240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8"/>
        <pc:sldMkLst>
          <pc:docMk/>
          <pc:sldMk cId="1257545278" sldId="284"/>
        </pc:sldMkLst>
        <pc:spChg chg="del">
          <ac:chgData name="Rizwan Rashid" userId="S::rizwan.rashid@comsats.edu.pk::12b6bffb-8fd7-410a-bd1e-f473b901c3a4" providerId="AD" clId="Web-{777905A0-4309-C5C3-7CD5-E75EC9F6B3D8}" dt="2023-02-26T15:44:31.683" v="28"/>
          <ac:spMkLst>
            <pc:docMk/>
            <pc:sldMk cId="1257545278" sldId="284"/>
            <ac:spMk id="10035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7"/>
        <pc:sldMkLst>
          <pc:docMk/>
          <pc:sldMk cId="1566197747" sldId="285"/>
        </pc:sldMkLst>
        <pc:spChg chg="del">
          <ac:chgData name="Rizwan Rashid" userId="S::rizwan.rashid@comsats.edu.pk::12b6bffb-8fd7-410a-bd1e-f473b901c3a4" providerId="AD" clId="Web-{777905A0-4309-C5C3-7CD5-E75EC9F6B3D8}" dt="2023-02-26T15:44:31.683" v="27"/>
          <ac:spMkLst>
            <pc:docMk/>
            <pc:sldMk cId="1566197747" sldId="285"/>
            <ac:spMk id="9830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6"/>
        <pc:sldMkLst>
          <pc:docMk/>
          <pc:sldMk cId="2612299855" sldId="286"/>
        </pc:sldMkLst>
        <pc:spChg chg="del">
          <ac:chgData name="Rizwan Rashid" userId="S::rizwan.rashid@comsats.edu.pk::12b6bffb-8fd7-410a-bd1e-f473b901c3a4" providerId="AD" clId="Web-{777905A0-4309-C5C3-7CD5-E75EC9F6B3D8}" dt="2023-02-26T15:44:31.683" v="26"/>
          <ac:spMkLst>
            <pc:docMk/>
            <pc:sldMk cId="2612299855" sldId="286"/>
            <ac:spMk id="9626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83" v="25"/>
        <pc:sldMkLst>
          <pc:docMk/>
          <pc:sldMk cId="1724956274" sldId="287"/>
        </pc:sldMkLst>
        <pc:spChg chg="del">
          <ac:chgData name="Rizwan Rashid" userId="S::rizwan.rashid@comsats.edu.pk::12b6bffb-8fd7-410a-bd1e-f473b901c3a4" providerId="AD" clId="Web-{777905A0-4309-C5C3-7CD5-E75EC9F6B3D8}" dt="2023-02-26T15:44:31.683" v="25"/>
          <ac:spMkLst>
            <pc:docMk/>
            <pc:sldMk cId="1724956274" sldId="287"/>
            <ac:spMk id="9421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4"/>
        <pc:sldMkLst>
          <pc:docMk/>
          <pc:sldMk cId="1855495916" sldId="288"/>
        </pc:sldMkLst>
        <pc:spChg chg="del">
          <ac:chgData name="Rizwan Rashid" userId="S::rizwan.rashid@comsats.edu.pk::12b6bffb-8fd7-410a-bd1e-f473b901c3a4" providerId="AD" clId="Web-{777905A0-4309-C5C3-7CD5-E75EC9F6B3D8}" dt="2023-02-26T15:44:31.668" v="24"/>
          <ac:spMkLst>
            <pc:docMk/>
            <pc:sldMk cId="1855495916" sldId="288"/>
            <ac:spMk id="9216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3"/>
        <pc:sldMkLst>
          <pc:docMk/>
          <pc:sldMk cId="451748010" sldId="289"/>
        </pc:sldMkLst>
        <pc:spChg chg="del">
          <ac:chgData name="Rizwan Rashid" userId="S::rizwan.rashid@comsats.edu.pk::12b6bffb-8fd7-410a-bd1e-f473b901c3a4" providerId="AD" clId="Web-{777905A0-4309-C5C3-7CD5-E75EC9F6B3D8}" dt="2023-02-26T15:44:31.668" v="23"/>
          <ac:spMkLst>
            <pc:docMk/>
            <pc:sldMk cId="451748010" sldId="289"/>
            <ac:spMk id="9011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2"/>
        <pc:sldMkLst>
          <pc:docMk/>
          <pc:sldMk cId="1760992607" sldId="290"/>
        </pc:sldMkLst>
        <pc:spChg chg="del">
          <ac:chgData name="Rizwan Rashid" userId="S::rizwan.rashid@comsats.edu.pk::12b6bffb-8fd7-410a-bd1e-f473b901c3a4" providerId="AD" clId="Web-{777905A0-4309-C5C3-7CD5-E75EC9F6B3D8}" dt="2023-02-26T15:44:31.668" v="22"/>
          <ac:spMkLst>
            <pc:docMk/>
            <pc:sldMk cId="1760992607" sldId="290"/>
            <ac:spMk id="8806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1"/>
        <pc:sldMkLst>
          <pc:docMk/>
          <pc:sldMk cId="4097799513" sldId="291"/>
        </pc:sldMkLst>
        <pc:spChg chg="del">
          <ac:chgData name="Rizwan Rashid" userId="S::rizwan.rashid@comsats.edu.pk::12b6bffb-8fd7-410a-bd1e-f473b901c3a4" providerId="AD" clId="Web-{777905A0-4309-C5C3-7CD5-E75EC9F6B3D8}" dt="2023-02-26T15:44:31.668" v="21"/>
          <ac:spMkLst>
            <pc:docMk/>
            <pc:sldMk cId="4097799513" sldId="291"/>
            <ac:spMk id="8602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0"/>
        <pc:sldMkLst>
          <pc:docMk/>
          <pc:sldMk cId="3289657998" sldId="292"/>
        </pc:sldMkLst>
        <pc:spChg chg="del">
          <ac:chgData name="Rizwan Rashid" userId="S::rizwan.rashid@comsats.edu.pk::12b6bffb-8fd7-410a-bd1e-f473b901c3a4" providerId="AD" clId="Web-{777905A0-4309-C5C3-7CD5-E75EC9F6B3D8}" dt="2023-02-26T15:44:31.668" v="20"/>
          <ac:spMkLst>
            <pc:docMk/>
            <pc:sldMk cId="3289657998" sldId="292"/>
            <ac:spMk id="8397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9"/>
        <pc:sldMkLst>
          <pc:docMk/>
          <pc:sldMk cId="2028077673" sldId="293"/>
        </pc:sldMkLst>
        <pc:spChg chg="del">
          <ac:chgData name="Rizwan Rashid" userId="S::rizwan.rashid@comsats.edu.pk::12b6bffb-8fd7-410a-bd1e-f473b901c3a4" providerId="AD" clId="Web-{777905A0-4309-C5C3-7CD5-E75EC9F6B3D8}" dt="2023-02-26T15:44:31.668" v="19"/>
          <ac:spMkLst>
            <pc:docMk/>
            <pc:sldMk cId="2028077673" sldId="293"/>
            <ac:spMk id="8192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8"/>
        <pc:sldMkLst>
          <pc:docMk/>
          <pc:sldMk cId="504409996" sldId="294"/>
        </pc:sldMkLst>
        <pc:spChg chg="del">
          <ac:chgData name="Rizwan Rashid" userId="S::rizwan.rashid@comsats.edu.pk::12b6bffb-8fd7-410a-bd1e-f473b901c3a4" providerId="AD" clId="Web-{777905A0-4309-C5C3-7CD5-E75EC9F6B3D8}" dt="2023-02-26T15:44:31.668" v="18"/>
          <ac:spMkLst>
            <pc:docMk/>
            <pc:sldMk cId="504409996" sldId="294"/>
            <ac:spMk id="7987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5"/>
        <pc:sldMkLst>
          <pc:docMk/>
          <pc:sldMk cId="2830719269" sldId="295"/>
        </pc:sldMkLst>
        <pc:spChg chg="del">
          <ac:chgData name="Rizwan Rashid" userId="S::rizwan.rashid@comsats.edu.pk::12b6bffb-8fd7-410a-bd1e-f473b901c3a4" providerId="AD" clId="Web-{777905A0-4309-C5C3-7CD5-E75EC9F6B3D8}" dt="2023-02-26T15:44:31.668" v="5"/>
          <ac:spMkLst>
            <pc:docMk/>
            <pc:sldMk cId="2830719269" sldId="295"/>
            <ac:spMk id="7782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4"/>
        <pc:sldMkLst>
          <pc:docMk/>
          <pc:sldMk cId="1347984950" sldId="296"/>
        </pc:sldMkLst>
        <pc:spChg chg="del">
          <ac:chgData name="Rizwan Rashid" userId="S::rizwan.rashid@comsats.edu.pk::12b6bffb-8fd7-410a-bd1e-f473b901c3a4" providerId="AD" clId="Web-{777905A0-4309-C5C3-7CD5-E75EC9F6B3D8}" dt="2023-02-26T15:44:31.668" v="4"/>
          <ac:spMkLst>
            <pc:docMk/>
            <pc:sldMk cId="1347984950" sldId="296"/>
            <ac:spMk id="75780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3"/>
        <pc:sldMkLst>
          <pc:docMk/>
          <pc:sldMk cId="2899825618" sldId="297"/>
        </pc:sldMkLst>
        <pc:spChg chg="del">
          <ac:chgData name="Rizwan Rashid" userId="S::rizwan.rashid@comsats.edu.pk::12b6bffb-8fd7-410a-bd1e-f473b901c3a4" providerId="AD" clId="Web-{777905A0-4309-C5C3-7CD5-E75EC9F6B3D8}" dt="2023-02-26T15:44:31.668" v="3"/>
          <ac:spMkLst>
            <pc:docMk/>
            <pc:sldMk cId="2899825618" sldId="297"/>
            <ac:spMk id="73732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2"/>
        <pc:sldMkLst>
          <pc:docMk/>
          <pc:sldMk cId="4032960252" sldId="298"/>
        </pc:sldMkLst>
        <pc:spChg chg="del">
          <ac:chgData name="Rizwan Rashid" userId="S::rizwan.rashid@comsats.edu.pk::12b6bffb-8fd7-410a-bd1e-f473b901c3a4" providerId="AD" clId="Web-{777905A0-4309-C5C3-7CD5-E75EC9F6B3D8}" dt="2023-02-26T15:44:31.668" v="2"/>
          <ac:spMkLst>
            <pc:docMk/>
            <pc:sldMk cId="4032960252" sldId="298"/>
            <ac:spMk id="716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"/>
        <pc:sldMkLst>
          <pc:docMk/>
          <pc:sldMk cId="3705881816" sldId="299"/>
        </pc:sldMkLst>
        <pc:spChg chg="del">
          <ac:chgData name="Rizwan Rashid" userId="S::rizwan.rashid@comsats.edu.pk::12b6bffb-8fd7-410a-bd1e-f473b901c3a4" providerId="AD" clId="Web-{777905A0-4309-C5C3-7CD5-E75EC9F6B3D8}" dt="2023-02-26T15:44:31.668" v="1"/>
          <ac:spMkLst>
            <pc:docMk/>
            <pc:sldMk cId="3705881816" sldId="299"/>
            <ac:spMk id="696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3"/>
        <pc:sldMkLst>
          <pc:docMk/>
          <pc:sldMk cId="309736740" sldId="300"/>
        </pc:sldMkLst>
        <pc:spChg chg="del">
          <ac:chgData name="Rizwan Rashid" userId="S::rizwan.rashid@comsats.edu.pk::12b6bffb-8fd7-410a-bd1e-f473b901c3a4" providerId="AD" clId="Web-{777905A0-4309-C5C3-7CD5-E75EC9F6B3D8}" dt="2023-02-26T15:44:31.668" v="13"/>
          <ac:spMkLst>
            <pc:docMk/>
            <pc:sldMk cId="309736740" sldId="300"/>
            <ac:spMk id="120836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2"/>
        <pc:sldMkLst>
          <pc:docMk/>
          <pc:sldMk cId="4283146656" sldId="301"/>
        </pc:sldMkLst>
        <pc:spChg chg="del">
          <ac:chgData name="Rizwan Rashid" userId="S::rizwan.rashid@comsats.edu.pk::12b6bffb-8fd7-410a-bd1e-f473b901c3a4" providerId="AD" clId="Web-{777905A0-4309-C5C3-7CD5-E75EC9F6B3D8}" dt="2023-02-26T15:44:31.668" v="12"/>
          <ac:spMkLst>
            <pc:docMk/>
            <pc:sldMk cId="4283146656" sldId="301"/>
            <ac:spMk id="118788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4"/>
        <pc:sldMkLst>
          <pc:docMk/>
          <pc:sldMk cId="1632256336" sldId="302"/>
        </pc:sldMkLst>
        <pc:spChg chg="del">
          <ac:chgData name="Rizwan Rashid" userId="S::rizwan.rashid@comsats.edu.pk::12b6bffb-8fd7-410a-bd1e-f473b901c3a4" providerId="AD" clId="Web-{777905A0-4309-C5C3-7CD5-E75EC9F6B3D8}" dt="2023-02-26T15:44:31.668" v="14"/>
          <ac:spMkLst>
            <pc:docMk/>
            <pc:sldMk cId="1632256336" sldId="302"/>
            <ac:spMk id="122884" creationId="{00000000-0000-0000-0000-000000000000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5"/>
        <pc:sldMkLst>
          <pc:docMk/>
          <pc:sldMk cId="396960561" sldId="303"/>
        </pc:sldMkLst>
        <pc:spChg chg="del">
          <ac:chgData name="Rizwan Rashid" userId="S::rizwan.rashid@comsats.edu.pk::12b6bffb-8fd7-410a-bd1e-f473b901c3a4" providerId="AD" clId="Web-{777905A0-4309-C5C3-7CD5-E75EC9F6B3D8}" dt="2023-02-26T15:44:31.668" v="15"/>
          <ac:spMkLst>
            <pc:docMk/>
            <pc:sldMk cId="396960561" sldId="303"/>
            <ac:spMk id="5" creationId="{E4254FFB-BFA9-03A3-B2D9-C3D2B9767C4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6"/>
        <pc:sldMkLst>
          <pc:docMk/>
          <pc:sldMk cId="1886531944" sldId="306"/>
        </pc:sldMkLst>
        <pc:spChg chg="del">
          <ac:chgData name="Rizwan Rashid" userId="S::rizwan.rashid@comsats.edu.pk::12b6bffb-8fd7-410a-bd1e-f473b901c3a4" providerId="AD" clId="Web-{777905A0-4309-C5C3-7CD5-E75EC9F6B3D8}" dt="2023-02-26T15:44:31.668" v="16"/>
          <ac:spMkLst>
            <pc:docMk/>
            <pc:sldMk cId="1886531944" sldId="306"/>
            <ac:spMk id="5" creationId="{7A7A46FB-88EB-E613-E5BA-1BF93201516C}"/>
          </ac:spMkLst>
        </pc:spChg>
      </pc:sldChg>
      <pc:sldChg chg="delSp">
        <pc:chgData name="Rizwan Rashid" userId="S::rizwan.rashid@comsats.edu.pk::12b6bffb-8fd7-410a-bd1e-f473b901c3a4" providerId="AD" clId="Web-{777905A0-4309-C5C3-7CD5-E75EC9F6B3D8}" dt="2023-02-26T15:44:31.668" v="17"/>
        <pc:sldMkLst>
          <pc:docMk/>
          <pc:sldMk cId="1561124475" sldId="307"/>
        </pc:sldMkLst>
        <pc:spChg chg="del">
          <ac:chgData name="Rizwan Rashid" userId="S::rizwan.rashid@comsats.edu.pk::12b6bffb-8fd7-410a-bd1e-f473b901c3a4" providerId="AD" clId="Web-{777905A0-4309-C5C3-7CD5-E75EC9F6B3D8}" dt="2023-02-26T15:44:31.668" v="17"/>
          <ac:spMkLst>
            <pc:docMk/>
            <pc:sldMk cId="1561124475" sldId="307"/>
            <ac:spMk id="5" creationId="{8E8859C7-51B8-8F43-A9FC-83E7C472C857}"/>
          </ac:spMkLst>
        </pc:spChg>
      </pc:sldChg>
    </pc:docChg>
  </pc:docChgLst>
  <pc:docChgLst>
    <pc:chgData name="Rizwan Rashid" userId="12b6bffb-8fd7-410a-bd1e-f473b901c3a4" providerId="ADAL" clId="{CF2EB370-3B6A-44B8-9278-D8889A7D7E0F}"/>
    <pc:docChg chg="delSld">
      <pc:chgData name="Rizwan Rashid" userId="12b6bffb-8fd7-410a-bd1e-f473b901c3a4" providerId="ADAL" clId="{CF2EB370-3B6A-44B8-9278-D8889A7D7E0F}" dt="2023-03-03T12:03:23.266" v="1" actId="47"/>
      <pc:docMkLst>
        <pc:docMk/>
      </pc:docMkLst>
      <pc:sldChg chg="del">
        <pc:chgData name="Rizwan Rashid" userId="12b6bffb-8fd7-410a-bd1e-f473b901c3a4" providerId="ADAL" clId="{CF2EB370-3B6A-44B8-9278-D8889A7D7E0F}" dt="2023-03-03T12:03:23.266" v="1" actId="47"/>
        <pc:sldMkLst>
          <pc:docMk/>
          <pc:sldMk cId="4032960252" sldId="298"/>
        </pc:sldMkLst>
      </pc:sldChg>
      <pc:sldChg chg="del">
        <pc:chgData name="Rizwan Rashid" userId="12b6bffb-8fd7-410a-bd1e-f473b901c3a4" providerId="ADAL" clId="{CF2EB370-3B6A-44B8-9278-D8889A7D7E0F}" dt="2023-03-03T12:03:20.187" v="0" actId="47"/>
        <pc:sldMkLst>
          <pc:docMk/>
          <pc:sldMk cId="3705881816" sldId="299"/>
        </pc:sldMkLst>
      </pc:sldChg>
    </pc:docChg>
  </pc:docChgLst>
  <pc:docChgLst>
    <pc:chgData name="Rizwan Rashid" userId="S::rizwan.rashid@comsats.edu.pk::12b6bffb-8fd7-410a-bd1e-f473b901c3a4" providerId="AD" clId="Web-{270873DF-3517-0E18-660E-566D9E72B619}"/>
    <pc:docChg chg="modSld">
      <pc:chgData name="Rizwan Rashid" userId="S::rizwan.rashid@comsats.edu.pk::12b6bffb-8fd7-410a-bd1e-f473b901c3a4" providerId="AD" clId="Web-{270873DF-3517-0E18-660E-566D9E72B619}" dt="2023-03-12T12:20:08.426" v="11" actId="1076"/>
      <pc:docMkLst>
        <pc:docMk/>
      </pc:docMkLst>
      <pc:sldChg chg="modSp">
        <pc:chgData name="Rizwan Rashid" userId="S::rizwan.rashid@comsats.edu.pk::12b6bffb-8fd7-410a-bd1e-f473b901c3a4" providerId="AD" clId="Web-{270873DF-3517-0E18-660E-566D9E72B619}" dt="2023-03-12T12:20:08.426" v="11" actId="1076"/>
        <pc:sldMkLst>
          <pc:docMk/>
          <pc:sldMk cId="1144330755" sldId="277"/>
        </pc:sldMkLst>
        <pc:spChg chg="mod">
          <ac:chgData name="Rizwan Rashid" userId="S::rizwan.rashid@comsats.edu.pk::12b6bffb-8fd7-410a-bd1e-f473b901c3a4" providerId="AD" clId="Web-{270873DF-3517-0E18-660E-566D9E72B619}" dt="2023-03-12T12:19:00.362" v="0" actId="1076"/>
          <ac:spMkLst>
            <pc:docMk/>
            <pc:sldMk cId="1144330755" sldId="277"/>
            <ac:spMk id="11" creationId="{0EABFD01-8C6F-CC75-774C-5AF60FF98042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06.440" v="2" actId="1076"/>
          <ac:spMkLst>
            <pc:docMk/>
            <pc:sldMk cId="1144330755" sldId="277"/>
            <ac:spMk id="18" creationId="{8E5AE1DB-1385-FBDB-F013-608FE1A07620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32.910" v="9" actId="1076"/>
          <ac:spMkLst>
            <pc:docMk/>
            <pc:sldMk cId="1144330755" sldId="277"/>
            <ac:spMk id="21" creationId="{C40F6CA1-8F7B-DA60-E3A4-81A8E867960D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19:28.831" v="8" actId="1076"/>
          <ac:spMkLst>
            <pc:docMk/>
            <pc:sldMk cId="1144330755" sldId="277"/>
            <ac:spMk id="23" creationId="{36E13CCC-97D0-C950-24FB-2875B2309D73}"/>
          </ac:spMkLst>
        </pc:spChg>
        <pc:spChg chg="mod">
          <ac:chgData name="Rizwan Rashid" userId="S::rizwan.rashid@comsats.edu.pk::12b6bffb-8fd7-410a-bd1e-f473b901c3a4" providerId="AD" clId="Web-{270873DF-3517-0E18-660E-566D9E72B619}" dt="2023-03-12T12:20:03.176" v="10" actId="1076"/>
          <ac:spMkLst>
            <pc:docMk/>
            <pc:sldMk cId="1144330755" sldId="277"/>
            <ac:spMk id="27" creationId="{2FC6213A-4A94-1B6D-853A-AE2B0070CEC5}"/>
          </ac:spMkLst>
        </pc:spChg>
        <pc:grpChg chg="mod">
          <ac:chgData name="Rizwan Rashid" userId="S::rizwan.rashid@comsats.edu.pk::12b6bffb-8fd7-410a-bd1e-f473b901c3a4" providerId="AD" clId="Web-{270873DF-3517-0E18-660E-566D9E72B619}" dt="2023-03-12T12:19:11.612" v="4" actId="14100"/>
          <ac:grpSpMkLst>
            <pc:docMk/>
            <pc:sldMk cId="1144330755" sldId="277"/>
            <ac:grpSpMk id="19" creationId="{276618A3-7515-06CD-56AD-0784227DC92B}"/>
          </ac:grpSpMkLst>
        </pc:grpChg>
        <pc:picChg chg="mod">
          <ac:chgData name="Rizwan Rashid" userId="S::rizwan.rashid@comsats.edu.pk::12b6bffb-8fd7-410a-bd1e-f473b901c3a4" providerId="AD" clId="Web-{270873DF-3517-0E18-660E-566D9E72B619}" dt="2023-03-12T12:20:08.426" v="11" actId="1076"/>
          <ac:picMkLst>
            <pc:docMk/>
            <pc:sldMk cId="1144330755" sldId="277"/>
            <ac:picMk id="2050" creationId="{27C15019-17D1-67C6-37B6-53FBACBF6218}"/>
          </ac:picMkLst>
        </pc:picChg>
      </pc:sldChg>
    </pc:docChg>
  </pc:docChgLst>
  <pc:docChgLst>
    <pc:chgData name="Rizwan Rashid" userId="S::rizwan.rashid@comsats.edu.pk::12b6bffb-8fd7-410a-bd1e-f473b901c3a4" providerId="AD" clId="Web-{DD0FD014-C90D-71A8-CD32-02A6BB98148C}"/>
    <pc:docChg chg="addSld modSld">
      <pc:chgData name="Rizwan Rashid" userId="S::rizwan.rashid@comsats.edu.pk::12b6bffb-8fd7-410a-bd1e-f473b901c3a4" providerId="AD" clId="Web-{DD0FD014-C90D-71A8-CD32-02A6BB98148C}" dt="2023-02-26T13:36:57.036" v="78" actId="1076"/>
      <pc:docMkLst>
        <pc:docMk/>
      </pc:docMkLst>
      <pc:sldChg chg="modSp">
        <pc:chgData name="Rizwan Rashid" userId="S::rizwan.rashid@comsats.edu.pk::12b6bffb-8fd7-410a-bd1e-f473b901c3a4" providerId="AD" clId="Web-{DD0FD014-C90D-71A8-CD32-02A6BB98148C}" dt="2023-02-26T13:31:17.509" v="16" actId="20577"/>
        <pc:sldMkLst>
          <pc:docMk/>
          <pc:sldMk cId="396960561" sldId="303"/>
        </pc:sldMkLst>
        <pc:spChg chg="mod">
          <ac:chgData name="Rizwan Rashid" userId="S::rizwan.rashid@comsats.edu.pk::12b6bffb-8fd7-410a-bd1e-f473b901c3a4" providerId="AD" clId="Web-{DD0FD014-C90D-71A8-CD32-02A6BB98148C}" dt="2023-02-26T13:26:23.046" v="4" actId="20577"/>
          <ac:spMkLst>
            <pc:docMk/>
            <pc:sldMk cId="396960561" sldId="303"/>
            <ac:spMk id="2" creationId="{097A7DAC-6179-C03A-BBF2-2991BA0FA052}"/>
          </ac:spMkLst>
        </pc:spChg>
        <pc:spChg chg="mod">
          <ac:chgData name="Rizwan Rashid" userId="S::rizwan.rashid@comsats.edu.pk::12b6bffb-8fd7-410a-bd1e-f473b901c3a4" providerId="AD" clId="Web-{DD0FD014-C90D-71A8-CD32-02A6BB98148C}" dt="2023-02-26T13:31:17.509" v="16" actId="20577"/>
          <ac:spMkLst>
            <pc:docMk/>
            <pc:sldMk cId="396960561" sldId="303"/>
            <ac:spMk id="3" creationId="{84AEE141-5F1D-0F86-D138-36902D5E5EE6}"/>
          </ac:spMkLst>
        </pc:spChg>
      </pc:sldChg>
      <pc:sldChg chg="addSp delSp modSp new">
        <pc:chgData name="Rizwan Rashid" userId="S::rizwan.rashid@comsats.edu.pk::12b6bffb-8fd7-410a-bd1e-f473b901c3a4" providerId="AD" clId="Web-{DD0FD014-C90D-71A8-CD32-02A6BB98148C}" dt="2023-02-26T13:36:57.036" v="78" actId="1076"/>
        <pc:sldMkLst>
          <pc:docMk/>
          <pc:sldMk cId="1356119526" sldId="304"/>
        </pc:sldMkLst>
        <pc:spChg chg="mod">
          <ac:chgData name="Rizwan Rashid" userId="S::rizwan.rashid@comsats.edu.pk::12b6bffb-8fd7-410a-bd1e-f473b901c3a4" providerId="AD" clId="Web-{DD0FD014-C90D-71A8-CD32-02A6BB98148C}" dt="2023-02-26T13:34:35.656" v="56" actId="14100"/>
          <ac:spMkLst>
            <pc:docMk/>
            <pc:sldMk cId="1356119526" sldId="304"/>
            <ac:spMk id="2" creationId="{8039E250-3E91-5879-28E5-DE4BF0483DFC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1:25.494" v="18"/>
          <ac:spMkLst>
            <pc:docMk/>
            <pc:sldMk cId="1356119526" sldId="304"/>
            <ac:spMk id="3" creationId="{ECB8D1CE-6DAF-A805-52D9-BBC734D58D88}"/>
          </ac:spMkLst>
        </pc:spChg>
        <pc:spChg chg="del">
          <ac:chgData name="Rizwan Rashid" userId="S::rizwan.rashid@comsats.edu.pk::12b6bffb-8fd7-410a-bd1e-f473b901c3a4" providerId="AD" clId="Web-{DD0FD014-C90D-71A8-CD32-02A6BB98148C}" dt="2023-02-26T13:33:11.888" v="27"/>
          <ac:spMkLst>
            <pc:docMk/>
            <pc:sldMk cId="1356119526" sldId="304"/>
            <ac:spMk id="5" creationId="{D4ADE763-FA9C-FF54-447D-8CAB7F0CE209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5:23.642" v="69" actId="1076"/>
          <ac:spMkLst>
            <pc:docMk/>
            <pc:sldMk cId="1356119526" sldId="304"/>
            <ac:spMk id="10" creationId="{2B3BA15F-EED2-D947-60FC-8FC1158B2727}"/>
          </ac:spMkLst>
        </pc:spChg>
        <pc:spChg chg="add mod">
          <ac:chgData name="Rizwan Rashid" userId="S::rizwan.rashid@comsats.edu.pk::12b6bffb-8fd7-410a-bd1e-f473b901c3a4" providerId="AD" clId="Web-{DD0FD014-C90D-71A8-CD32-02A6BB98148C}" dt="2023-02-26T13:36:09.737" v="75" actId="1076"/>
          <ac:spMkLst>
            <pc:docMk/>
            <pc:sldMk cId="1356119526" sldId="304"/>
            <ac:spMk id="11" creationId="{79AD46D1-9CE6-ACE0-3BCE-84198D8CD169}"/>
          </ac:spMkLst>
        </pc:spChg>
        <pc:picChg chg="add mod ord modCrop">
          <ac:chgData name="Rizwan Rashid" userId="S::rizwan.rashid@comsats.edu.pk::12b6bffb-8fd7-410a-bd1e-f473b901c3a4" providerId="AD" clId="Web-{DD0FD014-C90D-71A8-CD32-02A6BB98148C}" dt="2023-02-26T13:36:46.098" v="76"/>
          <ac:picMkLst>
            <pc:docMk/>
            <pc:sldMk cId="1356119526" sldId="304"/>
            <ac:picMk id="6" creationId="{89ACF81F-B355-6698-E3A8-3CC7E4D8CE14}"/>
          </ac:picMkLst>
        </pc:picChg>
        <pc:picChg chg="add del mod">
          <ac:chgData name="Rizwan Rashid" userId="S::rizwan.rashid@comsats.edu.pk::12b6bffb-8fd7-410a-bd1e-f473b901c3a4" providerId="AD" clId="Web-{DD0FD014-C90D-71A8-CD32-02A6BB98148C}" dt="2023-02-26T13:32:33.183" v="24"/>
          <ac:picMkLst>
            <pc:docMk/>
            <pc:sldMk cId="1356119526" sldId="304"/>
            <ac:picMk id="7" creationId="{9DDA34EB-8718-E2C4-A96E-D9D1AA4D4D77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6:57.036" v="78" actId="1076"/>
          <ac:picMkLst>
            <pc:docMk/>
            <pc:sldMk cId="1356119526" sldId="304"/>
            <ac:picMk id="8" creationId="{A44AE221-0354-6F71-ACC6-0D2DF2BDE46A}"/>
          </ac:picMkLst>
        </pc:picChg>
        <pc:picChg chg="add mod modCrop">
          <ac:chgData name="Rizwan Rashid" userId="S::rizwan.rashid@comsats.edu.pk::12b6bffb-8fd7-410a-bd1e-f473b901c3a4" providerId="AD" clId="Web-{DD0FD014-C90D-71A8-CD32-02A6BB98148C}" dt="2023-02-26T13:35:13.017" v="67" actId="1076"/>
          <ac:picMkLst>
            <pc:docMk/>
            <pc:sldMk cId="1356119526" sldId="304"/>
            <ac:picMk id="9" creationId="{70DE5FBE-53DE-7C7D-2EBC-40233287F706}"/>
          </ac:picMkLst>
        </pc:picChg>
      </pc:sldChg>
    </pc:docChg>
  </pc:docChgLst>
  <pc:docChgLst>
    <pc:chgData name="Rizwan Rashid" userId="S::rizwan.rashid@comsats.edu.pk::12b6bffb-8fd7-410a-bd1e-f473b901c3a4" providerId="AD" clId="Web-{26A49499-C9AD-3981-6C62-4E42E46314C6}"/>
    <pc:docChg chg="addSld delSld modSld">
      <pc:chgData name="Rizwan Rashid" userId="S::rizwan.rashid@comsats.edu.pk::12b6bffb-8fd7-410a-bd1e-f473b901c3a4" providerId="AD" clId="Web-{26A49499-C9AD-3981-6C62-4E42E46314C6}" dt="2023-04-02T13:24:41.723" v="158" actId="14100"/>
      <pc:docMkLst>
        <pc:docMk/>
      </pc:docMkLst>
      <pc:sldChg chg="modSp">
        <pc:chgData name="Rizwan Rashid" userId="S::rizwan.rashid@comsats.edu.pk::12b6bffb-8fd7-410a-bd1e-f473b901c3a4" providerId="AD" clId="Web-{26A49499-C9AD-3981-6C62-4E42E46314C6}" dt="2023-04-02T13:04:01.699" v="31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6A49499-C9AD-3981-6C62-4E42E46314C6}" dt="2023-04-02T13:04:01.699" v="31" actId="20577"/>
          <ac:spMkLst>
            <pc:docMk/>
            <pc:sldMk cId="3759789600" sldId="275"/>
            <ac:spMk id="3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26A49499-C9AD-3981-6C62-4E42E46314C6}" dt="2023-04-02T13:18:02.505" v="67" actId="20577"/>
        <pc:sldMkLst>
          <pc:docMk/>
          <pc:sldMk cId="1560131990" sldId="276"/>
        </pc:sldMkLst>
        <pc:spChg chg="mod">
          <ac:chgData name="Rizwan Rashid" userId="S::rizwan.rashid@comsats.edu.pk::12b6bffb-8fd7-410a-bd1e-f473b901c3a4" providerId="AD" clId="Web-{26A49499-C9AD-3981-6C62-4E42E46314C6}" dt="2023-04-02T13:14:37.499" v="47" actId="20577"/>
          <ac:spMkLst>
            <pc:docMk/>
            <pc:sldMk cId="1560131990" sldId="276"/>
            <ac:spMk id="2" creationId="{718F0CB1-65CF-974D-3157-F5600CA73674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18:02.505" v="67" actId="20577"/>
          <ac:spMkLst>
            <pc:docMk/>
            <pc:sldMk cId="1560131990" sldId="276"/>
            <ac:spMk id="3" creationId="{6C595891-2DBF-0B7A-7819-827A49271E12}"/>
          </ac:spMkLst>
        </pc:spChg>
      </pc:sldChg>
      <pc:sldChg chg="addSp modSp new mod modClrScheme chgLayout">
        <pc:chgData name="Rizwan Rashid" userId="S::rizwan.rashid@comsats.edu.pk::12b6bffb-8fd7-410a-bd1e-f473b901c3a4" providerId="AD" clId="Web-{26A49499-C9AD-3981-6C62-4E42E46314C6}" dt="2023-04-02T13:24:41.723" v="158" actId="14100"/>
        <pc:sldMkLst>
          <pc:docMk/>
          <pc:sldMk cId="1463831886" sldId="277"/>
        </pc:sldMkLst>
        <pc:spChg chg="mo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2" creationId="{B1BA22E6-0864-3E52-089E-7BB63E51AFF6}"/>
          </ac:spMkLst>
        </pc:spChg>
        <pc:spChg chg="mod">
          <ac:chgData name="Rizwan Rashid" userId="S::rizwan.rashid@comsats.edu.pk::12b6bffb-8fd7-410a-bd1e-f473b901c3a4" providerId="AD" clId="Web-{26A49499-C9AD-3981-6C62-4E42E46314C6}" dt="2023-04-02T13:24:36.426" v="156" actId="20577"/>
          <ac:spMkLst>
            <pc:docMk/>
            <pc:sldMk cId="1463831886" sldId="277"/>
            <ac:spMk id="3" creationId="{53FDE1B1-1B53-B12C-D53C-2D927608BF45}"/>
          </ac:spMkLst>
        </pc:spChg>
        <pc:spChg chg="mod ord">
          <ac:chgData name="Rizwan Rashid" userId="S::rizwan.rashid@comsats.edu.pk::12b6bffb-8fd7-410a-bd1e-f473b901c3a4" providerId="AD" clId="Web-{26A49499-C9AD-3981-6C62-4E42E46314C6}" dt="2023-04-02T13:19:45.695" v="113"/>
          <ac:spMkLst>
            <pc:docMk/>
            <pc:sldMk cId="1463831886" sldId="277"/>
            <ac:spMk id="4" creationId="{F6C398DA-BDB2-9AB2-4F18-C021BAD49BFD}"/>
          </ac:spMkLst>
        </pc:spChg>
        <pc:picChg chg="add mod">
          <ac:chgData name="Rizwan Rashid" userId="S::rizwan.rashid@comsats.edu.pk::12b6bffb-8fd7-410a-bd1e-f473b901c3a4" providerId="AD" clId="Web-{26A49499-C9AD-3981-6C62-4E42E46314C6}" dt="2023-04-02T13:24:41.723" v="158" actId="14100"/>
          <ac:picMkLst>
            <pc:docMk/>
            <pc:sldMk cId="1463831886" sldId="277"/>
            <ac:picMk id="5" creationId="{7EFCAF39-5D5C-1BB8-8572-478DE0F7D623}"/>
          </ac:picMkLst>
        </pc:picChg>
      </pc:sldChg>
      <pc:sldChg chg="del">
        <pc:chgData name="Rizwan Rashid" userId="S::rizwan.rashid@comsats.edu.pk::12b6bffb-8fd7-410a-bd1e-f473b901c3a4" providerId="AD" clId="Web-{26A49499-C9AD-3981-6C62-4E42E46314C6}" dt="2023-04-02T13:04:11.527" v="37"/>
        <pc:sldMkLst>
          <pc:docMk/>
          <pc:sldMk cId="4196248272" sldId="277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6"/>
        <pc:sldMkLst>
          <pc:docMk/>
          <pc:sldMk cId="1010016411" sldId="278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4"/>
        <pc:sldMkLst>
          <pc:docMk/>
          <pc:sldMk cId="3898842981" sldId="279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5"/>
        <pc:sldMkLst>
          <pc:docMk/>
          <pc:sldMk cId="3662736590" sldId="280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2"/>
        <pc:sldMkLst>
          <pc:docMk/>
          <pc:sldMk cId="884951720" sldId="281"/>
        </pc:sldMkLst>
      </pc:sldChg>
      <pc:sldChg chg="del">
        <pc:chgData name="Rizwan Rashid" userId="S::rizwan.rashid@comsats.edu.pk::12b6bffb-8fd7-410a-bd1e-f473b901c3a4" providerId="AD" clId="Web-{26A49499-C9AD-3981-6C62-4E42E46314C6}" dt="2023-04-02T13:04:11.527" v="33"/>
        <pc:sldMkLst>
          <pc:docMk/>
          <pc:sldMk cId="2477369744" sldId="282"/>
        </pc:sldMkLst>
      </pc:sldChg>
    </pc:docChg>
  </pc:docChgLst>
  <pc:docChgLst>
    <pc:chgData name="Rizwan Rashid" userId="S::rizwan.rashid@comsats.edu.pk::12b6bffb-8fd7-410a-bd1e-f473b901c3a4" providerId="AD" clId="Web-{720DF1F6-7572-5E84-00A7-FEB14811C905}"/>
    <pc:docChg chg="addSld delSld modSld">
      <pc:chgData name="Rizwan Rashid" userId="S::rizwan.rashid@comsats.edu.pk::12b6bffb-8fd7-410a-bd1e-f473b901c3a4" providerId="AD" clId="Web-{720DF1F6-7572-5E84-00A7-FEB14811C905}" dt="2023-03-18T18:51:56.126" v="37" actId="14100"/>
      <pc:docMkLst>
        <pc:docMk/>
      </pc:docMkLst>
      <pc:sldChg chg="modSp">
        <pc:chgData name="Rizwan Rashid" userId="S::rizwan.rashid@comsats.edu.pk::12b6bffb-8fd7-410a-bd1e-f473b901c3a4" providerId="AD" clId="Web-{720DF1F6-7572-5E84-00A7-FEB14811C905}" dt="2023-03-18T15:17:19.306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720DF1F6-7572-5E84-00A7-FEB14811C905}" dt="2023-03-18T15:17:19.306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720DF1F6-7572-5E84-00A7-FEB14811C905}" dt="2023-03-18T15:17:12.931" v="1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720DF1F6-7572-5E84-00A7-FEB14811C905}" dt="2023-03-18T15:17:28.291" v="28"/>
        <pc:sldMkLst>
          <pc:docMk/>
          <pc:sldMk cId="3050707806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641" v="29"/>
        <pc:sldMkLst>
          <pc:docMk/>
          <pc:sldMk cId="3396534122" sldId="276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704" v="30"/>
        <pc:sldMkLst>
          <pc:docMk/>
          <pc:sldMk cId="2265212252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7"/>
        <pc:sldMkLst>
          <pc:docMk/>
          <pc:sldMk cId="3357100696" sldId="27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6"/>
        <pc:sldMkLst>
          <pc:docMk/>
          <pc:sldMk cId="1748918378" sldId="278"/>
        </pc:sldMkLst>
      </pc:sldChg>
      <pc:sldChg chg="modSp add mod modShow">
        <pc:chgData name="Rizwan Rashid" userId="S::rizwan.rashid@comsats.edu.pk::12b6bffb-8fd7-410a-bd1e-f473b901c3a4" providerId="AD" clId="Web-{720DF1F6-7572-5E84-00A7-FEB14811C905}" dt="2023-03-18T18:51:56.126" v="37" actId="14100"/>
        <pc:sldMkLst>
          <pc:docMk/>
          <pc:sldMk cId="3998530891" sldId="278"/>
        </pc:sldMkLst>
        <pc:spChg chg="mod">
          <ac:chgData name="Rizwan Rashid" userId="S::rizwan.rashid@comsats.edu.pk::12b6bffb-8fd7-410a-bd1e-f473b901c3a4" providerId="AD" clId="Web-{720DF1F6-7572-5E84-00A7-FEB14811C905}" dt="2023-03-18T18:51:56.126" v="37" actId="14100"/>
          <ac:spMkLst>
            <pc:docMk/>
            <pc:sldMk cId="3998530891" sldId="278"/>
            <ac:spMk id="3" creationId="{00000000-0000-0000-0000-000000000000}"/>
          </ac:spMkLst>
        </pc:spChg>
      </pc:sldChg>
      <pc:sldChg chg="add">
        <pc:chgData name="Rizwan Rashid" userId="S::rizwan.rashid@comsats.edu.pk::12b6bffb-8fd7-410a-bd1e-f473b901c3a4" providerId="AD" clId="Web-{720DF1F6-7572-5E84-00A7-FEB14811C905}" dt="2023-03-18T18:51:32.844" v="32"/>
        <pc:sldMkLst>
          <pc:docMk/>
          <pc:sldMk cId="1638688824" sldId="27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5"/>
        <pc:sldMkLst>
          <pc:docMk/>
          <pc:sldMk cId="4268559702" sldId="279"/>
        </pc:sldMkLst>
      </pc:sldChg>
      <pc:sldChg chg="add">
        <pc:chgData name="Rizwan Rashid" userId="S::rizwan.rashid@comsats.edu.pk::12b6bffb-8fd7-410a-bd1e-f473b901c3a4" providerId="AD" clId="Web-{720DF1F6-7572-5E84-00A7-FEB14811C905}" dt="2023-03-18T18:51:32.876" v="33"/>
        <pc:sldMkLst>
          <pc:docMk/>
          <pc:sldMk cId="1082597294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4"/>
        <pc:sldMkLst>
          <pc:docMk/>
          <pc:sldMk cId="1485912887" sldId="28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3"/>
        <pc:sldMkLst>
          <pc:docMk/>
          <pc:sldMk cId="3463794225" sldId="281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2"/>
        <pc:sldMkLst>
          <pc:docMk/>
          <pc:sldMk cId="1222195488" sldId="282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1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9"/>
        <pc:sldMkLst>
          <pc:docMk/>
          <pc:sldMk cId="2581762178" sldId="284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20"/>
        <pc:sldMkLst>
          <pc:docMk/>
          <pc:sldMk cId="485645909" sldId="285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3"/>
        <pc:sldMkLst>
          <pc:docMk/>
          <pc:sldMk cId="3382260489" sldId="286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4"/>
        <pc:sldMkLst>
          <pc:docMk/>
          <pc:sldMk cId="235764960" sldId="287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5"/>
        <pc:sldMkLst>
          <pc:docMk/>
          <pc:sldMk cId="1877508029" sldId="288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8"/>
        <pc:sldMkLst>
          <pc:docMk/>
          <pc:sldMk cId="2835391841" sldId="289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91" v="17"/>
        <pc:sldMkLst>
          <pc:docMk/>
          <pc:sldMk cId="1541621828" sldId="290"/>
        </pc:sldMkLst>
      </pc:sldChg>
      <pc:sldChg chg="del">
        <pc:chgData name="Rizwan Rashid" userId="S::rizwan.rashid@comsats.edu.pk::12b6bffb-8fd7-410a-bd1e-f473b901c3a4" providerId="AD" clId="Web-{720DF1F6-7572-5E84-00A7-FEB14811C905}" dt="2023-03-18T15:17:28.275" v="16"/>
        <pc:sldMkLst>
          <pc:docMk/>
          <pc:sldMk cId="570939183" sldId="291"/>
        </pc:sldMkLst>
      </pc:sldChg>
    </pc:docChg>
  </pc:docChgLst>
  <pc:docChgLst>
    <pc:chgData name="Rizwan Rashid" userId="S::rizwan.rashid@comsats.edu.pk::12b6bffb-8fd7-410a-bd1e-f473b901c3a4" providerId="AD" clId="Web-{DAB0B3A8-4AF3-AA86-5C7E-EFF7055DC493}"/>
    <pc:docChg chg="modSld">
      <pc:chgData name="Rizwan Rashid" userId="S::rizwan.rashid@comsats.edu.pk::12b6bffb-8fd7-410a-bd1e-f473b901c3a4" providerId="AD" clId="Web-{DAB0B3A8-4AF3-AA86-5C7E-EFF7055DC493}" dt="2023-12-16T11:57:25.319" v="18" actId="20577"/>
      <pc:docMkLst>
        <pc:docMk/>
      </pc:docMkLst>
      <pc:sldChg chg="modSp">
        <pc:chgData name="Rizwan Rashid" userId="S::rizwan.rashid@comsats.edu.pk::12b6bffb-8fd7-410a-bd1e-f473b901c3a4" providerId="AD" clId="Web-{DAB0B3A8-4AF3-AA86-5C7E-EFF7055DC493}" dt="2023-12-16T11:32:36.267" v="12" actId="20577"/>
        <pc:sldMkLst>
          <pc:docMk/>
          <pc:sldMk cId="982031622" sldId="276"/>
        </pc:sldMkLst>
        <pc:spChg chg="mod">
          <ac:chgData name="Rizwan Rashid" userId="S::rizwan.rashid@comsats.edu.pk::12b6bffb-8fd7-410a-bd1e-f473b901c3a4" providerId="AD" clId="Web-{DAB0B3A8-4AF3-AA86-5C7E-EFF7055DC493}" dt="2023-12-16T11:32:36.267" v="12" actId="20577"/>
          <ac:spMkLst>
            <pc:docMk/>
            <pc:sldMk cId="982031622" sldId="276"/>
            <ac:spMk id="2" creationId="{EEE4C6C5-0219-5A7D-DC65-DA9751916CF0}"/>
          </ac:spMkLst>
        </pc:spChg>
      </pc:sldChg>
      <pc:sldChg chg="modSp">
        <pc:chgData name="Rizwan Rashid" userId="S::rizwan.rashid@comsats.edu.pk::12b6bffb-8fd7-410a-bd1e-f473b901c3a4" providerId="AD" clId="Web-{DAB0B3A8-4AF3-AA86-5C7E-EFF7055DC493}" dt="2023-12-16T11:57:25.319" v="18" actId="20577"/>
        <pc:sldMkLst>
          <pc:docMk/>
          <pc:sldMk cId="715402033" sldId="278"/>
        </pc:sldMkLst>
        <pc:spChg chg="mod">
          <ac:chgData name="Rizwan Rashid" userId="S::rizwan.rashid@comsats.edu.pk::12b6bffb-8fd7-410a-bd1e-f473b901c3a4" providerId="AD" clId="Web-{DAB0B3A8-4AF3-AA86-5C7E-EFF7055DC493}" dt="2023-12-16T11:57:25.319" v="18" actId="20577"/>
          <ac:spMkLst>
            <pc:docMk/>
            <pc:sldMk cId="715402033" sldId="278"/>
            <ac:spMk id="3" creationId="{B4D0AA9D-C2D2-5CB1-9D2B-702466C2B083}"/>
          </ac:spMkLst>
        </pc:spChg>
      </pc:sldChg>
      <pc:sldChg chg="modSp">
        <pc:chgData name="Rizwan Rashid" userId="S::rizwan.rashid@comsats.edu.pk::12b6bffb-8fd7-410a-bd1e-f473b901c3a4" providerId="AD" clId="Web-{DAB0B3A8-4AF3-AA86-5C7E-EFF7055DC493}" dt="2023-12-16T11:34:20.380" v="13" actId="14100"/>
        <pc:sldMkLst>
          <pc:docMk/>
          <pc:sldMk cId="85219983" sldId="280"/>
        </pc:sldMkLst>
        <pc:spChg chg="mod">
          <ac:chgData name="Rizwan Rashid" userId="S::rizwan.rashid@comsats.edu.pk::12b6bffb-8fd7-410a-bd1e-f473b901c3a4" providerId="AD" clId="Web-{DAB0B3A8-4AF3-AA86-5C7E-EFF7055DC493}" dt="2023-12-16T11:34:20.380" v="13" actId="14100"/>
          <ac:spMkLst>
            <pc:docMk/>
            <pc:sldMk cId="85219983" sldId="280"/>
            <ac:spMk id="7" creationId="{F2BD1B20-9876-F4C4-51EC-71FB1FBD5181}"/>
          </ac:spMkLst>
        </pc:spChg>
      </pc:sldChg>
    </pc:docChg>
  </pc:docChgLst>
  <pc:docChgLst>
    <pc:chgData name="Rizwan Rashid" userId="S::rizwan.rashid@comsats.edu.pk::12b6bffb-8fd7-410a-bd1e-f473b901c3a4" providerId="AD" clId="Web-{BC98CDB1-9189-2B28-DBDA-902CDAD7CF6F}"/>
    <pc:docChg chg="addSld modSld">
      <pc:chgData name="Rizwan Rashid" userId="S::rizwan.rashid@comsats.edu.pk::12b6bffb-8fd7-410a-bd1e-f473b901c3a4" providerId="AD" clId="Web-{BC98CDB1-9189-2B28-DBDA-902CDAD7CF6F}" dt="2023-04-02T21:30:14.551" v="641" actId="1076"/>
      <pc:docMkLst>
        <pc:docMk/>
      </pc:docMkLst>
      <pc:sldChg chg="addSp delSp modSp new mod modClrScheme chgLayout">
        <pc:chgData name="Rizwan Rashid" userId="S::rizwan.rashid@comsats.edu.pk::12b6bffb-8fd7-410a-bd1e-f473b901c3a4" providerId="AD" clId="Web-{BC98CDB1-9189-2B28-DBDA-902CDAD7CF6F}" dt="2023-04-02T20:08:49.228" v="6"/>
        <pc:sldMkLst>
          <pc:docMk/>
          <pc:sldMk cId="1652810489" sldId="278"/>
        </pc:sldMkLst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2" creationId="{FD38313F-7862-8CF6-51EF-1D71D275CE28}"/>
          </ac:spMkLst>
        </pc:spChg>
        <pc:spChg chg="del mod ord">
          <ac:chgData name="Rizwan Rashid" userId="S::rizwan.rashid@comsats.edu.pk::12b6bffb-8fd7-410a-bd1e-f473b901c3a4" providerId="AD" clId="Web-{BC98CDB1-9189-2B28-DBDA-902CDAD7CF6F}" dt="2023-04-02T20:08:49.228" v="6"/>
          <ac:spMkLst>
            <pc:docMk/>
            <pc:sldMk cId="1652810489" sldId="278"/>
            <ac:spMk id="3" creationId="{18D1419D-B464-C72E-2648-6FA775211921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4" creationId="{9862B2E8-18DE-E7C4-09AB-13E61AAD47FE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19:32:14.102" v="5"/>
          <ac:spMkLst>
            <pc:docMk/>
            <pc:sldMk cId="1652810489" sldId="278"/>
            <ac:spMk id="5" creationId="{56CBAC06-7D12-FC5D-5DB5-A590EE4376D3}"/>
          </ac:spMkLst>
        </pc:spChg>
        <pc:picChg chg="add mod ord">
          <ac:chgData name="Rizwan Rashid" userId="S::rizwan.rashid@comsats.edu.pk::12b6bffb-8fd7-410a-bd1e-f473b901c3a4" providerId="AD" clId="Web-{BC98CDB1-9189-2B28-DBDA-902CDAD7CF6F}" dt="2023-04-02T20:08:49.228" v="6"/>
          <ac:picMkLst>
            <pc:docMk/>
            <pc:sldMk cId="1652810489" sldId="278"/>
            <ac:picMk id="4" creationId="{A2CD3D4E-3EEB-4B78-98EF-4C586D9FE2D4}"/>
          </ac:picMkLst>
        </pc:picChg>
      </pc:sldChg>
      <pc:sldChg chg="modSp new">
        <pc:chgData name="Rizwan Rashid" userId="S::rizwan.rashid@comsats.edu.pk::12b6bffb-8fd7-410a-bd1e-f473b901c3a4" providerId="AD" clId="Web-{BC98CDB1-9189-2B28-DBDA-902CDAD7CF6F}" dt="2023-04-02T20:48:06.794" v="366" actId="20577"/>
        <pc:sldMkLst>
          <pc:docMk/>
          <pc:sldMk cId="3841986795" sldId="279"/>
        </pc:sldMkLst>
        <pc:spChg chg="mod">
          <ac:chgData name="Rizwan Rashid" userId="S::rizwan.rashid@comsats.edu.pk::12b6bffb-8fd7-410a-bd1e-f473b901c3a4" providerId="AD" clId="Web-{BC98CDB1-9189-2B28-DBDA-902CDAD7CF6F}" dt="2023-04-02T20:09:30.761" v="20" actId="20577"/>
          <ac:spMkLst>
            <pc:docMk/>
            <pc:sldMk cId="3841986795" sldId="279"/>
            <ac:spMk id="2" creationId="{1C90B81C-932C-1FA1-D6BD-BDAFD3D4BC81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48:06.794" v="366" actId="20577"/>
          <ac:spMkLst>
            <pc:docMk/>
            <pc:sldMk cId="3841986795" sldId="279"/>
            <ac:spMk id="3" creationId="{50B00E51-B206-200C-70A8-E38B091F325A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0:50:48.237" v="460" actId="1076"/>
        <pc:sldMkLst>
          <pc:docMk/>
          <pc:sldMk cId="3942880366" sldId="280"/>
        </pc:sldMkLst>
        <pc:spChg chg="mod">
          <ac:chgData name="Rizwan Rashid" userId="S::rizwan.rashid@comsats.edu.pk::12b6bffb-8fd7-410a-bd1e-f473b901c3a4" providerId="AD" clId="Web-{BC98CDB1-9189-2B28-DBDA-902CDAD7CF6F}" dt="2023-04-02T20:20:47.252" v="144" actId="20577"/>
          <ac:spMkLst>
            <pc:docMk/>
            <pc:sldMk cId="3942880366" sldId="280"/>
            <ac:spMk id="2" creationId="{E18431FC-F964-91DF-3861-FCF38C55D5E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21:17.394" v="149" actId="20577"/>
          <ac:spMkLst>
            <pc:docMk/>
            <pc:sldMk cId="3942880366" sldId="280"/>
            <ac:spMk id="3" creationId="{9664DD42-8425-1B31-9748-07131A06DD7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6" creationId="{1EF7698C-3C17-E350-9627-3DD61D93128E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8" creationId="{F8A32788-623B-5848-C92F-0FC9FA9B7D17}"/>
          </ac:spMkLst>
        </pc:spChg>
        <pc:spChg chg="add">
          <ac:chgData name="Rizwan Rashid" userId="S::rizwan.rashid@comsats.edu.pk::12b6bffb-8fd7-410a-bd1e-f473b901c3a4" providerId="AD" clId="Web-{BC98CDB1-9189-2B28-DBDA-902CDAD7CF6F}" dt="2023-04-02T20:50:45.237" v="459"/>
          <ac:spMkLst>
            <pc:docMk/>
            <pc:sldMk cId="3942880366" sldId="280"/>
            <ac:spMk id="9" creationId="{FBDCF17B-30D1-0F01-3D21-31B0F7BBC8CE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0:48.237" v="460" actId="1076"/>
          <ac:grpSpMkLst>
            <pc:docMk/>
            <pc:sldMk cId="3942880366" sldId="280"/>
            <ac:grpSpMk id="5" creationId="{ADD8AB11-D754-7FB2-FC0F-8706991E3A44}"/>
          </ac:grpSpMkLst>
        </pc:grpChg>
        <pc:cxnChg chg="add">
          <ac:chgData name="Rizwan Rashid" userId="S::rizwan.rashid@comsats.edu.pk::12b6bffb-8fd7-410a-bd1e-f473b901c3a4" providerId="AD" clId="Web-{BC98CDB1-9189-2B28-DBDA-902CDAD7CF6F}" dt="2023-04-02T20:50:45.237" v="459"/>
          <ac:cxnSpMkLst>
            <pc:docMk/>
            <pc:sldMk cId="3942880366" sldId="280"/>
            <ac:cxnSpMk id="7" creationId="{6D72A005-D3B5-1AB7-3556-E6F5C2214335}"/>
          </ac:cxnSpMkLst>
        </pc:cxnChg>
      </pc:sldChg>
      <pc:sldChg chg="addSp delSp modSp new">
        <pc:chgData name="Rizwan Rashid" userId="S::rizwan.rashid@comsats.edu.pk::12b6bffb-8fd7-410a-bd1e-f473b901c3a4" providerId="AD" clId="Web-{BC98CDB1-9189-2B28-DBDA-902CDAD7CF6F}" dt="2023-04-02T20:53:26.383" v="474" actId="1076"/>
        <pc:sldMkLst>
          <pc:docMk/>
          <pc:sldMk cId="1283913959" sldId="281"/>
        </pc:sldMkLst>
        <pc:spChg chg="del">
          <ac:chgData name="Rizwan Rashid" userId="S::rizwan.rashid@comsats.edu.pk::12b6bffb-8fd7-410a-bd1e-f473b901c3a4" providerId="AD" clId="Web-{BC98CDB1-9189-2B28-DBDA-902CDAD7CF6F}" dt="2023-04-02T20:37:07.691" v="174"/>
          <ac:spMkLst>
            <pc:docMk/>
            <pc:sldMk cId="1283913959" sldId="281"/>
            <ac:spMk id="2" creationId="{81ADD413-0015-AECD-053B-7B2867DA50C5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22:12.631" v="161"/>
          <ac:spMkLst>
            <pc:docMk/>
            <pc:sldMk cId="1283913959" sldId="281"/>
            <ac:spMk id="3" creationId="{D03FC12B-4540-C50F-4D97-8F12A2A3A78E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6:40.597" v="164"/>
          <ac:spMkLst>
            <pc:docMk/>
            <pc:sldMk cId="1283913959" sldId="281"/>
            <ac:spMk id="5" creationId="{DB70DF39-CD4B-36C1-4EBD-8D0E007DA1A5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7:04.660" v="173" actId="14100"/>
          <ac:spMkLst>
            <pc:docMk/>
            <pc:sldMk cId="1283913959" sldId="281"/>
            <ac:spMk id="6" creationId="{1B595D3A-8681-7FFA-4E2D-21A2CB9569F7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3:26.383" v="474" actId="1076"/>
          <ac:spMkLst>
            <pc:docMk/>
            <pc:sldMk cId="1283913959" sldId="281"/>
            <ac:spMk id="7" creationId="{55F32B08-A077-C27C-072F-94244BEB7F8D}"/>
          </ac:spMkLst>
        </pc:spChg>
        <pc:spChg chg="add del mod">
          <ac:chgData name="Rizwan Rashid" userId="S::rizwan.rashid@comsats.edu.pk::12b6bffb-8fd7-410a-bd1e-f473b901c3a4" providerId="AD" clId="Web-{BC98CDB1-9189-2B28-DBDA-902CDAD7CF6F}" dt="2023-04-02T20:38:38.226" v="204"/>
          <ac:spMkLst>
            <pc:docMk/>
            <pc:sldMk cId="1283913959" sldId="281"/>
            <ac:spMk id="8" creationId="{4508D589-6B04-D822-2453-6F78AAD57AE9}"/>
          </ac:spMkLst>
        </pc:spChg>
      </pc:sldChg>
      <pc:sldChg chg="addSp delSp modSp new">
        <pc:chgData name="Rizwan Rashid" userId="S::rizwan.rashid@comsats.edu.pk::12b6bffb-8fd7-410a-bd1e-f473b901c3a4" providerId="AD" clId="Web-{BC98CDB1-9189-2B28-DBDA-902CDAD7CF6F}" dt="2023-04-02T20:50:42.799" v="458"/>
        <pc:sldMkLst>
          <pc:docMk/>
          <pc:sldMk cId="2601961741" sldId="282"/>
        </pc:sldMkLst>
        <pc:spChg chg="del">
          <ac:chgData name="Rizwan Rashid" userId="S::rizwan.rashid@comsats.edu.pk::12b6bffb-8fd7-410a-bd1e-f473b901c3a4" providerId="AD" clId="Web-{BC98CDB1-9189-2B28-DBDA-902CDAD7CF6F}" dt="2023-04-02T20:38:22.366" v="198"/>
          <ac:spMkLst>
            <pc:docMk/>
            <pc:sldMk cId="2601961741" sldId="282"/>
            <ac:spMk id="2" creationId="{E279DDEC-396F-FCDE-78F4-608F5394A44B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0:38:23.584" v="199"/>
          <ac:spMkLst>
            <pc:docMk/>
            <pc:sldMk cId="2601961741" sldId="282"/>
            <ac:spMk id="3" creationId="{7D896967-46C1-20F3-BD4C-F8CB0EAF10C3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8.132" v="207" actId="1076"/>
          <ac:spMkLst>
            <pc:docMk/>
            <pc:sldMk cId="2601961741" sldId="282"/>
            <ac:spMk id="5" creationId="{7555CB0A-0DB2-03E9-0BEC-5D1C1DAE1DB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38:43.257" v="206" actId="1076"/>
          <ac:spMkLst>
            <pc:docMk/>
            <pc:sldMk cId="2601961741" sldId="282"/>
            <ac:spMk id="6" creationId="{8A7F42D0-8B31-DFFD-02AB-94B28FCD47A8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4.249" v="223" actId="20577"/>
          <ac:spMkLst>
            <pc:docMk/>
            <pc:sldMk cId="2601961741" sldId="282"/>
            <ac:spMk id="7" creationId="{77517BB0-59BC-47DD-6D0A-59B1DE65C7C9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13.076" v="216"/>
          <ac:spMkLst>
            <pc:docMk/>
            <pc:sldMk cId="2601961741" sldId="282"/>
            <ac:spMk id="9" creationId="{BE58334B-32CA-EB1E-099E-8D30CEC83561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42:27.796" v="225" actId="20577"/>
          <ac:spMkLst>
            <pc:docMk/>
            <pc:sldMk cId="2601961741" sldId="282"/>
            <ac:spMk id="10" creationId="{58927BB0-2224-2B44-4760-691C867B1ED0}"/>
          </ac:spMkLst>
        </pc:spChg>
        <pc:grpChg chg="add del mod">
          <ac:chgData name="Rizwan Rashid" userId="S::rizwan.rashid@comsats.edu.pk::12b6bffb-8fd7-410a-bd1e-f473b901c3a4" providerId="AD" clId="Web-{BC98CDB1-9189-2B28-DBDA-902CDAD7CF6F}" dt="2023-04-02T20:50:42.799" v="458"/>
          <ac:grpSpMkLst>
            <pc:docMk/>
            <pc:sldMk cId="2601961741" sldId="282"/>
            <ac:grpSpMk id="11" creationId="{AD9CC7B8-DDD1-8F7A-E190-7A4F0F7F8116}"/>
          </ac:grpSpMkLst>
        </pc:grpChg>
        <pc:cxnChg chg="add mod">
          <ac:chgData name="Rizwan Rashid" userId="S::rizwan.rashid@comsats.edu.pk::12b6bffb-8fd7-410a-bd1e-f473b901c3a4" providerId="AD" clId="Web-{BC98CDB1-9189-2B28-DBDA-902CDAD7CF6F}" dt="2023-04-02T20:42:06.029" v="215" actId="1076"/>
          <ac:cxnSpMkLst>
            <pc:docMk/>
            <pc:sldMk cId="2601961741" sldId="282"/>
            <ac:cxnSpMk id="8" creationId="{E357543B-BBA0-4A19-212B-33E5B90C0DDD}"/>
          </ac:cxnSpMkLst>
        </pc:cxnChg>
      </pc:sldChg>
      <pc:sldChg chg="addSp modSp new">
        <pc:chgData name="Rizwan Rashid" userId="S::rizwan.rashid@comsats.edu.pk::12b6bffb-8fd7-410a-bd1e-f473b901c3a4" providerId="AD" clId="Web-{BC98CDB1-9189-2B28-DBDA-902CDAD7CF6F}" dt="2023-04-02T20:51:22.988" v="473"/>
        <pc:sldMkLst>
          <pc:docMk/>
          <pc:sldMk cId="3094194458" sldId="283"/>
        </pc:sldMkLst>
        <pc:spChg chg="mod">
          <ac:chgData name="Rizwan Rashid" userId="S::rizwan.rashid@comsats.edu.pk::12b6bffb-8fd7-410a-bd1e-f473b901c3a4" providerId="AD" clId="Web-{BC98CDB1-9189-2B28-DBDA-902CDAD7CF6F}" dt="2023-04-02T20:46:23.337" v="296" actId="20577"/>
          <ac:spMkLst>
            <pc:docMk/>
            <pc:sldMk cId="3094194458" sldId="283"/>
            <ac:spMk id="2" creationId="{5EC78FA6-9821-10A1-F5F6-44FFD6E9F3A4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0:37.283" v="457" actId="20577"/>
          <ac:spMkLst>
            <pc:docMk/>
            <pc:sldMk cId="3094194458" sldId="283"/>
            <ac:spMk id="3" creationId="{0D39EC40-DBBC-4CD7-A9B5-58B07BE209DE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10.019" v="470" actId="20577"/>
          <ac:spMkLst>
            <pc:docMk/>
            <pc:sldMk cId="3094194458" sldId="283"/>
            <ac:spMk id="6" creationId="{05BF2C31-26E8-2B04-97D2-4F043C69BE9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1:22.988" v="473"/>
          <ac:spMkLst>
            <pc:docMk/>
            <pc:sldMk cId="3094194458" sldId="283"/>
            <ac:spMk id="9" creationId="{568FEA04-A942-C801-8FC4-F9B46537C111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0:51:14.675" v="472" actId="1076"/>
          <ac:grpSpMkLst>
            <pc:docMk/>
            <pc:sldMk cId="3094194458" sldId="283"/>
            <ac:grpSpMk id="10" creationId="{C1BAD7ED-4E85-8350-76A9-67EA88E01101}"/>
          </ac:grpSpMkLst>
        </pc:grpChg>
      </pc:sldChg>
      <pc:sldChg chg="modSp new">
        <pc:chgData name="Rizwan Rashid" userId="S::rizwan.rashid@comsats.edu.pk::12b6bffb-8fd7-410a-bd1e-f473b901c3a4" providerId="AD" clId="Web-{BC98CDB1-9189-2B28-DBDA-902CDAD7CF6F}" dt="2023-04-02T20:57:38.750" v="530"/>
        <pc:sldMkLst>
          <pc:docMk/>
          <pc:sldMk cId="3789719861" sldId="284"/>
        </pc:sldMkLst>
        <pc:spChg chg="mod">
          <ac:chgData name="Rizwan Rashid" userId="S::rizwan.rashid@comsats.edu.pk::12b6bffb-8fd7-410a-bd1e-f473b901c3a4" providerId="AD" clId="Web-{BC98CDB1-9189-2B28-DBDA-902CDAD7CF6F}" dt="2023-04-02T20:55:08.245" v="481" actId="20577"/>
          <ac:spMkLst>
            <pc:docMk/>
            <pc:sldMk cId="3789719861" sldId="284"/>
            <ac:spMk id="2" creationId="{CDABA402-09D9-6988-B5FB-77E9252E420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0:57:38.750" v="530"/>
          <ac:spMkLst>
            <pc:docMk/>
            <pc:sldMk cId="3789719861" sldId="284"/>
            <ac:spMk id="3" creationId="{56892759-F388-FCFD-1A97-F3762CE52F1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29:07.955" v="625" actId="20577"/>
        <pc:sldMkLst>
          <pc:docMk/>
          <pc:sldMk cId="1828009872" sldId="285"/>
        </pc:sldMkLst>
        <pc:spChg chg="mod">
          <ac:chgData name="Rizwan Rashid" userId="S::rizwan.rashid@comsats.edu.pk::12b6bffb-8fd7-410a-bd1e-f473b901c3a4" providerId="AD" clId="Web-{BC98CDB1-9189-2B28-DBDA-902CDAD7CF6F}" dt="2023-04-02T21:00:14.974" v="540" actId="20577"/>
          <ac:spMkLst>
            <pc:docMk/>
            <pc:sldMk cId="1828009872" sldId="285"/>
            <ac:spMk id="2" creationId="{FF7F71C6-54C7-348C-8711-050C9DF757A3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20.637" v="597" actId="20577"/>
          <ac:spMkLst>
            <pc:docMk/>
            <pc:sldMk cId="1828009872" sldId="285"/>
            <ac:spMk id="3" creationId="{2D2E2043-2AC3-DDB9-A6D3-7968C8D2220B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0:58:58.815" v="538" actId="1076"/>
          <ac:spMkLst>
            <pc:docMk/>
            <pc:sldMk cId="1828009872" sldId="285"/>
            <ac:spMk id="5" creationId="{291215FC-D454-768D-801D-EB26CECEB8F7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7:31.763" v="598"/>
          <ac:spMkLst>
            <pc:docMk/>
            <pc:sldMk cId="1828009872" sldId="285"/>
            <ac:spMk id="9" creationId="{8AEA03BE-9462-F571-C697-432DCF5EFC85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1.187" v="616" actId="20577"/>
          <ac:spMkLst>
            <pc:docMk/>
            <pc:sldMk cId="1828009872" sldId="285"/>
            <ac:spMk id="13" creationId="{F906171A-F380-1DF4-3DFD-C7E0E408ED22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8:38.374" v="617"/>
          <ac:spMkLst>
            <pc:docMk/>
            <pc:sldMk cId="1828009872" sldId="285"/>
            <ac:spMk id="16" creationId="{BC509BAB-68DA-D696-D880-BBFC30F5D026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2.752" v="622" actId="20577"/>
          <ac:spMkLst>
            <pc:docMk/>
            <pc:sldMk cId="1828009872" sldId="285"/>
            <ac:spMk id="18" creationId="{B4ADEB09-652D-64EC-E221-D3F04E720E5F}"/>
          </ac:spMkLst>
        </pc:spChg>
        <pc:spChg chg="mod">
          <ac:chgData name="Rizwan Rashid" userId="S::rizwan.rashid@comsats.edu.pk::12b6bffb-8fd7-410a-bd1e-f473b901c3a4" providerId="AD" clId="Web-{BC98CDB1-9189-2B28-DBDA-902CDAD7CF6F}" dt="2023-04-02T21:29:07.955" v="625" actId="20577"/>
          <ac:spMkLst>
            <pc:docMk/>
            <pc:sldMk cId="1828009872" sldId="285"/>
            <ac:spMk id="21" creationId="{EB126500-4B30-3028-AB3E-25175A0719C0}"/>
          </ac:spMkLst>
        </pc:spChg>
        <pc:grpChg chg="add mod">
          <ac:chgData name="Rizwan Rashid" userId="S::rizwan.rashid@comsats.edu.pk::12b6bffb-8fd7-410a-bd1e-f473b901c3a4" providerId="AD" clId="Web-{BC98CDB1-9189-2B28-DBDA-902CDAD7CF6F}" dt="2023-04-02T21:28:15.608" v="612" actId="14100"/>
          <ac:grpSpMkLst>
            <pc:docMk/>
            <pc:sldMk cId="1828009872" sldId="285"/>
            <ac:grpSpMk id="11" creationId="{DD08867F-F14A-E1D2-DA64-45D4E9717735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25.405" v="613" actId="14100"/>
          <ac:grpSpMkLst>
            <pc:docMk/>
            <pc:sldMk cId="1828009872" sldId="285"/>
            <ac:grpSpMk id="12" creationId="{55D1FA09-4C27-53B8-E55E-D065DEDD7FE7}"/>
          </ac:grpSpMkLst>
        </pc:grpChg>
        <pc:grpChg chg="add mod">
          <ac:chgData name="Rizwan Rashid" userId="S::rizwan.rashid@comsats.edu.pk::12b6bffb-8fd7-410a-bd1e-f473b901c3a4" providerId="AD" clId="Web-{BC98CDB1-9189-2B28-DBDA-902CDAD7CF6F}" dt="2023-04-02T21:28:43.984" v="619" actId="1076"/>
          <ac:grpSpMkLst>
            <pc:docMk/>
            <pc:sldMk cId="1828009872" sldId="285"/>
            <ac:grpSpMk id="17" creationId="{8DA99798-BCA1-EE94-7DD6-16B20EEEB37D}"/>
          </ac:grpSpMkLst>
        </pc:grpChg>
        <pc:cxnChg chg="mod">
          <ac:chgData name="Rizwan Rashid" userId="S::rizwan.rashid@comsats.edu.pk::12b6bffb-8fd7-410a-bd1e-f473b901c3a4" providerId="AD" clId="Web-{BC98CDB1-9189-2B28-DBDA-902CDAD7CF6F}" dt="2023-04-02T21:27:41.060" v="600"/>
          <ac:cxnSpMkLst>
            <pc:docMk/>
            <pc:sldMk cId="1828009872" sldId="285"/>
            <ac:cxnSpMk id="14" creationId="{10F7A208-61F7-6A1A-B371-CCAAC111620F}"/>
          </ac:cxnSpMkLst>
        </pc:cxnChg>
        <pc:cxnChg chg="mod">
          <ac:chgData name="Rizwan Rashid" userId="S::rizwan.rashid@comsats.edu.pk::12b6bffb-8fd7-410a-bd1e-f473b901c3a4" providerId="AD" clId="Web-{BC98CDB1-9189-2B28-DBDA-902CDAD7CF6F}" dt="2023-04-02T21:28:41.015" v="618"/>
          <ac:cxnSpMkLst>
            <pc:docMk/>
            <pc:sldMk cId="1828009872" sldId="285"/>
            <ac:cxnSpMk id="19" creationId="{982720F5-1192-91D3-9EA7-B58BAFDEA156}"/>
          </ac:cxnSpMkLst>
        </pc:cxnChg>
      </pc:sldChg>
      <pc:sldChg chg="addSp delSp modSp new mod modClrScheme chgLayout">
        <pc:chgData name="Rizwan Rashid" userId="S::rizwan.rashid@comsats.edu.pk::12b6bffb-8fd7-410a-bd1e-f473b901c3a4" providerId="AD" clId="Web-{BC98CDB1-9189-2B28-DBDA-902CDAD7CF6F}" dt="2023-04-02T21:26:55.637" v="591" actId="1076"/>
        <pc:sldMkLst>
          <pc:docMk/>
          <pc:sldMk cId="1975213770" sldId="286"/>
        </pc:sldMkLst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2" creationId="{C99B7247-FF1F-A5EA-293F-AEAA8A527F96}"/>
          </ac:spMkLst>
        </pc:spChg>
        <pc:spChg chg="del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3" creationId="{29F8887D-C847-68F5-E97C-B4DA910E91A5}"/>
          </ac:spMkLst>
        </pc:spChg>
        <pc:spChg chg="mod ord">
          <ac:chgData name="Rizwan Rashid" userId="S::rizwan.rashid@comsats.edu.pk::12b6bffb-8fd7-410a-bd1e-f473b901c3a4" providerId="AD" clId="Web-{BC98CDB1-9189-2B28-DBDA-902CDAD7CF6F}" dt="2023-04-02T21:25:54.963" v="565"/>
          <ac:spMkLst>
            <pc:docMk/>
            <pc:sldMk cId="1975213770" sldId="286"/>
            <ac:spMk id="4" creationId="{6857034F-16BD-29F5-11FA-574F60289A16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32.542" v="586" actId="14100"/>
          <ac:spMkLst>
            <pc:docMk/>
            <pc:sldMk cId="1975213770" sldId="286"/>
            <ac:spMk id="5" creationId="{F20A2679-615C-DA27-1906-2AB0A813584A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26:55.637" v="591" actId="1076"/>
          <ac:spMkLst>
            <pc:docMk/>
            <pc:sldMk cId="1975213770" sldId="286"/>
            <ac:spMk id="6" creationId="{8B80DD86-5F12-9DD1-865D-E7C6A15BF286}"/>
          </ac:spMkLst>
        </pc:spChg>
      </pc:sldChg>
      <pc:sldChg chg="addSp modSp new">
        <pc:chgData name="Rizwan Rashid" userId="S::rizwan.rashid@comsats.edu.pk::12b6bffb-8fd7-410a-bd1e-f473b901c3a4" providerId="AD" clId="Web-{BC98CDB1-9189-2B28-DBDA-902CDAD7CF6F}" dt="2023-04-02T21:30:14.551" v="641" actId="1076"/>
        <pc:sldMkLst>
          <pc:docMk/>
          <pc:sldMk cId="3574240524" sldId="287"/>
        </pc:sldMkLst>
        <pc:spChg chg="add mod">
          <ac:chgData name="Rizwan Rashid" userId="S::rizwan.rashid@comsats.edu.pk::12b6bffb-8fd7-410a-bd1e-f473b901c3a4" providerId="AD" clId="Web-{BC98CDB1-9189-2B28-DBDA-902CDAD7CF6F}" dt="2023-04-02T21:30:11.644" v="640" actId="14100"/>
          <ac:spMkLst>
            <pc:docMk/>
            <pc:sldMk cId="3574240524" sldId="287"/>
            <ac:spMk id="3" creationId="{8A9D70DF-D123-C2BB-FA5C-B996CB2EE390}"/>
          </ac:spMkLst>
        </pc:spChg>
        <pc:spChg chg="add mod">
          <ac:chgData name="Rizwan Rashid" userId="S::rizwan.rashid@comsats.edu.pk::12b6bffb-8fd7-410a-bd1e-f473b901c3a4" providerId="AD" clId="Web-{BC98CDB1-9189-2B28-DBDA-902CDAD7CF6F}" dt="2023-04-02T21:30:14.551" v="641" actId="1076"/>
          <ac:spMkLst>
            <pc:docMk/>
            <pc:sldMk cId="3574240524" sldId="287"/>
            <ac:spMk id="4" creationId="{0B6FCC18-867F-EA19-F4F3-89E145243CD9}"/>
          </ac:spMkLst>
        </pc:spChg>
      </pc:sldChg>
    </pc:docChg>
  </pc:docChgLst>
  <pc:docChgLst>
    <pc:chgData name="Rizwan Rashid" userId="S::rizwan.rashid@comsats.edu.pk::12b6bffb-8fd7-410a-bd1e-f473b901c3a4" providerId="AD" clId="Web-{7FCA9964-7C4F-8F92-E9FF-7066504B815A}"/>
    <pc:docChg chg="addSld modSld sldOrd">
      <pc:chgData name="Rizwan Rashid" userId="S::rizwan.rashid@comsats.edu.pk::12b6bffb-8fd7-410a-bd1e-f473b901c3a4" providerId="AD" clId="Web-{7FCA9964-7C4F-8F92-E9FF-7066504B815A}" dt="2023-03-18T14:25:59.842" v="153" actId="20577"/>
      <pc:docMkLst>
        <pc:docMk/>
      </pc:docMkLst>
      <pc:sldChg chg="modSp">
        <pc:chgData name="Rizwan Rashid" userId="S::rizwan.rashid@comsats.edu.pk::12b6bffb-8fd7-410a-bd1e-f473b901c3a4" providerId="AD" clId="Web-{7FCA9964-7C4F-8F92-E9FF-7066504B815A}" dt="2023-03-18T11:47:56.874" v="8" actId="14100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7FCA9964-7C4F-8F92-E9FF-7066504B815A}" dt="2023-03-18T11:47:56.874" v="8" actId="14100"/>
          <ac:spMkLst>
            <pc:docMk/>
            <pc:sldMk cId="4268559702" sldId="279"/>
            <ac:spMk id="2" creationId="{5454BD87-6591-19F8-89E8-68F27B0A504D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35.716" v="5" actId="20577"/>
          <ac:spMkLst>
            <pc:docMk/>
            <pc:sldMk cId="4268559702" sldId="279"/>
            <ac:spMk id="5" creationId="{56D251B9-7FC6-2482-6DC2-4A661958FF34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1:47:45.154" v="7" actId="14100"/>
          <ac:spMkLst>
            <pc:docMk/>
            <pc:sldMk cId="4268559702" sldId="279"/>
            <ac:spMk id="6" creationId="{E627915E-6480-D34A-8751-09EEAC427569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1:48:44.377" v="10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7FCA9964-7C4F-8F92-E9FF-7066504B815A}" dt="2023-03-18T11:48:44.377" v="10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7FCA9964-7C4F-8F92-E9FF-7066504B815A}" dt="2023-03-18T14:25:59.842" v="153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7FCA9964-7C4F-8F92-E9FF-7066504B815A}" dt="2023-03-18T14:25:59.842" v="153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modSp ord">
        <pc:chgData name="Rizwan Rashid" userId="S::rizwan.rashid@comsats.edu.pk::12b6bffb-8fd7-410a-bd1e-f473b901c3a4" providerId="AD" clId="Web-{7FCA9964-7C4F-8F92-E9FF-7066504B815A}" dt="2023-03-18T12:08:07.476" v="55"/>
        <pc:sldMkLst>
          <pc:docMk/>
          <pc:sldMk cId="1906325941" sldId="283"/>
        </pc:sldMkLst>
        <pc:spChg chg="mod">
          <ac:chgData name="Rizwan Rashid" userId="S::rizwan.rashid@comsats.edu.pk::12b6bffb-8fd7-410a-bd1e-f473b901c3a4" providerId="AD" clId="Web-{7FCA9964-7C4F-8F92-E9FF-7066504B815A}" dt="2023-03-18T11:54:09.369" v="14" actId="20577"/>
          <ac:spMkLst>
            <pc:docMk/>
            <pc:sldMk cId="1906325941" sldId="283"/>
            <ac:spMk id="481283" creationId="{00000000-0000-0000-0000-000000000000}"/>
          </ac:spMkLst>
        </pc:spChg>
      </pc:sldChg>
      <pc:sldChg chg="addSp delSp modSp new">
        <pc:chgData name="Rizwan Rashid" userId="S::rizwan.rashid@comsats.edu.pk::12b6bffb-8fd7-410a-bd1e-f473b901c3a4" providerId="AD" clId="Web-{7FCA9964-7C4F-8F92-E9FF-7066504B815A}" dt="2023-03-18T12:16:04.010" v="112" actId="1076"/>
        <pc:sldMkLst>
          <pc:docMk/>
          <pc:sldMk cId="2581762178" sldId="284"/>
        </pc:sldMkLst>
        <pc:spChg chg="mod">
          <ac:chgData name="Rizwan Rashid" userId="S::rizwan.rashid@comsats.edu.pk::12b6bffb-8fd7-410a-bd1e-f473b901c3a4" providerId="AD" clId="Web-{7FCA9964-7C4F-8F92-E9FF-7066504B815A}" dt="2023-03-18T12:14:57.552" v="103" actId="20577"/>
          <ac:spMkLst>
            <pc:docMk/>
            <pc:sldMk cId="2581762178" sldId="284"/>
            <ac:spMk id="2" creationId="{FED0EFEA-198E-FFDE-3E0D-8B840EAB7227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16.243" v="16"/>
          <ac:spMkLst>
            <pc:docMk/>
            <pc:sldMk cId="2581762178" sldId="284"/>
            <ac:spMk id="3" creationId="{184F4818-A1BB-10EA-61CF-5EFF9E5F2BB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6:04.010" v="112" actId="1076"/>
          <ac:spMkLst>
            <pc:docMk/>
            <pc:sldMk cId="2581762178" sldId="284"/>
            <ac:spMk id="6" creationId="{D47F2484-BF2F-843D-D56F-3162FD4C4C9C}"/>
          </ac:spMkLst>
        </pc:spChg>
        <pc:picChg chg="add mod ord">
          <ac:chgData name="Rizwan Rashid" userId="S::rizwan.rashid@comsats.edu.pk::12b6bffb-8fd7-410a-bd1e-f473b901c3a4" providerId="AD" clId="Web-{7FCA9964-7C4F-8F92-E9FF-7066504B815A}" dt="2023-03-18T12:15:04.443" v="105" actId="14100"/>
          <ac:picMkLst>
            <pc:docMk/>
            <pc:sldMk cId="2581762178" sldId="284"/>
            <ac:picMk id="5" creationId="{D5F1F0DC-0B07-2595-BF01-52FD1AC9D30B}"/>
          </ac:picMkLst>
        </pc:picChg>
      </pc:sldChg>
      <pc:sldChg chg="addSp delSp modSp new ord">
        <pc:chgData name="Rizwan Rashid" userId="S::rizwan.rashid@comsats.edu.pk::12b6bffb-8fd7-410a-bd1e-f473b901c3a4" providerId="AD" clId="Web-{7FCA9964-7C4F-8F92-E9FF-7066504B815A}" dt="2023-03-18T12:14:51.598" v="95" actId="20577"/>
        <pc:sldMkLst>
          <pc:docMk/>
          <pc:sldMk cId="485645909" sldId="285"/>
        </pc:sldMkLst>
        <pc:spChg chg="del">
          <ac:chgData name="Rizwan Rashid" userId="S::rizwan.rashid@comsats.edu.pk::12b6bffb-8fd7-410a-bd1e-f473b901c3a4" providerId="AD" clId="Web-{7FCA9964-7C4F-8F92-E9FF-7066504B815A}" dt="2023-03-18T12:02:00.512" v="22"/>
          <ac:spMkLst>
            <pc:docMk/>
            <pc:sldMk cId="485645909" sldId="285"/>
            <ac:spMk id="2" creationId="{790D6ED2-3044-B555-426D-B7C67733B57B}"/>
          </ac:spMkLst>
        </pc:spChg>
        <pc:spChg chg="del">
          <ac:chgData name="Rizwan Rashid" userId="S::rizwan.rashid@comsats.edu.pk::12b6bffb-8fd7-410a-bd1e-f473b901c3a4" providerId="AD" clId="Web-{7FCA9964-7C4F-8F92-E9FF-7066504B815A}" dt="2023-03-18T12:01:59.293" v="21"/>
          <ac:spMkLst>
            <pc:docMk/>
            <pc:sldMk cId="485645909" sldId="285"/>
            <ac:spMk id="3" creationId="{A285DCA0-49D9-16EC-7C88-46FECBD42457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0.627" v="88" actId="20577"/>
          <ac:spMkLst>
            <pc:docMk/>
            <pc:sldMk cId="485645909" sldId="285"/>
            <ac:spMk id="6" creationId="{FB3A9E26-28FC-02E9-64FA-0CBFC642C829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26.050" v="89"/>
          <ac:spMkLst>
            <pc:docMk/>
            <pc:sldMk cId="485645909" sldId="285"/>
            <ac:spMk id="8" creationId="{51BDCD1E-79D7-E139-C16B-4E506BD23601}"/>
          </ac:spMkLst>
        </pc:spChg>
        <pc:spChg chg="add mod">
          <ac:chgData name="Rizwan Rashid" userId="S::rizwan.rashid@comsats.edu.pk::12b6bffb-8fd7-410a-bd1e-f473b901c3a4" providerId="AD" clId="Web-{7FCA9964-7C4F-8F92-E9FF-7066504B815A}" dt="2023-03-18T12:14:51.598" v="95" actId="20577"/>
          <ac:spMkLst>
            <pc:docMk/>
            <pc:sldMk cId="485645909" sldId="285"/>
            <ac:spMk id="10" creationId="{6260D867-E201-E44A-58C3-D6F4DCFABADA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28.885" v="150" actId="20577"/>
        <pc:sldMkLst>
          <pc:docMk/>
          <pc:sldMk cId="3382260489" sldId="286"/>
        </pc:sldMkLst>
        <pc:spChg chg="mod">
          <ac:chgData name="Rizwan Rashid" userId="S::rizwan.rashid@comsats.edu.pk::12b6bffb-8fd7-410a-bd1e-f473b901c3a4" providerId="AD" clId="Web-{7FCA9964-7C4F-8F92-E9FF-7066504B815A}" dt="2023-03-18T14:23:28.885" v="150" actId="20577"/>
          <ac:spMkLst>
            <pc:docMk/>
            <pc:sldMk cId="3382260489" sldId="286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3:12.134" v="147" actId="20577"/>
        <pc:sldMkLst>
          <pc:docMk/>
          <pc:sldMk cId="235764960" sldId="287"/>
        </pc:sldMkLst>
        <pc:spChg chg="mod">
          <ac:chgData name="Rizwan Rashid" userId="S::rizwan.rashid@comsats.edu.pk::12b6bffb-8fd7-410a-bd1e-f473b901c3a4" providerId="AD" clId="Web-{7FCA9964-7C4F-8F92-E9FF-7066504B815A}" dt="2023-03-18T12:16:41.981" v="119" actId="20577"/>
          <ac:spMkLst>
            <pc:docMk/>
            <pc:sldMk cId="235764960" sldId="287"/>
            <ac:spMk id="2" creationId="{00000000-0000-0000-0000-000000000000}"/>
          </ac:spMkLst>
        </pc:spChg>
        <pc:spChg chg="mod">
          <ac:chgData name="Rizwan Rashid" userId="S::rizwan.rashid@comsats.edu.pk::12b6bffb-8fd7-410a-bd1e-f473b901c3a4" providerId="AD" clId="Web-{7FCA9964-7C4F-8F92-E9FF-7066504B815A}" dt="2023-03-18T14:23:12.134" v="147" actId="20577"/>
          <ac:spMkLst>
            <pc:docMk/>
            <pc:sldMk cId="235764960" sldId="287"/>
            <ac:spMk id="3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7FCA9964-7C4F-8F92-E9FF-7066504B815A}" dt="2023-03-18T14:22:35.836" v="139" actId="20577"/>
        <pc:sldMkLst>
          <pc:docMk/>
          <pc:sldMk cId="1877508029" sldId="288"/>
        </pc:sldMkLst>
        <pc:spChg chg="mod">
          <ac:chgData name="Rizwan Rashid" userId="S::rizwan.rashid@comsats.edu.pk::12b6bffb-8fd7-410a-bd1e-f473b901c3a4" providerId="AD" clId="Web-{7FCA9964-7C4F-8F92-E9FF-7066504B815A}" dt="2023-03-18T14:22:35.836" v="139" actId="20577"/>
          <ac:spMkLst>
            <pc:docMk/>
            <pc:sldMk cId="1877508029" sldId="288"/>
            <ac:spMk id="3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247F139E-CA44-4B2D-A14A-D2F30FBCEAA4}"/>
    <pc:docChg chg="addSld delSld modSld addMainMaster">
      <pc:chgData name="Rizwan Rashid" userId="S::rizwan.rashid@comsats.edu.pk::12b6bffb-8fd7-410a-bd1e-f473b901c3a4" providerId="AD" clId="Web-{247F139E-CA44-4B2D-A14A-D2F30FBCEAA4}" dt="2023-03-18T11:00:51.499" v="391" actId="20577"/>
      <pc:docMkLst>
        <pc:docMk/>
      </pc:docMkLst>
      <pc:sldChg chg="modSp">
        <pc:chgData name="Rizwan Rashid" userId="S::rizwan.rashid@comsats.edu.pk::12b6bffb-8fd7-410a-bd1e-f473b901c3a4" providerId="AD" clId="Web-{247F139E-CA44-4B2D-A14A-D2F30FBCEAA4}" dt="2023-03-18T09:36:59.949" v="12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247F139E-CA44-4B2D-A14A-D2F30FBCEAA4}" dt="2023-03-18T09:36:59.949" v="12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6:47.823" v="0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10:19:03.942" v="134"/>
        <pc:sldMkLst>
          <pc:docMk/>
          <pc:sldMk cId="3050707806" sldId="276"/>
        </pc:sldMkLst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2" creationId="{AB497992-0A9F-5511-1C7F-40733097F09F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39:44.703" v="32"/>
          <ac:spMkLst>
            <pc:docMk/>
            <pc:sldMk cId="3050707806" sldId="276"/>
            <ac:spMk id="3" creationId="{7207A84B-482A-5D40-F649-107D1C274679}"/>
          </ac:spMkLst>
        </pc:spChg>
        <pc:spChg chg="mod">
          <ac:chgData name="Rizwan Rashid" userId="S::rizwan.rashid@comsats.edu.pk::12b6bffb-8fd7-410a-bd1e-f473b901c3a4" providerId="AD" clId="Web-{247F139E-CA44-4B2D-A14A-D2F30FBCEAA4}" dt="2023-03-18T09:39:55.359" v="33"/>
          <ac:spMkLst>
            <pc:docMk/>
            <pc:sldMk cId="3050707806" sldId="276"/>
            <ac:spMk id="4" creationId="{B4A8B0E8-3C78-662D-BA17-2EEACE3C0E9C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19:03.942" v="134"/>
          <ac:spMkLst>
            <pc:docMk/>
            <pc:sldMk cId="3050707806" sldId="276"/>
            <ac:spMk id="7" creationId="{05CF0A4C-766F-59A2-AAC7-32F313EA7B1D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4:40.741" v="51" actId="20577"/>
          <ac:spMkLst>
            <pc:docMk/>
            <pc:sldMk cId="3050707806" sldId="276"/>
            <ac:spMk id="10" creationId="{EBCCE734-714B-FFD6-C474-C3AC9AF89449}"/>
          </ac:spMkLst>
        </pc:spChg>
        <pc:picChg chg="add del mod ord">
          <ac:chgData name="Rizwan Rashid" userId="S::rizwan.rashid@comsats.edu.pk::12b6bffb-8fd7-410a-bd1e-f473b901c3a4" providerId="AD" clId="Web-{247F139E-CA44-4B2D-A14A-D2F30FBCEAA4}" dt="2023-03-18T09:45:15.808" v="55"/>
          <ac:picMkLst>
            <pc:docMk/>
            <pc:sldMk cId="3050707806" sldId="276"/>
            <ac:picMk id="5" creationId="{B4B45F2A-2203-C74E-55FC-A22A9C1F12F2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7"/>
        <pc:sldMkLst>
          <pc:docMk/>
          <pc:sldMk cId="3173815683" sldId="276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6"/>
        <pc:sldMkLst>
          <pc:docMk/>
          <pc:sldMk cId="1144330755" sldId="277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00" v="48"/>
        <pc:sldMkLst>
          <pc:docMk/>
          <pc:sldMk cId="1536757574" sldId="277"/>
        </pc:sldMkLst>
      </pc:sldChg>
      <pc:sldChg chg="addSp delSp modSp new mod modClrScheme chgLayout">
        <pc:chgData name="Rizwan Rashid" userId="S::rizwan.rashid@comsats.edu.pk::12b6bffb-8fd7-410a-bd1e-f473b901c3a4" providerId="AD" clId="Web-{247F139E-CA44-4B2D-A14A-D2F30FBCEAA4}" dt="2023-03-18T09:47:33.764" v="86" actId="1076"/>
        <pc:sldMkLst>
          <pc:docMk/>
          <pc:sldMk cId="3357100696" sldId="277"/>
        </pc:sldMkLst>
        <pc:spChg chg="mod ord">
          <ac:chgData name="Rizwan Rashid" userId="S::rizwan.rashid@comsats.edu.pk::12b6bffb-8fd7-410a-bd1e-f473b901c3a4" providerId="AD" clId="Web-{247F139E-CA44-4B2D-A14A-D2F30FBCEAA4}" dt="2023-03-18T09:45:46.308" v="60" actId="20577"/>
          <ac:spMkLst>
            <pc:docMk/>
            <pc:sldMk cId="3357100696" sldId="277"/>
            <ac:spMk id="2" creationId="{ED9001D5-CAAE-BDC1-A662-C93565CD2D69}"/>
          </ac:spMkLst>
        </pc:spChg>
        <pc:spChg chg="del mod ord">
          <ac:chgData name="Rizwan Rashid" userId="S::rizwan.rashid@comsats.edu.pk::12b6bffb-8fd7-410a-bd1e-f473b901c3a4" providerId="AD" clId="Web-{247F139E-CA44-4B2D-A14A-D2F30FBCEAA4}" dt="2023-03-18T09:45:20.980" v="56"/>
          <ac:spMkLst>
            <pc:docMk/>
            <pc:sldMk cId="3357100696" sldId="277"/>
            <ac:spMk id="3" creationId="{0844E8B2-2AFF-3BA5-3182-B1446B11F42B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4" creationId="{86178C2A-E143-B6B6-8B36-E3C9A8BDD9ED}"/>
          </ac:spMkLst>
        </pc:spChg>
        <pc:spChg chg="mod ord">
          <ac:chgData name="Rizwan Rashid" userId="S::rizwan.rashid@comsats.edu.pk::12b6bffb-8fd7-410a-bd1e-f473b901c3a4" providerId="AD" clId="Web-{247F139E-CA44-4B2D-A14A-D2F30FBCEAA4}" dt="2023-03-18T09:45:12.120" v="54"/>
          <ac:spMkLst>
            <pc:docMk/>
            <pc:sldMk cId="3357100696" sldId="277"/>
            <ac:spMk id="5" creationId="{1C8D5AE7-3E41-6935-2DA3-8FF7757ED28C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47:19.951" v="83" actId="1076"/>
          <ac:spMkLst>
            <pc:docMk/>
            <pc:sldMk cId="3357100696" sldId="277"/>
            <ac:spMk id="7" creationId="{67F15C25-DEED-3C13-ABAC-4693E9D10E0B}"/>
          </ac:spMkLst>
        </pc:spChg>
        <pc:picChg chg="add mod ord">
          <ac:chgData name="Rizwan Rashid" userId="S::rizwan.rashid@comsats.edu.pk::12b6bffb-8fd7-410a-bd1e-f473b901c3a4" providerId="AD" clId="Web-{247F139E-CA44-4B2D-A14A-D2F30FBCEAA4}" dt="2023-03-18T09:47:33.764" v="86" actId="1076"/>
          <ac:picMkLst>
            <pc:docMk/>
            <pc:sldMk cId="3357100696" sldId="277"/>
            <ac:picMk id="6" creationId="{32C33E9E-34DC-C587-DB4F-4F01F4A4AF65}"/>
          </ac:picMkLst>
        </pc:picChg>
      </pc:sldChg>
      <pc:sldChg chg="add del">
        <pc:chgData name="Rizwan Rashid" userId="S::rizwan.rashid@comsats.edu.pk::12b6bffb-8fd7-410a-bd1e-f473b901c3a4" providerId="AD" clId="Web-{247F139E-CA44-4B2D-A14A-D2F30FBCEAA4}" dt="2023-03-18T09:44:23.912" v="50"/>
        <pc:sldMkLst>
          <pc:docMk/>
          <pc:sldMk cId="639698564" sldId="278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21:37.335" v="155" actId="14100"/>
        <pc:sldMkLst>
          <pc:docMk/>
          <pc:sldMk cId="1748918378" sldId="278"/>
        </pc:sldMkLst>
        <pc:spChg chg="mod">
          <ac:chgData name="Rizwan Rashid" userId="S::rizwan.rashid@comsats.edu.pk::12b6bffb-8fd7-410a-bd1e-f473b901c3a4" providerId="AD" clId="Web-{247F139E-CA44-4B2D-A14A-D2F30FBCEAA4}" dt="2023-03-18T09:50:28.723" v="133" actId="20577"/>
          <ac:spMkLst>
            <pc:docMk/>
            <pc:sldMk cId="1748918378" sldId="278"/>
            <ac:spMk id="2" creationId="{A2AC19E9-EF85-B828-4E12-E5FA575464B8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1:37.335" v="155" actId="14100"/>
          <ac:spMkLst>
            <pc:docMk/>
            <pc:sldMk cId="1748918378" sldId="278"/>
            <ac:spMk id="3" creationId="{396F10F9-506F-173A-5ECA-427AC316B6BA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09:49:51.408" v="117"/>
          <ac:spMkLst>
            <pc:docMk/>
            <pc:sldMk cId="1748918378" sldId="278"/>
            <ac:spMk id="3" creationId="{F2A65984-3C91-2412-4E58-7715EE7E8FC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20:16.318" v="142" actId="20577"/>
          <ac:spMkLst>
            <pc:docMk/>
            <pc:sldMk cId="1748918378" sldId="278"/>
            <ac:spMk id="5" creationId="{A23A9086-562D-6658-61BB-86411901D4B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09:50:16.644" v="125" actId="20577"/>
          <ac:spMkLst>
            <pc:docMk/>
            <pc:sldMk cId="1748918378" sldId="278"/>
            <ac:spMk id="6" creationId="{CB0895FC-2A5B-6A09-CB89-FDE789408EC4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793" v="15"/>
        <pc:sldMkLst>
          <pc:docMk/>
          <pc:sldMk cId="3559858969" sldId="27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6"/>
        <pc:sldMkLst>
          <pc:docMk/>
          <pc:sldMk cId="2142972920" sldId="279"/>
        </pc:sldMkLst>
      </pc:sldChg>
      <pc:sldChg chg="add del">
        <pc:chgData name="Rizwan Rashid" userId="S::rizwan.rashid@comsats.edu.pk::12b6bffb-8fd7-410a-bd1e-f473b901c3a4" providerId="AD" clId="Web-{247F139E-CA44-4B2D-A14A-D2F30FBCEAA4}" dt="2023-03-18T09:44:23.615" v="49"/>
        <pc:sldMkLst>
          <pc:docMk/>
          <pc:sldMk cId="3058227753" sldId="279"/>
        </pc:sldMkLst>
      </pc:sldChg>
      <pc:sldChg chg="addSp delSp modSp new">
        <pc:chgData name="Rizwan Rashid" userId="S::rizwan.rashid@comsats.edu.pk::12b6bffb-8fd7-410a-bd1e-f473b901c3a4" providerId="AD" clId="Web-{247F139E-CA44-4B2D-A14A-D2F30FBCEAA4}" dt="2023-03-18T10:32:01.911" v="224" actId="1076"/>
        <pc:sldMkLst>
          <pc:docMk/>
          <pc:sldMk cId="4268559702" sldId="279"/>
        </pc:sldMkLst>
        <pc:spChg chg="mod">
          <ac:chgData name="Rizwan Rashid" userId="S::rizwan.rashid@comsats.edu.pk::12b6bffb-8fd7-410a-bd1e-f473b901c3a4" providerId="AD" clId="Web-{247F139E-CA44-4B2D-A14A-D2F30FBCEAA4}" dt="2023-03-18T10:30:47.862" v="208" actId="1076"/>
          <ac:spMkLst>
            <pc:docMk/>
            <pc:sldMk cId="4268559702" sldId="279"/>
            <ac:spMk id="2" creationId="{5454BD87-6591-19F8-89E8-68F27B0A504D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28:42.735" v="164"/>
          <ac:spMkLst>
            <pc:docMk/>
            <pc:sldMk cId="4268559702" sldId="279"/>
            <ac:spMk id="3" creationId="{7C230DCE-22DC-0434-AE28-3E4107828B53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0:50.800" v="209" actId="1076"/>
          <ac:spMkLst>
            <pc:docMk/>
            <pc:sldMk cId="4268559702" sldId="279"/>
            <ac:spMk id="5" creationId="{56D251B9-7FC6-2482-6DC2-4A661958FF34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1:01.863" v="211" actId="14100"/>
          <ac:spMkLst>
            <pc:docMk/>
            <pc:sldMk cId="4268559702" sldId="279"/>
            <ac:spMk id="6" creationId="{E627915E-6480-D34A-8751-09EEAC427569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32:01.911" v="224" actId="1076"/>
          <ac:spMkLst>
            <pc:docMk/>
            <pc:sldMk cId="4268559702" sldId="279"/>
            <ac:spMk id="7" creationId="{0ED26185-AFA9-5D4F-C07E-51AF66DEA216}"/>
          </ac:spMkLst>
        </pc:spChg>
      </pc:sldChg>
      <pc:sldChg chg="addSp delSp modSp new">
        <pc:chgData name="Rizwan Rashid" userId="S::rizwan.rashid@comsats.edu.pk::12b6bffb-8fd7-410a-bd1e-f473b901c3a4" providerId="AD" clId="Web-{247F139E-CA44-4B2D-A14A-D2F30FBCEAA4}" dt="2023-03-18T10:55:38.708" v="356" actId="20577"/>
        <pc:sldMkLst>
          <pc:docMk/>
          <pc:sldMk cId="1485912887" sldId="280"/>
        </pc:sldMkLst>
        <pc:spChg chg="mod">
          <ac:chgData name="Rizwan Rashid" userId="S::rizwan.rashid@comsats.edu.pk::12b6bffb-8fd7-410a-bd1e-f473b901c3a4" providerId="AD" clId="Web-{247F139E-CA44-4B2D-A14A-D2F30FBCEAA4}" dt="2023-03-18T10:48:57.181" v="249" actId="20577"/>
          <ac:spMkLst>
            <pc:docMk/>
            <pc:sldMk cId="1485912887" sldId="280"/>
            <ac:spMk id="2" creationId="{12149328-A70D-AB85-2ED8-E61F252FD96E}"/>
          </ac:spMkLst>
        </pc:spChg>
        <pc:spChg chg="del">
          <ac:chgData name="Rizwan Rashid" userId="S::rizwan.rashid@comsats.edu.pk::12b6bffb-8fd7-410a-bd1e-f473b901c3a4" providerId="AD" clId="Web-{247F139E-CA44-4B2D-A14A-D2F30FBCEAA4}" dt="2023-03-18T10:32:25.411" v="226"/>
          <ac:spMkLst>
            <pc:docMk/>
            <pc:sldMk cId="1485912887" sldId="280"/>
            <ac:spMk id="3" creationId="{45C07FB1-DFC1-F7F4-C22B-91047AF0D1E7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0:12.261" v="271" actId="14100"/>
          <ac:spMkLst>
            <pc:docMk/>
            <pc:sldMk cId="1485912887" sldId="280"/>
            <ac:spMk id="3" creationId="{D134B54E-1299-5CCA-BE68-E24DE57DC1C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3:24.282" v="319" actId="20577"/>
          <ac:spMkLst>
            <pc:docMk/>
            <pc:sldMk cId="1485912887" sldId="280"/>
            <ac:spMk id="5" creationId="{45B7ACD4-6D98-DECC-4D90-4CE5DF1DD00F}"/>
          </ac:spMkLst>
        </pc:spChg>
        <pc:spChg chg="add del mod">
          <ac:chgData name="Rizwan Rashid" userId="S::rizwan.rashid@comsats.edu.pk::12b6bffb-8fd7-410a-bd1e-f473b901c3a4" providerId="AD" clId="Web-{247F139E-CA44-4B2D-A14A-D2F30FBCEAA4}" dt="2023-03-18T10:49:00.618" v="250"/>
          <ac:spMkLst>
            <pc:docMk/>
            <pc:sldMk cId="1485912887" sldId="280"/>
            <ac:spMk id="7" creationId="{27B6EEDE-C699-1DC6-4717-DF71B3AA1638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8" creationId="{F0889346-9D4C-F272-327D-8B84C38D3F8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9" creationId="{070F2375-E141-09B9-6554-590E0B3AE95D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0" creationId="{3435D2F6-E4FD-576C-E2BB-0F6E4B51F1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1" creationId="{E3FD8B28-945F-F2E2-B65C-E0EE20521961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2" creationId="{8AC0D48D-0BD8-CEBF-FE34-95BA2298E3D3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3" creationId="{8E6ED5CC-06BB-D821-849E-0C8E7592980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4" creationId="{F8717278-79A3-308C-0BF3-26694C673956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5" creationId="{A19161A7-C2E2-4CBB-2989-99E2B94EB0F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6" creationId="{A98ABFED-FC63-1974-34A1-2A2E40844E9C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17" creationId="{359C3367-5DDE-9FB4-8B09-53C4D5D84F5E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38.708" v="356" actId="20577"/>
          <ac:spMkLst>
            <pc:docMk/>
            <pc:sldMk cId="1485912887" sldId="280"/>
            <ac:spMk id="18" creationId="{CA67BAAB-27C4-C24A-93F1-56B8B40799D0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4:58.160" v="326" actId="20577"/>
          <ac:spMkLst>
            <pc:docMk/>
            <pc:sldMk cId="1485912887" sldId="280"/>
            <ac:spMk id="19" creationId="{45FA26DA-35BB-0330-0E55-23C0B3D61E65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0" creationId="{D123059C-87EA-C85D-456D-B62488D2E4CA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1" creationId="{0A05C9E2-709C-EF13-91C4-4F607A934734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2" creationId="{6833BDEF-062A-B490-F899-5E71AA857579}"/>
          </ac:spMkLst>
        </pc:spChg>
        <pc:spChg chg="add">
          <ac:chgData name="Rizwan Rashid" userId="S::rizwan.rashid@comsats.edu.pk::12b6bffb-8fd7-410a-bd1e-f473b901c3a4" providerId="AD" clId="Web-{247F139E-CA44-4B2D-A14A-D2F30FBCEAA4}" dt="2023-03-18T10:54:32.175" v="320"/>
          <ac:spMkLst>
            <pc:docMk/>
            <pc:sldMk cId="1485912887" sldId="280"/>
            <ac:spMk id="23" creationId="{2CC8E90A-DB37-E724-38D5-AB664524606F}"/>
          </ac:spMkLst>
        </pc:spChg>
        <pc:spChg chg="add mod">
          <ac:chgData name="Rizwan Rashid" userId="S::rizwan.rashid@comsats.edu.pk::12b6bffb-8fd7-410a-bd1e-f473b901c3a4" providerId="AD" clId="Web-{247F139E-CA44-4B2D-A14A-D2F30FBCEAA4}" dt="2023-03-18T10:55:26.067" v="339" actId="20577"/>
          <ac:spMkLst>
            <pc:docMk/>
            <pc:sldMk cId="1485912887" sldId="280"/>
            <ac:spMk id="25" creationId="{B0D3DF1F-0090-2F7F-7F0E-832A26E7130C}"/>
          </ac:spMkLst>
        </pc:spChg>
        <pc:grpChg chg="add mod">
          <ac:chgData name="Rizwan Rashid" userId="S::rizwan.rashid@comsats.edu.pk::12b6bffb-8fd7-410a-bd1e-f473b901c3a4" providerId="AD" clId="Web-{247F139E-CA44-4B2D-A14A-D2F30FBCEAA4}" dt="2023-03-18T10:54:41.019" v="321" actId="1076"/>
          <ac:grpSpMkLst>
            <pc:docMk/>
            <pc:sldMk cId="1485912887" sldId="280"/>
            <ac:grpSpMk id="6" creationId="{9E0A4035-0885-BA2B-8DFA-B2967B2E42C3}"/>
          </ac:grpSpMkLst>
        </pc:grpChg>
        <pc:picChg chg="add del mod ord">
          <ac:chgData name="Rizwan Rashid" userId="S::rizwan.rashid@comsats.edu.pk::12b6bffb-8fd7-410a-bd1e-f473b901c3a4" providerId="AD" clId="Web-{247F139E-CA44-4B2D-A14A-D2F30FBCEAA4}" dt="2023-03-18T10:33:09.506" v="227"/>
          <ac:picMkLst>
            <pc:docMk/>
            <pc:sldMk cId="1485912887" sldId="280"/>
            <ac:picMk id="5" creationId="{8E255F99-BD9C-5BAC-A21D-50F317278DAF}"/>
          </ac:picMkLst>
        </pc:picChg>
      </pc:sldChg>
      <pc:sldChg chg="del">
        <pc:chgData name="Rizwan Rashid" userId="S::rizwan.rashid@comsats.edu.pk::12b6bffb-8fd7-410a-bd1e-f473b901c3a4" providerId="AD" clId="Web-{247F139E-CA44-4B2D-A14A-D2F30FBCEAA4}" dt="2023-03-18T09:37:07.808" v="25"/>
        <pc:sldMkLst>
          <pc:docMk/>
          <pc:sldMk cId="2554846361" sldId="28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4"/>
        <pc:sldMkLst>
          <pc:docMk/>
          <pc:sldMk cId="310750267" sldId="281"/>
        </pc:sldMkLst>
      </pc:sldChg>
      <pc:sldChg chg="modSp add">
        <pc:chgData name="Rizwan Rashid" userId="S::rizwan.rashid@comsats.edu.pk::12b6bffb-8fd7-410a-bd1e-f473b901c3a4" providerId="AD" clId="Web-{247F139E-CA44-4B2D-A14A-D2F30FBCEAA4}" dt="2023-03-18T10:57:12.180" v="378" actId="20577"/>
        <pc:sldMkLst>
          <pc:docMk/>
          <pc:sldMk cId="3463794225" sldId="281"/>
        </pc:sldMkLst>
        <pc:spChg chg="mod">
          <ac:chgData name="Rizwan Rashid" userId="S::rizwan.rashid@comsats.edu.pk::12b6bffb-8fd7-410a-bd1e-f473b901c3a4" providerId="AD" clId="Web-{247F139E-CA44-4B2D-A14A-D2F30FBCEAA4}" dt="2023-03-18T10:57:12.180" v="378" actId="20577"/>
          <ac:spMkLst>
            <pc:docMk/>
            <pc:sldMk cId="3463794225" sldId="281"/>
            <ac:spMk id="420867" creationId="{00000000-0000-0000-0000-000000000000}"/>
          </ac:spMkLst>
        </pc:spChg>
      </pc:sldChg>
      <pc:sldChg chg="modSp add">
        <pc:chgData name="Rizwan Rashid" userId="S::rizwan.rashid@comsats.edu.pk::12b6bffb-8fd7-410a-bd1e-f473b901c3a4" providerId="AD" clId="Web-{247F139E-CA44-4B2D-A14A-D2F30FBCEAA4}" dt="2023-03-18T11:00:51.499" v="391" actId="20577"/>
        <pc:sldMkLst>
          <pc:docMk/>
          <pc:sldMk cId="1222195488" sldId="282"/>
        </pc:sldMkLst>
        <pc:spChg chg="mod">
          <ac:chgData name="Rizwan Rashid" userId="S::rizwan.rashid@comsats.edu.pk::12b6bffb-8fd7-410a-bd1e-f473b901c3a4" providerId="AD" clId="Web-{247F139E-CA44-4B2D-A14A-D2F30FBCEAA4}" dt="2023-03-18T11:00:51.499" v="391" actId="20577"/>
          <ac:spMkLst>
            <pc:docMk/>
            <pc:sldMk cId="1222195488" sldId="282"/>
            <ac:spMk id="3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247F139E-CA44-4B2D-A14A-D2F30FBCEAA4}" dt="2023-03-18T09:37:07.808" v="23"/>
        <pc:sldMkLst>
          <pc:docMk/>
          <pc:sldMk cId="1653349153" sldId="283"/>
        </pc:sldMkLst>
      </pc:sldChg>
      <pc:sldChg chg="add">
        <pc:chgData name="Rizwan Rashid" userId="S::rizwan.rashid@comsats.edu.pk::12b6bffb-8fd7-410a-bd1e-f473b901c3a4" providerId="AD" clId="Web-{247F139E-CA44-4B2D-A14A-D2F30FBCEAA4}" dt="2023-03-18T10:58:22.120" v="380"/>
        <pc:sldMkLst>
          <pc:docMk/>
          <pc:sldMk cId="1906325941" sldId="283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2"/>
        <pc:sldMkLst>
          <pc:docMk/>
          <pc:sldMk cId="596579241" sldId="284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1"/>
        <pc:sldMkLst>
          <pc:docMk/>
          <pc:sldMk cId="859655136" sldId="285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9"/>
        <pc:sldMkLst>
          <pc:docMk/>
          <pc:sldMk cId="1110110904" sldId="288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808" v="20"/>
        <pc:sldMkLst>
          <pc:docMk/>
          <pc:sldMk cId="4185864543" sldId="289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8"/>
        <pc:sldMkLst>
          <pc:docMk/>
          <pc:sldMk cId="1431043225" sldId="290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7"/>
        <pc:sldMkLst>
          <pc:docMk/>
          <pc:sldMk cId="2826038969" sldId="291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4"/>
        <pc:sldMkLst>
          <pc:docMk/>
          <pc:sldMk cId="1923366079" sldId="292"/>
        </pc:sldMkLst>
      </pc:sldChg>
      <pc:sldChg chg="del">
        <pc:chgData name="Rizwan Rashid" userId="S::rizwan.rashid@comsats.edu.pk::12b6bffb-8fd7-410a-bd1e-f473b901c3a4" providerId="AD" clId="Web-{247F139E-CA44-4B2D-A14A-D2F30FBCEAA4}" dt="2023-03-18T09:37:07.793" v="13"/>
        <pc:sldMkLst>
          <pc:docMk/>
          <pc:sldMk cId="1102360198" sldId="293"/>
        </pc:sldMkLst>
      </pc:sldChg>
      <pc:sldMasterChg chg="add addSldLayout">
        <pc:chgData name="Rizwan Rashid" userId="S::rizwan.rashid@comsats.edu.pk::12b6bffb-8fd7-410a-bd1e-f473b901c3a4" providerId="AD" clId="Web-{247F139E-CA44-4B2D-A14A-D2F30FBCEAA4}" dt="2023-03-18T09:43:16.442" v="43"/>
        <pc:sldMasterMkLst>
          <pc:docMk/>
          <pc:sldMasterMk cId="0" sldId="2147483672"/>
        </pc:sldMasterMkLst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3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4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5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6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7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8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79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0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1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2"/>
          </pc:sldLayoutMkLst>
        </pc:sldLayoutChg>
        <pc:sldLayoutChg chg="add">
          <pc:chgData name="Rizwan Rashid" userId="S::rizwan.rashid@comsats.edu.pk::12b6bffb-8fd7-410a-bd1e-f473b901c3a4" providerId="AD" clId="Web-{247F139E-CA44-4B2D-A14A-D2F30FBCEAA4}" dt="2023-03-18T09:43:16.442" v="43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Rizwan Rashid" userId="S::rizwan.rashid@comsats.edu.pk::12b6bffb-8fd7-410a-bd1e-f473b901c3a4" providerId="AD" clId="Web-{BF1D73A6-5977-ACE5-115E-B1C15F8806EC}"/>
    <pc:docChg chg="addSld modSld">
      <pc:chgData name="Rizwan Rashid" userId="S::rizwan.rashid@comsats.edu.pk::12b6bffb-8fd7-410a-bd1e-f473b901c3a4" providerId="AD" clId="Web-{BF1D73A6-5977-ACE5-115E-B1C15F8806EC}" dt="2023-03-05T14:07:58.498" v="7"/>
      <pc:docMkLst>
        <pc:docMk/>
      </pc:docMkLst>
      <pc:sldChg chg="modSp">
        <pc:chgData name="Rizwan Rashid" userId="S::rizwan.rashid@comsats.edu.pk::12b6bffb-8fd7-410a-bd1e-f473b901c3a4" providerId="AD" clId="Web-{BF1D73A6-5977-ACE5-115E-B1C15F8806EC}" dt="2023-03-05T14:04:15.709" v="5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BF1D73A6-5977-ACE5-115E-B1C15F8806EC}" dt="2023-03-05T14:04:15.709" v="5"/>
          <ac:spMkLst>
            <pc:docMk/>
            <pc:sldMk cId="3135257175" sldId="313"/>
            <ac:spMk id="93185" creationId="{00000000-0000-0000-0000-000000000000}"/>
          </ac:spMkLst>
        </pc:spChg>
        <pc:spChg chg="ord">
          <ac:chgData name="Rizwan Rashid" userId="S::rizwan.rashid@comsats.edu.pk::12b6bffb-8fd7-410a-bd1e-f473b901c3a4" providerId="AD" clId="Web-{BF1D73A6-5977-ACE5-115E-B1C15F8806EC}" dt="2023-03-05T14:04:09.584" v="2"/>
          <ac:spMkLst>
            <pc:docMk/>
            <pc:sldMk cId="3135257175" sldId="313"/>
            <ac:spMk id="93186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BF1D73A6-5977-ACE5-115E-B1C15F8806EC}" dt="2023-03-05T14:07:58.498" v="7"/>
        <pc:sldMkLst>
          <pc:docMk/>
          <pc:sldMk cId="661391512" sldId="314"/>
        </pc:sldMkLst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699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BF1D73A6-5977-ACE5-115E-B1C15F8806EC}" dt="2023-03-05T14:07:58.498" v="7"/>
          <ac:spMkLst>
            <pc:docMk/>
            <pc:sldMk cId="661391512" sldId="314"/>
            <ac:spMk id="29700" creationId="{00000000-0000-0000-0000-000000000000}"/>
          </ac:spMkLst>
        </pc:spChg>
      </pc:sldChg>
    </pc:docChg>
  </pc:docChgLst>
  <pc:docChgLst>
    <pc:chgData name="Rizwan Rashid" userId="S::rizwan.rashid@comsats.edu.pk::12b6bffb-8fd7-410a-bd1e-f473b901c3a4" providerId="AD" clId="Web-{6B906AB8-812E-8B54-178E-9FCF4BA3DD97}"/>
    <pc:docChg chg="addSld delSld modSld">
      <pc:chgData name="Rizwan Rashid" userId="S::rizwan.rashid@comsats.edu.pk::12b6bffb-8fd7-410a-bd1e-f473b901c3a4" providerId="AD" clId="Web-{6B906AB8-812E-8B54-178E-9FCF4BA3DD97}" dt="2023-03-05T17:30:51.272" v="551" actId="20577"/>
      <pc:docMkLst>
        <pc:docMk/>
      </pc:docMkLst>
      <pc:sldChg chg="modSp">
        <pc:chgData name="Rizwan Rashid" userId="S::rizwan.rashid@comsats.edu.pk::12b6bffb-8fd7-410a-bd1e-f473b901c3a4" providerId="AD" clId="Web-{6B906AB8-812E-8B54-178E-9FCF4BA3DD97}" dt="2023-03-05T14:17:01.333" v="10" actId="20577"/>
        <pc:sldMkLst>
          <pc:docMk/>
          <pc:sldMk cId="3759789600" sldId="275"/>
        </pc:sldMkLst>
        <pc:spChg chg="mod">
          <ac:chgData name="Rizwan Rashid" userId="S::rizwan.rashid@comsats.edu.pk::12b6bffb-8fd7-410a-bd1e-f473b901c3a4" providerId="AD" clId="Web-{6B906AB8-812E-8B54-178E-9FCF4BA3DD97}" dt="2023-03-05T14:17:01.333" v="10" actId="20577"/>
          <ac:spMkLst>
            <pc:docMk/>
            <pc:sldMk cId="3759789600" sldId="275"/>
            <ac:spMk id="3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16:54.598" v="2" actId="20577"/>
          <ac:spMkLst>
            <pc:docMk/>
            <pc:sldMk cId="3759789600" sldId="275"/>
            <ac:spMk id="15361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6:34:08.935" v="257"/>
        <pc:sldMkLst>
          <pc:docMk/>
          <pc:sldMk cId="1764550574" sldId="277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8"/>
        <pc:sldMkLst>
          <pc:docMk/>
          <pc:sldMk cId="265050139" sldId="278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5"/>
        <pc:sldMkLst>
          <pc:docMk/>
          <pc:sldMk cId="4122765759" sldId="279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6:04:10.612" v="106"/>
        <pc:sldMkLst>
          <pc:docMk/>
          <pc:sldMk cId="1736788800" sldId="280"/>
        </pc:sldMkLst>
      </pc:sldChg>
      <pc:sldChg chg="del">
        <pc:chgData name="Rizwan Rashid" userId="S::rizwan.rashid@comsats.edu.pk::12b6bffb-8fd7-410a-bd1e-f473b901c3a4" providerId="AD" clId="Web-{6B906AB8-812E-8B54-178E-9FCF4BA3DD97}" dt="2023-03-05T16:34:08.935" v="259"/>
        <pc:sldMkLst>
          <pc:docMk/>
          <pc:sldMk cId="1271110865" sldId="281"/>
        </pc:sldMkLst>
      </pc:sldChg>
      <pc:sldChg chg="modSp">
        <pc:chgData name="Rizwan Rashid" userId="S::rizwan.rashid@comsats.edu.pk::12b6bffb-8fd7-410a-bd1e-f473b901c3a4" providerId="AD" clId="Web-{6B906AB8-812E-8B54-178E-9FCF4BA3DD97}" dt="2023-03-05T14:29:28.227" v="77" actId="20577"/>
        <pc:sldMkLst>
          <pc:docMk/>
          <pc:sldMk cId="1257545278" sldId="284"/>
        </pc:sldMkLst>
        <pc:spChg chg="mod">
          <ac:chgData name="Rizwan Rashid" userId="S::rizwan.rashid@comsats.edu.pk::12b6bffb-8fd7-410a-bd1e-f473b901c3a4" providerId="AD" clId="Web-{6B906AB8-812E-8B54-178E-9FCF4BA3DD97}" dt="2023-03-05T14:29:28.227" v="77" actId="20577"/>
          <ac:spMkLst>
            <pc:docMk/>
            <pc:sldMk cId="1257545278" sldId="284"/>
            <ac:spMk id="100353" creationId="{00000000-0000-0000-0000-000000000000}"/>
          </ac:spMkLst>
        </pc:spChg>
      </pc:sldChg>
      <pc:sldChg chg="addSp modSp">
        <pc:chgData name="Rizwan Rashid" userId="S::rizwan.rashid@comsats.edu.pk::12b6bffb-8fd7-410a-bd1e-f473b901c3a4" providerId="AD" clId="Web-{6B906AB8-812E-8B54-178E-9FCF4BA3DD97}" dt="2023-03-05T15:55:04.162" v="100"/>
        <pc:sldMkLst>
          <pc:docMk/>
          <pc:sldMk cId="1566197747" sldId="285"/>
        </pc:sldMkLst>
        <pc:spChg chg="add mod">
          <ac:chgData name="Rizwan Rashid" userId="S::rizwan.rashid@comsats.edu.pk::12b6bffb-8fd7-410a-bd1e-f473b901c3a4" providerId="AD" clId="Web-{6B906AB8-812E-8B54-178E-9FCF4BA3DD97}" dt="2023-03-05T15:54:52.256" v="99" actId="1076"/>
          <ac:spMkLst>
            <pc:docMk/>
            <pc:sldMk cId="1566197747" sldId="285"/>
            <ac:spMk id="2" creationId="{7D4E871B-6513-321C-162F-5F3E7685BC3B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4:29:03.226" v="65" actId="20577"/>
          <ac:spMkLst>
            <pc:docMk/>
            <pc:sldMk cId="1566197747" sldId="285"/>
            <ac:spMk id="98305" creationId="{00000000-0000-0000-0000-000000000000}"/>
          </ac:spMkLst>
        </pc:spChg>
        <pc:grpChg chg="add">
          <ac:chgData name="Rizwan Rashid" userId="S::rizwan.rashid@comsats.edu.pk::12b6bffb-8fd7-410a-bd1e-f473b901c3a4" providerId="AD" clId="Web-{6B906AB8-812E-8B54-178E-9FCF4BA3DD97}" dt="2023-03-05T15:55:04.162" v="100"/>
          <ac:grpSpMkLst>
            <pc:docMk/>
            <pc:sldMk cId="1566197747" sldId="285"/>
            <ac:grpSpMk id="3" creationId="{EDAEDDB5-9B70-0289-79F1-768F4E29C62F}"/>
          </ac:grpSpMkLst>
        </pc:grpChg>
        <pc:picChg chg="mod">
          <ac:chgData name="Rizwan Rashid" userId="S::rizwan.rashid@comsats.edu.pk::12b6bffb-8fd7-410a-bd1e-f473b901c3a4" providerId="AD" clId="Web-{6B906AB8-812E-8B54-178E-9FCF4BA3DD97}" dt="2023-03-05T15:45:24.633" v="79" actId="14100"/>
          <ac:picMkLst>
            <pc:docMk/>
            <pc:sldMk cId="1566197747" sldId="285"/>
            <ac:picMk id="98306" creationId="{00000000-0000-0000-0000-000000000000}"/>
          </ac:picMkLst>
        </pc:picChg>
      </pc:sldChg>
      <pc:sldChg chg="modSp del">
        <pc:chgData name="Rizwan Rashid" userId="S::rizwan.rashid@comsats.edu.pk::12b6bffb-8fd7-410a-bd1e-f473b901c3a4" providerId="AD" clId="Web-{6B906AB8-812E-8B54-178E-9FCF4BA3DD97}" dt="2023-03-05T14:28:11.443" v="54"/>
        <pc:sldMkLst>
          <pc:docMk/>
          <pc:sldMk cId="2612299855" sldId="286"/>
        </pc:sldMkLst>
        <pc:spChg chg="mod">
          <ac:chgData name="Rizwan Rashid" userId="S::rizwan.rashid@comsats.edu.pk::12b6bffb-8fd7-410a-bd1e-f473b901c3a4" providerId="AD" clId="Web-{6B906AB8-812E-8B54-178E-9FCF4BA3DD97}" dt="2023-03-05T14:23:24.539" v="30" actId="20577"/>
          <ac:spMkLst>
            <pc:docMk/>
            <pc:sldMk cId="2612299855" sldId="286"/>
            <ac:spMk id="96258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6:46:01.413" v="399" actId="20577"/>
        <pc:sldMkLst>
          <pc:docMk/>
          <pc:sldMk cId="1724956274" sldId="287"/>
        </pc:sldMkLst>
        <pc:spChg chg="mod">
          <ac:chgData name="Rizwan Rashid" userId="S::rizwan.rashid@comsats.edu.pk::12b6bffb-8fd7-410a-bd1e-f473b901c3a4" providerId="AD" clId="Web-{6B906AB8-812E-8B54-178E-9FCF4BA3DD97}" dt="2023-03-05T14:28:42.428" v="56" actId="20577"/>
          <ac:spMkLst>
            <pc:docMk/>
            <pc:sldMk cId="1724956274" sldId="287"/>
            <ac:spMk id="94209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6:46:01.413" v="399" actId="20577"/>
          <ac:spMkLst>
            <pc:docMk/>
            <pc:sldMk cId="1724956274" sldId="287"/>
            <ac:spMk id="94210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6"/>
        <pc:sldMkLst>
          <pc:docMk/>
          <pc:sldMk cId="1855495916" sldId="28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7"/>
        <pc:sldMkLst>
          <pc:docMk/>
          <pc:sldMk cId="451748010" sldId="289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8"/>
        <pc:sldMkLst>
          <pc:docMk/>
          <pc:sldMk cId="1760992607" sldId="290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0"/>
        <pc:sldMkLst>
          <pc:docMk/>
          <pc:sldMk cId="4097799513" sldId="291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72" v="22"/>
        <pc:sldMkLst>
          <pc:docMk/>
          <pc:sldMk cId="504409996" sldId="294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3"/>
        <pc:sldMkLst>
          <pc:docMk/>
          <pc:sldMk cId="2830719269" sldId="295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4"/>
        <pc:sldMkLst>
          <pc:docMk/>
          <pc:sldMk cId="1347984950" sldId="296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88" v="25"/>
        <pc:sldMkLst>
          <pc:docMk/>
          <pc:sldMk cId="2899825618" sldId="297"/>
        </pc:sldMkLst>
      </pc:sldChg>
      <pc:sldChg chg="modSp">
        <pc:chgData name="Rizwan Rashid" userId="S::rizwan.rashid@comsats.edu.pk::12b6bffb-8fd7-410a-bd1e-f473b901c3a4" providerId="AD" clId="Web-{6B906AB8-812E-8B54-178E-9FCF4BA3DD97}" dt="2023-03-05T17:26:43.888" v="538" actId="20577"/>
        <pc:sldMkLst>
          <pc:docMk/>
          <pc:sldMk cId="309736740" sldId="300"/>
        </pc:sldMkLst>
        <pc:spChg chg="mod">
          <ac:chgData name="Rizwan Rashid" userId="S::rizwan.rashid@comsats.edu.pk::12b6bffb-8fd7-410a-bd1e-f473b901c3a4" providerId="AD" clId="Web-{6B906AB8-812E-8B54-178E-9FCF4BA3DD97}" dt="2023-03-05T17:26:43.888" v="538" actId="20577"/>
          <ac:spMkLst>
            <pc:docMk/>
            <pc:sldMk cId="309736740" sldId="300"/>
            <ac:spMk id="120834" creationId="{00000000-0000-0000-0000-000000000000}"/>
          </ac:spMkLst>
        </pc:spChg>
      </pc:sldChg>
      <pc:sldChg chg="modSp">
        <pc:chgData name="Rizwan Rashid" userId="S::rizwan.rashid@comsats.edu.pk::12b6bffb-8fd7-410a-bd1e-f473b901c3a4" providerId="AD" clId="Web-{6B906AB8-812E-8B54-178E-9FCF4BA3DD97}" dt="2023-03-05T17:27:33.484" v="545" actId="1076"/>
        <pc:sldMkLst>
          <pc:docMk/>
          <pc:sldMk cId="1632256336" sldId="302"/>
        </pc:sldMkLst>
        <pc:spChg chg="mod">
          <ac:chgData name="Rizwan Rashid" userId="S::rizwan.rashid@comsats.edu.pk::12b6bffb-8fd7-410a-bd1e-f473b901c3a4" providerId="AD" clId="Web-{6B906AB8-812E-8B54-178E-9FCF4BA3DD97}" dt="2023-03-05T17:27:19.280" v="542" actId="20577"/>
          <ac:spMkLst>
            <pc:docMk/>
            <pc:sldMk cId="1632256336" sldId="302"/>
            <ac:spMk id="122881" creationId="{00000000-0000-0000-0000-000000000000}"/>
          </ac:spMkLst>
        </pc:spChg>
        <pc:spChg chg="mod">
          <ac:chgData name="Rizwan Rashid" userId="S::rizwan.rashid@comsats.edu.pk::12b6bffb-8fd7-410a-bd1e-f473b901c3a4" providerId="AD" clId="Web-{6B906AB8-812E-8B54-178E-9FCF4BA3DD97}" dt="2023-03-05T17:27:30.749" v="544" actId="20577"/>
          <ac:spMkLst>
            <pc:docMk/>
            <pc:sldMk cId="1632256336" sldId="302"/>
            <ac:spMk id="122882" creationId="{00000000-0000-0000-0000-000000000000}"/>
          </ac:spMkLst>
        </pc:spChg>
        <pc:grpChg chg="mod">
          <ac:chgData name="Rizwan Rashid" userId="S::rizwan.rashid@comsats.edu.pk::12b6bffb-8fd7-410a-bd1e-f473b901c3a4" providerId="AD" clId="Web-{6B906AB8-812E-8B54-178E-9FCF4BA3DD97}" dt="2023-03-05T17:27:33.484" v="545" actId="1076"/>
          <ac:grpSpMkLst>
            <pc:docMk/>
            <pc:sldMk cId="1632256336" sldId="302"/>
            <ac:grpSpMk id="5" creationId="{FB72CBCA-A160-7D02-CD4D-FB5A0633EF4B}"/>
          </ac:grpSpMkLst>
        </pc:grpChg>
      </pc:sldChg>
      <pc:sldChg chg="modSp add">
        <pc:chgData name="Rizwan Rashid" userId="S::rizwan.rashid@comsats.edu.pk::12b6bffb-8fd7-410a-bd1e-f473b901c3a4" providerId="AD" clId="Web-{6B906AB8-812E-8B54-178E-9FCF4BA3DD97}" dt="2023-03-05T14:26:12.968" v="38" actId="14100"/>
        <pc:sldMkLst>
          <pc:docMk/>
          <pc:sldMk cId="99516440" sldId="308"/>
        </pc:sldMkLst>
        <pc:spChg chg="mod">
          <ac:chgData name="Rizwan Rashid" userId="S::rizwan.rashid@comsats.edu.pk::12b6bffb-8fd7-410a-bd1e-f473b901c3a4" providerId="AD" clId="Web-{6B906AB8-812E-8B54-178E-9FCF4BA3DD97}" dt="2023-03-05T14:26:12.968" v="38" actId="14100"/>
          <ac:spMkLst>
            <pc:docMk/>
            <pc:sldMk cId="99516440" sldId="308"/>
            <ac:spMk id="79875" creationId="{00000000-0000-0000-0000-000000000000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9"/>
        <pc:sldMkLst>
          <pc:docMk/>
          <pc:sldMk cId="2305902872" sldId="308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41" v="11"/>
        <pc:sldMkLst>
          <pc:docMk/>
          <pc:sldMk cId="1237226634" sldId="309"/>
        </pc:sldMkLst>
      </pc:sldChg>
      <pc:sldChg chg="addSp delSp modSp new mod modClrScheme chgLayout">
        <pc:chgData name="Rizwan Rashid" userId="S::rizwan.rashid@comsats.edu.pk::12b6bffb-8fd7-410a-bd1e-f473b901c3a4" providerId="AD" clId="Web-{6B906AB8-812E-8B54-178E-9FCF4BA3DD97}" dt="2023-03-05T16:42:56.485" v="370"/>
        <pc:sldMkLst>
          <pc:docMk/>
          <pc:sldMk cId="1778858543" sldId="309"/>
        </pc:sldMkLst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2" creationId="{BF8F8FD6-1F8C-E398-B0A2-C7F738A351FF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3" creationId="{3385ECE3-C1CC-152F-9639-C30A624ECC31}"/>
          </ac:spMkLst>
        </pc:spChg>
        <pc:spChg chg="mod ord">
          <ac:chgData name="Rizwan Rashid" userId="S::rizwan.rashid@comsats.edu.pk::12b6bffb-8fd7-410a-bd1e-f473b901c3a4" providerId="AD" clId="Web-{6B906AB8-812E-8B54-178E-9FCF4BA3DD97}" dt="2023-03-05T16:05:00.879" v="112"/>
          <ac:spMkLst>
            <pc:docMk/>
            <pc:sldMk cId="1778858543" sldId="309"/>
            <ac:spMk id="4" creationId="{7726EF68-A509-DEA1-9954-9B9704AFC23F}"/>
          </ac:spMkLst>
        </pc:spChg>
        <pc:spChg chg="del mod ord">
          <ac:chgData name="Rizwan Rashid" userId="S::rizwan.rashid@comsats.edu.pk::12b6bffb-8fd7-410a-bd1e-f473b901c3a4" providerId="AD" clId="Web-{6B906AB8-812E-8B54-178E-9FCF4BA3DD97}" dt="2023-03-05T16:06:57.975" v="158"/>
          <ac:spMkLst>
            <pc:docMk/>
            <pc:sldMk cId="1778858543" sldId="309"/>
            <ac:spMk id="5" creationId="{885013F6-6EC5-1C81-C923-2E6AA97947CD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6:09:28.619" v="223"/>
          <ac:spMkLst>
            <pc:docMk/>
            <pc:sldMk cId="1778858543" sldId="309"/>
            <ac:spMk id="6" creationId="{FFAD272C-8128-DFFA-0569-3B965051888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08:03.055" v="191" actId="20577"/>
          <ac:spMkLst>
            <pc:docMk/>
            <pc:sldMk cId="1778858543" sldId="309"/>
            <ac:spMk id="7" creationId="{D8ADDC34-FA4E-E138-98CD-1FFF05116397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42:56.485" v="370"/>
          <ac:spMkLst>
            <pc:docMk/>
            <pc:sldMk cId="1778858543" sldId="309"/>
            <ac:spMk id="8" creationId="{FDB3D56C-AA3E-6035-28F0-7CC3F4943924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2"/>
        <pc:sldMkLst>
          <pc:docMk/>
          <pc:sldMk cId="638677986" sldId="310"/>
        </pc:sldMkLst>
      </pc:sldChg>
      <pc:sldChg chg="addSp delSp modSp new">
        <pc:chgData name="Rizwan Rashid" userId="S::rizwan.rashid@comsats.edu.pk::12b6bffb-8fd7-410a-bd1e-f473b901c3a4" providerId="AD" clId="Web-{6B906AB8-812E-8B54-178E-9FCF4BA3DD97}" dt="2023-03-05T16:39:58.775" v="359"/>
        <pc:sldMkLst>
          <pc:docMk/>
          <pc:sldMk cId="702244827" sldId="310"/>
        </pc:sldMkLst>
        <pc:spChg chg="mod">
          <ac:chgData name="Rizwan Rashid" userId="S::rizwan.rashid@comsats.edu.pk::12b6bffb-8fd7-410a-bd1e-f473b901c3a4" providerId="AD" clId="Web-{6B906AB8-812E-8B54-178E-9FCF4BA3DD97}" dt="2023-03-05T16:37:30.192" v="315" actId="1076"/>
          <ac:spMkLst>
            <pc:docMk/>
            <pc:sldMk cId="702244827" sldId="310"/>
            <ac:spMk id="2" creationId="{FD2026D5-E0E9-1A3D-FC83-8023BDC34D60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6.233" v="287"/>
          <ac:spMkLst>
            <pc:docMk/>
            <pc:sldMk cId="702244827" sldId="310"/>
            <ac:spMk id="3" creationId="{9E1F0049-A447-27A7-6A69-11396B397D8B}"/>
          </ac:spMkLst>
        </pc:spChg>
        <pc:spChg chg="del">
          <ac:chgData name="Rizwan Rashid" userId="S::rizwan.rashid@comsats.edu.pk::12b6bffb-8fd7-410a-bd1e-f473b901c3a4" providerId="AD" clId="Web-{6B906AB8-812E-8B54-178E-9FCF4BA3DD97}" dt="2023-03-05T16:34:49.624" v="288"/>
          <ac:spMkLst>
            <pc:docMk/>
            <pc:sldMk cId="702244827" sldId="310"/>
            <ac:spMk id="5" creationId="{555EFB54-7B2B-02B2-87B4-02EA659248A3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7:19.738" v="313" actId="14100"/>
          <ac:spMkLst>
            <pc:docMk/>
            <pc:sldMk cId="702244827" sldId="310"/>
            <ac:spMk id="6" creationId="{92112969-B6F2-BBE6-715A-3B8F80D1AC1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18.399" v="351" actId="20577"/>
          <ac:spMkLst>
            <pc:docMk/>
            <pc:sldMk cId="702244827" sldId="310"/>
            <ac:spMk id="7" creationId="{85071184-638D-C8F5-5E1A-0174D2B6AF4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8:36.226" v="344" actId="1076"/>
          <ac:spMkLst>
            <pc:docMk/>
            <pc:sldMk cId="702244827" sldId="310"/>
            <ac:spMk id="8" creationId="{C61203ED-B1B9-1292-4501-B915ABF5CE8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6:39:58.775" v="359"/>
          <ac:spMkLst>
            <pc:docMk/>
            <pc:sldMk cId="702244827" sldId="310"/>
            <ac:spMk id="9" creationId="{5130BF17-04C6-7733-EBD0-2982DED16DDC}"/>
          </ac:spMkLst>
        </pc:spChg>
      </pc:sldChg>
      <pc:sldChg chg="add del replId">
        <pc:chgData name="Rizwan Rashid" userId="S::rizwan.rashid@comsats.edu.pk::12b6bffb-8fd7-410a-bd1e-f473b901c3a4" providerId="AD" clId="Web-{6B906AB8-812E-8B54-178E-9FCF4BA3DD97}" dt="2023-03-05T16:11:15.247" v="256"/>
        <pc:sldMkLst>
          <pc:docMk/>
          <pc:sldMk cId="1454104331" sldId="310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0:35.470" v="489"/>
        <pc:sldMkLst>
          <pc:docMk/>
          <pc:sldMk cId="200090698" sldId="311"/>
        </pc:sldMkLst>
        <pc:spChg chg="del">
          <ac:chgData name="Rizwan Rashid" userId="S::rizwan.rashid@comsats.edu.pk::12b6bffb-8fd7-410a-bd1e-f473b901c3a4" providerId="AD" clId="Web-{6B906AB8-812E-8B54-178E-9FCF4BA3DD97}" dt="2023-03-05T17:15:18.647" v="411"/>
          <ac:spMkLst>
            <pc:docMk/>
            <pc:sldMk cId="200090698" sldId="311"/>
            <ac:spMk id="2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20:35.470" v="489"/>
          <ac:spMkLst>
            <pc:docMk/>
            <pc:sldMk cId="200090698" sldId="311"/>
            <ac:spMk id="3" creationId="{9465E72E-EB7E-3D0F-31C8-69045686D881}"/>
          </ac:spMkLst>
        </pc:spChg>
      </pc:sldChg>
      <pc:sldChg chg="addSp modSp new del">
        <pc:chgData name="Rizwan Rashid" userId="S::rizwan.rashid@comsats.edu.pk::12b6bffb-8fd7-410a-bd1e-f473b901c3a4" providerId="AD" clId="Web-{6B906AB8-812E-8B54-178E-9FCF4BA3DD97}" dt="2023-03-05T16:44:15.972" v="379"/>
        <pc:sldMkLst>
          <pc:docMk/>
          <pc:sldMk cId="3986416612" sldId="311"/>
        </pc:sldMkLst>
        <pc:spChg chg="add mod">
          <ac:chgData name="Rizwan Rashid" userId="S::rizwan.rashid@comsats.edu.pk::12b6bffb-8fd7-410a-bd1e-f473b901c3a4" providerId="AD" clId="Web-{6B906AB8-812E-8B54-178E-9FCF4BA3DD97}" dt="2023-03-05T16:44:12.862" v="378"/>
          <ac:spMkLst>
            <pc:docMk/>
            <pc:sldMk cId="3986416612" sldId="311"/>
            <ac:spMk id="6" creationId="{C9D343A6-CF16-D43E-37EB-10C2EC70134C}"/>
          </ac:spMkLst>
        </pc:spChg>
      </pc:sldChg>
      <pc:sldChg chg="del">
        <pc:chgData name="Rizwan Rashid" userId="S::rizwan.rashid@comsats.edu.pk::12b6bffb-8fd7-410a-bd1e-f473b901c3a4" providerId="AD" clId="Web-{6B906AB8-812E-8B54-178E-9FCF4BA3DD97}" dt="2023-03-05T14:17:34.757" v="15"/>
        <pc:sldMkLst>
          <pc:docMk/>
          <pc:sldMk cId="410574454" sldId="312"/>
        </pc:sldMkLst>
      </pc:sldChg>
      <pc:sldChg chg="add del">
        <pc:chgData name="Rizwan Rashid" userId="S::rizwan.rashid@comsats.edu.pk::12b6bffb-8fd7-410a-bd1e-f473b901c3a4" providerId="AD" clId="Web-{6B906AB8-812E-8B54-178E-9FCF4BA3DD97}" dt="2023-03-05T17:23:37.398" v="524"/>
        <pc:sldMkLst>
          <pc:docMk/>
          <pc:sldMk cId="2657335517" sldId="312"/>
        </pc:sldMkLst>
      </pc:sldChg>
      <pc:sldChg chg="addSp delSp modSp add">
        <pc:chgData name="Rizwan Rashid" userId="S::rizwan.rashid@comsats.edu.pk::12b6bffb-8fd7-410a-bd1e-f473b901c3a4" providerId="AD" clId="Web-{6B906AB8-812E-8B54-178E-9FCF4BA3DD97}" dt="2023-03-05T17:25:23.714" v="536" actId="1076"/>
        <pc:sldMkLst>
          <pc:docMk/>
          <pc:sldMk cId="1297377133" sldId="313"/>
        </pc:sldMkLst>
        <pc:spChg chg="del mod">
          <ac:chgData name="Rizwan Rashid" userId="S::rizwan.rashid@comsats.edu.pk::12b6bffb-8fd7-410a-bd1e-f473b901c3a4" providerId="AD" clId="Web-{6B906AB8-812E-8B54-178E-9FCF4BA3DD97}" dt="2023-03-05T17:16:43.759" v="412"/>
          <ac:spMkLst>
            <pc:docMk/>
            <pc:sldMk cId="1297377133" sldId="313"/>
            <ac:spMk id="3" creationId="{00000000-0000-0000-0000-000000000000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6:48.243" v="413"/>
          <ac:spMkLst>
            <pc:docMk/>
            <pc:sldMk cId="1297377133" sldId="313"/>
            <ac:spMk id="4" creationId="{D2CF83C2-7301-6598-CDA0-40202BE19C84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06.135" v="418"/>
          <ac:spMkLst>
            <pc:docMk/>
            <pc:sldMk cId="1297377133" sldId="313"/>
            <ac:spMk id="5" creationId="{02036F98-B86B-80BF-B2BF-6FC47AAAEF6C}"/>
          </ac:spMkLst>
        </pc:spChg>
        <pc:spChg chg="add del mod">
          <ac:chgData name="Rizwan Rashid" userId="S::rizwan.rashid@comsats.edu.pk::12b6bffb-8fd7-410a-bd1e-f473b901c3a4" providerId="AD" clId="Web-{6B906AB8-812E-8B54-178E-9FCF4BA3DD97}" dt="2023-03-05T17:17:21.057" v="422"/>
          <ac:spMkLst>
            <pc:docMk/>
            <pc:sldMk cId="1297377133" sldId="313"/>
            <ac:spMk id="6" creationId="{CD3FFDB8-D904-2683-05B5-DB81055DE6F6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19:05.748" v="451" actId="14100"/>
          <ac:spMkLst>
            <pc:docMk/>
            <pc:sldMk cId="1297377133" sldId="313"/>
            <ac:spMk id="7" creationId="{3C67898D-4CE9-B799-29FE-45B1A292EE3F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09.610" v="473" actId="20577"/>
          <ac:spMkLst>
            <pc:docMk/>
            <pc:sldMk cId="1297377133" sldId="313"/>
            <ac:spMk id="8" creationId="{ECF6C3B1-17DA-E229-4E8B-45008741548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0:27.313" v="485"/>
          <ac:spMkLst>
            <pc:docMk/>
            <pc:sldMk cId="1297377133" sldId="313"/>
            <ac:spMk id="9" creationId="{AE802390-91A1-BEE2-9BA3-6058DEB0FC71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19.870" v="535" actId="1076"/>
          <ac:spMkLst>
            <pc:docMk/>
            <pc:sldMk cId="1297377133" sldId="313"/>
            <ac:spMk id="14" creationId="{DED7730D-EE35-B259-7C50-DBAE7E70D31D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23.714" v="536" actId="1076"/>
          <ac:spMkLst>
            <pc:docMk/>
            <pc:sldMk cId="1297377133" sldId="313"/>
            <ac:spMk id="15" creationId="{8CA34B49-EA5E-8D79-060C-02C6B6D7F3A4}"/>
          </ac:spMkLst>
        </pc:spChg>
        <pc:spChg chg="add mod">
          <ac:chgData name="Rizwan Rashid" userId="S::rizwan.rashid@comsats.edu.pk::12b6bffb-8fd7-410a-bd1e-f473b901c3a4" providerId="AD" clId="Web-{6B906AB8-812E-8B54-178E-9FCF4BA3DD97}" dt="2023-03-05T17:25:06.291" v="534"/>
          <ac:spMkLst>
            <pc:docMk/>
            <pc:sldMk cId="1297377133" sldId="313"/>
            <ac:spMk id="16" creationId="{38C890F3-9600-E1F3-FE3D-9CB60A9794BE}"/>
          </ac:spMkLst>
        </pc:spChg>
        <pc:grpChg chg="add mod">
          <ac:chgData name="Rizwan Rashid" userId="S::rizwan.rashid@comsats.edu.pk::12b6bffb-8fd7-410a-bd1e-f473b901c3a4" providerId="AD" clId="Web-{6B906AB8-812E-8B54-178E-9FCF4BA3DD97}" dt="2023-03-05T17:21:19.487" v="497" actId="1076"/>
          <ac:grpSpMkLst>
            <pc:docMk/>
            <pc:sldMk cId="1297377133" sldId="313"/>
            <ac:grpSpMk id="12" creationId="{B060D72E-016F-DC72-CD51-CA83631B9682}"/>
          </ac:grpSpMkLst>
        </pc:grpChg>
        <pc:grpChg chg="add">
          <ac:chgData name="Rizwan Rashid" userId="S::rizwan.rashid@comsats.edu.pk::12b6bffb-8fd7-410a-bd1e-f473b901c3a4" providerId="AD" clId="Web-{6B906AB8-812E-8B54-178E-9FCF4BA3DD97}" dt="2023-03-05T17:21:24.081" v="498"/>
          <ac:grpSpMkLst>
            <pc:docMk/>
            <pc:sldMk cId="1297377133" sldId="313"/>
            <ac:grpSpMk id="13" creationId="{FBEF341E-C43A-3CCA-3873-38B628262A83}"/>
          </ac:grpSpMkLst>
        </pc:grpChg>
        <pc:picChg chg="add del mod">
          <ac:chgData name="Rizwan Rashid" userId="S::rizwan.rashid@comsats.edu.pk::12b6bffb-8fd7-410a-bd1e-f473b901c3a4" providerId="AD" clId="Web-{6B906AB8-812E-8B54-178E-9FCF4BA3DD97}" dt="2023-03-05T17:20:56.502" v="495"/>
          <ac:picMkLst>
            <pc:docMk/>
            <pc:sldMk cId="1297377133" sldId="313"/>
            <ac:picMk id="11" creationId="{E95889E8-21C3-71FC-0B28-46EDC6DF8C3F}"/>
          </ac:picMkLst>
        </pc:picChg>
      </pc:sldChg>
      <pc:sldChg chg="del">
        <pc:chgData name="Rizwan Rashid" userId="S::rizwan.rashid@comsats.edu.pk::12b6bffb-8fd7-410a-bd1e-f473b901c3a4" providerId="AD" clId="Web-{6B906AB8-812E-8B54-178E-9FCF4BA3DD97}" dt="2023-03-05T14:17:34.757" v="14"/>
        <pc:sldMkLst>
          <pc:docMk/>
          <pc:sldMk cId="3135257175" sldId="313"/>
        </pc:sldMkLst>
      </pc:sldChg>
      <pc:sldChg chg="del">
        <pc:chgData name="Rizwan Rashid" userId="S::rizwan.rashid@comsats.edu.pk::12b6bffb-8fd7-410a-bd1e-f473b901c3a4" providerId="AD" clId="Web-{6B906AB8-812E-8B54-178E-9FCF4BA3DD97}" dt="2023-03-05T14:17:34.757" v="13"/>
        <pc:sldMkLst>
          <pc:docMk/>
          <pc:sldMk cId="661391512" sldId="314"/>
        </pc:sldMkLst>
      </pc:sldChg>
      <pc:sldChg chg="modSp add">
        <pc:chgData name="Rizwan Rashid" userId="S::rizwan.rashid@comsats.edu.pk::12b6bffb-8fd7-410a-bd1e-f473b901c3a4" providerId="AD" clId="Web-{6B906AB8-812E-8B54-178E-9FCF4BA3DD97}" dt="2023-03-05T17:30:51.272" v="551" actId="20577"/>
        <pc:sldMkLst>
          <pc:docMk/>
          <pc:sldMk cId="670954015" sldId="314"/>
        </pc:sldMkLst>
        <pc:spChg chg="mod">
          <ac:chgData name="Rizwan Rashid" userId="S::rizwan.rashid@comsats.edu.pk::12b6bffb-8fd7-410a-bd1e-f473b901c3a4" providerId="AD" clId="Web-{6B906AB8-812E-8B54-178E-9FCF4BA3DD97}" dt="2023-03-05T17:30:51.272" v="551" actId="20577"/>
          <ac:spMkLst>
            <pc:docMk/>
            <pc:sldMk cId="670954015" sldId="314"/>
            <ac:spMk id="3" creationId="{00000000-0000-0000-0000-000000000000}"/>
          </ac:spMkLst>
        </pc:spChg>
      </pc:sldChg>
      <pc:sldChg chg="new del">
        <pc:chgData name="Rizwan Rashid" userId="S::rizwan.rashid@comsats.edu.pk::12b6bffb-8fd7-410a-bd1e-f473b901c3a4" providerId="AD" clId="Web-{6B906AB8-812E-8B54-178E-9FCF4BA3DD97}" dt="2023-03-05T17:25:32.792" v="537"/>
        <pc:sldMkLst>
          <pc:docMk/>
          <pc:sldMk cId="3276646880" sldId="314"/>
        </pc:sldMkLst>
      </pc:sldChg>
    </pc:docChg>
  </pc:docChgLst>
  <pc:docChgLst>
    <pc:chgData name="Rizwan Rashid" userId="S::rizwan.rashid@comsats.edu.pk::12b6bffb-8fd7-410a-bd1e-f473b901c3a4" providerId="AD" clId="Web-{9E50A080-2594-4EE9-25F9-29B66D28D8AE}"/>
    <pc:docChg chg="addSld modSld">
      <pc:chgData name="Rizwan Rashid" userId="S::rizwan.rashid@comsats.edu.pk::12b6bffb-8fd7-410a-bd1e-f473b901c3a4" providerId="AD" clId="Web-{9E50A080-2594-4EE9-25F9-29B66D28D8AE}" dt="2023-03-12T14:38:33.633" v="12"/>
      <pc:docMkLst>
        <pc:docMk/>
      </pc:docMkLst>
      <pc:sldChg chg="addSp delSp modSp">
        <pc:chgData name="Rizwan Rashid" userId="S::rizwan.rashid@comsats.edu.pk::12b6bffb-8fd7-410a-bd1e-f473b901c3a4" providerId="AD" clId="Web-{9E50A080-2594-4EE9-25F9-29B66D28D8AE}" dt="2023-03-12T14:37:30.287" v="7"/>
        <pc:sldMkLst>
          <pc:docMk/>
          <pc:sldMk cId="1144330755" sldId="277"/>
        </pc:sldMkLst>
        <pc:picChg chg="add del mod">
          <ac:chgData name="Rizwan Rashid" userId="S::rizwan.rashid@comsats.edu.pk::12b6bffb-8fd7-410a-bd1e-f473b901c3a4" providerId="AD" clId="Web-{9E50A080-2594-4EE9-25F9-29B66D28D8AE}" dt="2023-03-12T14:37:09.630" v="1"/>
          <ac:picMkLst>
            <pc:docMk/>
            <pc:sldMk cId="1144330755" sldId="277"/>
            <ac:picMk id="2" creationId="{35A98A78-6362-A28B-D85F-CF82CBC28E3B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16.552" v="3"/>
          <ac:picMkLst>
            <pc:docMk/>
            <pc:sldMk cId="1144330755" sldId="277"/>
            <ac:picMk id="3" creationId="{FF45E187-84F3-F973-8071-ACA164419B83}"/>
          </ac:picMkLst>
        </pc:picChg>
        <pc:picChg chg="add del mod">
          <ac:chgData name="Rizwan Rashid" userId="S::rizwan.rashid@comsats.edu.pk::12b6bffb-8fd7-410a-bd1e-f473b901c3a4" providerId="AD" clId="Web-{9E50A080-2594-4EE9-25F9-29B66D28D8AE}" dt="2023-03-12T14:37:30.287" v="7"/>
          <ac:picMkLst>
            <pc:docMk/>
            <pc:sldMk cId="1144330755" sldId="277"/>
            <ac:picMk id="4" creationId="{A1C293A9-E1FC-7C1D-EA76-18DE49716FDA}"/>
          </ac:picMkLst>
        </pc:picChg>
      </pc:sldChg>
      <pc:sldChg chg="new">
        <pc:chgData name="Rizwan Rashid" userId="S::rizwan.rashid@comsats.edu.pk::12b6bffb-8fd7-410a-bd1e-f473b901c3a4" providerId="AD" clId="Web-{9E50A080-2594-4EE9-25F9-29B66D28D8AE}" dt="2023-03-12T14:37:19.989" v="4"/>
        <pc:sldMkLst>
          <pc:docMk/>
          <pc:sldMk cId="3559858969" sldId="278"/>
        </pc:sldMkLst>
      </pc:sldChg>
      <pc:sldChg chg="addSp delSp modSp new">
        <pc:chgData name="Rizwan Rashid" userId="S::rizwan.rashid@comsats.edu.pk::12b6bffb-8fd7-410a-bd1e-f473b901c3a4" providerId="AD" clId="Web-{9E50A080-2594-4EE9-25F9-29B66D28D8AE}" dt="2023-03-12T14:38:33.633" v="12"/>
        <pc:sldMkLst>
          <pc:docMk/>
          <pc:sldMk cId="2142972920" sldId="279"/>
        </pc:sldMkLst>
        <pc:spChg chg="del">
          <ac:chgData name="Rizwan Rashid" userId="S::rizwan.rashid@comsats.edu.pk::12b6bffb-8fd7-410a-bd1e-f473b901c3a4" providerId="AD" clId="Web-{9E50A080-2594-4EE9-25F9-29B66D28D8AE}" dt="2023-03-12T14:37:48.397" v="9"/>
          <ac:spMkLst>
            <pc:docMk/>
            <pc:sldMk cId="2142972920" sldId="279"/>
            <ac:spMk id="3" creationId="{CBD5D325-7266-2C07-AE00-7A06FD90A204}"/>
          </ac:spMkLst>
        </pc:spChg>
        <pc:spChg chg="add del mod">
          <ac:chgData name="Rizwan Rashid" userId="S::rizwan.rashid@comsats.edu.pk::12b6bffb-8fd7-410a-bd1e-f473b901c3a4" providerId="AD" clId="Web-{9E50A080-2594-4EE9-25F9-29B66D28D8AE}" dt="2023-03-12T14:38:33.273" v="11"/>
          <ac:spMkLst>
            <pc:docMk/>
            <pc:sldMk cId="2142972920" sldId="279"/>
            <ac:spMk id="7" creationId="{2FBBF04C-ACB0-710C-9DC2-D08B636C3080}"/>
          </ac:spMkLst>
        </pc:spChg>
        <pc:spChg chg="add mod">
          <ac:chgData name="Rizwan Rashid" userId="S::rizwan.rashid@comsats.edu.pk::12b6bffb-8fd7-410a-bd1e-f473b901c3a4" providerId="AD" clId="Web-{9E50A080-2594-4EE9-25F9-29B66D28D8AE}" dt="2023-03-12T14:38:33.633" v="12"/>
          <ac:spMkLst>
            <pc:docMk/>
            <pc:sldMk cId="2142972920" sldId="279"/>
            <ac:spMk id="10" creationId="{C9371E30-F8D0-6291-0387-AAB1174E49CA}"/>
          </ac:spMkLst>
        </pc:spChg>
        <pc:picChg chg="add del mod ord">
          <ac:chgData name="Rizwan Rashid" userId="S::rizwan.rashid@comsats.edu.pk::12b6bffb-8fd7-410a-bd1e-f473b901c3a4" providerId="AD" clId="Web-{9E50A080-2594-4EE9-25F9-29B66D28D8AE}" dt="2023-03-12T14:37:52.272" v="10"/>
          <ac:picMkLst>
            <pc:docMk/>
            <pc:sldMk cId="2142972920" sldId="279"/>
            <ac:picMk id="5" creationId="{DA8CB0E9-7A92-EBC5-AA14-AD39B9661A09}"/>
          </ac:picMkLst>
        </pc:picChg>
        <pc:picChg chg="add del mod ord">
          <ac:chgData name="Rizwan Rashid" userId="S::rizwan.rashid@comsats.edu.pk::12b6bffb-8fd7-410a-bd1e-f473b901c3a4" providerId="AD" clId="Web-{9E50A080-2594-4EE9-25F9-29B66D28D8AE}" dt="2023-03-12T14:38:33.633" v="12"/>
          <ac:picMkLst>
            <pc:docMk/>
            <pc:sldMk cId="2142972920" sldId="279"/>
            <ac:picMk id="8" creationId="{D24ECA3B-107B-01EA-5C5C-BC2CF7BD9A94}"/>
          </ac:picMkLst>
        </pc:picChg>
      </pc:sldChg>
    </pc:docChg>
  </pc:docChgLst>
  <pc:docChgLst>
    <pc:chgData name="Rizwan Rashid" userId="S::rizwan.rashid@comsats.edu.pk::12b6bffb-8fd7-410a-bd1e-f473b901c3a4" providerId="AD" clId="Web-{EF5EF4CC-FADC-84B1-6A09-3E51101B2E69}"/>
    <pc:docChg chg="addSld delSld modSld sldOrd addMainMaster delMainMaster">
      <pc:chgData name="Rizwan Rashid" userId="S::rizwan.rashid@comsats.edu.pk::12b6bffb-8fd7-410a-bd1e-f473b901c3a4" providerId="AD" clId="Web-{EF5EF4CC-FADC-84B1-6A09-3E51101B2E69}" dt="2023-03-04T19:34:15.371" v="220"/>
      <pc:docMkLst>
        <pc:docMk/>
      </pc:docMkLst>
      <pc:sldChg chg="modTransition">
        <pc:chgData name="Rizwan Rashid" userId="S::rizwan.rashid@comsats.edu.pk::12b6bffb-8fd7-410a-bd1e-f473b901c3a4" providerId="AD" clId="Web-{EF5EF4CC-FADC-84B1-6A09-3E51101B2E69}" dt="2023-03-04T19:34:15.371" v="217"/>
        <pc:sldMkLst>
          <pc:docMk/>
          <pc:sldMk cId="1764550574" sldId="27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6"/>
        <pc:sldMkLst>
          <pc:docMk/>
          <pc:sldMk cId="265050139" sldId="27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5"/>
        <pc:sldMkLst>
          <pc:docMk/>
          <pc:sldMk cId="4122765759" sldId="27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4"/>
        <pc:sldMkLst>
          <pc:docMk/>
          <pc:sldMk cId="1736788800" sldId="28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3"/>
        <pc:sldMkLst>
          <pc:docMk/>
          <pc:sldMk cId="1271110865" sldId="28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2"/>
        <pc:sldMkLst>
          <pc:docMk/>
          <pc:sldMk cId="466966198" sldId="282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1"/>
        <pc:sldMkLst>
          <pc:docMk/>
          <pc:sldMk cId="3431449325" sldId="28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0"/>
        <pc:sldMkLst>
          <pc:docMk/>
          <pc:sldMk cId="1257545278" sldId="284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9"/>
        <pc:sldMkLst>
          <pc:docMk/>
          <pc:sldMk cId="1566197747" sldId="285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8"/>
        <pc:sldMkLst>
          <pc:docMk/>
          <pc:sldMk cId="2612299855" sldId="28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7"/>
        <pc:sldMkLst>
          <pc:docMk/>
          <pc:sldMk cId="1724956274" sldId="28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6"/>
        <pc:sldMkLst>
          <pc:docMk/>
          <pc:sldMk cId="1855495916" sldId="288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5"/>
        <pc:sldMkLst>
          <pc:docMk/>
          <pc:sldMk cId="451748010" sldId="289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4"/>
        <pc:sldMkLst>
          <pc:docMk/>
          <pc:sldMk cId="1760992607" sldId="29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2"/>
        <pc:sldMkLst>
          <pc:docMk/>
          <pc:sldMk cId="4097799513" sldId="29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1"/>
        <pc:sldMkLst>
          <pc:docMk/>
          <pc:sldMk cId="3289657998" sldId="292"/>
        </pc:sldMkLst>
      </pc:sldChg>
      <pc:sldChg chg="del">
        <pc:chgData name="Rizwan Rashid" userId="S::rizwan.rashid@comsats.edu.pk::12b6bffb-8fd7-410a-bd1e-f473b901c3a4" providerId="AD" clId="Web-{EF5EF4CC-FADC-84B1-6A09-3E51101B2E69}" dt="2023-03-04T15:17:47.188" v="98"/>
        <pc:sldMkLst>
          <pc:docMk/>
          <pc:sldMk cId="2028077673" sldId="293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00"/>
        <pc:sldMkLst>
          <pc:docMk/>
          <pc:sldMk cId="504409996" sldId="294"/>
        </pc:sldMkLst>
      </pc:sldChg>
      <pc:sldChg chg="addSp modSp modTransition">
        <pc:chgData name="Rizwan Rashid" userId="S::rizwan.rashid@comsats.edu.pk::12b6bffb-8fd7-410a-bd1e-f473b901c3a4" providerId="AD" clId="Web-{EF5EF4CC-FADC-84B1-6A09-3E51101B2E69}" dt="2023-03-04T19:34:15.371" v="199"/>
        <pc:sldMkLst>
          <pc:docMk/>
          <pc:sldMk cId="2830719269" sldId="295"/>
        </pc:sldMkLst>
        <pc:spChg chg="add mod">
          <ac:chgData name="Rizwan Rashid" userId="S::rizwan.rashid@comsats.edu.pk::12b6bffb-8fd7-410a-bd1e-f473b901c3a4" providerId="AD" clId="Web-{EF5EF4CC-FADC-84B1-6A09-3E51101B2E69}" dt="2023-03-04T15:16:35.232" v="91" actId="1076"/>
          <ac:spMkLst>
            <pc:docMk/>
            <pc:sldMk cId="2830719269" sldId="295"/>
            <ac:spMk id="2" creationId="{260E6704-34D5-3EDB-50D1-2CC20656C9A2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2" actId="1076"/>
          <ac:spMkLst>
            <pc:docMk/>
            <pc:sldMk cId="2830719269" sldId="295"/>
            <ac:spMk id="3" creationId="{3C51717A-1488-B7B4-F542-2399E3B64FE8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35.248" v="93" actId="1076"/>
          <ac:spMkLst>
            <pc:docMk/>
            <pc:sldMk cId="2830719269" sldId="295"/>
            <ac:spMk id="4" creationId="{40477420-17A8-60F0-4740-F6D0CBEF3EE3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29.904" v="90" actId="1076"/>
          <ac:spMkLst>
            <pc:docMk/>
            <pc:sldMk cId="2830719269" sldId="295"/>
            <ac:spMk id="7" creationId="{BB7CDC91-23F5-F3F3-152D-0C0B0F9256DB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16:14.856" v="86" actId="1076"/>
          <ac:spMkLst>
            <pc:docMk/>
            <pc:sldMk cId="2830719269" sldId="295"/>
            <ac:spMk id="8" creationId="{E818649D-768A-B72E-901E-0C8A6F24B0B6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5:09:41.529" v="1" actId="14100"/>
          <ac:spMkLst>
            <pc:docMk/>
            <pc:sldMk cId="2830719269" sldId="295"/>
            <ac:spMk id="77826" creationId="{00000000-0000-0000-0000-000000000000}"/>
          </ac:spMkLst>
        </pc:spChg>
        <pc:grpChg chg="add mod">
          <ac:chgData name="Rizwan Rashid" userId="S::rizwan.rashid@comsats.edu.pk::12b6bffb-8fd7-410a-bd1e-f473b901c3a4" providerId="AD" clId="Web-{EF5EF4CC-FADC-84B1-6A09-3E51101B2E69}" dt="2023-03-04T15:16:51.983" v="96" actId="1076"/>
          <ac:grpSpMkLst>
            <pc:docMk/>
            <pc:sldMk cId="2830719269" sldId="295"/>
            <ac:grpSpMk id="9" creationId="{153BD5D1-2153-1BA7-65E8-4564F795C6CD}"/>
          </ac:grpSpMkLst>
        </pc:grpChg>
        <pc:grpChg chg="add">
          <ac:chgData name="Rizwan Rashid" userId="S::rizwan.rashid@comsats.edu.pk::12b6bffb-8fd7-410a-bd1e-f473b901c3a4" providerId="AD" clId="Web-{EF5EF4CC-FADC-84B1-6A09-3E51101B2E69}" dt="2023-03-04T15:16:57.467" v="97"/>
          <ac:grpSpMkLst>
            <pc:docMk/>
            <pc:sldMk cId="2830719269" sldId="295"/>
            <ac:grpSpMk id="10" creationId="{9D49D384-8EF8-A2C5-D819-CF15B9209FE2}"/>
          </ac:grpSpMkLst>
        </pc:grpChg>
        <pc:graphicFrameChg chg="add mod modGraphic">
          <ac:chgData name="Rizwan Rashid" userId="S::rizwan.rashid@comsats.edu.pk::12b6bffb-8fd7-410a-bd1e-f473b901c3a4" providerId="AD" clId="Web-{EF5EF4CC-FADC-84B1-6A09-3E51101B2E69}" dt="2023-03-04T15:16:48.529" v="95" actId="1076"/>
          <ac:graphicFrameMkLst>
            <pc:docMk/>
            <pc:sldMk cId="2830719269" sldId="295"/>
            <ac:graphicFrameMk id="5" creationId="{D5D75C41-49D9-D931-39AA-9110DBD399DB}"/>
          </ac:graphicFrameMkLst>
        </pc:graphicFrameChg>
      </pc:sldChg>
      <pc:sldChg chg="modTransition">
        <pc:chgData name="Rizwan Rashid" userId="S::rizwan.rashid@comsats.edu.pk::12b6bffb-8fd7-410a-bd1e-f473b901c3a4" providerId="AD" clId="Web-{EF5EF4CC-FADC-84B1-6A09-3E51101B2E69}" dt="2023-03-04T19:34:15.371" v="198"/>
        <pc:sldMkLst>
          <pc:docMk/>
          <pc:sldMk cId="1347984950" sldId="296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197"/>
        <pc:sldMkLst>
          <pc:docMk/>
          <pc:sldMk cId="2899825618" sldId="297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9"/>
        <pc:sldMkLst>
          <pc:docMk/>
          <pc:sldMk cId="309736740" sldId="300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18"/>
        <pc:sldMkLst>
          <pc:docMk/>
          <pc:sldMk cId="4283146656" sldId="301"/>
        </pc:sldMkLst>
      </pc:sldChg>
      <pc:sldChg chg="modTransition">
        <pc:chgData name="Rizwan Rashid" userId="S::rizwan.rashid@comsats.edu.pk::12b6bffb-8fd7-410a-bd1e-f473b901c3a4" providerId="AD" clId="Web-{EF5EF4CC-FADC-84B1-6A09-3E51101B2E69}" dt="2023-03-04T19:34:15.371" v="220"/>
        <pc:sldMkLst>
          <pc:docMk/>
          <pc:sldMk cId="1632256336" sldId="302"/>
        </pc:sldMkLst>
      </pc:sldChg>
      <pc:sldChg chg="modSp add ord modTransition">
        <pc:chgData name="Rizwan Rashid" userId="S::rizwan.rashid@comsats.edu.pk::12b6bffb-8fd7-410a-bd1e-f473b901c3a4" providerId="AD" clId="Web-{EF5EF4CC-FADC-84B1-6A09-3E51101B2E69}" dt="2023-03-04T19:34:15.371" v="203"/>
        <pc:sldMkLst>
          <pc:docMk/>
          <pc:sldMk cId="2305902872" sldId="308"/>
        </pc:sldMkLst>
        <pc:spChg chg="mod">
          <ac:chgData name="Rizwan Rashid" userId="S::rizwan.rashid@comsats.edu.pk::12b6bffb-8fd7-410a-bd1e-f473b901c3a4" providerId="AD" clId="Web-{EF5EF4CC-FADC-84B1-6A09-3E51101B2E69}" dt="2023-03-04T15:20:57.898" v="103" actId="20577"/>
          <ac:spMkLst>
            <pc:docMk/>
            <pc:sldMk cId="2305902872" sldId="308"/>
            <ac:spMk id="81921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08:43.805" v="189" actId="20577"/>
          <ac:spMkLst>
            <pc:docMk/>
            <pc:sldMk cId="2305902872" sldId="308"/>
            <ac:spMk id="81922" creationId="{00000000-0000-0000-0000-000000000000}"/>
          </ac:spMkLst>
        </pc:spChg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8:06:28.253" v="187" actId="20577"/>
        <pc:sldMkLst>
          <pc:docMk/>
          <pc:sldMk cId="1237226634" sldId="309"/>
        </pc:sldMkLst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5:38.675" v="164"/>
          <ac:spMkLst>
            <pc:docMk/>
            <pc:sldMk cId="1237226634" sldId="309"/>
            <ac:spMk id="31747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8:06:28.253" v="187" actId="20577"/>
          <ac:spMkLst>
            <pc:docMk/>
            <pc:sldMk cId="1237226634" sldId="309"/>
            <ac:spMk id="31748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1"/>
        <pc:sldMkLst>
          <pc:docMk/>
          <pc:sldMk cId="1602115991" sldId="309"/>
        </pc:sldMkLst>
      </pc:sldChg>
      <pc:sldChg chg="modSp add mod modClrScheme chgLayout">
        <pc:chgData name="Rizwan Rashid" userId="S::rizwan.rashid@comsats.edu.pk::12b6bffb-8fd7-410a-bd1e-f473b901c3a4" providerId="AD" clId="Web-{EF5EF4CC-FADC-84B1-6A09-3E51101B2E69}" dt="2023-03-04T15:24:59.579" v="163"/>
        <pc:sldMkLst>
          <pc:docMk/>
          <pc:sldMk cId="638677986" sldId="310"/>
        </pc:sldMkLst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3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59.579" v="163"/>
          <ac:spMkLst>
            <pc:docMk/>
            <pc:sldMk cId="638677986" sldId="310"/>
            <ac:spMk id="30724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401" v="110"/>
        <pc:sldMkLst>
          <pc:docMk/>
          <pc:sldMk cId="3849860184" sldId="310"/>
        </pc:sldMkLst>
      </pc:sldChg>
      <pc:sldChg chg="modSp add del mod modClrScheme chgLayout">
        <pc:chgData name="Rizwan Rashid" userId="S::rizwan.rashid@comsats.edu.pk::12b6bffb-8fd7-410a-bd1e-f473b901c3a4" providerId="AD" clId="Web-{EF5EF4CC-FADC-84B1-6A09-3E51101B2E69}" dt="2023-03-04T15:24:54.298" v="162"/>
        <pc:sldMkLst>
          <pc:docMk/>
          <pc:sldMk cId="862432516" sldId="311"/>
        </pc:sldMkLst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4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36.248" v="119"/>
          <ac:spMkLst>
            <pc:docMk/>
            <pc:sldMk cId="862432516" sldId="311"/>
            <ac:spMk id="28675" creationId="{00000000-0000-0000-0000-000000000000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4:15.859" v="130" actId="20577"/>
          <ac:spMkLst>
            <pc:docMk/>
            <pc:sldMk cId="862432516" sldId="311"/>
            <ac:spMk id="28676" creationId="{00000000-0000-0000-0000-000000000000}"/>
          </ac:spMkLst>
        </pc:spChg>
      </pc:sldChg>
      <pc:sldChg chg="add del">
        <pc:chgData name="Rizwan Rashid" userId="S::rizwan.rashid@comsats.edu.pk::12b6bffb-8fd7-410a-bd1e-f473b901c3a4" providerId="AD" clId="Web-{EF5EF4CC-FADC-84B1-6A09-3E51101B2E69}" dt="2023-03-04T15:22:11.385" v="109"/>
        <pc:sldMkLst>
          <pc:docMk/>
          <pc:sldMk cId="1493904291" sldId="311"/>
        </pc:sldMkLst>
      </pc:sldChg>
      <pc:sldChg chg="addSp delSp modSp add mod modClrScheme chgLayout">
        <pc:chgData name="Rizwan Rashid" userId="S::rizwan.rashid@comsats.edu.pk::12b6bffb-8fd7-410a-bd1e-f473b901c3a4" providerId="AD" clId="Web-{EF5EF4CC-FADC-84B1-6A09-3E51101B2E69}" dt="2023-03-04T15:24:52.892" v="161" actId="20577"/>
        <pc:sldMkLst>
          <pc:docMk/>
          <pc:sldMk cId="410574454" sldId="312"/>
        </pc:sldMkLst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4" creationId="{00000000-0000-0000-0000-000000000000}"/>
          </ac:spMkLst>
        </pc:spChg>
        <pc:spChg chg="add mod">
          <ac:chgData name="Rizwan Rashid" userId="S::rizwan.rashid@comsats.edu.pk::12b6bffb-8fd7-410a-bd1e-f473b901c3a4" providerId="AD" clId="Web-{EF5EF4CC-FADC-84B1-6A09-3E51101B2E69}" dt="2023-03-04T15:24:12.156" v="129" actId="1076"/>
          <ac:spMkLst>
            <pc:docMk/>
            <pc:sldMk cId="410574454" sldId="312"/>
            <ac:spMk id="17" creationId="{9216F9AF-A53A-1CBA-07D7-DF1A5795F957}"/>
          </ac:spMkLst>
        </pc:spChg>
        <pc:spChg chg="add del mod">
          <ac:chgData name="Rizwan Rashid" userId="S::rizwan.rashid@comsats.edu.pk::12b6bffb-8fd7-410a-bd1e-f473b901c3a4" providerId="AD" clId="Web-{EF5EF4CC-FADC-84B1-6A09-3E51101B2E69}" dt="2023-03-04T15:24:23.828" v="134"/>
          <ac:spMkLst>
            <pc:docMk/>
            <pc:sldMk cId="410574454" sldId="312"/>
            <ac:spMk id="18" creationId="{59631BA7-1F16-6385-3783-672E6C0848F1}"/>
          </ac:spMkLst>
        </pc:spChg>
        <pc:spChg chg="mod ord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1" creationId="{00000000-0000-0000-0000-000000000000}"/>
          </ac:spMkLst>
        </pc:spChg>
        <pc:spChg chg="add del mod ord">
          <ac:chgData name="Rizwan Rashid" userId="S::rizwan.rashid@comsats.edu.pk::12b6bffb-8fd7-410a-bd1e-f473b901c3a4" providerId="AD" clId="Web-{EF5EF4CC-FADC-84B1-6A09-3E51101B2E69}" dt="2023-03-04T15:24:52.892" v="161" actId="20577"/>
          <ac:spMkLst>
            <pc:docMk/>
            <pc:sldMk cId="410574454" sldId="312"/>
            <ac:spMk id="27652" creationId="{00000000-0000-0000-0000-000000000000}"/>
          </ac:spMkLst>
        </pc:spChg>
        <pc:spChg chg="add del">
          <ac:chgData name="Rizwan Rashid" userId="S::rizwan.rashid@comsats.edu.pk::12b6bffb-8fd7-410a-bd1e-f473b901c3a4" providerId="AD" clId="Web-{EF5EF4CC-FADC-84B1-6A09-3E51101B2E69}" dt="2023-03-04T15:23:21.357" v="118"/>
          <ac:spMkLst>
            <pc:docMk/>
            <pc:sldMk cId="410574454" sldId="312"/>
            <ac:spMk id="27658" creationId="{09FCD75A-2C80-D4CC-3AAD-722259B9F3D0}"/>
          </ac:spMkLst>
        </pc:spChg>
        <pc:graphicFrameChg chg="add del">
          <ac:chgData name="Rizwan Rashid" userId="S::rizwan.rashid@comsats.edu.pk::12b6bffb-8fd7-410a-bd1e-f473b901c3a4" providerId="AD" clId="Web-{EF5EF4CC-FADC-84B1-6A09-3E51101B2E69}" dt="2023-03-04T15:23:21.357" v="118"/>
          <ac:graphicFrameMkLst>
            <pc:docMk/>
            <pc:sldMk cId="410574454" sldId="312"/>
            <ac:graphicFrameMk id="27654" creationId="{E2794EE1-ACAB-7E65-A23F-2E1B64F27D70}"/>
          </ac:graphicFrameMkLst>
        </pc:graphicFrameChg>
      </pc:sldChg>
      <pc:sldChg chg="add del">
        <pc:chgData name="Rizwan Rashid" userId="S::rizwan.rashid@comsats.edu.pk::12b6bffb-8fd7-410a-bd1e-f473b901c3a4" providerId="AD" clId="Web-{EF5EF4CC-FADC-84B1-6A09-3E51101B2E69}" dt="2023-03-04T15:22:11.385" v="108"/>
        <pc:sldMkLst>
          <pc:docMk/>
          <pc:sldMk cId="2717646682" sldId="312"/>
        </pc:sldMkLst>
      </pc:sldChg>
      <pc:sldChg chg="modSp add">
        <pc:chgData name="Rizwan Rashid" userId="S::rizwan.rashid@comsats.edu.pk::12b6bffb-8fd7-410a-bd1e-f473b901c3a4" providerId="AD" clId="Web-{EF5EF4CC-FADC-84B1-6A09-3E51101B2E69}" dt="2023-03-04T18:11:07.981" v="196" actId="20577"/>
        <pc:sldMkLst>
          <pc:docMk/>
          <pc:sldMk cId="3135257175" sldId="313"/>
        </pc:sldMkLst>
        <pc:spChg chg="mod">
          <ac:chgData name="Rizwan Rashid" userId="S::rizwan.rashid@comsats.edu.pk::12b6bffb-8fd7-410a-bd1e-f473b901c3a4" providerId="AD" clId="Web-{EF5EF4CC-FADC-84B1-6A09-3E51101B2E69}" dt="2023-03-04T18:10:40.059" v="193" actId="20577"/>
          <ac:spMkLst>
            <pc:docMk/>
            <pc:sldMk cId="3135257175" sldId="313"/>
            <ac:spMk id="93185" creationId="{00000000-0000-0000-0000-000000000000}"/>
          </ac:spMkLst>
        </pc:spChg>
        <pc:spChg chg="mod">
          <ac:chgData name="Rizwan Rashid" userId="S::rizwan.rashid@comsats.edu.pk::12b6bffb-8fd7-410a-bd1e-f473b901c3a4" providerId="AD" clId="Web-{EF5EF4CC-FADC-84B1-6A09-3E51101B2E69}" dt="2023-03-04T18:11:07.981" v="196" actId="20577"/>
          <ac:spMkLst>
            <pc:docMk/>
            <pc:sldMk cId="3135257175" sldId="313"/>
            <ac:spMk id="93186" creationId="{00000000-0000-0000-0000-000000000000}"/>
          </ac:spMkLst>
        </pc:spChg>
      </pc:sldChg>
      <pc:sldMasterChg chg="add del addSldLayout delSldLayout">
        <pc:chgData name="Rizwan Rashid" userId="S::rizwan.rashid@comsats.edu.pk::12b6bffb-8fd7-410a-bd1e-f473b901c3a4" providerId="AD" clId="Web-{EF5EF4CC-FADC-84B1-6A09-3E51101B2E69}" dt="2023-03-04T15:22:11.401" v="111"/>
        <pc:sldMasterMkLst>
          <pc:docMk/>
          <pc:sldMasterMk cId="0" sldId="2147483707"/>
        </pc:sldMasterMkLst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8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09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0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1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2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3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4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5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6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7"/>
          </pc:sldLayoutMkLst>
        </pc:sldLayoutChg>
        <pc:sldLayoutChg chg="add del">
          <pc:chgData name="Rizwan Rashid" userId="S::rizwan.rashid@comsats.edu.pk::12b6bffb-8fd7-410a-bd1e-f473b901c3a4" providerId="AD" clId="Web-{EF5EF4CC-FADC-84B1-6A09-3E51101B2E69}" dt="2023-03-04T15:22:11.401" v="111"/>
          <pc:sldLayoutMkLst>
            <pc:docMk/>
            <pc:sldMasterMk cId="0" sldId="2147483707"/>
            <pc:sldLayoutMk cId="0" sldId="214748371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455CF-B899-4461-B000-3CA0161C8F05}" type="datetimeFigureOut">
              <a:t>12/17/2023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82285-9208-45FE-8296-067356ACE3A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0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F6ACE5B-4FD8-477C-98B7-5A066055D36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0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F6D21-CC6A-4A74-9942-DD23E0FBDF24}" type="datetime1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B069CE69-BA4D-409A-9BEE-BBC106BF0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6502400" y="6324601"/>
            <a:ext cx="1219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0E0EA-71A1-46A9-8A68-F142709F4AF4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609600" y="6340476"/>
            <a:ext cx="57912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CCB9A-A0F2-4A21-AFBB-13F763B48C90}" type="datetime1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EB25F41A-FC34-4ED0-B488-FE197F3946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6B259-8448-4B5A-8438-2B5949D8727C}" type="datetime1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10D6D814-DD1A-442D-BA9A-9C5ED29DB3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876AD-C089-49D8-8741-7DC2A0991284}" type="datetime1">
              <a:rPr lang="en-US" smtClean="0"/>
              <a:t>12/17/2023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CD025D4A-CD3D-4BD5-A25B-DE3B2197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6E2C-208C-4B47-8C0C-256F03EBEDB3}" type="datetime1">
              <a:rPr lang="en-US" smtClean="0"/>
              <a:t>12/17/2023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F1AA2B40-3527-4D05-9DF4-019F06FB97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7A682-A913-4895-B053-8EAAECA1DBD8}" type="datetime1">
              <a:rPr lang="en-US" smtClean="0"/>
              <a:t>12/17/2023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5C19DC18-8568-4928-8A24-3CFC41AF7C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48B37-5D56-4C32-8DC8-7919F1285592}" type="datetime1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80FF31FF-0458-47E2-870A-575BE82626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AA7D3-5371-48C2-BF16-008D42325B51}" type="datetime1">
              <a:rPr lang="en-US" smtClean="0"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D035E-B47D-4709-BD55-4547F4FE47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F6B82-6B12-40F2-A18B-136CF51DACA4}" type="datetime1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253BA372-21F8-431B-9751-C5A570203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5DE06-6875-457C-9CBD-3B7F77D1C5AE}" type="datetime1">
              <a:rPr lang="en-US" smtClean="0"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4-</a:t>
            </a:r>
            <a:fld id="{923606AD-46F8-45CE-985C-1AB648C1A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976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2435DB-2777-44C7-A4D1-DA10B0998925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5486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5F15D9FD-F25E-4309-8ECE-902AF3FEE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2032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ctrTitle"/>
          </p:nvPr>
        </p:nvSpPr>
        <p:spPr>
          <a:xfrm>
            <a:off x="3209027" y="2455654"/>
            <a:ext cx="5763883" cy="1470025"/>
          </a:xfrm>
        </p:spPr>
        <p:txBody>
          <a:bodyPr/>
          <a:lstStyle/>
          <a:p>
            <a:r>
              <a:rPr lang="en-US" dirty="0"/>
              <a:t>Lecture –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96574" y="3917832"/>
            <a:ext cx="4948686" cy="976223"/>
          </a:xfrm>
        </p:spPr>
        <p:txBody>
          <a:bodyPr rtlCol="0">
            <a:normAutofit/>
          </a:bodyPr>
          <a:lstStyle/>
          <a:p>
            <a:r>
              <a:rPr lang="en-US"/>
              <a:t>Generic Types</a:t>
            </a:r>
            <a:endParaRPr lang="en-US" dirty="0"/>
          </a:p>
        </p:txBody>
      </p:sp>
      <p:sp>
        <p:nvSpPr>
          <p:cNvPr id="2" name="AutoShape 2" descr="https://euc-powerpoint.officeapps.live.com/pods/GetClipboardImage.ashx?Id=c625e484-1ae5-4722-b306-c2de0a13a0fb&amp;DC=GEU9&amp;pkey=0b22afb2-de41-4082-976f-4a05fdef003b&amp;wdwaccluster=GEU9"/>
          <p:cNvSpPr>
            <a:spLocks noChangeAspect="1" noChangeArrowheads="1"/>
          </p:cNvSpPr>
          <p:nvPr/>
        </p:nvSpPr>
        <p:spPr bwMode="auto">
          <a:xfrm>
            <a:off x="2127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C6C5-0219-5A7D-DC65-DA9751916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4567F-48A9-AD9F-1777-04EBE87E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Java Generics </a:t>
            </a:r>
            <a:r>
              <a:rPr lang="en-US" dirty="0"/>
              <a:t>programming is introduced in J2SE 5 to deal with type-safe objects.</a:t>
            </a:r>
          </a:p>
          <a:p>
            <a:r>
              <a:rPr lang="en-US" dirty="0"/>
              <a:t>It makes the code stable by detecting the bugs at compile time.</a:t>
            </a:r>
          </a:p>
          <a:p>
            <a:r>
              <a:rPr lang="en-US" dirty="0"/>
              <a:t>Before generics, we can store any type of objects in the collection, i.e., non-generic</a:t>
            </a:r>
          </a:p>
          <a:p>
            <a:r>
              <a:rPr lang="en-US" dirty="0"/>
              <a:t>The Generics force the java programmer to store a specific type of objects.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89D6E-6B00-F5E4-5978-7ED71469A0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3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2C47-96D5-E76F-BF10-DAB32DDD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rdana"/>
              </a:rPr>
              <a:t>Advantage of Java Generics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3D8A-3D67-E29F-4DCF-C8F6C898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440711"/>
          </a:xfrm>
        </p:spPr>
        <p:txBody>
          <a:bodyPr/>
          <a:lstStyle/>
          <a:p>
            <a:r>
              <a:rPr lang="en-US" b="1" i="0" dirty="0">
                <a:effectLst/>
                <a:latin typeface="inter-bold"/>
              </a:rPr>
              <a:t>Type-safety:</a:t>
            </a:r>
            <a:r>
              <a:rPr lang="en-US" b="0" i="0" dirty="0">
                <a:effectLst/>
                <a:latin typeface="inter-regular"/>
              </a:rPr>
              <a:t> We can hold only a single type of objects in generics. It doesn’t allow to store other objects.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E5BB0-3880-3C7E-1239-213946CAC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5A7DBE-60EE-16B2-610C-0F7F4FB0C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76526"/>
              </p:ext>
            </p:extLst>
          </p:nvPr>
        </p:nvGraphicFramePr>
        <p:xfrm>
          <a:off x="871870" y="2852635"/>
          <a:ext cx="10710529" cy="2846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1730">
                  <a:extLst>
                    <a:ext uri="{9D8B030D-6E8A-4147-A177-3AD203B41FA5}">
                      <a16:colId xmlns:a16="http://schemas.microsoft.com/office/drawing/2014/main" val="334421955"/>
                    </a:ext>
                  </a:extLst>
                </a:gridCol>
                <a:gridCol w="5638799">
                  <a:extLst>
                    <a:ext uri="{9D8B030D-6E8A-4147-A177-3AD203B41FA5}">
                      <a16:colId xmlns:a16="http://schemas.microsoft.com/office/drawing/2014/main" val="2229661427"/>
                    </a:ext>
                  </a:extLst>
                </a:gridCol>
              </a:tblGrid>
              <a:tr h="5006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62866"/>
                  </a:ext>
                </a:extLst>
              </a:tr>
              <a:tr h="2345721">
                <a:tc>
                  <a:txBody>
                    <a:bodyPr/>
                    <a:lstStyle/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=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  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(10);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("10");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 is required to specify the type of object we need to store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List&lt;Integer&gt; list =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&lt;Integer&gt;();  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(10);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("10");// compile-time error  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2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22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2C47-96D5-E76F-BF10-DAB32DDD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rdana"/>
              </a:rPr>
              <a:t>Advantage of Java Generics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3D8A-3D67-E29F-4DCF-C8F6C898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440711"/>
          </a:xfrm>
        </p:spPr>
        <p:txBody>
          <a:bodyPr/>
          <a:lstStyle/>
          <a:p>
            <a:r>
              <a:rPr lang="en-US" b="1" i="0" dirty="0">
                <a:effectLst/>
                <a:latin typeface="inter-bold"/>
              </a:rPr>
              <a:t>Type-safety:</a:t>
            </a:r>
            <a:r>
              <a:rPr lang="en-US" b="0" i="0" dirty="0">
                <a:effectLst/>
                <a:latin typeface="inter-regular"/>
              </a:rPr>
              <a:t> We can hold only a single type of objects in generics. It doesn’t allow to store other objects.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E5BB0-3880-3C7E-1239-213946CAC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5A7DBE-60EE-16B2-610C-0F7F4FB0C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152555"/>
              </p:ext>
            </p:extLst>
          </p:nvPr>
        </p:nvGraphicFramePr>
        <p:xfrm>
          <a:off x="871870" y="2852635"/>
          <a:ext cx="10710529" cy="2846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1730">
                  <a:extLst>
                    <a:ext uri="{9D8B030D-6E8A-4147-A177-3AD203B41FA5}">
                      <a16:colId xmlns:a16="http://schemas.microsoft.com/office/drawing/2014/main" val="334421955"/>
                    </a:ext>
                  </a:extLst>
                </a:gridCol>
                <a:gridCol w="5638799">
                  <a:extLst>
                    <a:ext uri="{9D8B030D-6E8A-4147-A177-3AD203B41FA5}">
                      <a16:colId xmlns:a16="http://schemas.microsoft.com/office/drawing/2014/main" val="2229661427"/>
                    </a:ext>
                  </a:extLst>
                </a:gridCol>
              </a:tblGrid>
              <a:tr h="5006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Non-Generic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62866"/>
                  </a:ext>
                </a:extLst>
              </a:tr>
              <a:tr h="234572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need to type cast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=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  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("hello");   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 s = (String)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list.get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(0);//typecasting   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 don't need to typecast the object.  </a:t>
                      </a:r>
                    </a:p>
                    <a:p>
                      <a:endParaRPr lang="en-US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List&lt;String&gt; list = 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ArrayList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&lt;String&gt;();    </a:t>
                      </a:r>
                    </a:p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list.add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("hello");   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 s = 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list.get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(0);   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820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56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2C47-96D5-E76F-BF10-DAB32DDD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rdana"/>
              </a:rPr>
              <a:t>Advantage of Java Generics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3D8A-3D67-E29F-4DCF-C8F6C898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249325"/>
          </a:xfrm>
        </p:spPr>
        <p:txBody>
          <a:bodyPr/>
          <a:lstStyle/>
          <a:p>
            <a:r>
              <a:rPr lang="en-US" b="1" i="0" dirty="0">
                <a:effectLst/>
                <a:latin typeface="inter-bold"/>
              </a:rPr>
              <a:t>Compile-Time Checking:</a:t>
            </a:r>
            <a:r>
              <a:rPr lang="en-US" b="0" i="0" dirty="0">
                <a:effectLst/>
                <a:latin typeface="inter-regular"/>
              </a:rPr>
              <a:t> It is checked at compile time so problem will not occur at runtime.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E5BB0-3880-3C7E-1239-213946CAC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D1B20-9876-F4C4-51EC-71FB1FBD5181}"/>
              </a:ext>
            </a:extLst>
          </p:cNvPr>
          <p:cNvSpPr txBox="1"/>
          <p:nvPr/>
        </p:nvSpPr>
        <p:spPr>
          <a:xfrm>
            <a:off x="2126512" y="2967335"/>
            <a:ext cx="8867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List&lt;String&gt; list = </a:t>
            </a:r>
            <a:r>
              <a:rPr lang="en-US" sz="2400" b="1" i="0" dirty="0"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ArrayList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&lt;String&gt;();    </a:t>
            </a:r>
          </a:p>
          <a:p>
            <a:pPr algn="just"/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list.add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   </a:t>
            </a:r>
          </a:p>
          <a:p>
            <a:pPr algn="just"/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list.add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i="0" dirty="0"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//Compile Time Error  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521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7DA8-5BC7-C0B0-4CEF-63D7E08D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erdana"/>
              </a:rPr>
              <a:t>Generic 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AA9D-C2D2-5CB1-9D2B-702466C2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83161"/>
          </a:xfrm>
        </p:spPr>
        <p:txBody>
          <a:bodyPr/>
          <a:lstStyle/>
          <a:p>
            <a:r>
              <a:rPr lang="en-US" dirty="0"/>
              <a:t>To use generics collection</a:t>
            </a:r>
          </a:p>
          <a:p>
            <a:pPr marL="457200" lvl="1" indent="0" algn="ctr">
              <a:buNone/>
            </a:pPr>
            <a:r>
              <a:rPr lang="en-US" sz="3200" dirty="0"/>
              <a:t>class&lt;T&gt; </a:t>
            </a:r>
            <a:r>
              <a:rPr lang="en-US" dirty="0"/>
              <a:t>			</a:t>
            </a:r>
            <a:r>
              <a:rPr lang="en-US" sz="3200" dirty="0"/>
              <a:t>interface&lt;T&gt;</a:t>
            </a:r>
            <a:endParaRPr lang="en-US" dirty="0"/>
          </a:p>
          <a:p>
            <a:r>
              <a:rPr lang="en-US" dirty="0"/>
              <a:t>&lt;T&gt; represents a formal generic type</a:t>
            </a:r>
          </a:p>
          <a:p>
            <a:r>
              <a:rPr lang="en-US" dirty="0">
                <a:ea typeface="Calibri"/>
                <a:cs typeface="Calibri"/>
              </a:rPr>
              <a:t>&lt;T&gt; can be replaced with </a:t>
            </a:r>
            <a:r>
              <a:rPr lang="en-US" i="1" dirty="0">
                <a:ea typeface="Calibri"/>
                <a:cs typeface="Calibri"/>
              </a:rPr>
              <a:t>actual concrete type</a:t>
            </a:r>
          </a:p>
          <a:p>
            <a:r>
              <a:rPr lang="en-US" dirty="0"/>
              <a:t>Replacing a generic type is called a </a:t>
            </a:r>
            <a:r>
              <a:rPr lang="en-US" i="1" dirty="0"/>
              <a:t>generic instantiation</a:t>
            </a:r>
            <a:r>
              <a:rPr lang="en-US" dirty="0"/>
              <a:t>.</a:t>
            </a:r>
            <a:endParaRPr lang="en-US" i="1" dirty="0">
              <a:ea typeface="Calibri"/>
              <a:cs typeface="Calibri"/>
            </a:endParaRP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 err="1"/>
              <a:t>ArrayList</a:t>
            </a:r>
            <a:r>
              <a:rPr lang="en-US" dirty="0"/>
              <a:t>&lt;Integer&gt;</a:t>
            </a:r>
          </a:p>
          <a:p>
            <a:pPr lvl="2"/>
            <a:r>
              <a:rPr lang="en-US" dirty="0" err="1"/>
              <a:t>ArrayList</a:t>
            </a:r>
            <a:r>
              <a:rPr lang="en-US" dirty="0"/>
              <a:t>&lt;String&gt;</a:t>
            </a:r>
          </a:p>
          <a:p>
            <a:pPr lvl="2"/>
            <a:r>
              <a:rPr lang="en-US" dirty="0" err="1"/>
              <a:t>ArrayList</a:t>
            </a:r>
            <a:r>
              <a:rPr lang="en-US" dirty="0"/>
              <a:t>&lt;Employee&gt;</a:t>
            </a:r>
          </a:p>
          <a:p>
            <a:pPr lvl="2"/>
            <a:endParaRPr lang="en-US" dirty="0">
              <a:ea typeface="Calibri"/>
              <a:cs typeface="Calibri"/>
            </a:endParaRPr>
          </a:p>
          <a:p>
            <a:pPr lvl="2"/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6A5F0-E584-2F70-F623-9117BD8D9D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02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9B84-E359-1919-B124-228B0FA7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Generic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31DC-A4CA-DB1B-70B4-54CD23366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 </a:t>
            </a:r>
            <a:r>
              <a:rPr lang="en-US" sz="3200" i="1" dirty="0"/>
              <a:t>generic type </a:t>
            </a:r>
            <a:r>
              <a:rPr lang="en-US" sz="3200" dirty="0"/>
              <a:t>can be defined for a class or interface. </a:t>
            </a:r>
          </a:p>
          <a:p>
            <a:r>
              <a:rPr lang="en-US" sz="3200" dirty="0"/>
              <a:t>A </a:t>
            </a:r>
            <a:r>
              <a:rPr lang="en-US" sz="3200" i="1" dirty="0"/>
              <a:t>concrete type </a:t>
            </a:r>
            <a:r>
              <a:rPr lang="en-US" sz="3200" dirty="0"/>
              <a:t>must be specified when using the class to create an object or using the class or interface to declare a reference variable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6658E-AE71-2F07-A547-2E068A8BC2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7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E910-07C0-FCA8-D5E4-0F098315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A8BF-6A10-FDEF-E192-116667BE8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spcAft>
                  <a:spcPts val="600"/>
                </a:spcAft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AF298-C553-6A0A-7291-EE92AC703B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080947"/>
              </p:ext>
            </p:extLst>
          </p:nvPr>
        </p:nvGraphicFramePr>
        <p:xfrm>
          <a:off x="609600" y="1860739"/>
          <a:ext cx="10972801" cy="40048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641166">
                  <a:extLst>
                    <a:ext uri="{9D8B030D-6E8A-4147-A177-3AD203B41FA5}">
                      <a16:colId xmlns:a16="http://schemas.microsoft.com/office/drawing/2014/main" val="3713985088"/>
                    </a:ext>
                  </a:extLst>
                </a:gridCol>
                <a:gridCol w="6331635">
                  <a:extLst>
                    <a:ext uri="{9D8B030D-6E8A-4147-A177-3AD203B41FA5}">
                      <a16:colId xmlns:a16="http://schemas.microsoft.com/office/drawing/2014/main" val="1561670588"/>
                    </a:ext>
                  </a:extLst>
                </a:gridCol>
              </a:tblGrid>
              <a:tr h="40048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class List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private int[] items = new int[10];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private int count;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public void add(int item){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    items[count++] = item;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public int get(int index){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    return items[index];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}</a:t>
                      </a:r>
                      <a:endParaRPr lang="en-US" sz="2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271" marR="13727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public class Main{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public static void main(String[] </a:t>
                      </a:r>
                      <a:r>
                        <a:rPr lang="en-US" sz="2200" b="0" kern="100" dirty="0" err="1">
                          <a:effectLst/>
                        </a:rPr>
                        <a:t>args</a:t>
                      </a:r>
                      <a:r>
                        <a:rPr lang="en-US" sz="2200" b="0" kern="100" dirty="0">
                          <a:effectLst/>
                        </a:rPr>
                        <a:t>)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	List </a:t>
                      </a:r>
                      <a:r>
                        <a:rPr lang="en-US" sz="2200" b="0" kern="100" dirty="0" err="1">
                          <a:effectLst/>
                        </a:rPr>
                        <a:t>mylist</a:t>
                      </a:r>
                      <a:r>
                        <a:rPr lang="en-US" sz="2200" b="0" kern="100" dirty="0">
                          <a:effectLst/>
                        </a:rPr>
                        <a:t> = new List();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	</a:t>
                      </a:r>
                      <a:r>
                        <a:rPr lang="en-US" sz="2200" b="0" kern="100" dirty="0" err="1">
                          <a:effectLst/>
                        </a:rPr>
                        <a:t>mylist.add</a:t>
                      </a:r>
                      <a:r>
                        <a:rPr lang="en-US" sz="2200" b="0" kern="100" dirty="0">
                          <a:effectLst/>
                        </a:rPr>
                        <a:t>(9);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	</a:t>
                      </a:r>
                      <a:r>
                        <a:rPr lang="en-US" sz="2200" b="0" kern="100" dirty="0" err="1">
                          <a:effectLst/>
                        </a:rPr>
                        <a:t>mylist.add</a:t>
                      </a:r>
                      <a:r>
                        <a:rPr lang="en-US" sz="2200" b="0" kern="100" dirty="0">
                          <a:effectLst/>
                        </a:rPr>
                        <a:t>(33);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	</a:t>
                      </a:r>
                      <a:r>
                        <a:rPr lang="en-US" sz="2200" b="0" kern="100" dirty="0" err="1">
                          <a:effectLst/>
                        </a:rPr>
                        <a:t>System.out.println</a:t>
                      </a:r>
                      <a:r>
                        <a:rPr lang="en-US" sz="2200" b="0" kern="100" dirty="0">
                          <a:effectLst/>
                        </a:rPr>
                        <a:t>(</a:t>
                      </a:r>
                      <a:r>
                        <a:rPr lang="en-US" sz="2200" b="0" kern="100" dirty="0" err="1">
                          <a:effectLst/>
                        </a:rPr>
                        <a:t>mylist.get</a:t>
                      </a:r>
                      <a:r>
                        <a:rPr lang="en-US" sz="2200" b="0" kern="100" dirty="0">
                          <a:effectLst/>
                        </a:rPr>
                        <a:t>(1));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	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kern="100" dirty="0">
                          <a:effectLst/>
                        </a:rPr>
                        <a:t>}</a:t>
                      </a:r>
                      <a:endParaRPr lang="en-US" sz="2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271" marR="137271" marT="0" marB="0"/>
                </a:tc>
                <a:extLst>
                  <a:ext uri="{0D108BD9-81ED-4DB2-BD59-A6C34878D82A}">
                    <a16:rowId xmlns:a16="http://schemas.microsoft.com/office/drawing/2014/main" val="3183280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84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E910-07C0-FCA8-D5E4-0F098315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We have another class User and want to store User object in the List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A8BF-6A10-FDEF-E192-116667BE8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spcAft>
                  <a:spcPts val="600"/>
                </a:spcAft>
                <a:defRPr/>
              </a:pPr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990E75-5AA7-9DE0-4BFD-BEF5D9DB7DAE}"/>
              </a:ext>
            </a:extLst>
          </p:cNvPr>
          <p:cNvSpPr txBox="1"/>
          <p:nvPr/>
        </p:nvSpPr>
        <p:spPr>
          <a:xfrm>
            <a:off x="845004" y="1611226"/>
            <a:ext cx="3482067" cy="363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User{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String name;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User(String n){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this.name = n;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(String s){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name = s;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String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name;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16021-F6CC-99E8-CF28-ABFEDA13C7A8}"/>
              </a:ext>
            </a:extLst>
          </p:cNvPr>
          <p:cNvSpPr txBox="1"/>
          <p:nvPr/>
        </p:nvSpPr>
        <p:spPr>
          <a:xfrm>
            <a:off x="7641771" y="1152372"/>
            <a:ext cx="4184196" cy="3042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UserList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User[] items = new User[10];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int count;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add(User item){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items[count++] = item;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User get(int index){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return items[index];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D302D-F416-A445-B046-7DF7FA909757}"/>
              </a:ext>
            </a:extLst>
          </p:cNvPr>
          <p:cNvSpPr txBox="1"/>
          <p:nvPr/>
        </p:nvSpPr>
        <p:spPr>
          <a:xfrm>
            <a:off x="3669848" y="4483153"/>
            <a:ext cx="5604781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class Main{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args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{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UserList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uList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new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UserList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uList.add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(new User(“Ali"));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uList.add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(new User(“Ahmad"));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   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uList.get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(0).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getName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());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}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337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4F71A9B-DB7E-7A42-9C3A-83A2EBF7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AED52-621F-FA54-1FB4-257B6C758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spcAft>
                  <a:spcPts val="600"/>
                </a:spcAft>
                <a:defRPr/>
              </a:pPr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2D43D8-871D-F679-8EF2-0EB587D80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438571"/>
              </p:ext>
            </p:extLst>
          </p:nvPr>
        </p:nvGraphicFramePr>
        <p:xfrm>
          <a:off x="609600" y="424543"/>
          <a:ext cx="11228613" cy="57016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11486">
                  <a:extLst>
                    <a:ext uri="{9D8B030D-6E8A-4147-A177-3AD203B41FA5}">
                      <a16:colId xmlns:a16="http://schemas.microsoft.com/office/drawing/2014/main" val="4154134196"/>
                    </a:ext>
                  </a:extLst>
                </a:gridCol>
                <a:gridCol w="6417127">
                  <a:extLst>
                    <a:ext uri="{9D8B030D-6E8A-4147-A177-3AD203B41FA5}">
                      <a16:colId xmlns:a16="http://schemas.microsoft.com/office/drawing/2014/main" val="2396705308"/>
                    </a:ext>
                  </a:extLst>
                </a:gridCol>
              </a:tblGrid>
              <a:tr h="57016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class List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private Object[] items = new Object[10];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private int count;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public void add(Object item){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    items[count++] = item;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public Object get(int index){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    return items[index];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}</a:t>
                      </a:r>
                      <a:endParaRPr lang="en-US" sz="24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114" marR="10711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public class Main{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public static void main(String[] </a:t>
                      </a:r>
                      <a:r>
                        <a:rPr lang="en-US" sz="2400" b="0" kern="100" dirty="0" err="1">
                          <a:effectLst/>
                        </a:rPr>
                        <a:t>args</a:t>
                      </a:r>
                      <a:r>
                        <a:rPr lang="en-US" sz="2400" b="0" kern="100" dirty="0">
                          <a:effectLst/>
                        </a:rPr>
                        <a:t>)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List </a:t>
                      </a:r>
                      <a:r>
                        <a:rPr lang="en-US" sz="2400" b="0" kern="100" dirty="0" err="1">
                          <a:effectLst/>
                        </a:rPr>
                        <a:t>mylist</a:t>
                      </a:r>
                      <a:r>
                        <a:rPr lang="en-US" sz="2400" b="0" kern="100" dirty="0">
                          <a:effectLst/>
                        </a:rPr>
                        <a:t> = new List();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</a:t>
                      </a:r>
                      <a:r>
                        <a:rPr lang="en-US" sz="2400" b="0" kern="100" dirty="0" err="1">
                          <a:effectLst/>
                        </a:rPr>
                        <a:t>mylist.add</a:t>
                      </a:r>
                      <a:r>
                        <a:rPr lang="en-US" sz="2400" b="0" kern="100" dirty="0">
                          <a:effectLst/>
                        </a:rPr>
                        <a:t>(9);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</a:t>
                      </a:r>
                      <a:r>
                        <a:rPr lang="en-US" sz="2400" b="0" kern="100" dirty="0" err="1">
                          <a:effectLst/>
                        </a:rPr>
                        <a:t>mylist.add</a:t>
                      </a:r>
                      <a:r>
                        <a:rPr lang="en-US" sz="2400" b="0" kern="100" dirty="0">
                          <a:effectLst/>
                        </a:rPr>
                        <a:t>("33");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</a:t>
                      </a:r>
                      <a:r>
                        <a:rPr lang="en-US" sz="2400" b="0" kern="100" dirty="0" err="1">
                          <a:effectLst/>
                        </a:rPr>
                        <a:t>mylist.add</a:t>
                      </a:r>
                      <a:r>
                        <a:rPr lang="en-US" sz="2400" b="0" kern="100" dirty="0">
                          <a:effectLst/>
                        </a:rPr>
                        <a:t>(new User("Rizwan"));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</a:t>
                      </a:r>
                      <a:r>
                        <a:rPr lang="en-US" sz="2400" b="0" kern="100" dirty="0" err="1">
                          <a:effectLst/>
                        </a:rPr>
                        <a:t>mylist.add</a:t>
                      </a:r>
                      <a:r>
                        <a:rPr lang="en-US" sz="2400" b="0" kern="100" dirty="0">
                          <a:effectLst/>
                        </a:rPr>
                        <a:t>(new User("Ali"));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int number = (int)</a:t>
                      </a:r>
                      <a:r>
                        <a:rPr lang="en-US" sz="2400" b="0" kern="100" dirty="0" err="1">
                          <a:effectLst/>
                        </a:rPr>
                        <a:t>mylist.get</a:t>
                      </a:r>
                      <a:r>
                        <a:rPr lang="en-US" sz="2400" b="0" kern="100" dirty="0">
                          <a:effectLst/>
                        </a:rPr>
                        <a:t>(0);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String number1 = (String)</a:t>
                      </a:r>
                      <a:r>
                        <a:rPr lang="en-US" sz="2400" b="0" kern="100" dirty="0" err="1">
                          <a:effectLst/>
                        </a:rPr>
                        <a:t>mylist.get</a:t>
                      </a:r>
                      <a:r>
                        <a:rPr lang="en-US" sz="2400" b="0" kern="100" dirty="0">
                          <a:effectLst/>
                        </a:rPr>
                        <a:t>(1);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User u = (User)</a:t>
                      </a:r>
                      <a:r>
                        <a:rPr lang="en-US" sz="2400" b="0" kern="100" dirty="0" err="1">
                          <a:effectLst/>
                        </a:rPr>
                        <a:t>mylist.get</a:t>
                      </a:r>
                      <a:r>
                        <a:rPr lang="en-US" sz="2400" b="0" kern="100" dirty="0">
                          <a:effectLst/>
                        </a:rPr>
                        <a:t>(2);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	    </a:t>
                      </a:r>
                      <a:r>
                        <a:rPr lang="en-US" sz="2400" b="0" kern="100" dirty="0" err="1">
                          <a:effectLst/>
                        </a:rPr>
                        <a:t>System.out.println</a:t>
                      </a:r>
                      <a:r>
                        <a:rPr lang="en-US" sz="2400" b="0" kern="100" dirty="0">
                          <a:effectLst/>
                        </a:rPr>
                        <a:t>(number+" "+number1+" "+ </a:t>
                      </a:r>
                      <a:r>
                        <a:rPr lang="en-US" sz="2400" b="0" kern="100" dirty="0" err="1">
                          <a:effectLst/>
                        </a:rPr>
                        <a:t>u.getName</a:t>
                      </a:r>
                      <a:r>
                        <a:rPr lang="en-US" sz="2400" b="0" kern="100" dirty="0">
                          <a:effectLst/>
                        </a:rPr>
                        <a:t>());	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00" dirty="0">
                          <a:effectLst/>
                        </a:rPr>
                        <a:t>}</a:t>
                      </a:r>
                      <a:endParaRPr lang="en-US" sz="24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7114" marR="107114" marT="0" marB="0"/>
                </a:tc>
                <a:extLst>
                  <a:ext uri="{0D108BD9-81ED-4DB2-BD59-A6C34878D82A}">
                    <a16:rowId xmlns:a16="http://schemas.microsoft.com/office/drawing/2014/main" val="2632122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308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AF65A-B8C7-0D28-EA65-E59A39A8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Generic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136BF-6D62-F6BA-584D-82B417B3B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spcAft>
                  <a:spcPts val="600"/>
                </a:spcAft>
                <a:defRPr/>
              </a:pPr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6FD5A4-2472-9EAC-1DBE-5D1B2D9A8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739505"/>
              </p:ext>
            </p:extLst>
          </p:nvPr>
        </p:nvGraphicFramePr>
        <p:xfrm>
          <a:off x="609600" y="1417638"/>
          <a:ext cx="10972801" cy="49717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12992">
                  <a:extLst>
                    <a:ext uri="{9D8B030D-6E8A-4147-A177-3AD203B41FA5}">
                      <a16:colId xmlns:a16="http://schemas.microsoft.com/office/drawing/2014/main" val="1014838794"/>
                    </a:ext>
                  </a:extLst>
                </a:gridCol>
                <a:gridCol w="6459809">
                  <a:extLst>
                    <a:ext uri="{9D8B030D-6E8A-4147-A177-3AD203B41FA5}">
                      <a16:colId xmlns:a16="http://schemas.microsoft.com/office/drawing/2014/main" val="1236311627"/>
                    </a:ext>
                  </a:extLst>
                </a:gridCol>
              </a:tblGrid>
              <a:tr h="497174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class 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&lt;T&gt;{ //T stands for type parameter for this class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private T[] items = (T[])new Object[10];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private int count;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public void add(T item){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    items[count++] = item;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public T get(int index){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    return items[index];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}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} </a:t>
                      </a:r>
                      <a:endParaRPr lang="en-US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9406" marR="10940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public class Main{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public static void main(String[] </a:t>
                      </a:r>
                      <a:r>
                        <a:rPr lang="en-US" sz="2000" b="0" kern="100" dirty="0" err="1">
                          <a:effectLst/>
                        </a:rPr>
                        <a:t>args</a:t>
                      </a:r>
                      <a:r>
                        <a:rPr lang="en-US" sz="2000" b="0" kern="100" dirty="0">
                          <a:effectLst/>
                        </a:rPr>
                        <a:t>)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&lt;Integer&gt; </a:t>
                      </a:r>
                      <a:r>
                        <a:rPr lang="en-US" sz="2000" b="0" kern="100" dirty="0" err="1">
                          <a:effectLst/>
                        </a:rPr>
                        <a:t>myList</a:t>
                      </a:r>
                      <a:r>
                        <a:rPr lang="en-US" sz="2000" b="0" kern="100" dirty="0">
                          <a:effectLst/>
                        </a:rPr>
                        <a:t> = new 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&lt;Integer&gt;();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myList.add</a:t>
                      </a:r>
                      <a:r>
                        <a:rPr lang="en-US" sz="2000" b="0" kern="100" dirty="0">
                          <a:effectLst/>
                        </a:rPr>
                        <a:t>(23);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System.out.println</a:t>
                      </a:r>
                      <a:r>
                        <a:rPr lang="en-US" sz="2000" b="0" kern="100" dirty="0">
                          <a:effectLst/>
                        </a:rPr>
                        <a:t>(</a:t>
                      </a:r>
                      <a:r>
                        <a:rPr lang="en-US" sz="2000" b="0" kern="100" dirty="0" err="1">
                          <a:effectLst/>
                        </a:rPr>
                        <a:t>myList.get</a:t>
                      </a:r>
                      <a:r>
                        <a:rPr lang="en-US" sz="2000" b="0" kern="100" dirty="0">
                          <a:effectLst/>
                        </a:rPr>
                        <a:t>(0));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&lt;User&gt; </a:t>
                      </a:r>
                      <a:r>
                        <a:rPr lang="en-US" sz="2000" b="0" kern="100" dirty="0" err="1">
                          <a:effectLst/>
                        </a:rPr>
                        <a:t>uList</a:t>
                      </a:r>
                      <a:r>
                        <a:rPr lang="en-US" sz="2000" b="0" kern="100" dirty="0">
                          <a:effectLst/>
                        </a:rPr>
                        <a:t> = new 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&lt;User&gt;();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uList.add</a:t>
                      </a:r>
                      <a:r>
                        <a:rPr lang="en-US" sz="2000" b="0" kern="100" dirty="0">
                          <a:effectLst/>
                        </a:rPr>
                        <a:t>(new User("Ali"));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System.out.println</a:t>
                      </a:r>
                      <a:r>
                        <a:rPr lang="en-US" sz="2000" b="0" kern="100" dirty="0">
                          <a:effectLst/>
                        </a:rPr>
                        <a:t>(</a:t>
                      </a:r>
                      <a:r>
                        <a:rPr lang="en-US" sz="2000" b="0" kern="100" dirty="0" err="1">
                          <a:effectLst/>
                        </a:rPr>
                        <a:t>uList.get</a:t>
                      </a:r>
                      <a:r>
                        <a:rPr lang="en-US" sz="2000" b="0" kern="100" dirty="0">
                          <a:effectLst/>
                        </a:rPr>
                        <a:t>(0).</a:t>
                      </a:r>
                      <a:r>
                        <a:rPr lang="en-US" sz="2000" b="0" kern="100" dirty="0" err="1">
                          <a:effectLst/>
                        </a:rPr>
                        <a:t>getName</a:t>
                      </a:r>
                      <a:r>
                        <a:rPr lang="en-US" sz="2000" b="0" kern="100" dirty="0">
                          <a:effectLst/>
                        </a:rPr>
                        <a:t>());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}</a:t>
                      </a:r>
                      <a:endParaRPr lang="en-US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9406" marR="109406" marT="0" marB="0"/>
                </a:tc>
                <a:extLst>
                  <a:ext uri="{0D108BD9-81ED-4DB2-BD59-A6C34878D82A}">
                    <a16:rowId xmlns:a16="http://schemas.microsoft.com/office/drawing/2014/main" val="2987433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13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2778-4049-7785-9876-B2246B54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Constraints in Generics</a:t>
            </a:r>
            <a:endParaRPr lang="en-US" sz="9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48878-2E95-B603-8F16-7B9703FEC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0973"/>
            <a:ext cx="10972800" cy="5480503"/>
          </a:xfrm>
        </p:spPr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also apply constraint or restriction on Generics.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dirty="0"/>
              <a:t>A generic type can be specified as a subtype of another type</a:t>
            </a:r>
            <a:r>
              <a:rPr lang="en-US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called Bounded Generic Type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Suppose we only want to store the numbers in the above </a:t>
            </a:r>
            <a:r>
              <a:rPr lang="en-US" sz="2800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GenericList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class.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we put the constraints as: </a:t>
            </a:r>
            <a:r>
              <a:rPr lang="en-US" sz="2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2400" b="1" i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GenericList</a:t>
            </a:r>
            <a:r>
              <a:rPr lang="en-US" sz="2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&lt;T extends Number&gt;</a:t>
            </a:r>
            <a:endParaRPr lang="en-US" sz="2800" b="1" i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US" sz="24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n-US" sz="24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class in java.</a:t>
            </a:r>
            <a:r>
              <a:rPr lang="en-US" sz="2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only be a </a:t>
            </a:r>
            <a:r>
              <a:rPr lang="en-US" sz="2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class or any of its child classes. </a:t>
            </a:r>
            <a:r>
              <a:rPr lang="en-US" sz="2800" b="1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class belong to </a:t>
            </a:r>
            <a:r>
              <a:rPr lang="en-US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java.lang.Number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GenericList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&lt;T </a:t>
            </a:r>
            <a:r>
              <a:rPr lang="en-US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exnteds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User&gt;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D8CD6-967E-2F80-B198-646EDE8644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4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B391-5695-9DA3-D030-D48E05AA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>
                <a:effectLst/>
              </a:rPr>
              <a:t>Constraints in Generics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A5DD-1D61-8400-FCAF-E996772CA3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spcAft>
                  <a:spcPts val="600"/>
                </a:spcAft>
                <a:defRPr/>
              </a:pPr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EF120F-CEA4-EE4D-7CC1-39F2757C3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22658"/>
              </p:ext>
            </p:extLst>
          </p:nvPr>
        </p:nvGraphicFramePr>
        <p:xfrm>
          <a:off x="609600" y="1857952"/>
          <a:ext cx="10972801" cy="45514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6765">
                  <a:extLst>
                    <a:ext uri="{9D8B030D-6E8A-4147-A177-3AD203B41FA5}">
                      <a16:colId xmlns:a16="http://schemas.microsoft.com/office/drawing/2014/main" val="1554683701"/>
                    </a:ext>
                  </a:extLst>
                </a:gridCol>
                <a:gridCol w="6396036">
                  <a:extLst>
                    <a:ext uri="{9D8B030D-6E8A-4147-A177-3AD203B41FA5}">
                      <a16:colId xmlns:a16="http://schemas.microsoft.com/office/drawing/2014/main" val="2476329936"/>
                    </a:ext>
                  </a:extLst>
                </a:gridCol>
              </a:tblGrid>
              <a:tr h="40366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//T stands for type parameter for this class 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class 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&lt;T extends Number&gt;{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private T[] items = (T[])new Number[10];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private int count;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public void add(T item){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    items[count++] = item;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public T get(int index){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    return items[index];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    } 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}</a:t>
                      </a:r>
                      <a:endParaRPr lang="en-US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326" marR="10832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public class Main{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public static void main(String[] </a:t>
                      </a:r>
                      <a:r>
                        <a:rPr lang="en-US" sz="2000" b="0" kern="100" dirty="0" err="1">
                          <a:effectLst/>
                        </a:rPr>
                        <a:t>args</a:t>
                      </a:r>
                      <a:r>
                        <a:rPr lang="en-US" sz="2000" b="0" kern="100" dirty="0">
                          <a:effectLst/>
                        </a:rPr>
                        <a:t>) {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&lt;Integer&gt; </a:t>
                      </a:r>
                      <a:r>
                        <a:rPr lang="en-US" sz="2000" b="0" kern="100" dirty="0" err="1">
                          <a:effectLst/>
                        </a:rPr>
                        <a:t>myList</a:t>
                      </a:r>
                      <a:r>
                        <a:rPr lang="en-US" sz="2000" b="0" kern="100" dirty="0">
                          <a:effectLst/>
                        </a:rPr>
                        <a:t> = new </a:t>
                      </a:r>
                      <a:r>
                        <a:rPr lang="en-US" sz="2000" b="0" kern="100" dirty="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&lt;Integer&gt;();</a:t>
                      </a:r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err="1">
                          <a:effectLst/>
                        </a:rPr>
                        <a:t>myList.add</a:t>
                      </a:r>
                      <a:r>
                        <a:rPr lang="en-US" sz="2000" b="0" kern="100" dirty="0">
                          <a:effectLst/>
                        </a:rPr>
                        <a:t>(23);</a:t>
                      </a:r>
                      <a:endParaRPr lang="en-US"/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err="1">
                          <a:effectLst/>
                        </a:rPr>
                        <a:t>System.out.println</a:t>
                      </a:r>
                      <a:r>
                        <a:rPr lang="en-US" sz="2000" b="0" kern="100" dirty="0">
                          <a:effectLst/>
                        </a:rPr>
                        <a:t>(</a:t>
                      </a:r>
                      <a:r>
                        <a:rPr lang="en-US" sz="2000" b="0" kern="100" err="1">
                          <a:effectLst/>
                        </a:rPr>
                        <a:t>myList.get</a:t>
                      </a:r>
                      <a:r>
                        <a:rPr lang="en-US" sz="2000" b="0" kern="100" dirty="0">
                          <a:effectLst/>
                        </a:rPr>
                        <a:t>(0));</a:t>
                      </a:r>
                      <a:endParaRPr lang="en-US"/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&lt;User&gt; </a:t>
                      </a:r>
                      <a:r>
                        <a:rPr lang="en-US" sz="2000" b="0" kern="100" err="1">
                          <a:effectLst/>
                        </a:rPr>
                        <a:t>uList</a:t>
                      </a:r>
                      <a:r>
                        <a:rPr lang="en-US" sz="2000" b="0" kern="100" dirty="0">
                          <a:effectLst/>
                        </a:rPr>
                        <a:t> = new </a:t>
                      </a:r>
                      <a:r>
                        <a:rPr lang="en-US" sz="2000" b="0" kern="100" err="1">
                          <a:effectLst/>
                        </a:rPr>
                        <a:t>GenericList</a:t>
                      </a:r>
                      <a:r>
                        <a:rPr lang="en-US" sz="2000" b="0" kern="100" dirty="0">
                          <a:effectLst/>
                        </a:rPr>
                        <a:t>&lt;User&gt;();</a:t>
                      </a:r>
                      <a:endParaRPr lang="en-US"/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err="1">
                          <a:effectLst/>
                        </a:rPr>
                        <a:t>uList.add</a:t>
                      </a:r>
                      <a:r>
                        <a:rPr lang="en-US" sz="2000" b="0" kern="100" dirty="0">
                          <a:effectLst/>
                        </a:rPr>
                        <a:t>(new User("Ali"));</a:t>
                      </a:r>
                      <a:endParaRPr lang="en-US"/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r>
                        <a:rPr lang="en-US" sz="2000" b="0" kern="100" err="1">
                          <a:effectLst/>
                        </a:rPr>
                        <a:t>System.out.println</a:t>
                      </a:r>
                      <a:r>
                        <a:rPr lang="en-US" sz="2000" b="0" kern="100" dirty="0">
                          <a:effectLst/>
                        </a:rPr>
                        <a:t>(</a:t>
                      </a:r>
                      <a:r>
                        <a:rPr lang="en-US" sz="2000" b="0" kern="100" err="1">
                          <a:effectLst/>
                        </a:rPr>
                        <a:t>uList.get</a:t>
                      </a:r>
                      <a:r>
                        <a:rPr lang="en-US" sz="2000" b="0" kern="100" dirty="0">
                          <a:effectLst/>
                        </a:rPr>
                        <a:t>(0).</a:t>
                      </a:r>
                      <a:r>
                        <a:rPr lang="en-US" sz="2000" b="0" kern="100" err="1">
                          <a:effectLst/>
                        </a:rPr>
                        <a:t>getName</a:t>
                      </a:r>
                      <a:r>
                        <a:rPr lang="en-US" sz="2000" b="0" kern="100" dirty="0">
                          <a:effectLst/>
                        </a:rPr>
                        <a:t>());</a:t>
                      </a:r>
                      <a:endParaRPr lang="en-US"/>
                    </a:p>
                    <a:p>
                      <a:pPr marL="0" marR="0" lv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		</a:t>
                      </a:r>
                      <a:endParaRPr lang="en-US" dirty="0"/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	}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effectLst/>
                        </a:rPr>
                        <a:t>}</a:t>
                      </a:r>
                      <a:endParaRPr lang="en-US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8326" marR="108326" marT="0" marB="0"/>
                </a:tc>
                <a:extLst>
                  <a:ext uri="{0D108BD9-81ED-4DB2-BD59-A6C34878D82A}">
                    <a16:rowId xmlns:a16="http://schemas.microsoft.com/office/drawing/2014/main" val="371964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313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711E-20E0-4736-EC15-59F82D9A8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0D6D-62B0-A332-7494-ACC916144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generic type can be defined for a static method. </a:t>
            </a:r>
          </a:p>
          <a:p>
            <a:r>
              <a:rPr lang="en-US" dirty="0"/>
              <a:t>Syntax</a:t>
            </a:r>
          </a:p>
          <a:p>
            <a:pPr marL="0" indent="0" algn="ctr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static&lt;E&gt; void print(E[] list)</a:t>
            </a:r>
          </a:p>
          <a:p>
            <a:endParaRPr lang="en-US" b="1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28158-E9F0-B295-AD35-43F4D231F2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54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3D792-782E-E232-CD35-3EB75ABD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D6FC-AEE7-E508-682A-8E3C20FAA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A3F31-FCD3-9D23-0416-FF9160603FC2}"/>
              </a:ext>
            </a:extLst>
          </p:cNvPr>
          <p:cNvSpPr txBox="1"/>
          <p:nvPr/>
        </p:nvSpPr>
        <p:spPr>
          <a:xfrm>
            <a:off x="609600" y="1720840"/>
            <a:ext cx="53503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public class Main{	</a:t>
            </a:r>
          </a:p>
          <a:p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{       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PrintArray</a:t>
            </a:r>
            <a:r>
              <a:rPr lang="en-US" sz="2000" dirty="0"/>
              <a:t> p = new </a:t>
            </a:r>
            <a:r>
              <a:rPr lang="en-US" sz="2000" dirty="0" err="1"/>
              <a:t>PrintArray</a:t>
            </a:r>
            <a:r>
              <a:rPr lang="en-US" sz="2000" dirty="0"/>
              <a:t>();        </a:t>
            </a:r>
          </a:p>
          <a:p>
            <a:r>
              <a:rPr lang="en-US" sz="2000" dirty="0"/>
              <a:t>	String[] countries = {"Pakistan", "India", "UK", "USA"};        </a:t>
            </a:r>
          </a:p>
          <a:p>
            <a:r>
              <a:rPr lang="en-US" sz="2000" dirty="0"/>
              <a:t>	Integer[] numbers = {1,2,3,4,5};       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p.print</a:t>
            </a:r>
            <a:r>
              <a:rPr lang="en-US" sz="2000" dirty="0"/>
              <a:t>(countries);		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p.print</a:t>
            </a:r>
            <a:r>
              <a:rPr lang="en-US" sz="2000" dirty="0"/>
              <a:t>(numbers);			</a:t>
            </a:r>
          </a:p>
          <a:p>
            <a:r>
              <a:rPr lang="en-US" sz="2000" dirty="0"/>
              <a:t>}}</a:t>
            </a:r>
          </a:p>
          <a:p>
            <a:r>
              <a:rPr lang="en-US" sz="2000" dirty="0"/>
              <a:t>class </a:t>
            </a:r>
            <a:r>
              <a:rPr lang="en-US" sz="2000" dirty="0" err="1"/>
              <a:t>PrintArray</a:t>
            </a:r>
            <a:r>
              <a:rPr lang="en-US" sz="2000" dirty="0"/>
              <a:t>{    </a:t>
            </a:r>
          </a:p>
          <a:p>
            <a:r>
              <a:rPr lang="en-US" sz="2000" dirty="0"/>
              <a:t>	public void print(String[] list){        </a:t>
            </a:r>
          </a:p>
          <a:p>
            <a:r>
              <a:rPr lang="en-US" sz="2000" dirty="0"/>
              <a:t>		for(int 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</a:t>
            </a:r>
            <a:r>
              <a:rPr lang="en-US" sz="2000" dirty="0" err="1"/>
              <a:t>list.length</a:t>
            </a:r>
            <a:r>
              <a:rPr lang="en-US" sz="2000" dirty="0"/>
              <a:t>; </a:t>
            </a:r>
            <a:r>
              <a:rPr lang="en-US" sz="2000" dirty="0" err="1"/>
              <a:t>i</a:t>
            </a:r>
            <a:r>
              <a:rPr lang="en-US" sz="2000" dirty="0"/>
              <a:t>++){            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System.out.println</a:t>
            </a:r>
            <a:r>
              <a:rPr lang="en-US" sz="2000" dirty="0"/>
              <a:t>(list[</a:t>
            </a:r>
            <a:r>
              <a:rPr lang="en-US" sz="2000" dirty="0" err="1"/>
              <a:t>i</a:t>
            </a:r>
            <a:r>
              <a:rPr lang="en-US" sz="2000" dirty="0"/>
              <a:t>]);       </a:t>
            </a:r>
          </a:p>
          <a:p>
            <a:r>
              <a:rPr lang="en-US" sz="2000" dirty="0"/>
              <a:t>	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4D6647-ECB6-B6E5-FFFE-47EEF081DD30}"/>
              </a:ext>
            </a:extLst>
          </p:cNvPr>
          <p:cNvSpPr txBox="1"/>
          <p:nvPr/>
        </p:nvSpPr>
        <p:spPr>
          <a:xfrm>
            <a:off x="6014355" y="1825855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Suppose we want to show another array of Integer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have choice to make another overloaded function</a:t>
            </a:r>
          </a:p>
          <a:p>
            <a:r>
              <a:rPr lang="en-US" sz="2400" i="1" dirty="0"/>
              <a:t>public void print(Integer[] list){        </a:t>
            </a:r>
          </a:p>
          <a:p>
            <a:r>
              <a:rPr lang="en-US" sz="2400" i="1" dirty="0"/>
              <a:t>		for(int </a:t>
            </a:r>
            <a:r>
              <a:rPr lang="en-US" sz="2400" i="1" dirty="0" err="1"/>
              <a:t>i</a:t>
            </a:r>
            <a:r>
              <a:rPr lang="en-US" sz="2400" i="1" dirty="0"/>
              <a:t>=0; </a:t>
            </a:r>
            <a:r>
              <a:rPr lang="en-US" sz="2400" i="1" dirty="0" err="1"/>
              <a:t>i</a:t>
            </a:r>
            <a:r>
              <a:rPr lang="en-US" sz="2400" i="1" dirty="0"/>
              <a:t>&lt;</a:t>
            </a:r>
            <a:r>
              <a:rPr lang="en-US" sz="2400" i="1" dirty="0" err="1"/>
              <a:t>list.length</a:t>
            </a:r>
            <a:r>
              <a:rPr lang="en-US" sz="2400" i="1" dirty="0"/>
              <a:t>; </a:t>
            </a:r>
            <a:r>
              <a:rPr lang="en-US" sz="2400" i="1" dirty="0" err="1"/>
              <a:t>i</a:t>
            </a:r>
            <a:r>
              <a:rPr lang="en-US" sz="2400" i="1" dirty="0"/>
              <a:t>++){            </a:t>
            </a:r>
          </a:p>
          <a:p>
            <a:r>
              <a:rPr lang="en-US" sz="2400" i="1" dirty="0"/>
              <a:t>		</a:t>
            </a:r>
            <a:r>
              <a:rPr lang="en-US" sz="2400" i="1" dirty="0" err="1"/>
              <a:t>System.out.println</a:t>
            </a:r>
            <a:r>
              <a:rPr lang="en-US" sz="2400" i="1" dirty="0"/>
              <a:t>(list[</a:t>
            </a:r>
            <a:r>
              <a:rPr lang="en-US" sz="2400" i="1" dirty="0" err="1"/>
              <a:t>i</a:t>
            </a:r>
            <a:r>
              <a:rPr lang="en-US" sz="2400" i="1" dirty="0"/>
              <a:t>]);       </a:t>
            </a:r>
          </a:p>
          <a:p>
            <a:r>
              <a:rPr lang="en-US" sz="2400" i="1" dirty="0"/>
              <a:t>	 }   </a:t>
            </a:r>
          </a:p>
          <a:p>
            <a:r>
              <a:rPr lang="en-US" sz="2400" i="1" dirty="0"/>
              <a:t> }    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N types we need N overloaded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 solution is to create Generic Method</a:t>
            </a:r>
          </a:p>
        </p:txBody>
      </p:sp>
    </p:spTree>
    <p:extLst>
      <p:ext uri="{BB962C8B-B14F-4D97-AF65-F5344CB8AC3E}">
        <p14:creationId xmlns:p14="http://schemas.microsoft.com/office/powerpoint/2010/main" val="3871157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AAAE-E065-04C2-E771-96ACD3B4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3202C-7383-B3CA-C6EA-212CDCA99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62CAE-CE3F-0C45-A13C-BBEFA0E1FA14}"/>
              </a:ext>
            </a:extLst>
          </p:cNvPr>
          <p:cNvSpPr txBox="1"/>
          <p:nvPr/>
        </p:nvSpPr>
        <p:spPr>
          <a:xfrm>
            <a:off x="760143" y="3309363"/>
            <a:ext cx="1128131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class Add{</a:t>
            </a:r>
          </a:p>
          <a:p>
            <a:r>
              <a:rPr lang="en-US" sz="3200" dirty="0"/>
              <a:t>public &lt;T,P&gt; P add(T a, P b){        </a:t>
            </a:r>
          </a:p>
          <a:p>
            <a:r>
              <a:rPr lang="en-US" sz="3200" dirty="0"/>
              <a:t>return (P)</a:t>
            </a:r>
            <a:r>
              <a:rPr lang="en-US" sz="3200" dirty="0" err="1"/>
              <a:t>Double.valueOf</a:t>
            </a:r>
            <a:r>
              <a:rPr lang="en-US" sz="3200" dirty="0"/>
              <a:t>(((Integer)a).</a:t>
            </a:r>
            <a:r>
              <a:rPr lang="en-US" sz="3200" dirty="0" err="1"/>
              <a:t>intValue</a:t>
            </a:r>
            <a:r>
              <a:rPr lang="en-US" sz="3200" dirty="0"/>
              <a:t>() + ((Double)b).</a:t>
            </a:r>
            <a:r>
              <a:rPr lang="en-US" sz="3200" dirty="0" err="1"/>
              <a:t>doubleValue</a:t>
            </a:r>
            <a:r>
              <a:rPr lang="en-US" sz="3200" dirty="0"/>
              <a:t>());   </a:t>
            </a:r>
          </a:p>
          <a:p>
            <a:r>
              <a:rPr lang="en-US" sz="3200" dirty="0"/>
              <a:t> }</a:t>
            </a:r>
          </a:p>
          <a:p>
            <a:r>
              <a:rPr lang="en-US" sz="32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E67986-A48A-B984-2218-1A98D478FF5D}"/>
              </a:ext>
            </a:extLst>
          </p:cNvPr>
          <p:cNvSpPr txBox="1"/>
          <p:nvPr/>
        </p:nvSpPr>
        <p:spPr>
          <a:xfrm>
            <a:off x="1421780" y="1978670"/>
            <a:ext cx="9774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System.out.println</a:t>
            </a:r>
            <a:r>
              <a:rPr lang="en-US" sz="2800" dirty="0"/>
              <a:t>(p.&lt;Integer, Double&gt;add(3,4.5));</a:t>
            </a:r>
          </a:p>
        </p:txBody>
      </p:sp>
    </p:spTree>
    <p:extLst>
      <p:ext uri="{BB962C8B-B14F-4D97-AF65-F5344CB8AC3E}">
        <p14:creationId xmlns:p14="http://schemas.microsoft.com/office/powerpoint/2010/main" val="34683556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65B89-5CA6-93E4-E77E-529454F8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F6B4-88F9-0ACA-6A7B-F883ECA80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generic method declarations have a type parameter section delimited by angle brackets (&lt; and &gt;) that precedes the method’s return type</a:t>
            </a:r>
          </a:p>
          <a:p>
            <a:r>
              <a:rPr lang="en-US" dirty="0"/>
              <a:t>Each type parameter section contains one or more type parameters separated by commas</a:t>
            </a:r>
          </a:p>
          <a:p>
            <a:r>
              <a:rPr lang="en-US" dirty="0"/>
              <a:t>The type parameters can be used to declare the return type.</a:t>
            </a:r>
          </a:p>
          <a:p>
            <a:r>
              <a:rPr lang="en-US" dirty="0"/>
              <a:t>Type parameters can only represent the reference type.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FAA30-408D-2ADB-606B-3AFFBD7897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4-</a:t>
            </a:r>
            <a:fld id="{57268796-14F5-48B8-9B28-6E8BE4B44CA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39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7665</TotalTime>
  <Words>1644</Words>
  <Application>Microsoft Office PowerPoint</Application>
  <PresentationFormat>Widescreen</PresentationFormat>
  <Paragraphs>237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Lecture – 24</vt:lpstr>
      <vt:lpstr>Introduction</vt:lpstr>
      <vt:lpstr>Advantage of Java Generics</vt:lpstr>
      <vt:lpstr>Advantage of Java Generics</vt:lpstr>
      <vt:lpstr>Advantage of Java Generics</vt:lpstr>
      <vt:lpstr>Generic Syntax</vt:lpstr>
      <vt:lpstr>Defining Generic Classes</vt:lpstr>
      <vt:lpstr>Example</vt:lpstr>
      <vt:lpstr>We have another class User and want to store User object in the List Class</vt:lpstr>
      <vt:lpstr>PowerPoint Presentation</vt:lpstr>
      <vt:lpstr>Generic List</vt:lpstr>
      <vt:lpstr>Constraints in Generics</vt:lpstr>
      <vt:lpstr>Constraints in Generics</vt:lpstr>
      <vt:lpstr>Generic Methods</vt:lpstr>
      <vt:lpstr>Example</vt:lpstr>
      <vt:lpstr>Example</vt:lpstr>
      <vt:lpstr>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HIAB86</dc:creator>
  <cp:lastModifiedBy>Rizwan Rashid</cp:lastModifiedBy>
  <cp:revision>1370</cp:revision>
  <dcterms:created xsi:type="dcterms:W3CDTF">2023-02-26T08:59:28Z</dcterms:created>
  <dcterms:modified xsi:type="dcterms:W3CDTF">2023-12-18T07:34:02Z</dcterms:modified>
</cp:coreProperties>
</file>