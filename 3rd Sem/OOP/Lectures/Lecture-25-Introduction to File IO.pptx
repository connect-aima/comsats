
<file path=[Content_Types].xml><?xml version="1.0" encoding="utf-8"?>
<Types xmlns="http://schemas.openxmlformats.org/package/2006/content-types">
  <Default Extension="png" ContentType="image/png"/>
  <Default Extension="tmp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1" r:id="rId1"/>
  </p:sldMasterIdLst>
  <p:notesMasterIdLst>
    <p:notesMasterId r:id="rId17"/>
  </p:notes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7F139E-CA44-4B2D-A14A-D2F30FBCEAA4}" v="500" dt="2023-03-18T11:00:51.499"/>
    <p1510:client id="{26A49499-C9AD-3981-6C62-4E42E46314C6}" v="160" dt="2023-04-02T13:24:41.723"/>
    <p1510:client id="{270873DF-3517-0E18-660E-566D9E72B619}" v="16" dt="2023-03-12T12:20:08.426"/>
    <p1510:client id="{30DE1357-0FBB-6918-318B-E5A8C71FF614}" v="56" dt="2023-03-18T15:15:32.547"/>
    <p1510:client id="{38C7D2BC-B75E-00BE-D462-AA53A7D83DE5}" v="183" dt="2023-03-19T17:03:31.790"/>
    <p1510:client id="{4FDA428F-D320-4C35-94B5-F6DFE015717F}" v="13" dt="2023-03-10T11:34:02.504"/>
    <p1510:client id="{720DF1F6-7572-5E84-00A7-FEB14811C905}" v="40" dt="2023-03-18T18:51:56.126"/>
    <p1510:client id="{76F29E95-FFFC-A866-A8F9-B22F28778647}" v="553" dt="2023-04-07T20:37:09.573"/>
    <p1510:client id="{7FCA9964-7C4F-8F92-E9FF-7066504B815A}" v="221" dt="2023-03-18T14:25:59.842"/>
    <p1510:client id="{9E50A080-2594-4EE9-25F9-29B66D28D8AE}" v="17" dt="2023-03-12T14:38:33.633"/>
    <p1510:client id="{BC98CDB1-9189-2B28-DBDA-902CDAD7CF6F}" v="666" dt="2023-04-02T21:30:14.5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>
        <p:scale>
          <a:sx n="70" d="100"/>
          <a:sy n="70" d="100"/>
        </p:scale>
        <p:origin x="-336" y="-10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zwan Rashid" userId="12b6bffb-8fd7-410a-bd1e-f473b901c3a4" providerId="ADAL" clId="{977FC3FF-5A63-4908-9759-237395E64471}"/>
    <pc:docChg chg="custSel modSld">
      <pc:chgData name="Rizwan Rashid" userId="12b6bffb-8fd7-410a-bd1e-f473b901c3a4" providerId="ADAL" clId="{977FC3FF-5A63-4908-9759-237395E64471}" dt="2023-03-10T08:39:49.221" v="3" actId="27636"/>
      <pc:docMkLst>
        <pc:docMk/>
      </pc:docMkLst>
      <pc:sldChg chg="modSp mod">
        <pc:chgData name="Rizwan Rashid" userId="12b6bffb-8fd7-410a-bd1e-f473b901c3a4" providerId="ADAL" clId="{977FC3FF-5A63-4908-9759-237395E64471}" dt="2023-03-10T08:38:44.244" v="1" actId="313"/>
        <pc:sldMkLst>
          <pc:docMk/>
          <pc:sldMk cId="1297377133" sldId="313"/>
        </pc:sldMkLst>
        <pc:spChg chg="mod">
          <ac:chgData name="Rizwan Rashid" userId="12b6bffb-8fd7-410a-bd1e-f473b901c3a4" providerId="ADAL" clId="{977FC3FF-5A63-4908-9759-237395E64471}" dt="2023-03-10T08:38:44.244" v="1" actId="313"/>
          <ac:spMkLst>
            <pc:docMk/>
            <pc:sldMk cId="1297377133" sldId="313"/>
            <ac:spMk id="14" creationId="{DED7730D-EE35-B259-7C50-DBAE7E70D31D}"/>
          </ac:spMkLst>
        </pc:spChg>
      </pc:sldChg>
      <pc:sldChg chg="modSp mod">
        <pc:chgData name="Rizwan Rashid" userId="12b6bffb-8fd7-410a-bd1e-f473b901c3a4" providerId="ADAL" clId="{977FC3FF-5A63-4908-9759-237395E64471}" dt="2023-03-10T08:39:49.221" v="3" actId="27636"/>
        <pc:sldMkLst>
          <pc:docMk/>
          <pc:sldMk cId="670954015" sldId="314"/>
        </pc:sldMkLst>
        <pc:spChg chg="mod">
          <ac:chgData name="Rizwan Rashid" userId="12b6bffb-8fd7-410a-bd1e-f473b901c3a4" providerId="ADAL" clId="{977FC3FF-5A63-4908-9759-237395E64471}" dt="2023-03-10T08:39:49.221" v="3" actId="27636"/>
          <ac:spMkLst>
            <pc:docMk/>
            <pc:sldMk cId="670954015" sldId="314"/>
            <ac:spMk id="3" creationId="{00000000-0000-0000-0000-000000000000}"/>
          </ac:spMkLst>
        </pc:spChg>
      </pc:sldChg>
    </pc:docChg>
  </pc:docChgLst>
  <pc:docChgLst>
    <pc:chgData name="Rizwan Rashid" userId="S::rizwan.rashid@comsats.edu.pk::12b6bffb-8fd7-410a-bd1e-f473b901c3a4" providerId="AD" clId="Web-{247F139E-CA44-4B2D-A14A-D2F30FBCEAA4}"/>
    <pc:docChg chg="addSld delSld modSld addMainMaster">
      <pc:chgData name="Rizwan Rashid" userId="S::rizwan.rashid@comsats.edu.pk::12b6bffb-8fd7-410a-bd1e-f473b901c3a4" providerId="AD" clId="Web-{247F139E-CA44-4B2D-A14A-D2F30FBCEAA4}" dt="2023-03-18T11:00:51.499" v="391" actId="20577"/>
      <pc:docMkLst>
        <pc:docMk/>
      </pc:docMkLst>
      <pc:sldChg chg="modSp">
        <pc:chgData name="Rizwan Rashid" userId="S::rizwan.rashid@comsats.edu.pk::12b6bffb-8fd7-410a-bd1e-f473b901c3a4" providerId="AD" clId="Web-{247F139E-CA44-4B2D-A14A-D2F30FBCEAA4}" dt="2023-03-18T09:36:59.949" v="12" actId="20577"/>
        <pc:sldMkLst>
          <pc:docMk/>
          <pc:sldMk cId="3759789600" sldId="275"/>
        </pc:sldMkLst>
        <pc:spChg chg="mod">
          <ac:chgData name="Rizwan Rashid" userId="S::rizwan.rashid@comsats.edu.pk::12b6bffb-8fd7-410a-bd1e-f473b901c3a4" providerId="AD" clId="Web-{247F139E-CA44-4B2D-A14A-D2F30FBCEAA4}" dt="2023-03-18T09:36:59.949" v="12" actId="20577"/>
          <ac:spMkLst>
            <pc:docMk/>
            <pc:sldMk cId="3759789600" sldId="275"/>
            <ac:spMk id="3" creationId="{00000000-0000-0000-0000-000000000000}"/>
          </ac:spMkLst>
        </pc:spChg>
        <pc:spChg chg="mod">
          <ac:chgData name="Rizwan Rashid" userId="S::rizwan.rashid@comsats.edu.pk::12b6bffb-8fd7-410a-bd1e-f473b901c3a4" providerId="AD" clId="Web-{247F139E-CA44-4B2D-A14A-D2F30FBCEAA4}" dt="2023-03-18T09:36:47.823" v="0" actId="20577"/>
          <ac:spMkLst>
            <pc:docMk/>
            <pc:sldMk cId="3759789600" sldId="275"/>
            <ac:spMk id="15361" creationId="{00000000-0000-0000-0000-000000000000}"/>
          </ac:spMkLst>
        </pc:spChg>
      </pc:sldChg>
      <pc:sldChg chg="addSp delSp modSp new mod modClrScheme chgLayout">
        <pc:chgData name="Rizwan Rashid" userId="S::rizwan.rashid@comsats.edu.pk::12b6bffb-8fd7-410a-bd1e-f473b901c3a4" providerId="AD" clId="Web-{247F139E-CA44-4B2D-A14A-D2F30FBCEAA4}" dt="2023-03-18T10:19:03.942" v="134"/>
        <pc:sldMkLst>
          <pc:docMk/>
          <pc:sldMk cId="3050707806" sldId="276"/>
        </pc:sldMkLst>
        <pc:spChg chg="mod">
          <ac:chgData name="Rizwan Rashid" userId="S::rizwan.rashid@comsats.edu.pk::12b6bffb-8fd7-410a-bd1e-f473b901c3a4" providerId="AD" clId="Web-{247F139E-CA44-4B2D-A14A-D2F30FBCEAA4}" dt="2023-03-18T09:39:55.359" v="33"/>
          <ac:spMkLst>
            <pc:docMk/>
            <pc:sldMk cId="3050707806" sldId="276"/>
            <ac:spMk id="2" creationId="{AB497992-0A9F-5511-1C7F-40733097F09F}"/>
          </ac:spMkLst>
        </pc:spChg>
        <pc:spChg chg="del">
          <ac:chgData name="Rizwan Rashid" userId="S::rizwan.rashid@comsats.edu.pk::12b6bffb-8fd7-410a-bd1e-f473b901c3a4" providerId="AD" clId="Web-{247F139E-CA44-4B2D-A14A-D2F30FBCEAA4}" dt="2023-03-18T09:39:44.703" v="32"/>
          <ac:spMkLst>
            <pc:docMk/>
            <pc:sldMk cId="3050707806" sldId="276"/>
            <ac:spMk id="3" creationId="{7207A84B-482A-5D40-F649-107D1C274679}"/>
          </ac:spMkLst>
        </pc:spChg>
        <pc:spChg chg="mod">
          <ac:chgData name="Rizwan Rashid" userId="S::rizwan.rashid@comsats.edu.pk::12b6bffb-8fd7-410a-bd1e-f473b901c3a4" providerId="AD" clId="Web-{247F139E-CA44-4B2D-A14A-D2F30FBCEAA4}" dt="2023-03-18T09:39:55.359" v="33"/>
          <ac:spMkLst>
            <pc:docMk/>
            <pc:sldMk cId="3050707806" sldId="276"/>
            <ac:spMk id="4" creationId="{B4A8B0E8-3C78-662D-BA17-2EEACE3C0E9C}"/>
          </ac:spMkLst>
        </pc:spChg>
        <pc:spChg chg="add del mod">
          <ac:chgData name="Rizwan Rashid" userId="S::rizwan.rashid@comsats.edu.pk::12b6bffb-8fd7-410a-bd1e-f473b901c3a4" providerId="AD" clId="Web-{247F139E-CA44-4B2D-A14A-D2F30FBCEAA4}" dt="2023-03-18T10:19:03.942" v="134"/>
          <ac:spMkLst>
            <pc:docMk/>
            <pc:sldMk cId="3050707806" sldId="276"/>
            <ac:spMk id="7" creationId="{05CF0A4C-766F-59A2-AAC7-32F313EA7B1D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09:44:40.741" v="51" actId="20577"/>
          <ac:spMkLst>
            <pc:docMk/>
            <pc:sldMk cId="3050707806" sldId="276"/>
            <ac:spMk id="10" creationId="{EBCCE734-714B-FFD6-C474-C3AC9AF89449}"/>
          </ac:spMkLst>
        </pc:spChg>
        <pc:picChg chg="add del mod ord">
          <ac:chgData name="Rizwan Rashid" userId="S::rizwan.rashid@comsats.edu.pk::12b6bffb-8fd7-410a-bd1e-f473b901c3a4" providerId="AD" clId="Web-{247F139E-CA44-4B2D-A14A-D2F30FBCEAA4}" dt="2023-03-18T09:45:15.808" v="55"/>
          <ac:picMkLst>
            <pc:docMk/>
            <pc:sldMk cId="3050707806" sldId="276"/>
            <ac:picMk id="5" creationId="{B4B45F2A-2203-C74E-55FC-A22A9C1F12F2}"/>
          </ac:picMkLst>
        </pc:picChg>
      </pc:sldChg>
      <pc:sldChg chg="del">
        <pc:chgData name="Rizwan Rashid" userId="S::rizwan.rashid@comsats.edu.pk::12b6bffb-8fd7-410a-bd1e-f473b901c3a4" providerId="AD" clId="Web-{247F139E-CA44-4B2D-A14A-D2F30FBCEAA4}" dt="2023-03-18T09:37:07.808" v="27"/>
        <pc:sldMkLst>
          <pc:docMk/>
          <pc:sldMk cId="3173815683" sldId="276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808" v="26"/>
        <pc:sldMkLst>
          <pc:docMk/>
          <pc:sldMk cId="1144330755" sldId="277"/>
        </pc:sldMkLst>
      </pc:sldChg>
      <pc:sldChg chg="add del">
        <pc:chgData name="Rizwan Rashid" userId="S::rizwan.rashid@comsats.edu.pk::12b6bffb-8fd7-410a-bd1e-f473b901c3a4" providerId="AD" clId="Web-{247F139E-CA44-4B2D-A14A-D2F30FBCEAA4}" dt="2023-03-18T09:44:23.600" v="48"/>
        <pc:sldMkLst>
          <pc:docMk/>
          <pc:sldMk cId="1536757574" sldId="277"/>
        </pc:sldMkLst>
      </pc:sldChg>
      <pc:sldChg chg="addSp delSp modSp new mod modClrScheme chgLayout">
        <pc:chgData name="Rizwan Rashid" userId="S::rizwan.rashid@comsats.edu.pk::12b6bffb-8fd7-410a-bd1e-f473b901c3a4" providerId="AD" clId="Web-{247F139E-CA44-4B2D-A14A-D2F30FBCEAA4}" dt="2023-03-18T09:47:33.764" v="86" actId="1076"/>
        <pc:sldMkLst>
          <pc:docMk/>
          <pc:sldMk cId="3357100696" sldId="277"/>
        </pc:sldMkLst>
        <pc:spChg chg="mod ord">
          <ac:chgData name="Rizwan Rashid" userId="S::rizwan.rashid@comsats.edu.pk::12b6bffb-8fd7-410a-bd1e-f473b901c3a4" providerId="AD" clId="Web-{247F139E-CA44-4B2D-A14A-D2F30FBCEAA4}" dt="2023-03-18T09:45:46.308" v="60" actId="20577"/>
          <ac:spMkLst>
            <pc:docMk/>
            <pc:sldMk cId="3357100696" sldId="277"/>
            <ac:spMk id="2" creationId="{ED9001D5-CAAE-BDC1-A662-C93565CD2D69}"/>
          </ac:spMkLst>
        </pc:spChg>
        <pc:spChg chg="del mod ord">
          <ac:chgData name="Rizwan Rashid" userId="S::rizwan.rashid@comsats.edu.pk::12b6bffb-8fd7-410a-bd1e-f473b901c3a4" providerId="AD" clId="Web-{247F139E-CA44-4B2D-A14A-D2F30FBCEAA4}" dt="2023-03-18T09:45:20.980" v="56"/>
          <ac:spMkLst>
            <pc:docMk/>
            <pc:sldMk cId="3357100696" sldId="277"/>
            <ac:spMk id="3" creationId="{0844E8B2-2AFF-3BA5-3182-B1446B11F42B}"/>
          </ac:spMkLst>
        </pc:spChg>
        <pc:spChg chg="del">
          <ac:chgData name="Rizwan Rashid" userId="S::rizwan.rashid@comsats.edu.pk::12b6bffb-8fd7-410a-bd1e-f473b901c3a4" providerId="AD" clId="Web-{247F139E-CA44-4B2D-A14A-D2F30FBCEAA4}" dt="2023-03-18T09:45:12.120" v="54"/>
          <ac:spMkLst>
            <pc:docMk/>
            <pc:sldMk cId="3357100696" sldId="277"/>
            <ac:spMk id="4" creationId="{86178C2A-E143-B6B6-8B36-E3C9A8BDD9ED}"/>
          </ac:spMkLst>
        </pc:spChg>
        <pc:spChg chg="mod ord">
          <ac:chgData name="Rizwan Rashid" userId="S::rizwan.rashid@comsats.edu.pk::12b6bffb-8fd7-410a-bd1e-f473b901c3a4" providerId="AD" clId="Web-{247F139E-CA44-4B2D-A14A-D2F30FBCEAA4}" dt="2023-03-18T09:45:12.120" v="54"/>
          <ac:spMkLst>
            <pc:docMk/>
            <pc:sldMk cId="3357100696" sldId="277"/>
            <ac:spMk id="5" creationId="{1C8D5AE7-3E41-6935-2DA3-8FF7757ED28C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09:47:19.951" v="83" actId="1076"/>
          <ac:spMkLst>
            <pc:docMk/>
            <pc:sldMk cId="3357100696" sldId="277"/>
            <ac:spMk id="7" creationId="{67F15C25-DEED-3C13-ABAC-4693E9D10E0B}"/>
          </ac:spMkLst>
        </pc:spChg>
        <pc:picChg chg="add mod ord">
          <ac:chgData name="Rizwan Rashid" userId="S::rizwan.rashid@comsats.edu.pk::12b6bffb-8fd7-410a-bd1e-f473b901c3a4" providerId="AD" clId="Web-{247F139E-CA44-4B2D-A14A-D2F30FBCEAA4}" dt="2023-03-18T09:47:33.764" v="86" actId="1076"/>
          <ac:picMkLst>
            <pc:docMk/>
            <pc:sldMk cId="3357100696" sldId="277"/>
            <ac:picMk id="6" creationId="{32C33E9E-34DC-C587-DB4F-4F01F4A4AF65}"/>
          </ac:picMkLst>
        </pc:picChg>
      </pc:sldChg>
      <pc:sldChg chg="add del">
        <pc:chgData name="Rizwan Rashid" userId="S::rizwan.rashid@comsats.edu.pk::12b6bffb-8fd7-410a-bd1e-f473b901c3a4" providerId="AD" clId="Web-{247F139E-CA44-4B2D-A14A-D2F30FBCEAA4}" dt="2023-03-18T09:44:23.912" v="50"/>
        <pc:sldMkLst>
          <pc:docMk/>
          <pc:sldMk cId="639698564" sldId="278"/>
        </pc:sldMkLst>
      </pc:sldChg>
      <pc:sldChg chg="addSp delSp modSp new">
        <pc:chgData name="Rizwan Rashid" userId="S::rizwan.rashid@comsats.edu.pk::12b6bffb-8fd7-410a-bd1e-f473b901c3a4" providerId="AD" clId="Web-{247F139E-CA44-4B2D-A14A-D2F30FBCEAA4}" dt="2023-03-18T10:21:37.335" v="155" actId="14100"/>
        <pc:sldMkLst>
          <pc:docMk/>
          <pc:sldMk cId="1748918378" sldId="278"/>
        </pc:sldMkLst>
        <pc:spChg chg="mod">
          <ac:chgData name="Rizwan Rashid" userId="S::rizwan.rashid@comsats.edu.pk::12b6bffb-8fd7-410a-bd1e-f473b901c3a4" providerId="AD" clId="Web-{247F139E-CA44-4B2D-A14A-D2F30FBCEAA4}" dt="2023-03-18T09:50:28.723" v="133" actId="20577"/>
          <ac:spMkLst>
            <pc:docMk/>
            <pc:sldMk cId="1748918378" sldId="278"/>
            <ac:spMk id="2" creationId="{A2AC19E9-EF85-B828-4E12-E5FA575464B8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21:37.335" v="155" actId="14100"/>
          <ac:spMkLst>
            <pc:docMk/>
            <pc:sldMk cId="1748918378" sldId="278"/>
            <ac:spMk id="3" creationId="{396F10F9-506F-173A-5ECA-427AC316B6BA}"/>
          </ac:spMkLst>
        </pc:spChg>
        <pc:spChg chg="del">
          <ac:chgData name="Rizwan Rashid" userId="S::rizwan.rashid@comsats.edu.pk::12b6bffb-8fd7-410a-bd1e-f473b901c3a4" providerId="AD" clId="Web-{247F139E-CA44-4B2D-A14A-D2F30FBCEAA4}" dt="2023-03-18T09:49:51.408" v="117"/>
          <ac:spMkLst>
            <pc:docMk/>
            <pc:sldMk cId="1748918378" sldId="278"/>
            <ac:spMk id="3" creationId="{F2A65984-3C91-2412-4E58-7715EE7E8FC3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20:16.318" v="142" actId="20577"/>
          <ac:spMkLst>
            <pc:docMk/>
            <pc:sldMk cId="1748918378" sldId="278"/>
            <ac:spMk id="5" creationId="{A23A9086-562D-6658-61BB-86411901D4B9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09:50:16.644" v="125" actId="20577"/>
          <ac:spMkLst>
            <pc:docMk/>
            <pc:sldMk cId="1748918378" sldId="278"/>
            <ac:spMk id="6" creationId="{CB0895FC-2A5B-6A09-CB89-FDE789408EC4}"/>
          </ac:spMkLst>
        </pc:spChg>
      </pc:sldChg>
      <pc:sldChg chg="del">
        <pc:chgData name="Rizwan Rashid" userId="S::rizwan.rashid@comsats.edu.pk::12b6bffb-8fd7-410a-bd1e-f473b901c3a4" providerId="AD" clId="Web-{247F139E-CA44-4B2D-A14A-D2F30FBCEAA4}" dt="2023-03-18T09:37:07.793" v="15"/>
        <pc:sldMkLst>
          <pc:docMk/>
          <pc:sldMk cId="3559858969" sldId="278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793" v="16"/>
        <pc:sldMkLst>
          <pc:docMk/>
          <pc:sldMk cId="2142972920" sldId="279"/>
        </pc:sldMkLst>
      </pc:sldChg>
      <pc:sldChg chg="add del">
        <pc:chgData name="Rizwan Rashid" userId="S::rizwan.rashid@comsats.edu.pk::12b6bffb-8fd7-410a-bd1e-f473b901c3a4" providerId="AD" clId="Web-{247F139E-CA44-4B2D-A14A-D2F30FBCEAA4}" dt="2023-03-18T09:44:23.615" v="49"/>
        <pc:sldMkLst>
          <pc:docMk/>
          <pc:sldMk cId="3058227753" sldId="279"/>
        </pc:sldMkLst>
      </pc:sldChg>
      <pc:sldChg chg="addSp delSp modSp new">
        <pc:chgData name="Rizwan Rashid" userId="S::rizwan.rashid@comsats.edu.pk::12b6bffb-8fd7-410a-bd1e-f473b901c3a4" providerId="AD" clId="Web-{247F139E-CA44-4B2D-A14A-D2F30FBCEAA4}" dt="2023-03-18T10:32:01.911" v="224" actId="1076"/>
        <pc:sldMkLst>
          <pc:docMk/>
          <pc:sldMk cId="4268559702" sldId="279"/>
        </pc:sldMkLst>
        <pc:spChg chg="mod">
          <ac:chgData name="Rizwan Rashid" userId="S::rizwan.rashid@comsats.edu.pk::12b6bffb-8fd7-410a-bd1e-f473b901c3a4" providerId="AD" clId="Web-{247F139E-CA44-4B2D-A14A-D2F30FBCEAA4}" dt="2023-03-18T10:30:47.862" v="208" actId="1076"/>
          <ac:spMkLst>
            <pc:docMk/>
            <pc:sldMk cId="4268559702" sldId="279"/>
            <ac:spMk id="2" creationId="{5454BD87-6591-19F8-89E8-68F27B0A504D}"/>
          </ac:spMkLst>
        </pc:spChg>
        <pc:spChg chg="del">
          <ac:chgData name="Rizwan Rashid" userId="S::rizwan.rashid@comsats.edu.pk::12b6bffb-8fd7-410a-bd1e-f473b901c3a4" providerId="AD" clId="Web-{247F139E-CA44-4B2D-A14A-D2F30FBCEAA4}" dt="2023-03-18T10:28:42.735" v="164"/>
          <ac:spMkLst>
            <pc:docMk/>
            <pc:sldMk cId="4268559702" sldId="279"/>
            <ac:spMk id="3" creationId="{7C230DCE-22DC-0434-AE28-3E4107828B53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30:50.800" v="209" actId="1076"/>
          <ac:spMkLst>
            <pc:docMk/>
            <pc:sldMk cId="4268559702" sldId="279"/>
            <ac:spMk id="5" creationId="{56D251B9-7FC6-2482-6DC2-4A661958FF34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31:01.863" v="211" actId="14100"/>
          <ac:spMkLst>
            <pc:docMk/>
            <pc:sldMk cId="4268559702" sldId="279"/>
            <ac:spMk id="6" creationId="{E627915E-6480-D34A-8751-09EEAC427569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32:01.911" v="224" actId="1076"/>
          <ac:spMkLst>
            <pc:docMk/>
            <pc:sldMk cId="4268559702" sldId="279"/>
            <ac:spMk id="7" creationId="{0ED26185-AFA9-5D4F-C07E-51AF66DEA216}"/>
          </ac:spMkLst>
        </pc:spChg>
      </pc:sldChg>
      <pc:sldChg chg="addSp delSp modSp new">
        <pc:chgData name="Rizwan Rashid" userId="S::rizwan.rashid@comsats.edu.pk::12b6bffb-8fd7-410a-bd1e-f473b901c3a4" providerId="AD" clId="Web-{247F139E-CA44-4B2D-A14A-D2F30FBCEAA4}" dt="2023-03-18T10:55:38.708" v="356" actId="20577"/>
        <pc:sldMkLst>
          <pc:docMk/>
          <pc:sldMk cId="1485912887" sldId="280"/>
        </pc:sldMkLst>
        <pc:spChg chg="mod">
          <ac:chgData name="Rizwan Rashid" userId="S::rizwan.rashid@comsats.edu.pk::12b6bffb-8fd7-410a-bd1e-f473b901c3a4" providerId="AD" clId="Web-{247F139E-CA44-4B2D-A14A-D2F30FBCEAA4}" dt="2023-03-18T10:48:57.181" v="249" actId="20577"/>
          <ac:spMkLst>
            <pc:docMk/>
            <pc:sldMk cId="1485912887" sldId="280"/>
            <ac:spMk id="2" creationId="{12149328-A70D-AB85-2ED8-E61F252FD96E}"/>
          </ac:spMkLst>
        </pc:spChg>
        <pc:spChg chg="del">
          <ac:chgData name="Rizwan Rashid" userId="S::rizwan.rashid@comsats.edu.pk::12b6bffb-8fd7-410a-bd1e-f473b901c3a4" providerId="AD" clId="Web-{247F139E-CA44-4B2D-A14A-D2F30FBCEAA4}" dt="2023-03-18T10:32:25.411" v="226"/>
          <ac:spMkLst>
            <pc:docMk/>
            <pc:sldMk cId="1485912887" sldId="280"/>
            <ac:spMk id="3" creationId="{45C07FB1-DFC1-F7F4-C22B-91047AF0D1E7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50:12.261" v="271" actId="14100"/>
          <ac:spMkLst>
            <pc:docMk/>
            <pc:sldMk cId="1485912887" sldId="280"/>
            <ac:spMk id="3" creationId="{D134B54E-1299-5CCA-BE68-E24DE57DC1C0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53:24.282" v="319" actId="20577"/>
          <ac:spMkLst>
            <pc:docMk/>
            <pc:sldMk cId="1485912887" sldId="280"/>
            <ac:spMk id="5" creationId="{45B7ACD4-6D98-DECC-4D90-4CE5DF1DD00F}"/>
          </ac:spMkLst>
        </pc:spChg>
        <pc:spChg chg="add del mod">
          <ac:chgData name="Rizwan Rashid" userId="S::rizwan.rashid@comsats.edu.pk::12b6bffb-8fd7-410a-bd1e-f473b901c3a4" providerId="AD" clId="Web-{247F139E-CA44-4B2D-A14A-D2F30FBCEAA4}" dt="2023-03-18T10:49:00.618" v="250"/>
          <ac:spMkLst>
            <pc:docMk/>
            <pc:sldMk cId="1485912887" sldId="280"/>
            <ac:spMk id="7" creationId="{27B6EEDE-C699-1DC6-4717-DF71B3AA1638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8" creationId="{F0889346-9D4C-F272-327D-8B84C38D3F86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9" creationId="{070F2375-E141-09B9-6554-590E0B3AE95D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10" creationId="{3435D2F6-E4FD-576C-E2BB-0F6E4B51F161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11" creationId="{E3FD8B28-945F-F2E2-B65C-E0EE20521961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12" creationId="{8AC0D48D-0BD8-CEBF-FE34-95BA2298E3D3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13" creationId="{8E6ED5CC-06BB-D821-849E-0C8E75929806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14" creationId="{F8717278-79A3-308C-0BF3-26694C673956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15" creationId="{A19161A7-C2E2-4CBB-2989-99E2B94EB0F4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16" creationId="{A98ABFED-FC63-1974-34A1-2A2E40844E9C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17" creationId="{359C3367-5DDE-9FB4-8B09-53C4D5D84F5E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55:38.708" v="356" actId="20577"/>
          <ac:spMkLst>
            <pc:docMk/>
            <pc:sldMk cId="1485912887" sldId="280"/>
            <ac:spMk id="18" creationId="{CA67BAAB-27C4-C24A-93F1-56B8B40799D0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54:58.160" v="326" actId="20577"/>
          <ac:spMkLst>
            <pc:docMk/>
            <pc:sldMk cId="1485912887" sldId="280"/>
            <ac:spMk id="19" creationId="{45FA26DA-35BB-0330-0E55-23C0B3D61E65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20" creationId="{D123059C-87EA-C85D-456D-B62488D2E4CA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21" creationId="{0A05C9E2-709C-EF13-91C4-4F607A934734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22" creationId="{6833BDEF-062A-B490-F899-5E71AA857579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23" creationId="{2CC8E90A-DB37-E724-38D5-AB664524606F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55:26.067" v="339" actId="20577"/>
          <ac:spMkLst>
            <pc:docMk/>
            <pc:sldMk cId="1485912887" sldId="280"/>
            <ac:spMk id="25" creationId="{B0D3DF1F-0090-2F7F-7F0E-832A26E7130C}"/>
          </ac:spMkLst>
        </pc:spChg>
        <pc:grpChg chg="add mod">
          <ac:chgData name="Rizwan Rashid" userId="S::rizwan.rashid@comsats.edu.pk::12b6bffb-8fd7-410a-bd1e-f473b901c3a4" providerId="AD" clId="Web-{247F139E-CA44-4B2D-A14A-D2F30FBCEAA4}" dt="2023-03-18T10:54:41.019" v="321" actId="1076"/>
          <ac:grpSpMkLst>
            <pc:docMk/>
            <pc:sldMk cId="1485912887" sldId="280"/>
            <ac:grpSpMk id="6" creationId="{9E0A4035-0885-BA2B-8DFA-B2967B2E42C3}"/>
          </ac:grpSpMkLst>
        </pc:grpChg>
        <pc:picChg chg="add del mod ord">
          <ac:chgData name="Rizwan Rashid" userId="S::rizwan.rashid@comsats.edu.pk::12b6bffb-8fd7-410a-bd1e-f473b901c3a4" providerId="AD" clId="Web-{247F139E-CA44-4B2D-A14A-D2F30FBCEAA4}" dt="2023-03-18T10:33:09.506" v="227"/>
          <ac:picMkLst>
            <pc:docMk/>
            <pc:sldMk cId="1485912887" sldId="280"/>
            <ac:picMk id="5" creationId="{8E255F99-BD9C-5BAC-A21D-50F317278DAF}"/>
          </ac:picMkLst>
        </pc:picChg>
      </pc:sldChg>
      <pc:sldChg chg="del">
        <pc:chgData name="Rizwan Rashid" userId="S::rizwan.rashid@comsats.edu.pk::12b6bffb-8fd7-410a-bd1e-f473b901c3a4" providerId="AD" clId="Web-{247F139E-CA44-4B2D-A14A-D2F30FBCEAA4}" dt="2023-03-18T09:37:07.808" v="25"/>
        <pc:sldMkLst>
          <pc:docMk/>
          <pc:sldMk cId="2554846361" sldId="280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808" v="24"/>
        <pc:sldMkLst>
          <pc:docMk/>
          <pc:sldMk cId="310750267" sldId="281"/>
        </pc:sldMkLst>
      </pc:sldChg>
      <pc:sldChg chg="modSp add">
        <pc:chgData name="Rizwan Rashid" userId="S::rizwan.rashid@comsats.edu.pk::12b6bffb-8fd7-410a-bd1e-f473b901c3a4" providerId="AD" clId="Web-{247F139E-CA44-4B2D-A14A-D2F30FBCEAA4}" dt="2023-03-18T10:57:12.180" v="378" actId="20577"/>
        <pc:sldMkLst>
          <pc:docMk/>
          <pc:sldMk cId="3463794225" sldId="281"/>
        </pc:sldMkLst>
        <pc:spChg chg="mod">
          <ac:chgData name="Rizwan Rashid" userId="S::rizwan.rashid@comsats.edu.pk::12b6bffb-8fd7-410a-bd1e-f473b901c3a4" providerId="AD" clId="Web-{247F139E-CA44-4B2D-A14A-D2F30FBCEAA4}" dt="2023-03-18T10:57:12.180" v="378" actId="20577"/>
          <ac:spMkLst>
            <pc:docMk/>
            <pc:sldMk cId="3463794225" sldId="281"/>
            <ac:spMk id="420867" creationId="{00000000-0000-0000-0000-000000000000}"/>
          </ac:spMkLst>
        </pc:spChg>
      </pc:sldChg>
      <pc:sldChg chg="modSp add">
        <pc:chgData name="Rizwan Rashid" userId="S::rizwan.rashid@comsats.edu.pk::12b6bffb-8fd7-410a-bd1e-f473b901c3a4" providerId="AD" clId="Web-{247F139E-CA44-4B2D-A14A-D2F30FBCEAA4}" dt="2023-03-18T11:00:51.499" v="391" actId="20577"/>
        <pc:sldMkLst>
          <pc:docMk/>
          <pc:sldMk cId="1222195488" sldId="282"/>
        </pc:sldMkLst>
        <pc:spChg chg="mod">
          <ac:chgData name="Rizwan Rashid" userId="S::rizwan.rashid@comsats.edu.pk::12b6bffb-8fd7-410a-bd1e-f473b901c3a4" providerId="AD" clId="Web-{247F139E-CA44-4B2D-A14A-D2F30FBCEAA4}" dt="2023-03-18T11:00:51.499" v="391" actId="20577"/>
          <ac:spMkLst>
            <pc:docMk/>
            <pc:sldMk cId="1222195488" sldId="282"/>
            <ac:spMk id="3" creationId="{00000000-0000-0000-0000-000000000000}"/>
          </ac:spMkLst>
        </pc:spChg>
      </pc:sldChg>
      <pc:sldChg chg="del">
        <pc:chgData name="Rizwan Rashid" userId="S::rizwan.rashid@comsats.edu.pk::12b6bffb-8fd7-410a-bd1e-f473b901c3a4" providerId="AD" clId="Web-{247F139E-CA44-4B2D-A14A-D2F30FBCEAA4}" dt="2023-03-18T09:37:07.808" v="23"/>
        <pc:sldMkLst>
          <pc:docMk/>
          <pc:sldMk cId="1653349153" sldId="283"/>
        </pc:sldMkLst>
      </pc:sldChg>
      <pc:sldChg chg="add">
        <pc:chgData name="Rizwan Rashid" userId="S::rizwan.rashid@comsats.edu.pk::12b6bffb-8fd7-410a-bd1e-f473b901c3a4" providerId="AD" clId="Web-{247F139E-CA44-4B2D-A14A-D2F30FBCEAA4}" dt="2023-03-18T10:58:22.120" v="380"/>
        <pc:sldMkLst>
          <pc:docMk/>
          <pc:sldMk cId="1906325941" sldId="283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808" v="22"/>
        <pc:sldMkLst>
          <pc:docMk/>
          <pc:sldMk cId="596579241" sldId="284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808" v="21"/>
        <pc:sldMkLst>
          <pc:docMk/>
          <pc:sldMk cId="859655136" sldId="285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793" v="19"/>
        <pc:sldMkLst>
          <pc:docMk/>
          <pc:sldMk cId="1110110904" sldId="288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808" v="20"/>
        <pc:sldMkLst>
          <pc:docMk/>
          <pc:sldMk cId="4185864543" sldId="289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793" v="18"/>
        <pc:sldMkLst>
          <pc:docMk/>
          <pc:sldMk cId="1431043225" sldId="290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793" v="17"/>
        <pc:sldMkLst>
          <pc:docMk/>
          <pc:sldMk cId="2826038969" sldId="291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793" v="14"/>
        <pc:sldMkLst>
          <pc:docMk/>
          <pc:sldMk cId="1923366079" sldId="292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793" v="13"/>
        <pc:sldMkLst>
          <pc:docMk/>
          <pc:sldMk cId="1102360198" sldId="293"/>
        </pc:sldMkLst>
      </pc:sldChg>
      <pc:sldMasterChg chg="add addSldLayout">
        <pc:chgData name="Rizwan Rashid" userId="S::rizwan.rashid@comsats.edu.pk::12b6bffb-8fd7-410a-bd1e-f473b901c3a4" providerId="AD" clId="Web-{247F139E-CA44-4B2D-A14A-D2F30FBCEAA4}" dt="2023-03-18T09:43:16.442" v="43"/>
        <pc:sldMasterMkLst>
          <pc:docMk/>
          <pc:sldMasterMk cId="0" sldId="2147483672"/>
        </pc:sldMasterMkLst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73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74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75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76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77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78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79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80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81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82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83"/>
          </pc:sldLayoutMkLst>
        </pc:sldLayoutChg>
      </pc:sldMasterChg>
    </pc:docChg>
  </pc:docChgLst>
  <pc:docChgLst>
    <pc:chgData name="Rizwan Rashid" userId="S::rizwan.rashid@comsats.edu.pk::12b6bffb-8fd7-410a-bd1e-f473b901c3a4" providerId="AD" clId="Web-{76F29E95-FFFC-A866-A8F9-B22F28778647}"/>
    <pc:docChg chg="addSld delSld modSld">
      <pc:chgData name="Rizwan Rashid" userId="S::rizwan.rashid@comsats.edu.pk::12b6bffb-8fd7-410a-bd1e-f473b901c3a4" providerId="AD" clId="Web-{76F29E95-FFFC-A866-A8F9-B22F28778647}" dt="2023-04-07T20:37:34.793" v="439" actId="14100"/>
      <pc:docMkLst>
        <pc:docMk/>
      </pc:docMkLst>
      <pc:sldChg chg="modSp mod modClrScheme chgLayout">
        <pc:chgData name="Rizwan Rashid" userId="S::rizwan.rashid@comsats.edu.pk::12b6bffb-8fd7-410a-bd1e-f473b901c3a4" providerId="AD" clId="Web-{76F29E95-FFFC-A866-A8F9-B22F28778647}" dt="2023-04-07T19:37:33.342" v="19"/>
        <pc:sldMkLst>
          <pc:docMk/>
          <pc:sldMk cId="3759789600" sldId="275"/>
        </pc:sldMkLst>
        <pc:spChg chg="mod ord">
          <ac:chgData name="Rizwan Rashid" userId="S::rizwan.rashid@comsats.edu.pk::12b6bffb-8fd7-410a-bd1e-f473b901c3a4" providerId="AD" clId="Web-{76F29E95-FFFC-A866-A8F9-B22F28778647}" dt="2023-04-07T19:37:33.342" v="19"/>
          <ac:spMkLst>
            <pc:docMk/>
            <pc:sldMk cId="3759789600" sldId="275"/>
            <ac:spMk id="3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76F29E95-FFFC-A866-A8F9-B22F28778647}" dt="2023-04-07T19:37:33.342" v="19"/>
          <ac:spMkLst>
            <pc:docMk/>
            <pc:sldMk cId="3759789600" sldId="275"/>
            <ac:spMk id="15361" creationId="{00000000-0000-0000-0000-000000000000}"/>
          </ac:spMkLst>
        </pc:spChg>
      </pc:sldChg>
      <pc:sldChg chg="del">
        <pc:chgData name="Rizwan Rashid" userId="S::rizwan.rashid@comsats.edu.pk::12b6bffb-8fd7-410a-bd1e-f473b901c3a4" providerId="AD" clId="Web-{76F29E95-FFFC-A866-A8F9-B22F28778647}" dt="2023-04-07T19:37:15.232" v="17"/>
        <pc:sldMkLst>
          <pc:docMk/>
          <pc:sldMk cId="1560131990" sldId="276"/>
        </pc:sldMkLst>
      </pc:sldChg>
      <pc:sldChg chg="addSp delSp modSp new">
        <pc:chgData name="Rizwan Rashid" userId="S::rizwan.rashid@comsats.edu.pk::12b6bffb-8fd7-410a-bd1e-f473b901c3a4" providerId="AD" clId="Web-{76F29E95-FFFC-A866-A8F9-B22F28778647}" dt="2023-04-07T19:54:41.208" v="246"/>
        <pc:sldMkLst>
          <pc:docMk/>
          <pc:sldMk cId="4102888493" sldId="276"/>
        </pc:sldMkLst>
        <pc:spChg chg="mod">
          <ac:chgData name="Rizwan Rashid" userId="S::rizwan.rashid@comsats.edu.pk::12b6bffb-8fd7-410a-bd1e-f473b901c3a4" providerId="AD" clId="Web-{76F29E95-FFFC-A866-A8F9-B22F28778647}" dt="2023-04-07T19:38:18.109" v="31" actId="20577"/>
          <ac:spMkLst>
            <pc:docMk/>
            <pc:sldMk cId="4102888493" sldId="276"/>
            <ac:spMk id="2" creationId="{9270F429-F5A4-74A2-7AF4-A862B833C305}"/>
          </ac:spMkLst>
        </pc:spChg>
        <pc:spChg chg="mod">
          <ac:chgData name="Rizwan Rashid" userId="S::rizwan.rashid@comsats.edu.pk::12b6bffb-8fd7-410a-bd1e-f473b901c3a4" providerId="AD" clId="Web-{76F29E95-FFFC-A866-A8F9-B22F28778647}" dt="2023-04-07T19:52:50.674" v="218" actId="20577"/>
          <ac:spMkLst>
            <pc:docMk/>
            <pc:sldMk cId="4102888493" sldId="276"/>
            <ac:spMk id="3" creationId="{76CA6E01-EEE5-4382-E1CD-F72923ED3FFF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19:38:21.828" v="33" actId="20577"/>
          <ac:spMkLst>
            <pc:docMk/>
            <pc:sldMk cId="4102888493" sldId="276"/>
            <ac:spMk id="5" creationId="{6BFC4FE6-5854-491F-899C-18F413AC9627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19:43:38.383" v="128" actId="1076"/>
          <ac:spMkLst>
            <pc:docMk/>
            <pc:sldMk cId="4102888493" sldId="276"/>
            <ac:spMk id="6" creationId="{3F3FFE43-6EDC-76AE-2ED4-001805AEA7AD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19:44:24.040" v="134" actId="1076"/>
          <ac:spMkLst>
            <pc:docMk/>
            <pc:sldMk cId="4102888493" sldId="276"/>
            <ac:spMk id="7" creationId="{A78C03AF-3118-DEAA-4566-BB9BAC48BF29}"/>
          </ac:spMkLst>
        </pc:spChg>
        <pc:spChg chg="add del">
          <ac:chgData name="Rizwan Rashid" userId="S::rizwan.rashid@comsats.edu.pk::12b6bffb-8fd7-410a-bd1e-f473b901c3a4" providerId="AD" clId="Web-{76F29E95-FFFC-A866-A8F9-B22F28778647}" dt="2023-04-07T19:43:33.992" v="126"/>
          <ac:spMkLst>
            <pc:docMk/>
            <pc:sldMk cId="4102888493" sldId="276"/>
            <ac:spMk id="8" creationId="{BE1D175E-4E62-9256-96E8-B9BF340B62C8}"/>
          </ac:spMkLst>
        </pc:spChg>
        <pc:spChg chg="add del mod">
          <ac:chgData name="Rizwan Rashid" userId="S::rizwan.rashid@comsats.edu.pk::12b6bffb-8fd7-410a-bd1e-f473b901c3a4" providerId="AD" clId="Web-{76F29E95-FFFC-A866-A8F9-B22F28778647}" dt="2023-04-07T19:54:11.879" v="237"/>
          <ac:spMkLst>
            <pc:docMk/>
            <pc:sldMk cId="4102888493" sldId="276"/>
            <ac:spMk id="11" creationId="{3A1A09A8-6223-8358-20A1-C067774432D3}"/>
          </ac:spMkLst>
        </pc:spChg>
        <pc:spChg chg="add del mod">
          <ac:chgData name="Rizwan Rashid" userId="S::rizwan.rashid@comsats.edu.pk::12b6bffb-8fd7-410a-bd1e-f473b901c3a4" providerId="AD" clId="Web-{76F29E95-FFFC-A866-A8F9-B22F28778647}" dt="2023-04-07T19:54:41.208" v="246"/>
          <ac:spMkLst>
            <pc:docMk/>
            <pc:sldMk cId="4102888493" sldId="276"/>
            <ac:spMk id="12" creationId="{AA5332E1-FC7E-8279-007D-6D73C52A493E}"/>
          </ac:spMkLst>
        </pc:spChg>
        <pc:grpChg chg="add del mod">
          <ac:chgData name="Rizwan Rashid" userId="S::rizwan.rashid@comsats.edu.pk::12b6bffb-8fd7-410a-bd1e-f473b901c3a4" providerId="AD" clId="Web-{76F29E95-FFFC-A866-A8F9-B22F28778647}" dt="2023-04-07T19:52:52.361" v="219"/>
          <ac:grpSpMkLst>
            <pc:docMk/>
            <pc:sldMk cId="4102888493" sldId="276"/>
            <ac:grpSpMk id="10" creationId="{5F0B8C6F-F072-153D-EE2D-D5AAB61A3F45}"/>
          </ac:grpSpMkLst>
        </pc:grpChg>
        <pc:cxnChg chg="add mod">
          <ac:chgData name="Rizwan Rashid" userId="S::rizwan.rashid@comsats.edu.pk::12b6bffb-8fd7-410a-bd1e-f473b901c3a4" providerId="AD" clId="Web-{76F29E95-FFFC-A866-A8F9-B22F28778647}" dt="2023-04-07T19:50:33.809" v="204"/>
          <ac:cxnSpMkLst>
            <pc:docMk/>
            <pc:sldMk cId="4102888493" sldId="276"/>
            <ac:cxnSpMk id="9" creationId="{ACD6DAC1-7C4F-36CB-E95F-8FFF73B5D06D}"/>
          </ac:cxnSpMkLst>
        </pc:cxnChg>
      </pc:sldChg>
      <pc:sldChg chg="addSp delSp modSp new">
        <pc:chgData name="Rizwan Rashid" userId="S::rizwan.rashid@comsats.edu.pk::12b6bffb-8fd7-410a-bd1e-f473b901c3a4" providerId="AD" clId="Web-{76F29E95-FFFC-A866-A8F9-B22F28778647}" dt="2023-04-07T20:08:19.216" v="401" actId="1076"/>
        <pc:sldMkLst>
          <pc:docMk/>
          <pc:sldMk cId="1376988799" sldId="277"/>
        </pc:sldMkLst>
        <pc:spChg chg="mod">
          <ac:chgData name="Rizwan Rashid" userId="S::rizwan.rashid@comsats.edu.pk::12b6bffb-8fd7-410a-bd1e-f473b901c3a4" providerId="AD" clId="Web-{76F29E95-FFFC-A866-A8F9-B22F28778647}" dt="2023-04-07T19:53:59.707" v="233" actId="20577"/>
          <ac:spMkLst>
            <pc:docMk/>
            <pc:sldMk cId="1376988799" sldId="277"/>
            <ac:spMk id="2" creationId="{92149DD8-02A6-D83C-40FF-AE9F5C956363}"/>
          </ac:spMkLst>
        </pc:spChg>
        <pc:spChg chg="del">
          <ac:chgData name="Rizwan Rashid" userId="S::rizwan.rashid@comsats.edu.pk::12b6bffb-8fd7-410a-bd1e-f473b901c3a4" providerId="AD" clId="Web-{76F29E95-FFFC-A866-A8F9-B22F28778647}" dt="2023-04-07T19:49:54.621" v="198"/>
          <ac:spMkLst>
            <pc:docMk/>
            <pc:sldMk cId="1376988799" sldId="277"/>
            <ac:spMk id="3" creationId="{72EBA319-63EB-AEF4-7FC9-9811487E5F06}"/>
          </ac:spMkLst>
        </pc:spChg>
        <pc:spChg chg="add topLvl">
          <ac:chgData name="Rizwan Rashid" userId="S::rizwan.rashid@comsats.edu.pk::12b6bffb-8fd7-410a-bd1e-f473b901c3a4" providerId="AD" clId="Web-{76F29E95-FFFC-A866-A8F9-B22F28778647}" dt="2023-04-07T19:58:46.136" v="291"/>
          <ac:spMkLst>
            <pc:docMk/>
            <pc:sldMk cId="1376988799" sldId="277"/>
            <ac:spMk id="7" creationId="{A4F24C3A-B6C0-27E3-87D8-6F04E4CDAC64}"/>
          </ac:spMkLst>
        </pc:spChg>
        <pc:spChg chg="add topLvl">
          <ac:chgData name="Rizwan Rashid" userId="S::rizwan.rashid@comsats.edu.pk::12b6bffb-8fd7-410a-bd1e-f473b901c3a4" providerId="AD" clId="Web-{76F29E95-FFFC-A866-A8F9-B22F28778647}" dt="2023-04-07T19:58:46.136" v="291"/>
          <ac:spMkLst>
            <pc:docMk/>
            <pc:sldMk cId="1376988799" sldId="277"/>
            <ac:spMk id="8" creationId="{1A679B92-0E75-F3ED-B7B0-895F41651C2B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20:07:48.684" v="398" actId="20577"/>
          <ac:spMkLst>
            <pc:docMk/>
            <pc:sldMk cId="1376988799" sldId="277"/>
            <ac:spMk id="11" creationId="{C2A67F16-7A3F-6658-BE5B-24628DFEF90D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19:55:31.787" v="257" actId="14100"/>
          <ac:spMkLst>
            <pc:docMk/>
            <pc:sldMk cId="1376988799" sldId="277"/>
            <ac:spMk id="12" creationId="{8176494F-4465-7334-DEC1-B1BE7EC532F8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19:54:53.755" v="250" actId="14100"/>
          <ac:spMkLst>
            <pc:docMk/>
            <pc:sldMk cId="1376988799" sldId="277"/>
            <ac:spMk id="13" creationId="{68827750-265A-7DED-CF3C-59625042C15C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20:08:19.216" v="401" actId="1076"/>
          <ac:spMkLst>
            <pc:docMk/>
            <pc:sldMk cId="1376988799" sldId="277"/>
            <ac:spMk id="14" creationId="{4FEB2F7A-BA20-5EDA-DC63-A426B8A6B5EF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20:00:38.095" v="295"/>
          <ac:spMkLst>
            <pc:docMk/>
            <pc:sldMk cId="1376988799" sldId="277"/>
            <ac:spMk id="16" creationId="{7C037A91-5153-31A6-66B4-D335E3B19F5B}"/>
          </ac:spMkLst>
        </pc:spChg>
        <pc:spChg chg="add del mod">
          <ac:chgData name="Rizwan Rashid" userId="S::rizwan.rashid@comsats.edu.pk::12b6bffb-8fd7-410a-bd1e-f473b901c3a4" providerId="AD" clId="Web-{76F29E95-FFFC-A866-A8F9-B22F28778647}" dt="2023-04-07T20:07:28.434" v="391"/>
          <ac:spMkLst>
            <pc:docMk/>
            <pc:sldMk cId="1376988799" sldId="277"/>
            <ac:spMk id="18" creationId="{E870CE80-A509-C5F8-8646-1E3805B965C1}"/>
          </ac:spMkLst>
        </pc:spChg>
        <pc:grpChg chg="add del mod">
          <ac:chgData name="Rizwan Rashid" userId="S::rizwan.rashid@comsats.edu.pk::12b6bffb-8fd7-410a-bd1e-f473b901c3a4" providerId="AD" clId="Web-{76F29E95-FFFC-A866-A8F9-B22F28778647}" dt="2023-04-07T19:58:46.136" v="291"/>
          <ac:grpSpMkLst>
            <pc:docMk/>
            <pc:sldMk cId="1376988799" sldId="277"/>
            <ac:grpSpMk id="6" creationId="{E1E42386-50DA-E669-2125-754C5757D5BE}"/>
          </ac:grpSpMkLst>
        </pc:grpChg>
        <pc:grpChg chg="add">
          <ac:chgData name="Rizwan Rashid" userId="S::rizwan.rashid@comsats.edu.pk::12b6bffb-8fd7-410a-bd1e-f473b901c3a4" providerId="AD" clId="Web-{76F29E95-FFFC-A866-A8F9-B22F28778647}" dt="2023-04-07T20:00:47.752" v="296"/>
          <ac:grpSpMkLst>
            <pc:docMk/>
            <pc:sldMk cId="1376988799" sldId="277"/>
            <ac:grpSpMk id="17" creationId="{7F2C144B-730B-9EF1-E73E-ED9C7D21BF92}"/>
          </ac:grpSpMkLst>
        </pc:grpChg>
        <pc:grpChg chg="add mod">
          <ac:chgData name="Rizwan Rashid" userId="S::rizwan.rashid@comsats.edu.pk::12b6bffb-8fd7-410a-bd1e-f473b901c3a4" providerId="AD" clId="Web-{76F29E95-FFFC-A866-A8F9-B22F28778647}" dt="2023-04-07T20:08:11.216" v="400" actId="1076"/>
          <ac:grpSpMkLst>
            <pc:docMk/>
            <pc:sldMk cId="1376988799" sldId="277"/>
            <ac:grpSpMk id="19" creationId="{1600B148-9FCF-8A90-BEDF-DA75FD3026ED}"/>
          </ac:grpSpMkLst>
        </pc:grpChg>
        <pc:picChg chg="add del mod ord">
          <ac:chgData name="Rizwan Rashid" userId="S::rizwan.rashid@comsats.edu.pk::12b6bffb-8fd7-410a-bd1e-f473b901c3a4" providerId="AD" clId="Web-{76F29E95-FFFC-A866-A8F9-B22F28778647}" dt="2023-04-07T19:53:43.628" v="222"/>
          <ac:picMkLst>
            <pc:docMk/>
            <pc:sldMk cId="1376988799" sldId="277"/>
            <ac:picMk id="5" creationId="{9508C448-EB8B-D45F-4973-D8D87645689C}"/>
          </ac:picMkLst>
        </pc:picChg>
        <pc:picChg chg="add del mod">
          <ac:chgData name="Rizwan Rashid" userId="S::rizwan.rashid@comsats.edu.pk::12b6bffb-8fd7-410a-bd1e-f473b901c3a4" providerId="AD" clId="Web-{76F29E95-FFFC-A866-A8F9-B22F28778647}" dt="2023-04-07T20:06:59.933" v="385"/>
          <ac:picMkLst>
            <pc:docMk/>
            <pc:sldMk cId="1376988799" sldId="277"/>
            <ac:picMk id="15" creationId="{1E53D888-BC4B-B749-77C8-54A40158DC13}"/>
          </ac:picMkLst>
        </pc:picChg>
        <pc:cxnChg chg="add topLvl">
          <ac:chgData name="Rizwan Rashid" userId="S::rizwan.rashid@comsats.edu.pk::12b6bffb-8fd7-410a-bd1e-f473b901c3a4" providerId="AD" clId="Web-{76F29E95-FFFC-A866-A8F9-B22F28778647}" dt="2023-04-07T19:58:46.136" v="291"/>
          <ac:cxnSpMkLst>
            <pc:docMk/>
            <pc:sldMk cId="1376988799" sldId="277"/>
            <ac:cxnSpMk id="9" creationId="{64BFE5CB-8D1C-36CA-31DC-515514D027F0}"/>
          </ac:cxnSpMkLst>
        </pc:cxnChg>
      </pc:sldChg>
      <pc:sldChg chg="del">
        <pc:chgData name="Rizwan Rashid" userId="S::rizwan.rashid@comsats.edu.pk::12b6bffb-8fd7-410a-bd1e-f473b901c3a4" providerId="AD" clId="Web-{76F29E95-FFFC-A866-A8F9-B22F28778647}" dt="2023-04-07T19:37:15.232" v="16"/>
        <pc:sldMkLst>
          <pc:docMk/>
          <pc:sldMk cId="1463831886" sldId="277"/>
        </pc:sldMkLst>
      </pc:sldChg>
      <pc:sldChg chg="del">
        <pc:chgData name="Rizwan Rashid" userId="S::rizwan.rashid@comsats.edu.pk::12b6bffb-8fd7-410a-bd1e-f473b901c3a4" providerId="AD" clId="Web-{76F29E95-FFFC-A866-A8F9-B22F28778647}" dt="2023-04-07T19:37:15.232" v="15"/>
        <pc:sldMkLst>
          <pc:docMk/>
          <pc:sldMk cId="1652810489" sldId="278"/>
        </pc:sldMkLst>
      </pc:sldChg>
      <pc:sldChg chg="addSp delSp modSp new mod modClrScheme chgLayout">
        <pc:chgData name="Rizwan Rashid" userId="S::rizwan.rashid@comsats.edu.pk::12b6bffb-8fd7-410a-bd1e-f473b901c3a4" providerId="AD" clId="Web-{76F29E95-FFFC-A866-A8F9-B22F28778647}" dt="2023-04-07T20:09:10.937" v="410" actId="1076"/>
        <pc:sldMkLst>
          <pc:docMk/>
          <pc:sldMk cId="3512611806" sldId="278"/>
        </pc:sldMkLst>
        <pc:spChg chg="mod">
          <ac:chgData name="Rizwan Rashid" userId="S::rizwan.rashid@comsats.edu.pk::12b6bffb-8fd7-410a-bd1e-f473b901c3a4" providerId="AD" clId="Web-{76F29E95-FFFC-A866-A8F9-B22F28778647}" dt="2023-04-07T20:07:16.418" v="389"/>
          <ac:spMkLst>
            <pc:docMk/>
            <pc:sldMk cId="3512611806" sldId="278"/>
            <ac:spMk id="2" creationId="{FAA0AEF8-BA4F-D711-096C-A2ACA902953C}"/>
          </ac:spMkLst>
        </pc:spChg>
        <pc:spChg chg="del">
          <ac:chgData name="Rizwan Rashid" userId="S::rizwan.rashid@comsats.edu.pk::12b6bffb-8fd7-410a-bd1e-f473b901c3a4" providerId="AD" clId="Web-{76F29E95-FFFC-A866-A8F9-B22F28778647}" dt="2023-04-07T20:06:20.041" v="364"/>
          <ac:spMkLst>
            <pc:docMk/>
            <pc:sldMk cId="3512611806" sldId="278"/>
            <ac:spMk id="3" creationId="{C2900AE0-67D6-0EEA-0D2D-B521B2C0CCE7}"/>
          </ac:spMkLst>
        </pc:spChg>
        <pc:spChg chg="mod ord">
          <ac:chgData name="Rizwan Rashid" userId="S::rizwan.rashid@comsats.edu.pk::12b6bffb-8fd7-410a-bd1e-f473b901c3a4" providerId="AD" clId="Web-{76F29E95-FFFC-A866-A8F9-B22F28778647}" dt="2023-04-07T20:07:16.418" v="389"/>
          <ac:spMkLst>
            <pc:docMk/>
            <pc:sldMk cId="3512611806" sldId="278"/>
            <ac:spMk id="4" creationId="{3BD79C5A-133F-E206-A454-7FA83D1BBFBF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20:07:25.028" v="390" actId="1076"/>
          <ac:spMkLst>
            <pc:docMk/>
            <pc:sldMk cId="3512611806" sldId="278"/>
            <ac:spMk id="5" creationId="{841E3F86-929E-4A93-EFBE-6BE34CC149BD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20:07:34.715" v="393" actId="1076"/>
          <ac:spMkLst>
            <pc:docMk/>
            <pc:sldMk cId="3512611806" sldId="278"/>
            <ac:spMk id="7" creationId="{592438F6-70DF-E16E-1DF0-C314C961CBDC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20:09:10.937" v="410" actId="1076"/>
          <ac:spMkLst>
            <pc:docMk/>
            <pc:sldMk cId="3512611806" sldId="278"/>
            <ac:spMk id="8" creationId="{B9156628-7E45-7A68-2EAA-D5EA27E5D829}"/>
          </ac:spMkLst>
        </pc:spChg>
        <pc:picChg chg="add mod">
          <ac:chgData name="Rizwan Rashid" userId="S::rizwan.rashid@comsats.edu.pk::12b6bffb-8fd7-410a-bd1e-f473b901c3a4" providerId="AD" clId="Web-{76F29E95-FFFC-A866-A8F9-B22F28778647}" dt="2023-04-07T20:07:16.418" v="389"/>
          <ac:picMkLst>
            <pc:docMk/>
            <pc:sldMk cId="3512611806" sldId="278"/>
            <ac:picMk id="6" creationId="{805EB43E-C419-7FC3-632C-56174266F5CD}"/>
          </ac:picMkLst>
        </pc:picChg>
      </pc:sldChg>
      <pc:sldChg chg="delSp modSp new del">
        <pc:chgData name="Rizwan Rashid" userId="S::rizwan.rashid@comsats.edu.pk::12b6bffb-8fd7-410a-bd1e-f473b901c3a4" providerId="AD" clId="Web-{76F29E95-FFFC-A866-A8F9-B22F28778647}" dt="2023-04-07T20:12:18.317" v="427"/>
        <pc:sldMkLst>
          <pc:docMk/>
          <pc:sldMk cId="917970209" sldId="279"/>
        </pc:sldMkLst>
        <pc:spChg chg="mod">
          <ac:chgData name="Rizwan Rashid" userId="S::rizwan.rashid@comsats.edu.pk::12b6bffb-8fd7-410a-bd1e-f473b901c3a4" providerId="AD" clId="Web-{76F29E95-FFFC-A866-A8F9-B22F28778647}" dt="2023-04-07T20:12:01.582" v="420" actId="20577"/>
          <ac:spMkLst>
            <pc:docMk/>
            <pc:sldMk cId="917970209" sldId="279"/>
            <ac:spMk id="2" creationId="{22AA1EB0-3B2A-32E2-D0D1-D7AEDB3DFB92}"/>
          </ac:spMkLst>
        </pc:spChg>
        <pc:spChg chg="del">
          <ac:chgData name="Rizwan Rashid" userId="S::rizwan.rashid@comsats.edu.pk::12b6bffb-8fd7-410a-bd1e-f473b901c3a4" providerId="AD" clId="Web-{76F29E95-FFFC-A866-A8F9-B22F28778647}" dt="2023-04-07T20:11:18.925" v="416"/>
          <ac:spMkLst>
            <pc:docMk/>
            <pc:sldMk cId="917970209" sldId="279"/>
            <ac:spMk id="3" creationId="{1109C2C2-20D4-5B60-DBEF-DC8BF8DBF7DB}"/>
          </ac:spMkLst>
        </pc:spChg>
      </pc:sldChg>
      <pc:sldChg chg="del">
        <pc:chgData name="Rizwan Rashid" userId="S::rizwan.rashid@comsats.edu.pk::12b6bffb-8fd7-410a-bd1e-f473b901c3a4" providerId="AD" clId="Web-{76F29E95-FFFC-A866-A8F9-B22F28778647}" dt="2023-04-07T19:37:15.232" v="14"/>
        <pc:sldMkLst>
          <pc:docMk/>
          <pc:sldMk cId="3841986795" sldId="279"/>
        </pc:sldMkLst>
      </pc:sldChg>
      <pc:sldChg chg="addSp delSp modSp add">
        <pc:chgData name="Rizwan Rashid" userId="S::rizwan.rashid@comsats.edu.pk::12b6bffb-8fd7-410a-bd1e-f473b901c3a4" providerId="AD" clId="Web-{76F29E95-FFFC-A866-A8F9-B22F28778647}" dt="2023-04-07T20:12:14.552" v="426" actId="14100"/>
        <pc:sldMkLst>
          <pc:docMk/>
          <pc:sldMk cId="2774530384" sldId="280"/>
        </pc:sldMkLst>
        <pc:spChg chg="add mod">
          <ac:chgData name="Rizwan Rashid" userId="S::rizwan.rashid@comsats.edu.pk::12b6bffb-8fd7-410a-bd1e-f473b901c3a4" providerId="AD" clId="Web-{76F29E95-FFFC-A866-A8F9-B22F28778647}" dt="2023-04-07T20:12:08.161" v="423" actId="20577"/>
          <ac:spMkLst>
            <pc:docMk/>
            <pc:sldMk cId="2774530384" sldId="280"/>
            <ac:spMk id="3" creationId="{E04742AC-F76E-26E0-060D-EFB82895DD2A}"/>
          </ac:spMkLst>
        </pc:spChg>
        <pc:spChg chg="del">
          <ac:chgData name="Rizwan Rashid" userId="S::rizwan.rashid@comsats.edu.pk::12b6bffb-8fd7-410a-bd1e-f473b901c3a4" providerId="AD" clId="Web-{76F29E95-FFFC-A866-A8F9-B22F28778647}" dt="2023-04-07T20:11:52.863" v="418"/>
          <ac:spMkLst>
            <pc:docMk/>
            <pc:sldMk cId="2774530384" sldId="280"/>
            <ac:spMk id="941058" creationId="{31086CEA-A01D-D519-440A-96DF74A639C2}"/>
          </ac:spMkLst>
        </pc:spChg>
        <pc:graphicFrameChg chg="mod">
          <ac:chgData name="Rizwan Rashid" userId="S::rizwan.rashid@comsats.edu.pk::12b6bffb-8fd7-410a-bd1e-f473b901c3a4" providerId="AD" clId="Web-{76F29E95-FFFC-A866-A8F9-B22F28778647}" dt="2023-04-07T20:12:14.552" v="426" actId="14100"/>
          <ac:graphicFrameMkLst>
            <pc:docMk/>
            <pc:sldMk cId="2774530384" sldId="280"/>
            <ac:graphicFrameMk id="21507" creationId="{3803B7A9-A394-D15F-E5D9-7A904FCE097C}"/>
          </ac:graphicFrameMkLst>
        </pc:graphicFrameChg>
      </pc:sldChg>
      <pc:sldChg chg="del">
        <pc:chgData name="Rizwan Rashid" userId="S::rizwan.rashid@comsats.edu.pk::12b6bffb-8fd7-410a-bd1e-f473b901c3a4" providerId="AD" clId="Web-{76F29E95-FFFC-A866-A8F9-B22F28778647}" dt="2023-04-07T19:37:15.232" v="12"/>
        <pc:sldMkLst>
          <pc:docMk/>
          <pc:sldMk cId="3942880366" sldId="280"/>
        </pc:sldMkLst>
      </pc:sldChg>
      <pc:sldChg chg="del">
        <pc:chgData name="Rizwan Rashid" userId="S::rizwan.rashid@comsats.edu.pk::12b6bffb-8fd7-410a-bd1e-f473b901c3a4" providerId="AD" clId="Web-{76F29E95-FFFC-A866-A8F9-B22F28778647}" dt="2023-04-07T19:37:15.232" v="11"/>
        <pc:sldMkLst>
          <pc:docMk/>
          <pc:sldMk cId="1283913959" sldId="281"/>
        </pc:sldMkLst>
      </pc:sldChg>
      <pc:sldChg chg="new">
        <pc:chgData name="Rizwan Rashid" userId="S::rizwan.rashid@comsats.edu.pk::12b6bffb-8fd7-410a-bd1e-f473b901c3a4" providerId="AD" clId="Web-{76F29E95-FFFC-A866-A8F9-B22F28778647}" dt="2023-04-07T20:36:34.088" v="428"/>
        <pc:sldMkLst>
          <pc:docMk/>
          <pc:sldMk cId="2712783076" sldId="281"/>
        </pc:sldMkLst>
      </pc:sldChg>
      <pc:sldChg chg="delSp modSp add">
        <pc:chgData name="Rizwan Rashid" userId="S::rizwan.rashid@comsats.edu.pk::12b6bffb-8fd7-410a-bd1e-f473b901c3a4" providerId="AD" clId="Web-{76F29E95-FFFC-A866-A8F9-B22F28778647}" dt="2023-04-07T20:37:34.793" v="439" actId="14100"/>
        <pc:sldMkLst>
          <pc:docMk/>
          <pc:sldMk cId="2554451700" sldId="282"/>
        </pc:sldMkLst>
        <pc:spChg chg="del">
          <ac:chgData name="Rizwan Rashid" userId="S::rizwan.rashid@comsats.edu.pk::12b6bffb-8fd7-410a-bd1e-f473b901c3a4" providerId="AD" clId="Web-{76F29E95-FFFC-A866-A8F9-B22F28778647}" dt="2023-04-07T20:37:04.229" v="432"/>
          <ac:spMkLst>
            <pc:docMk/>
            <pc:sldMk cId="2554451700" sldId="282"/>
            <ac:spMk id="27653" creationId="{8898CA80-C74F-4FE5-3BBF-0503CE24F2CB}"/>
          </ac:spMkLst>
        </pc:spChg>
        <pc:spChg chg="del">
          <ac:chgData name="Rizwan Rashid" userId="S::rizwan.rashid@comsats.edu.pk::12b6bffb-8fd7-410a-bd1e-f473b901c3a4" providerId="AD" clId="Web-{76F29E95-FFFC-A866-A8F9-B22F28778647}" dt="2023-04-07T20:37:05.261" v="433"/>
          <ac:spMkLst>
            <pc:docMk/>
            <pc:sldMk cId="2554451700" sldId="282"/>
            <ac:spMk id="27654" creationId="{77314121-68A0-3D11-C058-FA531FFAA883}"/>
          </ac:spMkLst>
        </pc:spChg>
        <pc:spChg chg="del">
          <ac:chgData name="Rizwan Rashid" userId="S::rizwan.rashid@comsats.edu.pk::12b6bffb-8fd7-410a-bd1e-f473b901c3a4" providerId="AD" clId="Web-{76F29E95-FFFC-A866-A8F9-B22F28778647}" dt="2023-04-07T20:37:06.011" v="434"/>
          <ac:spMkLst>
            <pc:docMk/>
            <pc:sldMk cId="2554451700" sldId="282"/>
            <ac:spMk id="27655" creationId="{86FFFE4A-D8B2-00EB-CE3C-FBB62C37E263}"/>
          </ac:spMkLst>
        </pc:spChg>
        <pc:spChg chg="del">
          <ac:chgData name="Rizwan Rashid" userId="S::rizwan.rashid@comsats.edu.pk::12b6bffb-8fd7-410a-bd1e-f473b901c3a4" providerId="AD" clId="Web-{76F29E95-FFFC-A866-A8F9-B22F28778647}" dt="2023-04-07T20:37:07.886" v="435"/>
          <ac:spMkLst>
            <pc:docMk/>
            <pc:sldMk cId="2554451700" sldId="282"/>
            <ac:spMk id="27656" creationId="{BB62394E-E8C0-FCB0-60B0-3B9C82AF4F41}"/>
          </ac:spMkLst>
        </pc:spChg>
        <pc:spChg chg="del">
          <ac:chgData name="Rizwan Rashid" userId="S::rizwan.rashid@comsats.edu.pk::12b6bffb-8fd7-410a-bd1e-f473b901c3a4" providerId="AD" clId="Web-{76F29E95-FFFC-A866-A8F9-B22F28778647}" dt="2023-04-07T20:37:09.573" v="436"/>
          <ac:spMkLst>
            <pc:docMk/>
            <pc:sldMk cId="2554451700" sldId="282"/>
            <ac:spMk id="27657" creationId="{A57D361B-6EC4-EB7B-C59D-BDF2B377BB54}"/>
          </ac:spMkLst>
        </pc:spChg>
        <pc:graphicFrameChg chg="mod">
          <ac:chgData name="Rizwan Rashid" userId="S::rizwan.rashid@comsats.edu.pk::12b6bffb-8fd7-410a-bd1e-f473b901c3a4" providerId="AD" clId="Web-{76F29E95-FFFC-A866-A8F9-B22F28778647}" dt="2023-04-07T20:37:34.793" v="439" actId="14100"/>
          <ac:graphicFrameMkLst>
            <pc:docMk/>
            <pc:sldMk cId="2554451700" sldId="282"/>
            <ac:graphicFrameMk id="27659" creationId="{8DA25550-81AF-5AA8-E475-A4AE693F5085}"/>
          </ac:graphicFrameMkLst>
        </pc:graphicFrameChg>
      </pc:sldChg>
      <pc:sldChg chg="del">
        <pc:chgData name="Rizwan Rashid" userId="S::rizwan.rashid@comsats.edu.pk::12b6bffb-8fd7-410a-bd1e-f473b901c3a4" providerId="AD" clId="Web-{76F29E95-FFFC-A866-A8F9-B22F28778647}" dt="2023-04-07T19:37:15.232" v="10"/>
        <pc:sldMkLst>
          <pc:docMk/>
          <pc:sldMk cId="2601961741" sldId="282"/>
        </pc:sldMkLst>
      </pc:sldChg>
      <pc:sldChg chg="del">
        <pc:chgData name="Rizwan Rashid" userId="S::rizwan.rashid@comsats.edu.pk::12b6bffb-8fd7-410a-bd1e-f473b901c3a4" providerId="AD" clId="Web-{76F29E95-FFFC-A866-A8F9-B22F28778647}" dt="2023-04-07T19:37:15.232" v="13"/>
        <pc:sldMkLst>
          <pc:docMk/>
          <pc:sldMk cId="3094194458" sldId="283"/>
        </pc:sldMkLst>
      </pc:sldChg>
      <pc:sldChg chg="del">
        <pc:chgData name="Rizwan Rashid" userId="S::rizwan.rashid@comsats.edu.pk::12b6bffb-8fd7-410a-bd1e-f473b901c3a4" providerId="AD" clId="Web-{76F29E95-FFFC-A866-A8F9-B22F28778647}" dt="2023-04-07T19:37:15.216" v="9"/>
        <pc:sldMkLst>
          <pc:docMk/>
          <pc:sldMk cId="3789719861" sldId="284"/>
        </pc:sldMkLst>
      </pc:sldChg>
      <pc:sldChg chg="del">
        <pc:chgData name="Rizwan Rashid" userId="S::rizwan.rashid@comsats.edu.pk::12b6bffb-8fd7-410a-bd1e-f473b901c3a4" providerId="AD" clId="Web-{76F29E95-FFFC-A866-A8F9-B22F28778647}" dt="2023-04-07T19:37:15.216" v="8"/>
        <pc:sldMkLst>
          <pc:docMk/>
          <pc:sldMk cId="1828009872" sldId="285"/>
        </pc:sldMkLst>
      </pc:sldChg>
      <pc:sldChg chg="del">
        <pc:chgData name="Rizwan Rashid" userId="S::rizwan.rashid@comsats.edu.pk::12b6bffb-8fd7-410a-bd1e-f473b901c3a4" providerId="AD" clId="Web-{76F29E95-FFFC-A866-A8F9-B22F28778647}" dt="2023-04-07T19:37:15.216" v="7"/>
        <pc:sldMkLst>
          <pc:docMk/>
          <pc:sldMk cId="1975213770" sldId="286"/>
        </pc:sldMkLst>
      </pc:sldChg>
      <pc:sldChg chg="del">
        <pc:chgData name="Rizwan Rashid" userId="S::rizwan.rashid@comsats.edu.pk::12b6bffb-8fd7-410a-bd1e-f473b901c3a4" providerId="AD" clId="Web-{76F29E95-FFFC-A866-A8F9-B22F28778647}" dt="2023-04-07T19:37:15.216" v="6"/>
        <pc:sldMkLst>
          <pc:docMk/>
          <pc:sldMk cId="3574240524" sldId="287"/>
        </pc:sldMkLst>
      </pc:sldChg>
    </pc:docChg>
  </pc:docChgLst>
  <pc:docChgLst>
    <pc:chgData name="Rizwan Rashid" userId="S::rizwan.rashid@comsats.edu.pk::12b6bffb-8fd7-410a-bd1e-f473b901c3a4" providerId="AD" clId="Web-{428A155C-0F8F-464B-ACEA-FC72D3167498}"/>
    <pc:docChg chg="addSld delSld modSld addMainMaster delMainMaster modMainMaster">
      <pc:chgData name="Rizwan Rashid" userId="S::rizwan.rashid@comsats.edu.pk::12b6bffb-8fd7-410a-bd1e-f473b901c3a4" providerId="AD" clId="Web-{428A155C-0F8F-464B-ACEA-FC72D3167498}" dt="2023-02-26T13:19:48.156" v="175"/>
      <pc:docMkLst>
        <pc:docMk/>
      </pc:docMkLst>
      <pc:sldChg chg="addSp delSp modSp del mod setBg modClrScheme addAnim delAnim chgLayout">
        <pc:chgData name="Rizwan Rashid" userId="S::rizwan.rashid@comsats.edu.pk::12b6bffb-8fd7-410a-bd1e-f473b901c3a4" providerId="AD" clId="Web-{428A155C-0F8F-464B-ACEA-FC72D3167498}" dt="2023-02-26T09:01:31.299" v="31"/>
        <pc:sldMkLst>
          <pc:docMk/>
          <pc:sldMk cId="109857222" sldId="256"/>
        </pc:sldMkLst>
        <pc:spChg chg="mod">
          <ac:chgData name="Rizwan Rashid" userId="S::rizwan.rashid@comsats.edu.pk::12b6bffb-8fd7-410a-bd1e-f473b901c3a4" providerId="AD" clId="Web-{428A155C-0F8F-464B-ACEA-FC72D3167498}" dt="2023-02-26T09:00:47.314" v="3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Rizwan Rashid" userId="S::rizwan.rashid@comsats.edu.pk::12b6bffb-8fd7-410a-bd1e-f473b901c3a4" providerId="AD" clId="Web-{428A155C-0F8F-464B-ACEA-FC72D3167498}" dt="2023-02-26T09:00:47.314" v="30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Rizwan Rashid" userId="S::rizwan.rashid@comsats.edu.pk::12b6bffb-8fd7-410a-bd1e-f473b901c3a4" providerId="AD" clId="Web-{428A155C-0F8F-464B-ACEA-FC72D3167498}" dt="2023-02-26T09:00:21.891" v="24"/>
          <ac:spMkLst>
            <pc:docMk/>
            <pc:sldMk cId="109857222" sldId="256"/>
            <ac:spMk id="9" creationId="{FDE3B669-D0C6-43C4-9D0E-ED152B12DA46}"/>
          </ac:spMkLst>
        </pc:spChg>
        <pc:spChg chg="add del">
          <ac:chgData name="Rizwan Rashid" userId="S::rizwan.rashid@comsats.edu.pk::12b6bffb-8fd7-410a-bd1e-f473b901c3a4" providerId="AD" clId="Web-{428A155C-0F8F-464B-ACEA-FC72D3167498}" dt="2023-02-26T09:00:21.891" v="24"/>
          <ac:spMkLst>
            <pc:docMk/>
            <pc:sldMk cId="109857222" sldId="256"/>
            <ac:spMk id="11" creationId="{DF3EB82E-2C98-4DF3-A47D-8C0E5CEBBDE9}"/>
          </ac:spMkLst>
        </pc:spChg>
        <pc:spChg chg="add del">
          <ac:chgData name="Rizwan Rashid" userId="S::rizwan.rashid@comsats.edu.pk::12b6bffb-8fd7-410a-bd1e-f473b901c3a4" providerId="AD" clId="Web-{428A155C-0F8F-464B-ACEA-FC72D3167498}" dt="2023-02-26T09:00:21.891" v="24"/>
          <ac:spMkLst>
            <pc:docMk/>
            <pc:sldMk cId="109857222" sldId="256"/>
            <ac:spMk id="13" creationId="{4D169092-DCBB-417F-A67D-ADE032800617}"/>
          </ac:spMkLst>
        </pc:spChg>
        <pc:spChg chg="add del">
          <ac:chgData name="Rizwan Rashid" userId="S::rizwan.rashid@comsats.edu.pk::12b6bffb-8fd7-410a-bd1e-f473b901c3a4" providerId="AD" clId="Web-{428A155C-0F8F-464B-ACEA-FC72D3167498}" dt="2023-02-26T09:00:21.891" v="24"/>
          <ac:spMkLst>
            <pc:docMk/>
            <pc:sldMk cId="109857222" sldId="256"/>
            <ac:spMk id="15" creationId="{C6D1572E-35F2-4C21-AA69-B57A24824991}"/>
          </ac:spMkLst>
        </pc:spChg>
        <pc:spChg chg="add del">
          <ac:chgData name="Rizwan Rashid" userId="S::rizwan.rashid@comsats.edu.pk::12b6bffb-8fd7-410a-bd1e-f473b901c3a4" providerId="AD" clId="Web-{428A155C-0F8F-464B-ACEA-FC72D3167498}" dt="2023-02-26T09:00:47.314" v="30"/>
          <ac:spMkLst>
            <pc:docMk/>
            <pc:sldMk cId="109857222" sldId="256"/>
            <ac:spMk id="17" creationId="{9B37791B-B040-4694-BFDC-8DD132D86E8E}"/>
          </ac:spMkLst>
        </pc:spChg>
        <pc:grpChg chg="add del">
          <ac:chgData name="Rizwan Rashid" userId="S::rizwan.rashid@comsats.edu.pk::12b6bffb-8fd7-410a-bd1e-f473b901c3a4" providerId="AD" clId="Web-{428A155C-0F8F-464B-ACEA-FC72D3167498}" dt="2023-02-26T09:00:47.314" v="30"/>
          <ac:grpSpMkLst>
            <pc:docMk/>
            <pc:sldMk cId="109857222" sldId="256"/>
            <ac:grpSpMk id="19" creationId="{A7900967-84CA-47B4-9F1C-E787BAC1496A}"/>
          </ac:grpSpMkLst>
        </pc:grpChg>
        <pc:picChg chg="add del">
          <ac:chgData name="Rizwan Rashid" userId="S::rizwan.rashid@comsats.edu.pk::12b6bffb-8fd7-410a-bd1e-f473b901c3a4" providerId="AD" clId="Web-{428A155C-0F8F-464B-ACEA-FC72D3167498}" dt="2023-02-26T09:00:21.891" v="24"/>
          <ac:picMkLst>
            <pc:docMk/>
            <pc:sldMk cId="109857222" sldId="256"/>
            <ac:picMk id="4" creationId="{474E665C-E602-10E4-8BBA-B4C7E068DED6}"/>
          </ac:picMkLst>
        </pc:picChg>
        <pc:picChg chg="add del">
          <ac:chgData name="Rizwan Rashid" userId="S::rizwan.rashid@comsats.edu.pk::12b6bffb-8fd7-410a-bd1e-f473b901c3a4" providerId="AD" clId="Web-{428A155C-0F8F-464B-ACEA-FC72D3167498}" dt="2023-02-26T09:00:47.314" v="30"/>
          <ac:picMkLst>
            <pc:docMk/>
            <pc:sldMk cId="109857222" sldId="256"/>
            <ac:picMk id="18" creationId="{DBE254A3-DD34-B185-5C0D-66D8F27B6947}"/>
          </ac:picMkLst>
        </pc:picChg>
      </pc:sldChg>
      <pc:sldChg chg="add del">
        <pc:chgData name="Rizwan Rashid" userId="S::rizwan.rashid@comsats.edu.pk::12b6bffb-8fd7-410a-bd1e-f473b901c3a4" providerId="AD" clId="Web-{428A155C-0F8F-464B-ACEA-FC72D3167498}" dt="2023-02-26T09:02:03.940" v="52"/>
        <pc:sldMkLst>
          <pc:docMk/>
          <pc:sldMk cId="3427086122" sldId="256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40" v="53"/>
        <pc:sldMkLst>
          <pc:docMk/>
          <pc:sldMk cId="381604689" sldId="257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40" v="54"/>
        <pc:sldMkLst>
          <pc:docMk/>
          <pc:sldMk cId="4289819878" sldId="258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40" v="55"/>
        <pc:sldMkLst>
          <pc:docMk/>
          <pc:sldMk cId="2150935657" sldId="259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40" v="56"/>
        <pc:sldMkLst>
          <pc:docMk/>
          <pc:sldMk cId="1315522726" sldId="260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40" v="57"/>
        <pc:sldMkLst>
          <pc:docMk/>
          <pc:sldMk cId="866884974" sldId="261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40" v="58"/>
        <pc:sldMkLst>
          <pc:docMk/>
          <pc:sldMk cId="3964013923" sldId="262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40" v="59"/>
        <pc:sldMkLst>
          <pc:docMk/>
          <pc:sldMk cId="1907603209" sldId="263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40" v="60"/>
        <pc:sldMkLst>
          <pc:docMk/>
          <pc:sldMk cId="969457100" sldId="264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1"/>
        <pc:sldMkLst>
          <pc:docMk/>
          <pc:sldMk cId="2057200506" sldId="265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2"/>
        <pc:sldMkLst>
          <pc:docMk/>
          <pc:sldMk cId="1491540757" sldId="266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3"/>
        <pc:sldMkLst>
          <pc:docMk/>
          <pc:sldMk cId="841362093" sldId="267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4"/>
        <pc:sldMkLst>
          <pc:docMk/>
          <pc:sldMk cId="2144357339" sldId="268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5"/>
        <pc:sldMkLst>
          <pc:docMk/>
          <pc:sldMk cId="503804510" sldId="269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6"/>
        <pc:sldMkLst>
          <pc:docMk/>
          <pc:sldMk cId="182253873" sldId="270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7"/>
        <pc:sldMkLst>
          <pc:docMk/>
          <pc:sldMk cId="3615528794" sldId="271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8"/>
        <pc:sldMkLst>
          <pc:docMk/>
          <pc:sldMk cId="1334799637" sldId="272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9"/>
        <pc:sldMkLst>
          <pc:docMk/>
          <pc:sldMk cId="3762849016" sldId="273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70"/>
        <pc:sldMkLst>
          <pc:docMk/>
          <pc:sldMk cId="1740302303" sldId="274"/>
        </pc:sldMkLst>
      </pc:sldChg>
      <pc:sldChg chg="modSp add">
        <pc:chgData name="Rizwan Rashid" userId="S::rizwan.rashid@comsats.edu.pk::12b6bffb-8fd7-410a-bd1e-f473b901c3a4" providerId="AD" clId="Web-{428A155C-0F8F-464B-ACEA-FC72D3167498}" dt="2023-02-26T09:02:42.473" v="84" actId="20577"/>
        <pc:sldMkLst>
          <pc:docMk/>
          <pc:sldMk cId="3759789600" sldId="275"/>
        </pc:sldMkLst>
        <pc:spChg chg="mod">
          <ac:chgData name="Rizwan Rashid" userId="S::rizwan.rashid@comsats.edu.pk::12b6bffb-8fd7-410a-bd1e-f473b901c3a4" providerId="AD" clId="Web-{428A155C-0F8F-464B-ACEA-FC72D3167498}" dt="2023-02-26T09:02:42.473" v="84" actId="20577"/>
          <ac:spMkLst>
            <pc:docMk/>
            <pc:sldMk cId="3759789600" sldId="275"/>
            <ac:spMk id="3" creationId="{00000000-0000-0000-0000-000000000000}"/>
          </ac:spMkLst>
        </pc:spChg>
        <pc:spChg chg="mod">
          <ac:chgData name="Rizwan Rashid" userId="S::rizwan.rashid@comsats.edu.pk::12b6bffb-8fd7-410a-bd1e-f473b901c3a4" providerId="AD" clId="Web-{428A155C-0F8F-464B-ACEA-FC72D3167498}" dt="2023-02-26T09:02:11.800" v="71" actId="20577"/>
          <ac:spMkLst>
            <pc:docMk/>
            <pc:sldMk cId="3759789600" sldId="275"/>
            <ac:spMk id="15361" creationId="{00000000-0000-0000-0000-000000000000}"/>
          </ac:spMkLst>
        </pc:spChg>
      </pc:sldChg>
      <pc:sldChg chg="add del">
        <pc:chgData name="Rizwan Rashid" userId="S::rizwan.rashid@comsats.edu.pk::12b6bffb-8fd7-410a-bd1e-f473b901c3a4" providerId="AD" clId="Web-{428A155C-0F8F-464B-ACEA-FC72D3167498}" dt="2023-02-26T10:09:46.153" v="131"/>
        <pc:sldMkLst>
          <pc:docMk/>
          <pc:sldMk cId="4012559335" sldId="276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8.832" v="86"/>
        <pc:sldMkLst>
          <pc:docMk/>
          <pc:sldMk cId="1764550574" sldId="277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8.894" v="87"/>
        <pc:sldMkLst>
          <pc:docMk/>
          <pc:sldMk cId="265050139" sldId="278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8.941" v="88"/>
        <pc:sldMkLst>
          <pc:docMk/>
          <pc:sldMk cId="4122765759" sldId="279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019" v="89"/>
        <pc:sldMkLst>
          <pc:docMk/>
          <pc:sldMk cId="1736788800" sldId="280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066" v="90"/>
        <pc:sldMkLst>
          <pc:docMk/>
          <pc:sldMk cId="1271110865" sldId="281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128" v="91"/>
        <pc:sldMkLst>
          <pc:docMk/>
          <pc:sldMk cId="466966198" sldId="282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191" v="92"/>
        <pc:sldMkLst>
          <pc:docMk/>
          <pc:sldMk cId="3431449325" sldId="283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269" v="93"/>
        <pc:sldMkLst>
          <pc:docMk/>
          <pc:sldMk cId="1257545278" sldId="284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332" v="94"/>
        <pc:sldMkLst>
          <pc:docMk/>
          <pc:sldMk cId="1566197747" sldId="285"/>
        </pc:sldMkLst>
      </pc:sldChg>
      <pc:sldChg chg="modSp add">
        <pc:chgData name="Rizwan Rashid" userId="S::rizwan.rashid@comsats.edu.pk::12b6bffb-8fd7-410a-bd1e-f473b901c3a4" providerId="AD" clId="Web-{428A155C-0F8F-464B-ACEA-FC72D3167498}" dt="2023-02-26T09:27:06.947" v="130"/>
        <pc:sldMkLst>
          <pc:docMk/>
          <pc:sldMk cId="2612299855" sldId="286"/>
        </pc:sldMkLst>
        <pc:spChg chg="mod">
          <ac:chgData name="Rizwan Rashid" userId="S::rizwan.rashid@comsats.edu.pk::12b6bffb-8fd7-410a-bd1e-f473b901c3a4" providerId="AD" clId="Web-{428A155C-0F8F-464B-ACEA-FC72D3167498}" dt="2023-02-26T09:27:06.947" v="130"/>
          <ac:spMkLst>
            <pc:docMk/>
            <pc:sldMk cId="2612299855" sldId="286"/>
            <ac:spMk id="96258" creationId="{00000000-0000-0000-0000-000000000000}"/>
          </ac:spMkLst>
        </pc:spChg>
      </pc:sldChg>
      <pc:sldChg chg="modSp add">
        <pc:chgData name="Rizwan Rashid" userId="S::rizwan.rashid@comsats.edu.pk::12b6bffb-8fd7-410a-bd1e-f473b901c3a4" providerId="AD" clId="Web-{428A155C-0F8F-464B-ACEA-FC72D3167498}" dt="2023-02-26T09:26:32.181" v="126" actId="14100"/>
        <pc:sldMkLst>
          <pc:docMk/>
          <pc:sldMk cId="1724956274" sldId="287"/>
        </pc:sldMkLst>
        <pc:spChg chg="mod">
          <ac:chgData name="Rizwan Rashid" userId="S::rizwan.rashid@comsats.edu.pk::12b6bffb-8fd7-410a-bd1e-f473b901c3a4" providerId="AD" clId="Web-{428A155C-0F8F-464B-ACEA-FC72D3167498}" dt="2023-02-26T09:26:32.181" v="126" actId="14100"/>
          <ac:spMkLst>
            <pc:docMk/>
            <pc:sldMk cId="1724956274" sldId="287"/>
            <ac:spMk id="94210" creationId="{00000000-0000-0000-0000-000000000000}"/>
          </ac:spMkLst>
        </pc:spChg>
      </pc:sldChg>
      <pc:sldChg chg="add">
        <pc:chgData name="Rizwan Rashid" userId="S::rizwan.rashid@comsats.edu.pk::12b6bffb-8fd7-410a-bd1e-f473b901c3a4" providerId="AD" clId="Web-{428A155C-0F8F-464B-ACEA-FC72D3167498}" dt="2023-02-26T09:19:49.519" v="97"/>
        <pc:sldMkLst>
          <pc:docMk/>
          <pc:sldMk cId="1855495916" sldId="288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582" v="98"/>
        <pc:sldMkLst>
          <pc:docMk/>
          <pc:sldMk cId="451748010" sldId="289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644" v="99"/>
        <pc:sldMkLst>
          <pc:docMk/>
          <pc:sldMk cId="1760992607" sldId="290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738" v="100"/>
        <pc:sldMkLst>
          <pc:docMk/>
          <pc:sldMk cId="4097799513" sldId="291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816" v="101"/>
        <pc:sldMkLst>
          <pc:docMk/>
          <pc:sldMk cId="3289657998" sldId="292"/>
        </pc:sldMkLst>
      </pc:sldChg>
      <pc:sldChg chg="modSp add">
        <pc:chgData name="Rizwan Rashid" userId="S::rizwan.rashid@comsats.edu.pk::12b6bffb-8fd7-410a-bd1e-f473b901c3a4" providerId="AD" clId="Web-{428A155C-0F8F-464B-ACEA-FC72D3167498}" dt="2023-02-26T09:23:43.065" v="120" actId="20577"/>
        <pc:sldMkLst>
          <pc:docMk/>
          <pc:sldMk cId="2028077673" sldId="293"/>
        </pc:sldMkLst>
        <pc:spChg chg="mod">
          <ac:chgData name="Rizwan Rashid" userId="S::rizwan.rashid@comsats.edu.pk::12b6bffb-8fd7-410a-bd1e-f473b901c3a4" providerId="AD" clId="Web-{428A155C-0F8F-464B-ACEA-FC72D3167498}" dt="2023-02-26T09:23:43.065" v="120" actId="20577"/>
          <ac:spMkLst>
            <pc:docMk/>
            <pc:sldMk cId="2028077673" sldId="293"/>
            <ac:spMk id="81922" creationId="{00000000-0000-0000-0000-000000000000}"/>
          </ac:spMkLst>
        </pc:spChg>
      </pc:sldChg>
      <pc:sldChg chg="modSp add">
        <pc:chgData name="Rizwan Rashid" userId="S::rizwan.rashid@comsats.edu.pk::12b6bffb-8fd7-410a-bd1e-f473b901c3a4" providerId="AD" clId="Web-{428A155C-0F8F-464B-ACEA-FC72D3167498}" dt="2023-02-26T09:22:30.391" v="115"/>
        <pc:sldMkLst>
          <pc:docMk/>
          <pc:sldMk cId="504409996" sldId="294"/>
        </pc:sldMkLst>
        <pc:spChg chg="mod">
          <ac:chgData name="Rizwan Rashid" userId="S::rizwan.rashid@comsats.edu.pk::12b6bffb-8fd7-410a-bd1e-f473b901c3a4" providerId="AD" clId="Web-{428A155C-0F8F-464B-ACEA-FC72D3167498}" dt="2023-02-26T09:22:30.391" v="115"/>
          <ac:spMkLst>
            <pc:docMk/>
            <pc:sldMk cId="504409996" sldId="294"/>
            <ac:spMk id="79874" creationId="{00000000-0000-0000-0000-000000000000}"/>
          </ac:spMkLst>
        </pc:spChg>
      </pc:sldChg>
      <pc:sldChg chg="modSp add">
        <pc:chgData name="Rizwan Rashid" userId="S::rizwan.rashid@comsats.edu.pk::12b6bffb-8fd7-410a-bd1e-f473b901c3a4" providerId="AD" clId="Web-{428A155C-0F8F-464B-ACEA-FC72D3167498}" dt="2023-02-26T09:22:01.139" v="113"/>
        <pc:sldMkLst>
          <pc:docMk/>
          <pc:sldMk cId="2830719269" sldId="295"/>
        </pc:sldMkLst>
        <pc:spChg chg="mod">
          <ac:chgData name="Rizwan Rashid" userId="S::rizwan.rashid@comsats.edu.pk::12b6bffb-8fd7-410a-bd1e-f473b901c3a4" providerId="AD" clId="Web-{428A155C-0F8F-464B-ACEA-FC72D3167498}" dt="2023-02-26T09:22:01.139" v="113"/>
          <ac:spMkLst>
            <pc:docMk/>
            <pc:sldMk cId="2830719269" sldId="295"/>
            <ac:spMk id="77826" creationId="{00000000-0000-0000-0000-000000000000}"/>
          </ac:spMkLst>
        </pc:spChg>
      </pc:sldChg>
      <pc:sldChg chg="add">
        <pc:chgData name="Rizwan Rashid" userId="S::rizwan.rashid@comsats.edu.pk::12b6bffb-8fd7-410a-bd1e-f473b901c3a4" providerId="AD" clId="Web-{428A155C-0F8F-464B-ACEA-FC72D3167498}" dt="2023-02-26T09:19:50.019" v="105"/>
        <pc:sldMkLst>
          <pc:docMk/>
          <pc:sldMk cId="1347984950" sldId="296"/>
        </pc:sldMkLst>
      </pc:sldChg>
      <pc:sldChg chg="modSp add">
        <pc:chgData name="Rizwan Rashid" userId="S::rizwan.rashid@comsats.edu.pk::12b6bffb-8fd7-410a-bd1e-f473b901c3a4" providerId="AD" clId="Web-{428A155C-0F8F-464B-ACEA-FC72D3167498}" dt="2023-02-26T09:20:48.193" v="112"/>
        <pc:sldMkLst>
          <pc:docMk/>
          <pc:sldMk cId="2899825618" sldId="297"/>
        </pc:sldMkLst>
        <pc:spChg chg="mod">
          <ac:chgData name="Rizwan Rashid" userId="S::rizwan.rashid@comsats.edu.pk::12b6bffb-8fd7-410a-bd1e-f473b901c3a4" providerId="AD" clId="Web-{428A155C-0F8F-464B-ACEA-FC72D3167498}" dt="2023-02-26T09:20:48.193" v="112"/>
          <ac:spMkLst>
            <pc:docMk/>
            <pc:sldMk cId="2899825618" sldId="297"/>
            <ac:spMk id="73730" creationId="{00000000-0000-0000-0000-000000000000}"/>
          </ac:spMkLst>
        </pc:spChg>
      </pc:sldChg>
      <pc:sldChg chg="modSp add">
        <pc:chgData name="Rizwan Rashid" userId="S::rizwan.rashid@comsats.edu.pk::12b6bffb-8fd7-410a-bd1e-f473b901c3a4" providerId="AD" clId="Web-{428A155C-0F8F-464B-ACEA-FC72D3167498}" dt="2023-02-26T09:20:43.584" v="111"/>
        <pc:sldMkLst>
          <pc:docMk/>
          <pc:sldMk cId="4032960252" sldId="298"/>
        </pc:sldMkLst>
        <pc:spChg chg="mod">
          <ac:chgData name="Rizwan Rashid" userId="S::rizwan.rashid@comsats.edu.pk::12b6bffb-8fd7-410a-bd1e-f473b901c3a4" providerId="AD" clId="Web-{428A155C-0F8F-464B-ACEA-FC72D3167498}" dt="2023-02-26T09:20:43.584" v="111"/>
          <ac:spMkLst>
            <pc:docMk/>
            <pc:sldMk cId="4032960252" sldId="298"/>
            <ac:spMk id="71682" creationId="{00000000-0000-0000-0000-000000000000}"/>
          </ac:spMkLst>
        </pc:spChg>
      </pc:sldChg>
      <pc:sldChg chg="modSp add">
        <pc:chgData name="Rizwan Rashid" userId="S::rizwan.rashid@comsats.edu.pk::12b6bffb-8fd7-410a-bd1e-f473b901c3a4" providerId="AD" clId="Web-{428A155C-0F8F-464B-ACEA-FC72D3167498}" dt="2023-02-26T09:20:39.865" v="110"/>
        <pc:sldMkLst>
          <pc:docMk/>
          <pc:sldMk cId="3705881816" sldId="299"/>
        </pc:sldMkLst>
        <pc:spChg chg="mod">
          <ac:chgData name="Rizwan Rashid" userId="S::rizwan.rashid@comsats.edu.pk::12b6bffb-8fd7-410a-bd1e-f473b901c3a4" providerId="AD" clId="Web-{428A155C-0F8F-464B-ACEA-FC72D3167498}" dt="2023-02-26T09:20:39.865" v="110"/>
          <ac:spMkLst>
            <pc:docMk/>
            <pc:sldMk cId="3705881816" sldId="299"/>
            <ac:spMk id="69634" creationId="{00000000-0000-0000-0000-000000000000}"/>
          </ac:spMkLst>
        </pc:spChg>
      </pc:sldChg>
      <pc:sldChg chg="add">
        <pc:chgData name="Rizwan Rashid" userId="S::rizwan.rashid@comsats.edu.pk::12b6bffb-8fd7-410a-bd1e-f473b901c3a4" providerId="AD" clId="Web-{428A155C-0F8F-464B-ACEA-FC72D3167498}" dt="2023-02-26T13:14:19.164" v="132"/>
        <pc:sldMkLst>
          <pc:docMk/>
          <pc:sldMk cId="309736740" sldId="300"/>
        </pc:sldMkLst>
      </pc:sldChg>
      <pc:sldChg chg="modSp add">
        <pc:chgData name="Rizwan Rashid" userId="S::rizwan.rashid@comsats.edu.pk::12b6bffb-8fd7-410a-bd1e-f473b901c3a4" providerId="AD" clId="Web-{428A155C-0F8F-464B-ACEA-FC72D3167498}" dt="2023-02-26T13:19:32.609" v="174" actId="20577"/>
        <pc:sldMkLst>
          <pc:docMk/>
          <pc:sldMk cId="4283146656" sldId="301"/>
        </pc:sldMkLst>
        <pc:spChg chg="mod">
          <ac:chgData name="Rizwan Rashid" userId="S::rizwan.rashid@comsats.edu.pk::12b6bffb-8fd7-410a-bd1e-f473b901c3a4" providerId="AD" clId="Web-{428A155C-0F8F-464B-ACEA-FC72D3167498}" dt="2023-02-26T13:19:32.609" v="174" actId="20577"/>
          <ac:spMkLst>
            <pc:docMk/>
            <pc:sldMk cId="4283146656" sldId="301"/>
            <ac:spMk id="118786" creationId="{00000000-0000-0000-0000-000000000000}"/>
          </ac:spMkLst>
        </pc:spChg>
      </pc:sldChg>
      <pc:sldChg chg="addSp modSp add">
        <pc:chgData name="Rizwan Rashid" userId="S::rizwan.rashid@comsats.edu.pk::12b6bffb-8fd7-410a-bd1e-f473b901c3a4" providerId="AD" clId="Web-{428A155C-0F8F-464B-ACEA-FC72D3167498}" dt="2023-02-26T13:18:42.827" v="168"/>
        <pc:sldMkLst>
          <pc:docMk/>
          <pc:sldMk cId="1632256336" sldId="302"/>
        </pc:sldMkLst>
        <pc:spChg chg="add mod">
          <ac:chgData name="Rizwan Rashid" userId="S::rizwan.rashid@comsats.edu.pk::12b6bffb-8fd7-410a-bd1e-f473b901c3a4" providerId="AD" clId="Web-{428A155C-0F8F-464B-ACEA-FC72D3167498}" dt="2023-02-26T13:18:18.060" v="167" actId="20577"/>
          <ac:spMkLst>
            <pc:docMk/>
            <pc:sldMk cId="1632256336" sldId="302"/>
            <ac:spMk id="2" creationId="{B5C2C85C-8CDE-99F0-CA7A-F6D6A5B9A86F}"/>
          </ac:spMkLst>
        </pc:spChg>
        <pc:spChg chg="add mod">
          <ac:chgData name="Rizwan Rashid" userId="S::rizwan.rashid@comsats.edu.pk::12b6bffb-8fd7-410a-bd1e-f473b901c3a4" providerId="AD" clId="Web-{428A155C-0F8F-464B-ACEA-FC72D3167498}" dt="2023-02-26T13:17:24.856" v="160" actId="1076"/>
          <ac:spMkLst>
            <pc:docMk/>
            <pc:sldMk cId="1632256336" sldId="302"/>
            <ac:spMk id="3" creationId="{49C6E205-86F7-CA66-6E8E-196D7EA70A4E}"/>
          </ac:spMkLst>
        </pc:spChg>
        <pc:spChg chg="add mod">
          <ac:chgData name="Rizwan Rashid" userId="S::rizwan.rashid@comsats.edu.pk::12b6bffb-8fd7-410a-bd1e-f473b901c3a4" providerId="AD" clId="Web-{428A155C-0F8F-464B-ACEA-FC72D3167498}" dt="2023-02-26T13:18:07.076" v="166" actId="1076"/>
          <ac:spMkLst>
            <pc:docMk/>
            <pc:sldMk cId="1632256336" sldId="302"/>
            <ac:spMk id="4" creationId="{F1E75B28-44C0-DF2A-4212-1BE49F5FDB5B}"/>
          </ac:spMkLst>
        </pc:spChg>
        <pc:grpChg chg="add">
          <ac:chgData name="Rizwan Rashid" userId="S::rizwan.rashid@comsats.edu.pk::12b6bffb-8fd7-410a-bd1e-f473b901c3a4" providerId="AD" clId="Web-{428A155C-0F8F-464B-ACEA-FC72D3167498}" dt="2023-02-26T13:18:42.827" v="168"/>
          <ac:grpSpMkLst>
            <pc:docMk/>
            <pc:sldMk cId="1632256336" sldId="302"/>
            <ac:grpSpMk id="5" creationId="{FB72CBCA-A160-7D02-CD4D-FB5A0633EF4B}"/>
          </ac:grpSpMkLst>
        </pc:grpChg>
      </pc:sldChg>
      <pc:sldChg chg="new">
        <pc:chgData name="Rizwan Rashid" userId="S::rizwan.rashid@comsats.edu.pk::12b6bffb-8fd7-410a-bd1e-f473b901c3a4" providerId="AD" clId="Web-{428A155C-0F8F-464B-ACEA-FC72D3167498}" dt="2023-02-26T13:19:48.156" v="175"/>
        <pc:sldMkLst>
          <pc:docMk/>
          <pc:sldMk cId="396960561" sldId="303"/>
        </pc:sldMkLst>
      </pc:sldChg>
      <pc:sldMasterChg chg="add addSldLayout">
        <pc:chgData name="Rizwan Rashid" userId="S::rizwan.rashid@comsats.edu.pk::12b6bffb-8fd7-410a-bd1e-f473b901c3a4" providerId="AD" clId="Web-{428A155C-0F8F-464B-ACEA-FC72D3167498}" dt="2023-02-26T09:01:34.299" v="42"/>
        <pc:sldMasterMkLst>
          <pc:docMk/>
          <pc:sldMasterMk cId="0" sldId="2147483648"/>
        </pc:sldMasterMkLst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73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74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75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76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77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78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79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80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81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82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83"/>
          </pc:sldLayoutMkLst>
        </pc:sldLayoutChg>
      </pc:sldMasterChg>
      <pc:sldMasterChg chg="add addSldLayout">
        <pc:chgData name="Rizwan Rashid" userId="S::rizwan.rashid@comsats.edu.pk::12b6bffb-8fd7-410a-bd1e-f473b901c3a4" providerId="AD" clId="Web-{428A155C-0F8F-464B-ACEA-FC72D3167498}" dt="2023-02-26T09:01:33.737" v="32"/>
        <pc:sldMasterMkLst>
          <pc:docMk/>
          <pc:sldMasterMk cId="0" sldId="2147483671"/>
        </pc:sldMasterMkLst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0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1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2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3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4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5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6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7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8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9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70"/>
          </pc:sldLayoutMkLst>
        </pc:sldLayoutChg>
      </pc:sldMasterChg>
      <pc:sldMasterChg chg="add del replId addSldLayout delSldLayout">
        <pc:chgData name="Rizwan Rashid" userId="S::rizwan.rashid@comsats.edu.pk::12b6bffb-8fd7-410a-bd1e-f473b901c3a4" providerId="AD" clId="Web-{428A155C-0F8F-464B-ACEA-FC72D3167498}" dt="2023-02-26T09:00:21.891" v="24"/>
        <pc:sldMasterMkLst>
          <pc:docMk/>
          <pc:sldMasterMk cId="492981417" sldId="2147483672"/>
        </pc:sldMasterMkLst>
        <pc:sldLayoutChg chg="add del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2821321726" sldId="2147483673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2360877154" sldId="2147483674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977103444" sldId="2147483675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3034889359" sldId="2147483676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673447054" sldId="2147483677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3365588820" sldId="2147483678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3812003225" sldId="2147483679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2088760946" sldId="2147483680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3903927942" sldId="2147483681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1869354826" sldId="2147483682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3312577658" sldId="2147483683"/>
          </pc:sldLayoutMkLst>
        </pc:sldLayoutChg>
      </pc:sldMasterChg>
      <pc:sldMasterChg chg="add del replId addSldLayout delSldLayout modSldLayout">
        <pc:chgData name="Rizwan Rashid" userId="S::rizwan.rashid@comsats.edu.pk::12b6bffb-8fd7-410a-bd1e-f473b901c3a4" providerId="AD" clId="Web-{428A155C-0F8F-464B-ACEA-FC72D3167498}" dt="2023-02-26T09:01:34.299" v="42"/>
        <pc:sldMasterMkLst>
          <pc:docMk/>
          <pc:sldMasterMk cId="2460954070" sldId="2147483684"/>
        </pc:sldMasterMkLst>
        <pc:sldLayoutChg chg="add del replI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2460954070" sldId="2147483684"/>
            <pc:sldLayoutMk cId="3479445657" sldId="2147483672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2385387890" sldId="2147483685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949138452" sldId="2147483686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2591524520" sldId="2147483687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1203092039" sldId="2147483688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3733172339" sldId="2147483689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3210312558" sldId="2147483690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3146388984" sldId="2147483691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3171841454" sldId="2147483692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1718958274" sldId="2147483693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2202905451" sldId="2147483694"/>
          </pc:sldLayoutMkLst>
        </pc:sldLayoutChg>
      </pc:sldMasterChg>
      <pc:sldMasterChg chg="add addSldLayout">
        <pc:chgData name="Rizwan Rashid" userId="S::rizwan.rashid@comsats.edu.pk::12b6bffb-8fd7-410a-bd1e-f473b901c3a4" providerId="AD" clId="Web-{428A155C-0F8F-464B-ACEA-FC72D3167498}" dt="2023-02-26T09:19:48.738" v="85"/>
        <pc:sldMasterMkLst>
          <pc:docMk/>
          <pc:sldMasterMk cId="0" sldId="2147483695"/>
        </pc:sldMasterMkLst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696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697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698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699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700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701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702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703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704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705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706"/>
          </pc:sldLayoutMkLst>
        </pc:sldLayoutChg>
      </pc:sldMasterChg>
      <pc:sldMasterChg chg="add del addSldLayout delSldLayout">
        <pc:chgData name="Rizwan Rashid" userId="S::rizwan.rashid@comsats.edu.pk::12b6bffb-8fd7-410a-bd1e-f473b901c3a4" providerId="AD" clId="Web-{428A155C-0F8F-464B-ACEA-FC72D3167498}" dt="2023-02-26T09:00:47.314" v="30"/>
        <pc:sldMasterMkLst>
          <pc:docMk/>
          <pc:sldMasterMk cId="1427635479" sldId="2147483698"/>
        </pc:sldMasterMkLst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1739021965" sldId="2147483687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2880377355" sldId="2147483688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1768800860" sldId="2147483689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807308283" sldId="2147483690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2055833500" sldId="2147483691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730179457" sldId="2147483692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1411128663" sldId="2147483693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2316483616" sldId="2147483694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2431143279" sldId="2147483695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3435311922" sldId="2147483696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2073617085" sldId="2147483697"/>
          </pc:sldLayoutMkLst>
        </pc:sldLayoutChg>
      </pc:sldMasterChg>
    </pc:docChg>
  </pc:docChgLst>
  <pc:docChgLst>
    <pc:chgData name="Rizwan Rashid" userId="S::rizwan.rashid@comsats.edu.pk::12b6bffb-8fd7-410a-bd1e-f473b901c3a4" providerId="AD" clId="Web-{63DC8344-F2CB-674E-BC98-FB0E350E4847}"/>
    <pc:docChg chg="delSld modSld">
      <pc:chgData name="Rizwan Rashid" userId="S::rizwan.rashid@comsats.edu.pk::12b6bffb-8fd7-410a-bd1e-f473b901c3a4" providerId="AD" clId="Web-{63DC8344-F2CB-674E-BC98-FB0E350E4847}" dt="2023-02-26T15:21:13.005" v="2" actId="20577"/>
      <pc:docMkLst>
        <pc:docMk/>
      </pc:docMkLst>
      <pc:sldChg chg="del">
        <pc:chgData name="Rizwan Rashid" userId="S::rizwan.rashid@comsats.edu.pk::12b6bffb-8fd7-410a-bd1e-f473b901c3a4" providerId="AD" clId="Web-{63DC8344-F2CB-674E-BC98-FB0E350E4847}" dt="2023-02-26T15:21:03.551" v="0"/>
        <pc:sldMkLst>
          <pc:docMk/>
          <pc:sldMk cId="2313877662" sldId="305"/>
        </pc:sldMkLst>
      </pc:sldChg>
      <pc:sldChg chg="modSp">
        <pc:chgData name="Rizwan Rashid" userId="S::rizwan.rashid@comsats.edu.pk::12b6bffb-8fd7-410a-bd1e-f473b901c3a4" providerId="AD" clId="Web-{63DC8344-F2CB-674E-BC98-FB0E350E4847}" dt="2023-02-26T15:21:13.005" v="2" actId="20577"/>
        <pc:sldMkLst>
          <pc:docMk/>
          <pc:sldMk cId="1561124475" sldId="307"/>
        </pc:sldMkLst>
        <pc:spChg chg="mod">
          <ac:chgData name="Rizwan Rashid" userId="S::rizwan.rashid@comsats.edu.pk::12b6bffb-8fd7-410a-bd1e-f473b901c3a4" providerId="AD" clId="Web-{63DC8344-F2CB-674E-BC98-FB0E350E4847}" dt="2023-02-26T15:21:13.005" v="2" actId="20577"/>
          <ac:spMkLst>
            <pc:docMk/>
            <pc:sldMk cId="1561124475" sldId="307"/>
            <ac:spMk id="3" creationId="{274ECC47-B470-C4D4-2792-520CF1A72723}"/>
          </ac:spMkLst>
        </pc:spChg>
      </pc:sldChg>
    </pc:docChg>
  </pc:docChgLst>
  <pc:docChgLst>
    <pc:chgData name="Rizwan Rashid" userId="S::rizwan.rashid@comsats.edu.pk::12b6bffb-8fd7-410a-bd1e-f473b901c3a4" providerId="AD" clId="Web-{270873DF-3517-0E18-660E-566D9E72B619}"/>
    <pc:docChg chg="modSld">
      <pc:chgData name="Rizwan Rashid" userId="S::rizwan.rashid@comsats.edu.pk::12b6bffb-8fd7-410a-bd1e-f473b901c3a4" providerId="AD" clId="Web-{270873DF-3517-0E18-660E-566D9E72B619}" dt="2023-03-12T12:20:08.426" v="11" actId="1076"/>
      <pc:docMkLst>
        <pc:docMk/>
      </pc:docMkLst>
      <pc:sldChg chg="modSp">
        <pc:chgData name="Rizwan Rashid" userId="S::rizwan.rashid@comsats.edu.pk::12b6bffb-8fd7-410a-bd1e-f473b901c3a4" providerId="AD" clId="Web-{270873DF-3517-0E18-660E-566D9E72B619}" dt="2023-03-12T12:20:08.426" v="11" actId="1076"/>
        <pc:sldMkLst>
          <pc:docMk/>
          <pc:sldMk cId="1144330755" sldId="277"/>
        </pc:sldMkLst>
        <pc:spChg chg="mod">
          <ac:chgData name="Rizwan Rashid" userId="S::rizwan.rashid@comsats.edu.pk::12b6bffb-8fd7-410a-bd1e-f473b901c3a4" providerId="AD" clId="Web-{270873DF-3517-0E18-660E-566D9E72B619}" dt="2023-03-12T12:19:00.362" v="0" actId="1076"/>
          <ac:spMkLst>
            <pc:docMk/>
            <pc:sldMk cId="1144330755" sldId="277"/>
            <ac:spMk id="11" creationId="{0EABFD01-8C6F-CC75-774C-5AF60FF98042}"/>
          </ac:spMkLst>
        </pc:spChg>
        <pc:spChg chg="mod">
          <ac:chgData name="Rizwan Rashid" userId="S::rizwan.rashid@comsats.edu.pk::12b6bffb-8fd7-410a-bd1e-f473b901c3a4" providerId="AD" clId="Web-{270873DF-3517-0E18-660E-566D9E72B619}" dt="2023-03-12T12:19:06.440" v="2" actId="1076"/>
          <ac:spMkLst>
            <pc:docMk/>
            <pc:sldMk cId="1144330755" sldId="277"/>
            <ac:spMk id="18" creationId="{8E5AE1DB-1385-FBDB-F013-608FE1A07620}"/>
          </ac:spMkLst>
        </pc:spChg>
        <pc:spChg chg="mod">
          <ac:chgData name="Rizwan Rashid" userId="S::rizwan.rashid@comsats.edu.pk::12b6bffb-8fd7-410a-bd1e-f473b901c3a4" providerId="AD" clId="Web-{270873DF-3517-0E18-660E-566D9E72B619}" dt="2023-03-12T12:19:32.910" v="9" actId="1076"/>
          <ac:spMkLst>
            <pc:docMk/>
            <pc:sldMk cId="1144330755" sldId="277"/>
            <ac:spMk id="21" creationId="{C40F6CA1-8F7B-DA60-E3A4-81A8E867960D}"/>
          </ac:spMkLst>
        </pc:spChg>
        <pc:spChg chg="mod">
          <ac:chgData name="Rizwan Rashid" userId="S::rizwan.rashid@comsats.edu.pk::12b6bffb-8fd7-410a-bd1e-f473b901c3a4" providerId="AD" clId="Web-{270873DF-3517-0E18-660E-566D9E72B619}" dt="2023-03-12T12:19:28.831" v="8" actId="1076"/>
          <ac:spMkLst>
            <pc:docMk/>
            <pc:sldMk cId="1144330755" sldId="277"/>
            <ac:spMk id="23" creationId="{36E13CCC-97D0-C950-24FB-2875B2309D73}"/>
          </ac:spMkLst>
        </pc:spChg>
        <pc:spChg chg="mod">
          <ac:chgData name="Rizwan Rashid" userId="S::rizwan.rashid@comsats.edu.pk::12b6bffb-8fd7-410a-bd1e-f473b901c3a4" providerId="AD" clId="Web-{270873DF-3517-0E18-660E-566D9E72B619}" dt="2023-03-12T12:20:03.176" v="10" actId="1076"/>
          <ac:spMkLst>
            <pc:docMk/>
            <pc:sldMk cId="1144330755" sldId="277"/>
            <ac:spMk id="27" creationId="{2FC6213A-4A94-1B6D-853A-AE2B0070CEC5}"/>
          </ac:spMkLst>
        </pc:spChg>
        <pc:grpChg chg="mod">
          <ac:chgData name="Rizwan Rashid" userId="S::rizwan.rashid@comsats.edu.pk::12b6bffb-8fd7-410a-bd1e-f473b901c3a4" providerId="AD" clId="Web-{270873DF-3517-0E18-660E-566D9E72B619}" dt="2023-03-12T12:19:11.612" v="4" actId="14100"/>
          <ac:grpSpMkLst>
            <pc:docMk/>
            <pc:sldMk cId="1144330755" sldId="277"/>
            <ac:grpSpMk id="19" creationId="{276618A3-7515-06CD-56AD-0784227DC92B}"/>
          </ac:grpSpMkLst>
        </pc:grpChg>
        <pc:picChg chg="mod">
          <ac:chgData name="Rizwan Rashid" userId="S::rizwan.rashid@comsats.edu.pk::12b6bffb-8fd7-410a-bd1e-f473b901c3a4" providerId="AD" clId="Web-{270873DF-3517-0E18-660E-566D9E72B619}" dt="2023-03-12T12:20:08.426" v="11" actId="1076"/>
          <ac:picMkLst>
            <pc:docMk/>
            <pc:sldMk cId="1144330755" sldId="277"/>
            <ac:picMk id="2050" creationId="{27C15019-17D1-67C6-37B6-53FBACBF6218}"/>
          </ac:picMkLst>
        </pc:picChg>
      </pc:sldChg>
    </pc:docChg>
  </pc:docChgLst>
  <pc:docChgLst>
    <pc:chgData clId="Web-{26A49499-C9AD-3981-6C62-4E42E46314C6}"/>
    <pc:docChg chg="modSld">
      <pc:chgData name="" userId="" providerId="" clId="Web-{26A49499-C9AD-3981-6C62-4E42E46314C6}" dt="2023-04-02T13:03:36.807" v="0" actId="20577"/>
      <pc:docMkLst>
        <pc:docMk/>
      </pc:docMkLst>
      <pc:sldChg chg="modSp">
        <pc:chgData name="" userId="" providerId="" clId="Web-{26A49499-C9AD-3981-6C62-4E42E46314C6}" dt="2023-04-02T13:03:36.807" v="0" actId="20577"/>
        <pc:sldMkLst>
          <pc:docMk/>
          <pc:sldMk cId="3759789600" sldId="275"/>
        </pc:sldMkLst>
        <pc:spChg chg="mod">
          <ac:chgData name="" userId="" providerId="" clId="Web-{26A49499-C9AD-3981-6C62-4E42E46314C6}" dt="2023-04-02T13:03:36.807" v="0" actId="20577"/>
          <ac:spMkLst>
            <pc:docMk/>
            <pc:sldMk cId="3759789600" sldId="275"/>
            <ac:spMk id="15361" creationId="{00000000-0000-0000-0000-000000000000}"/>
          </ac:spMkLst>
        </pc:spChg>
      </pc:sldChg>
    </pc:docChg>
  </pc:docChgLst>
  <pc:docChgLst>
    <pc:chgData name="Rizwan Rashid" userId="S::rizwan.rashid@comsats.edu.pk::12b6bffb-8fd7-410a-bd1e-f473b901c3a4" providerId="AD" clId="Web-{30DE1357-0FBB-6918-318B-E5A8C71FF614}"/>
    <pc:docChg chg="addSld modSld">
      <pc:chgData name="Rizwan Rashid" userId="S::rizwan.rashid@comsats.edu.pk::12b6bffb-8fd7-410a-bd1e-f473b901c3a4" providerId="AD" clId="Web-{30DE1357-0FBB-6918-318B-E5A8C71FF614}" dt="2023-03-18T15:15:32.547" v="47" actId="14100"/>
      <pc:docMkLst>
        <pc:docMk/>
      </pc:docMkLst>
      <pc:sldChg chg="addSp delSp modSp new">
        <pc:chgData name="Rizwan Rashid" userId="S::rizwan.rashid@comsats.edu.pk::12b6bffb-8fd7-410a-bd1e-f473b901c3a4" providerId="AD" clId="Web-{30DE1357-0FBB-6918-318B-E5A8C71FF614}" dt="2023-03-18T15:10:12.240" v="18" actId="20577"/>
        <pc:sldMkLst>
          <pc:docMk/>
          <pc:sldMk cId="2835391841" sldId="289"/>
        </pc:sldMkLst>
        <pc:spChg chg="mod">
          <ac:chgData name="Rizwan Rashid" userId="S::rizwan.rashid@comsats.edu.pk::12b6bffb-8fd7-410a-bd1e-f473b901c3a4" providerId="AD" clId="Web-{30DE1357-0FBB-6918-318B-E5A8C71FF614}" dt="2023-03-18T15:10:12.240" v="18" actId="20577"/>
          <ac:spMkLst>
            <pc:docMk/>
            <pc:sldMk cId="2835391841" sldId="289"/>
            <ac:spMk id="2" creationId="{ADA347E5-4657-DFB2-FE7A-DBA633867271}"/>
          </ac:spMkLst>
        </pc:spChg>
        <pc:spChg chg="del">
          <ac:chgData name="Rizwan Rashid" userId="S::rizwan.rashid@comsats.edu.pk::12b6bffb-8fd7-410a-bd1e-f473b901c3a4" providerId="AD" clId="Web-{30DE1357-0FBB-6918-318B-E5A8C71FF614}" dt="2023-03-18T15:08:45.144" v="1"/>
          <ac:spMkLst>
            <pc:docMk/>
            <pc:sldMk cId="2835391841" sldId="289"/>
            <ac:spMk id="3" creationId="{99EFF045-A258-1B70-4A9C-D25A91B721C9}"/>
          </ac:spMkLst>
        </pc:spChg>
        <pc:spChg chg="add del mod">
          <ac:chgData name="Rizwan Rashid" userId="S::rizwan.rashid@comsats.edu.pk::12b6bffb-8fd7-410a-bd1e-f473b901c3a4" providerId="AD" clId="Web-{30DE1357-0FBB-6918-318B-E5A8C71FF614}" dt="2023-03-18T15:08:54.598" v="5"/>
          <ac:spMkLst>
            <pc:docMk/>
            <pc:sldMk cId="2835391841" sldId="289"/>
            <ac:spMk id="5" creationId="{61EBA809-F2A0-54B7-AEA1-7519DBB94C86}"/>
          </ac:spMkLst>
        </pc:spChg>
        <pc:picChg chg="add mod">
          <ac:chgData name="Rizwan Rashid" userId="S::rizwan.rashid@comsats.edu.pk::12b6bffb-8fd7-410a-bd1e-f473b901c3a4" providerId="AD" clId="Web-{30DE1357-0FBB-6918-318B-E5A8C71FF614}" dt="2023-03-18T15:10:00.506" v="13" actId="1076"/>
          <ac:picMkLst>
            <pc:docMk/>
            <pc:sldMk cId="2835391841" sldId="289"/>
            <ac:picMk id="6" creationId="{82B3899C-24E5-5043-DDF5-DD6745D7B0C5}"/>
          </ac:picMkLst>
        </pc:picChg>
      </pc:sldChg>
      <pc:sldChg chg="addSp delSp modSp new">
        <pc:chgData name="Rizwan Rashid" userId="S::rizwan.rashid@comsats.edu.pk::12b6bffb-8fd7-410a-bd1e-f473b901c3a4" providerId="AD" clId="Web-{30DE1357-0FBB-6918-318B-E5A8C71FF614}" dt="2023-03-18T15:11:59.900" v="37" actId="1076"/>
        <pc:sldMkLst>
          <pc:docMk/>
          <pc:sldMk cId="1541621828" sldId="290"/>
        </pc:sldMkLst>
        <pc:spChg chg="mod">
          <ac:chgData name="Rizwan Rashid" userId="S::rizwan.rashid@comsats.edu.pk::12b6bffb-8fd7-410a-bd1e-f473b901c3a4" providerId="AD" clId="Web-{30DE1357-0FBB-6918-318B-E5A8C71FF614}" dt="2023-03-18T15:11:37.915" v="27" actId="20577"/>
          <ac:spMkLst>
            <pc:docMk/>
            <pc:sldMk cId="1541621828" sldId="290"/>
            <ac:spMk id="2" creationId="{9DD047DC-91DE-761C-55A4-DD02FEA64641}"/>
          </ac:spMkLst>
        </pc:spChg>
        <pc:spChg chg="del">
          <ac:chgData name="Rizwan Rashid" userId="S::rizwan.rashid@comsats.edu.pk::12b6bffb-8fd7-410a-bd1e-f473b901c3a4" providerId="AD" clId="Web-{30DE1357-0FBB-6918-318B-E5A8C71FF614}" dt="2023-03-18T15:11:13.070" v="20"/>
          <ac:spMkLst>
            <pc:docMk/>
            <pc:sldMk cId="1541621828" sldId="290"/>
            <ac:spMk id="3" creationId="{9EE2F5FA-2735-1F44-390A-877202638342}"/>
          </ac:spMkLst>
        </pc:spChg>
        <pc:spChg chg="add mod">
          <ac:chgData name="Rizwan Rashid" userId="S::rizwan.rashid@comsats.edu.pk::12b6bffb-8fd7-410a-bd1e-f473b901c3a4" providerId="AD" clId="Web-{30DE1357-0FBB-6918-318B-E5A8C71FF614}" dt="2023-03-18T15:11:59.900" v="37" actId="1076"/>
          <ac:spMkLst>
            <pc:docMk/>
            <pc:sldMk cId="1541621828" sldId="290"/>
            <ac:spMk id="6" creationId="{FED467BA-EE6E-1CCE-5DF6-171DD12210DD}"/>
          </ac:spMkLst>
        </pc:spChg>
        <pc:picChg chg="add mod ord">
          <ac:chgData name="Rizwan Rashid" userId="S::rizwan.rashid@comsats.edu.pk::12b6bffb-8fd7-410a-bd1e-f473b901c3a4" providerId="AD" clId="Web-{30DE1357-0FBB-6918-318B-E5A8C71FF614}" dt="2023-03-18T15:11:18.492" v="22" actId="14100"/>
          <ac:picMkLst>
            <pc:docMk/>
            <pc:sldMk cId="1541621828" sldId="290"/>
            <ac:picMk id="5" creationId="{53D9A271-E666-51FE-8DD2-D2F015ED0F36}"/>
          </ac:picMkLst>
        </pc:picChg>
      </pc:sldChg>
      <pc:sldChg chg="addSp modSp new">
        <pc:chgData name="Rizwan Rashid" userId="S::rizwan.rashid@comsats.edu.pk::12b6bffb-8fd7-410a-bd1e-f473b901c3a4" providerId="AD" clId="Web-{30DE1357-0FBB-6918-318B-E5A8C71FF614}" dt="2023-03-18T15:15:32.547" v="47" actId="14100"/>
        <pc:sldMkLst>
          <pc:docMk/>
          <pc:sldMk cId="570939183" sldId="291"/>
        </pc:sldMkLst>
        <pc:spChg chg="mod">
          <ac:chgData name="Rizwan Rashid" userId="S::rizwan.rashid@comsats.edu.pk::12b6bffb-8fd7-410a-bd1e-f473b901c3a4" providerId="AD" clId="Web-{30DE1357-0FBB-6918-318B-E5A8C71FF614}" dt="2023-03-18T15:13:59.294" v="42" actId="20577"/>
          <ac:spMkLst>
            <pc:docMk/>
            <pc:sldMk cId="570939183" sldId="291"/>
            <ac:spMk id="2" creationId="{CFEB9F6A-A6B4-3E74-83AC-364686BD5123}"/>
          </ac:spMkLst>
        </pc:spChg>
        <pc:spChg chg="mod">
          <ac:chgData name="Rizwan Rashid" userId="S::rizwan.rashid@comsats.edu.pk::12b6bffb-8fd7-410a-bd1e-f473b901c3a4" providerId="AD" clId="Web-{30DE1357-0FBB-6918-318B-E5A8C71FF614}" dt="2023-03-18T15:13:56.294" v="41" actId="14100"/>
          <ac:spMkLst>
            <pc:docMk/>
            <pc:sldMk cId="570939183" sldId="291"/>
            <ac:spMk id="3" creationId="{505C8B93-A183-7163-9405-B3D7395C19FE}"/>
          </ac:spMkLst>
        </pc:spChg>
        <pc:picChg chg="add mod">
          <ac:chgData name="Rizwan Rashid" userId="S::rizwan.rashid@comsats.edu.pk::12b6bffb-8fd7-410a-bd1e-f473b901c3a4" providerId="AD" clId="Web-{30DE1357-0FBB-6918-318B-E5A8C71FF614}" dt="2023-03-18T15:15:32.547" v="47" actId="14100"/>
          <ac:picMkLst>
            <pc:docMk/>
            <pc:sldMk cId="570939183" sldId="291"/>
            <ac:picMk id="5" creationId="{D4E2395A-5090-6FA2-D94A-345C22A80DD5}"/>
          </ac:picMkLst>
        </pc:picChg>
      </pc:sldChg>
    </pc:docChg>
  </pc:docChgLst>
  <pc:docChgLst>
    <pc:chgData name="Rizwan Rashid" userId="12b6bffb-8fd7-410a-bd1e-f473b901c3a4" providerId="ADAL" clId="{4FDA428F-D320-4C35-94B5-F6DFE015717F}"/>
    <pc:docChg chg="undo custSel addSld delSld modSld delMainMaster">
      <pc:chgData name="Rizwan Rashid" userId="12b6bffb-8fd7-410a-bd1e-f473b901c3a4" providerId="ADAL" clId="{4FDA428F-D320-4C35-94B5-F6DFE015717F}" dt="2023-03-10T11:35:52.455" v="260" actId="108"/>
      <pc:docMkLst>
        <pc:docMk/>
      </pc:docMkLst>
      <pc:sldChg chg="modSp mod">
        <pc:chgData name="Rizwan Rashid" userId="12b6bffb-8fd7-410a-bd1e-f473b901c3a4" providerId="ADAL" clId="{4FDA428F-D320-4C35-94B5-F6DFE015717F}" dt="2023-03-10T09:13:50.234" v="14" actId="20577"/>
        <pc:sldMkLst>
          <pc:docMk/>
          <pc:sldMk cId="3759789600" sldId="275"/>
        </pc:sldMkLst>
        <pc:spChg chg="mod">
          <ac:chgData name="Rizwan Rashid" userId="12b6bffb-8fd7-410a-bd1e-f473b901c3a4" providerId="ADAL" clId="{4FDA428F-D320-4C35-94B5-F6DFE015717F}" dt="2023-03-10T09:13:50.234" v="14" actId="20577"/>
          <ac:spMkLst>
            <pc:docMk/>
            <pc:sldMk cId="3759789600" sldId="275"/>
            <ac:spMk id="3" creationId="{00000000-0000-0000-0000-000000000000}"/>
          </ac:spMkLst>
        </pc:spChg>
        <pc:spChg chg="mod">
          <ac:chgData name="Rizwan Rashid" userId="12b6bffb-8fd7-410a-bd1e-f473b901c3a4" providerId="ADAL" clId="{4FDA428F-D320-4C35-94B5-F6DFE015717F}" dt="2023-03-10T09:13:45.703" v="1" actId="20577"/>
          <ac:spMkLst>
            <pc:docMk/>
            <pc:sldMk cId="3759789600" sldId="275"/>
            <ac:spMk id="15361" creationId="{00000000-0000-0000-0000-000000000000}"/>
          </ac:spMkLst>
        </pc:spChg>
      </pc:sldChg>
      <pc:sldChg chg="addSp modSp new mod modClrScheme chgLayout">
        <pc:chgData name="Rizwan Rashid" userId="12b6bffb-8fd7-410a-bd1e-f473b901c3a4" providerId="ADAL" clId="{4FDA428F-D320-4C35-94B5-F6DFE015717F}" dt="2023-03-10T11:01:11.399" v="96"/>
        <pc:sldMkLst>
          <pc:docMk/>
          <pc:sldMk cId="3173815683" sldId="276"/>
        </pc:sldMkLst>
        <pc:spChg chg="mod">
          <ac:chgData name="Rizwan Rashid" userId="12b6bffb-8fd7-410a-bd1e-f473b901c3a4" providerId="ADAL" clId="{4FDA428F-D320-4C35-94B5-F6DFE015717F}" dt="2023-03-10T11:00:20.577" v="81" actId="26606"/>
          <ac:spMkLst>
            <pc:docMk/>
            <pc:sldMk cId="3173815683" sldId="276"/>
            <ac:spMk id="2" creationId="{FB9F8C37-24F4-B4A2-897E-C69A13D2B2FF}"/>
          </ac:spMkLst>
        </pc:spChg>
        <pc:spChg chg="mod">
          <ac:chgData name="Rizwan Rashid" userId="12b6bffb-8fd7-410a-bd1e-f473b901c3a4" providerId="ADAL" clId="{4FDA428F-D320-4C35-94B5-F6DFE015717F}" dt="2023-03-10T11:01:11.399" v="96"/>
          <ac:spMkLst>
            <pc:docMk/>
            <pc:sldMk cId="3173815683" sldId="276"/>
            <ac:spMk id="3" creationId="{A74AE75F-F408-E491-10EC-EA562248531D}"/>
          </ac:spMkLst>
        </pc:spChg>
        <pc:spChg chg="mod ord">
          <ac:chgData name="Rizwan Rashid" userId="12b6bffb-8fd7-410a-bd1e-f473b901c3a4" providerId="ADAL" clId="{4FDA428F-D320-4C35-94B5-F6DFE015717F}" dt="2023-03-10T11:00:20.577" v="81" actId="26606"/>
          <ac:spMkLst>
            <pc:docMk/>
            <pc:sldMk cId="3173815683" sldId="276"/>
            <ac:spMk id="4" creationId="{B4F4B0A4-C0D7-6436-D989-42C831AE6F94}"/>
          </ac:spMkLst>
        </pc:spChg>
        <pc:picChg chg="add mod">
          <ac:chgData name="Rizwan Rashid" userId="12b6bffb-8fd7-410a-bd1e-f473b901c3a4" providerId="ADAL" clId="{4FDA428F-D320-4C35-94B5-F6DFE015717F}" dt="2023-03-10T11:00:37.428" v="87" actId="26606"/>
          <ac:picMkLst>
            <pc:docMk/>
            <pc:sldMk cId="3173815683" sldId="276"/>
            <ac:picMk id="1026" creationId="{9042947B-93BA-303E-1C00-E0AA79814196}"/>
          </ac:picMkLst>
        </pc:picChg>
      </pc:sldChg>
      <pc:sldChg chg="addSp delSp modSp new mod modClrScheme chgLayout">
        <pc:chgData name="Rizwan Rashid" userId="12b6bffb-8fd7-410a-bd1e-f473b901c3a4" providerId="ADAL" clId="{4FDA428F-D320-4C35-94B5-F6DFE015717F}" dt="2023-03-10T11:35:52.455" v="260" actId="108"/>
        <pc:sldMkLst>
          <pc:docMk/>
          <pc:sldMk cId="1144330755" sldId="277"/>
        </pc:sldMkLst>
        <pc:spChg chg="del mod ord">
          <ac:chgData name="Rizwan Rashid" userId="12b6bffb-8fd7-410a-bd1e-f473b901c3a4" providerId="ADAL" clId="{4FDA428F-D320-4C35-94B5-F6DFE015717F}" dt="2023-03-10T11:26:57.373" v="98" actId="700"/>
          <ac:spMkLst>
            <pc:docMk/>
            <pc:sldMk cId="1144330755" sldId="277"/>
            <ac:spMk id="2" creationId="{19D3F38B-6B79-EA9E-A441-7D53049B774F}"/>
          </ac:spMkLst>
        </pc:spChg>
        <pc:spChg chg="del mod ord">
          <ac:chgData name="Rizwan Rashid" userId="12b6bffb-8fd7-410a-bd1e-f473b901c3a4" providerId="ADAL" clId="{4FDA428F-D320-4C35-94B5-F6DFE015717F}" dt="2023-03-10T11:26:57.373" v="98" actId="700"/>
          <ac:spMkLst>
            <pc:docMk/>
            <pc:sldMk cId="1144330755" sldId="277"/>
            <ac:spMk id="3" creationId="{A7795A1C-5AD4-864C-BE89-DB52101CFBF1}"/>
          </ac:spMkLst>
        </pc:spChg>
        <pc:spChg chg="del">
          <ac:chgData name="Rizwan Rashid" userId="12b6bffb-8fd7-410a-bd1e-f473b901c3a4" providerId="ADAL" clId="{4FDA428F-D320-4C35-94B5-F6DFE015717F}" dt="2023-03-10T11:26:57.373" v="98" actId="700"/>
          <ac:spMkLst>
            <pc:docMk/>
            <pc:sldMk cId="1144330755" sldId="277"/>
            <ac:spMk id="4" creationId="{C006A73C-C8CD-B841-44A6-25BFC7F52E66}"/>
          </ac:spMkLst>
        </pc:spChg>
        <pc:spChg chg="mod ord">
          <ac:chgData name="Rizwan Rashid" userId="12b6bffb-8fd7-410a-bd1e-f473b901c3a4" providerId="ADAL" clId="{4FDA428F-D320-4C35-94B5-F6DFE015717F}" dt="2023-03-10T11:26:57.373" v="98" actId="700"/>
          <ac:spMkLst>
            <pc:docMk/>
            <pc:sldMk cId="1144330755" sldId="277"/>
            <ac:spMk id="5" creationId="{4D13B4F8-7FBC-713B-3405-2AC81A518B63}"/>
          </ac:spMkLst>
        </pc:spChg>
        <pc:spChg chg="add mod ord">
          <ac:chgData name="Rizwan Rashid" userId="12b6bffb-8fd7-410a-bd1e-f473b901c3a4" providerId="ADAL" clId="{4FDA428F-D320-4C35-94B5-F6DFE015717F}" dt="2023-03-10T11:30:46.754" v="156" actId="14100"/>
          <ac:spMkLst>
            <pc:docMk/>
            <pc:sldMk cId="1144330755" sldId="277"/>
            <ac:spMk id="6" creationId="{A30554BD-3E18-5D5D-CE72-FACDF8B9394C}"/>
          </ac:spMkLst>
        </pc:spChg>
        <pc:spChg chg="add del mod ord">
          <ac:chgData name="Rizwan Rashid" userId="12b6bffb-8fd7-410a-bd1e-f473b901c3a4" providerId="ADAL" clId="{4FDA428F-D320-4C35-94B5-F6DFE015717F}" dt="2023-03-10T11:27:36.462" v="99" actId="478"/>
          <ac:spMkLst>
            <pc:docMk/>
            <pc:sldMk cId="1144330755" sldId="277"/>
            <ac:spMk id="7" creationId="{AFB3504E-86F1-1F14-4CEC-D2D88996C145}"/>
          </ac:spMkLst>
        </pc:spChg>
        <pc:spChg chg="add mod">
          <ac:chgData name="Rizwan Rashid" userId="12b6bffb-8fd7-410a-bd1e-f473b901c3a4" providerId="ADAL" clId="{4FDA428F-D320-4C35-94B5-F6DFE015717F}" dt="2023-03-10T11:30:49.410" v="157" actId="1076"/>
          <ac:spMkLst>
            <pc:docMk/>
            <pc:sldMk cId="1144330755" sldId="277"/>
            <ac:spMk id="9" creationId="{263DE0C0-2864-3DEF-E29D-D09615AB706C}"/>
          </ac:spMkLst>
        </pc:spChg>
        <pc:spChg chg="add mod">
          <ac:chgData name="Rizwan Rashid" userId="12b6bffb-8fd7-410a-bd1e-f473b901c3a4" providerId="ADAL" clId="{4FDA428F-D320-4C35-94B5-F6DFE015717F}" dt="2023-03-10T11:30:58.086" v="158" actId="164"/>
          <ac:spMkLst>
            <pc:docMk/>
            <pc:sldMk cId="1144330755" sldId="277"/>
            <ac:spMk id="11" creationId="{0EABFD01-8C6F-CC75-774C-5AF60FF98042}"/>
          </ac:spMkLst>
        </pc:spChg>
        <pc:spChg chg="add mod">
          <ac:chgData name="Rizwan Rashid" userId="12b6bffb-8fd7-410a-bd1e-f473b901c3a4" providerId="ADAL" clId="{4FDA428F-D320-4C35-94B5-F6DFE015717F}" dt="2023-03-10T11:30:58.086" v="158" actId="164"/>
          <ac:spMkLst>
            <pc:docMk/>
            <pc:sldMk cId="1144330755" sldId="277"/>
            <ac:spMk id="13" creationId="{E4BB52C5-CD10-3D17-8D29-BC0ACEC1B0DA}"/>
          </ac:spMkLst>
        </pc:spChg>
        <pc:spChg chg="add mod">
          <ac:chgData name="Rizwan Rashid" userId="12b6bffb-8fd7-410a-bd1e-f473b901c3a4" providerId="ADAL" clId="{4FDA428F-D320-4C35-94B5-F6DFE015717F}" dt="2023-03-10T11:30:58.086" v="158" actId="164"/>
          <ac:spMkLst>
            <pc:docMk/>
            <pc:sldMk cId="1144330755" sldId="277"/>
            <ac:spMk id="15" creationId="{806D7587-34C7-C4EA-EE5B-0950426EBF01}"/>
          </ac:spMkLst>
        </pc:spChg>
        <pc:spChg chg="add mod">
          <ac:chgData name="Rizwan Rashid" userId="12b6bffb-8fd7-410a-bd1e-f473b901c3a4" providerId="ADAL" clId="{4FDA428F-D320-4C35-94B5-F6DFE015717F}" dt="2023-03-10T11:30:58.086" v="158" actId="164"/>
          <ac:spMkLst>
            <pc:docMk/>
            <pc:sldMk cId="1144330755" sldId="277"/>
            <ac:spMk id="16" creationId="{1073A500-9102-2B6C-4622-76817327B9E8}"/>
          </ac:spMkLst>
        </pc:spChg>
        <pc:spChg chg="add mod">
          <ac:chgData name="Rizwan Rashid" userId="12b6bffb-8fd7-410a-bd1e-f473b901c3a4" providerId="ADAL" clId="{4FDA428F-D320-4C35-94B5-F6DFE015717F}" dt="2023-03-10T11:31:37.800" v="173" actId="20577"/>
          <ac:spMkLst>
            <pc:docMk/>
            <pc:sldMk cId="1144330755" sldId="277"/>
            <ac:spMk id="18" creationId="{8E5AE1DB-1385-FBDB-F013-608FE1A07620}"/>
          </ac:spMkLst>
        </pc:spChg>
        <pc:spChg chg="add mod">
          <ac:chgData name="Rizwan Rashid" userId="12b6bffb-8fd7-410a-bd1e-f473b901c3a4" providerId="ADAL" clId="{4FDA428F-D320-4C35-94B5-F6DFE015717F}" dt="2023-03-10T11:32:18.795" v="181"/>
          <ac:spMkLst>
            <pc:docMk/>
            <pc:sldMk cId="1144330755" sldId="277"/>
            <ac:spMk id="21" creationId="{C40F6CA1-8F7B-DA60-E3A4-81A8E867960D}"/>
          </ac:spMkLst>
        </pc:spChg>
        <pc:spChg chg="add mod">
          <ac:chgData name="Rizwan Rashid" userId="12b6bffb-8fd7-410a-bd1e-f473b901c3a4" providerId="ADAL" clId="{4FDA428F-D320-4C35-94B5-F6DFE015717F}" dt="2023-03-10T11:32:31.565" v="185" actId="1076"/>
          <ac:spMkLst>
            <pc:docMk/>
            <pc:sldMk cId="1144330755" sldId="277"/>
            <ac:spMk id="23" creationId="{36E13CCC-97D0-C950-24FB-2875B2309D73}"/>
          </ac:spMkLst>
        </pc:spChg>
        <pc:spChg chg="add mod">
          <ac:chgData name="Rizwan Rashid" userId="12b6bffb-8fd7-410a-bd1e-f473b901c3a4" providerId="ADAL" clId="{4FDA428F-D320-4C35-94B5-F6DFE015717F}" dt="2023-03-10T11:33:34.283" v="190" actId="113"/>
          <ac:spMkLst>
            <pc:docMk/>
            <pc:sldMk cId="1144330755" sldId="277"/>
            <ac:spMk id="25" creationId="{3E625EE5-363B-961A-F9A1-5168D3331AAA}"/>
          </ac:spMkLst>
        </pc:spChg>
        <pc:spChg chg="add mod">
          <ac:chgData name="Rizwan Rashid" userId="12b6bffb-8fd7-410a-bd1e-f473b901c3a4" providerId="ADAL" clId="{4FDA428F-D320-4C35-94B5-F6DFE015717F}" dt="2023-03-10T11:35:52.455" v="260" actId="108"/>
          <ac:spMkLst>
            <pc:docMk/>
            <pc:sldMk cId="1144330755" sldId="277"/>
            <ac:spMk id="27" creationId="{2FC6213A-4A94-1B6D-853A-AE2B0070CEC5}"/>
          </ac:spMkLst>
        </pc:spChg>
        <pc:grpChg chg="add mod">
          <ac:chgData name="Rizwan Rashid" userId="12b6bffb-8fd7-410a-bd1e-f473b901c3a4" providerId="ADAL" clId="{4FDA428F-D320-4C35-94B5-F6DFE015717F}" dt="2023-03-10T11:31:01.304" v="159" actId="1076"/>
          <ac:grpSpMkLst>
            <pc:docMk/>
            <pc:sldMk cId="1144330755" sldId="277"/>
            <ac:grpSpMk id="19" creationId="{276618A3-7515-06CD-56AD-0784227DC92B}"/>
          </ac:grpSpMkLst>
        </pc:grpChg>
        <pc:picChg chg="add mod">
          <ac:chgData name="Rizwan Rashid" userId="12b6bffb-8fd7-410a-bd1e-f473b901c3a4" providerId="ADAL" clId="{4FDA428F-D320-4C35-94B5-F6DFE015717F}" dt="2023-03-10T11:34:02.504" v="196" actId="1076"/>
          <ac:picMkLst>
            <pc:docMk/>
            <pc:sldMk cId="1144330755" sldId="277"/>
            <ac:picMk id="2050" creationId="{27C15019-17D1-67C6-37B6-53FBACBF6218}"/>
          </ac:picMkLst>
        </pc:picChg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466966198" sldId="282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3431449325" sldId="283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257545278" sldId="284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566197747" sldId="285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724956274" sldId="287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309736740" sldId="300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4283146656" sldId="301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632256336" sldId="302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396960561" sldId="303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356119526" sldId="304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886531944" sldId="306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561124475" sldId="307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99516440" sldId="308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778858543" sldId="309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702244827" sldId="310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200090698" sldId="311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297377133" sldId="313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670954015" sldId="314"/>
        </pc:sldMkLst>
      </pc:sldChg>
      <pc:sldMasterChg chg="del delSldLayout">
        <pc:chgData name="Rizwan Rashid" userId="12b6bffb-8fd7-410a-bd1e-f473b901c3a4" providerId="ADAL" clId="{4FDA428F-D320-4C35-94B5-F6DFE015717F}" dt="2023-03-10T11:26:57.373" v="98" actId="700"/>
        <pc:sldMasterMkLst>
          <pc:docMk/>
          <pc:sldMasterMk cId="0" sldId="2147483648"/>
        </pc:sldMasterMkLst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73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74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75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76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77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78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79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80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81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82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83"/>
          </pc:sldLayoutMkLst>
        </pc:sldLayoutChg>
      </pc:sldMasterChg>
      <pc:sldMasterChg chg="del delSldLayout">
        <pc:chgData name="Rizwan Rashid" userId="12b6bffb-8fd7-410a-bd1e-f473b901c3a4" providerId="ADAL" clId="{4FDA428F-D320-4C35-94B5-F6DFE015717F}" dt="2023-03-10T11:26:57.373" v="98" actId="700"/>
        <pc:sldMasterMkLst>
          <pc:docMk/>
          <pc:sldMasterMk cId="2460954070" sldId="2147483684"/>
        </pc:sldMasterMkLst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3479445657" sldId="2147483672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2385387890" sldId="2147483685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949138452" sldId="2147483686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2591524520" sldId="2147483687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1203092039" sldId="2147483688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3733172339" sldId="2147483689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3210312558" sldId="2147483690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3146388984" sldId="2147483691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3171841454" sldId="2147483692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1718958274" sldId="2147483693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2202905451" sldId="2147483694"/>
          </pc:sldLayoutMkLst>
        </pc:sldLayoutChg>
      </pc:sldMasterChg>
      <pc:sldMasterChg chg="del delSldLayout">
        <pc:chgData name="Rizwan Rashid" userId="12b6bffb-8fd7-410a-bd1e-f473b901c3a4" providerId="ADAL" clId="{4FDA428F-D320-4C35-94B5-F6DFE015717F}" dt="2023-03-10T09:13:55.687" v="15" actId="47"/>
        <pc:sldMasterMkLst>
          <pc:docMk/>
          <pc:sldMasterMk cId="0" sldId="2147483695"/>
        </pc:sldMasterMkLst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696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697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698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699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700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701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702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703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704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705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706"/>
          </pc:sldLayoutMkLst>
        </pc:sldLayoutChg>
      </pc:sldMasterChg>
    </pc:docChg>
  </pc:docChgLst>
  <pc:docChgLst>
    <pc:chgData name="Rizwan Rashid" userId="S::rizwan.rashid@comsats.edu.pk::12b6bffb-8fd7-410a-bd1e-f473b901c3a4" providerId="AD" clId="Web-{26A49499-C9AD-3981-6C62-4E42E46314C6}"/>
    <pc:docChg chg="addSld delSld modSld">
      <pc:chgData name="Rizwan Rashid" userId="S::rizwan.rashid@comsats.edu.pk::12b6bffb-8fd7-410a-bd1e-f473b901c3a4" providerId="AD" clId="Web-{26A49499-C9AD-3981-6C62-4E42E46314C6}" dt="2023-04-02T13:24:41.723" v="158" actId="14100"/>
      <pc:docMkLst>
        <pc:docMk/>
      </pc:docMkLst>
      <pc:sldChg chg="modSp">
        <pc:chgData name="Rizwan Rashid" userId="S::rizwan.rashid@comsats.edu.pk::12b6bffb-8fd7-410a-bd1e-f473b901c3a4" providerId="AD" clId="Web-{26A49499-C9AD-3981-6C62-4E42E46314C6}" dt="2023-04-02T13:04:01.699" v="31" actId="20577"/>
        <pc:sldMkLst>
          <pc:docMk/>
          <pc:sldMk cId="3759789600" sldId="275"/>
        </pc:sldMkLst>
        <pc:spChg chg="mod">
          <ac:chgData name="Rizwan Rashid" userId="S::rizwan.rashid@comsats.edu.pk::12b6bffb-8fd7-410a-bd1e-f473b901c3a4" providerId="AD" clId="Web-{26A49499-C9AD-3981-6C62-4E42E46314C6}" dt="2023-04-02T13:04:01.699" v="31" actId="20577"/>
          <ac:spMkLst>
            <pc:docMk/>
            <pc:sldMk cId="3759789600" sldId="275"/>
            <ac:spMk id="3" creationId="{00000000-0000-0000-0000-000000000000}"/>
          </ac:spMkLst>
        </pc:spChg>
      </pc:sldChg>
      <pc:sldChg chg="modSp">
        <pc:chgData name="Rizwan Rashid" userId="S::rizwan.rashid@comsats.edu.pk::12b6bffb-8fd7-410a-bd1e-f473b901c3a4" providerId="AD" clId="Web-{26A49499-C9AD-3981-6C62-4E42E46314C6}" dt="2023-04-02T13:18:02.505" v="67" actId="20577"/>
        <pc:sldMkLst>
          <pc:docMk/>
          <pc:sldMk cId="1560131990" sldId="276"/>
        </pc:sldMkLst>
        <pc:spChg chg="mod">
          <ac:chgData name="Rizwan Rashid" userId="S::rizwan.rashid@comsats.edu.pk::12b6bffb-8fd7-410a-bd1e-f473b901c3a4" providerId="AD" clId="Web-{26A49499-C9AD-3981-6C62-4E42E46314C6}" dt="2023-04-02T13:14:37.499" v="47" actId="20577"/>
          <ac:spMkLst>
            <pc:docMk/>
            <pc:sldMk cId="1560131990" sldId="276"/>
            <ac:spMk id="2" creationId="{718F0CB1-65CF-974D-3157-F5600CA73674}"/>
          </ac:spMkLst>
        </pc:spChg>
        <pc:spChg chg="mod">
          <ac:chgData name="Rizwan Rashid" userId="S::rizwan.rashid@comsats.edu.pk::12b6bffb-8fd7-410a-bd1e-f473b901c3a4" providerId="AD" clId="Web-{26A49499-C9AD-3981-6C62-4E42E46314C6}" dt="2023-04-02T13:18:02.505" v="67" actId="20577"/>
          <ac:spMkLst>
            <pc:docMk/>
            <pc:sldMk cId="1560131990" sldId="276"/>
            <ac:spMk id="3" creationId="{6C595891-2DBF-0B7A-7819-827A49271E12}"/>
          </ac:spMkLst>
        </pc:spChg>
      </pc:sldChg>
      <pc:sldChg chg="addSp modSp new mod modClrScheme chgLayout">
        <pc:chgData name="Rizwan Rashid" userId="S::rizwan.rashid@comsats.edu.pk::12b6bffb-8fd7-410a-bd1e-f473b901c3a4" providerId="AD" clId="Web-{26A49499-C9AD-3981-6C62-4E42E46314C6}" dt="2023-04-02T13:24:41.723" v="158" actId="14100"/>
        <pc:sldMkLst>
          <pc:docMk/>
          <pc:sldMk cId="1463831886" sldId="277"/>
        </pc:sldMkLst>
        <pc:spChg chg="mod">
          <ac:chgData name="Rizwan Rashid" userId="S::rizwan.rashid@comsats.edu.pk::12b6bffb-8fd7-410a-bd1e-f473b901c3a4" providerId="AD" clId="Web-{26A49499-C9AD-3981-6C62-4E42E46314C6}" dt="2023-04-02T13:19:45.695" v="113"/>
          <ac:spMkLst>
            <pc:docMk/>
            <pc:sldMk cId="1463831886" sldId="277"/>
            <ac:spMk id="2" creationId="{B1BA22E6-0864-3E52-089E-7BB63E51AFF6}"/>
          </ac:spMkLst>
        </pc:spChg>
        <pc:spChg chg="mod">
          <ac:chgData name="Rizwan Rashid" userId="S::rizwan.rashid@comsats.edu.pk::12b6bffb-8fd7-410a-bd1e-f473b901c3a4" providerId="AD" clId="Web-{26A49499-C9AD-3981-6C62-4E42E46314C6}" dt="2023-04-02T13:24:36.426" v="156" actId="20577"/>
          <ac:spMkLst>
            <pc:docMk/>
            <pc:sldMk cId="1463831886" sldId="277"/>
            <ac:spMk id="3" creationId="{53FDE1B1-1B53-B12C-D53C-2D927608BF45}"/>
          </ac:spMkLst>
        </pc:spChg>
        <pc:spChg chg="mod ord">
          <ac:chgData name="Rizwan Rashid" userId="S::rizwan.rashid@comsats.edu.pk::12b6bffb-8fd7-410a-bd1e-f473b901c3a4" providerId="AD" clId="Web-{26A49499-C9AD-3981-6C62-4E42E46314C6}" dt="2023-04-02T13:19:45.695" v="113"/>
          <ac:spMkLst>
            <pc:docMk/>
            <pc:sldMk cId="1463831886" sldId="277"/>
            <ac:spMk id="4" creationId="{F6C398DA-BDB2-9AB2-4F18-C021BAD49BFD}"/>
          </ac:spMkLst>
        </pc:spChg>
        <pc:picChg chg="add mod">
          <ac:chgData name="Rizwan Rashid" userId="S::rizwan.rashid@comsats.edu.pk::12b6bffb-8fd7-410a-bd1e-f473b901c3a4" providerId="AD" clId="Web-{26A49499-C9AD-3981-6C62-4E42E46314C6}" dt="2023-04-02T13:24:41.723" v="158" actId="14100"/>
          <ac:picMkLst>
            <pc:docMk/>
            <pc:sldMk cId="1463831886" sldId="277"/>
            <ac:picMk id="5" creationId="{7EFCAF39-5D5C-1BB8-8572-478DE0F7D623}"/>
          </ac:picMkLst>
        </pc:picChg>
      </pc:sldChg>
      <pc:sldChg chg="del">
        <pc:chgData name="Rizwan Rashid" userId="S::rizwan.rashid@comsats.edu.pk::12b6bffb-8fd7-410a-bd1e-f473b901c3a4" providerId="AD" clId="Web-{26A49499-C9AD-3981-6C62-4E42E46314C6}" dt="2023-04-02T13:04:11.527" v="37"/>
        <pc:sldMkLst>
          <pc:docMk/>
          <pc:sldMk cId="4196248272" sldId="277"/>
        </pc:sldMkLst>
      </pc:sldChg>
      <pc:sldChg chg="del">
        <pc:chgData name="Rizwan Rashid" userId="S::rizwan.rashid@comsats.edu.pk::12b6bffb-8fd7-410a-bd1e-f473b901c3a4" providerId="AD" clId="Web-{26A49499-C9AD-3981-6C62-4E42E46314C6}" dt="2023-04-02T13:04:11.527" v="36"/>
        <pc:sldMkLst>
          <pc:docMk/>
          <pc:sldMk cId="1010016411" sldId="278"/>
        </pc:sldMkLst>
      </pc:sldChg>
      <pc:sldChg chg="del">
        <pc:chgData name="Rizwan Rashid" userId="S::rizwan.rashid@comsats.edu.pk::12b6bffb-8fd7-410a-bd1e-f473b901c3a4" providerId="AD" clId="Web-{26A49499-C9AD-3981-6C62-4E42E46314C6}" dt="2023-04-02T13:04:11.527" v="34"/>
        <pc:sldMkLst>
          <pc:docMk/>
          <pc:sldMk cId="3898842981" sldId="279"/>
        </pc:sldMkLst>
      </pc:sldChg>
      <pc:sldChg chg="del">
        <pc:chgData name="Rizwan Rashid" userId="S::rizwan.rashid@comsats.edu.pk::12b6bffb-8fd7-410a-bd1e-f473b901c3a4" providerId="AD" clId="Web-{26A49499-C9AD-3981-6C62-4E42E46314C6}" dt="2023-04-02T13:04:11.527" v="35"/>
        <pc:sldMkLst>
          <pc:docMk/>
          <pc:sldMk cId="3662736590" sldId="280"/>
        </pc:sldMkLst>
      </pc:sldChg>
      <pc:sldChg chg="del">
        <pc:chgData name="Rizwan Rashid" userId="S::rizwan.rashid@comsats.edu.pk::12b6bffb-8fd7-410a-bd1e-f473b901c3a4" providerId="AD" clId="Web-{26A49499-C9AD-3981-6C62-4E42E46314C6}" dt="2023-04-02T13:04:11.527" v="32"/>
        <pc:sldMkLst>
          <pc:docMk/>
          <pc:sldMk cId="884951720" sldId="281"/>
        </pc:sldMkLst>
      </pc:sldChg>
      <pc:sldChg chg="del">
        <pc:chgData name="Rizwan Rashid" userId="S::rizwan.rashid@comsats.edu.pk::12b6bffb-8fd7-410a-bd1e-f473b901c3a4" providerId="AD" clId="Web-{26A49499-C9AD-3981-6C62-4E42E46314C6}" dt="2023-04-02T13:04:11.527" v="33"/>
        <pc:sldMkLst>
          <pc:docMk/>
          <pc:sldMk cId="2477369744" sldId="282"/>
        </pc:sldMkLst>
      </pc:sldChg>
    </pc:docChg>
  </pc:docChgLst>
  <pc:docChgLst>
    <pc:chgData name="Rizwan Rashid" userId="S::rizwan.rashid@comsats.edu.pk::12b6bffb-8fd7-410a-bd1e-f473b901c3a4" providerId="AD" clId="Web-{EF5EF4CC-FADC-84B1-6A09-3E51101B2E69}"/>
    <pc:docChg chg="addSld delSld modSld sldOrd addMainMaster delMainMaster">
      <pc:chgData name="Rizwan Rashid" userId="S::rizwan.rashid@comsats.edu.pk::12b6bffb-8fd7-410a-bd1e-f473b901c3a4" providerId="AD" clId="Web-{EF5EF4CC-FADC-84B1-6A09-3E51101B2E69}" dt="2023-03-04T19:34:15.371" v="220"/>
      <pc:docMkLst>
        <pc:docMk/>
      </pc:docMkLst>
      <pc:sldChg chg="modTransition">
        <pc:chgData name="Rizwan Rashid" userId="S::rizwan.rashid@comsats.edu.pk::12b6bffb-8fd7-410a-bd1e-f473b901c3a4" providerId="AD" clId="Web-{EF5EF4CC-FADC-84B1-6A09-3E51101B2E69}" dt="2023-03-04T19:34:15.371" v="217"/>
        <pc:sldMkLst>
          <pc:docMk/>
          <pc:sldMk cId="1764550574" sldId="277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6"/>
        <pc:sldMkLst>
          <pc:docMk/>
          <pc:sldMk cId="265050139" sldId="278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5"/>
        <pc:sldMkLst>
          <pc:docMk/>
          <pc:sldMk cId="4122765759" sldId="279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4"/>
        <pc:sldMkLst>
          <pc:docMk/>
          <pc:sldMk cId="1736788800" sldId="280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3"/>
        <pc:sldMkLst>
          <pc:docMk/>
          <pc:sldMk cId="1271110865" sldId="281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2"/>
        <pc:sldMkLst>
          <pc:docMk/>
          <pc:sldMk cId="466966198" sldId="282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1"/>
        <pc:sldMkLst>
          <pc:docMk/>
          <pc:sldMk cId="3431449325" sldId="283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0"/>
        <pc:sldMkLst>
          <pc:docMk/>
          <pc:sldMk cId="1257545278" sldId="284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9"/>
        <pc:sldMkLst>
          <pc:docMk/>
          <pc:sldMk cId="1566197747" sldId="285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8"/>
        <pc:sldMkLst>
          <pc:docMk/>
          <pc:sldMk cId="2612299855" sldId="286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7"/>
        <pc:sldMkLst>
          <pc:docMk/>
          <pc:sldMk cId="1724956274" sldId="287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6"/>
        <pc:sldMkLst>
          <pc:docMk/>
          <pc:sldMk cId="1855495916" sldId="288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5"/>
        <pc:sldMkLst>
          <pc:docMk/>
          <pc:sldMk cId="451748010" sldId="289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4"/>
        <pc:sldMkLst>
          <pc:docMk/>
          <pc:sldMk cId="1760992607" sldId="290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2"/>
        <pc:sldMkLst>
          <pc:docMk/>
          <pc:sldMk cId="4097799513" sldId="291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1"/>
        <pc:sldMkLst>
          <pc:docMk/>
          <pc:sldMk cId="3289657998" sldId="292"/>
        </pc:sldMkLst>
      </pc:sldChg>
      <pc:sldChg chg="del">
        <pc:chgData name="Rizwan Rashid" userId="S::rizwan.rashid@comsats.edu.pk::12b6bffb-8fd7-410a-bd1e-f473b901c3a4" providerId="AD" clId="Web-{EF5EF4CC-FADC-84B1-6A09-3E51101B2E69}" dt="2023-03-04T15:17:47.188" v="98"/>
        <pc:sldMkLst>
          <pc:docMk/>
          <pc:sldMk cId="2028077673" sldId="293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0"/>
        <pc:sldMkLst>
          <pc:docMk/>
          <pc:sldMk cId="504409996" sldId="294"/>
        </pc:sldMkLst>
      </pc:sldChg>
      <pc:sldChg chg="addSp modSp modTransition">
        <pc:chgData name="Rizwan Rashid" userId="S::rizwan.rashid@comsats.edu.pk::12b6bffb-8fd7-410a-bd1e-f473b901c3a4" providerId="AD" clId="Web-{EF5EF4CC-FADC-84B1-6A09-3E51101B2E69}" dt="2023-03-04T19:34:15.371" v="199"/>
        <pc:sldMkLst>
          <pc:docMk/>
          <pc:sldMk cId="2830719269" sldId="295"/>
        </pc:sldMkLst>
        <pc:spChg chg="add mod">
          <ac:chgData name="Rizwan Rashid" userId="S::rizwan.rashid@comsats.edu.pk::12b6bffb-8fd7-410a-bd1e-f473b901c3a4" providerId="AD" clId="Web-{EF5EF4CC-FADC-84B1-6A09-3E51101B2E69}" dt="2023-03-04T15:16:35.232" v="91" actId="1076"/>
          <ac:spMkLst>
            <pc:docMk/>
            <pc:sldMk cId="2830719269" sldId="295"/>
            <ac:spMk id="2" creationId="{260E6704-34D5-3EDB-50D1-2CC20656C9A2}"/>
          </ac:spMkLst>
        </pc:spChg>
        <pc:spChg chg="add mod">
          <ac:chgData name="Rizwan Rashid" userId="S::rizwan.rashid@comsats.edu.pk::12b6bffb-8fd7-410a-bd1e-f473b901c3a4" providerId="AD" clId="Web-{EF5EF4CC-FADC-84B1-6A09-3E51101B2E69}" dt="2023-03-04T15:16:35.248" v="92" actId="1076"/>
          <ac:spMkLst>
            <pc:docMk/>
            <pc:sldMk cId="2830719269" sldId="295"/>
            <ac:spMk id="3" creationId="{3C51717A-1488-B7B4-F542-2399E3B64FE8}"/>
          </ac:spMkLst>
        </pc:spChg>
        <pc:spChg chg="add mod">
          <ac:chgData name="Rizwan Rashid" userId="S::rizwan.rashid@comsats.edu.pk::12b6bffb-8fd7-410a-bd1e-f473b901c3a4" providerId="AD" clId="Web-{EF5EF4CC-FADC-84B1-6A09-3E51101B2E69}" dt="2023-03-04T15:16:35.248" v="93" actId="1076"/>
          <ac:spMkLst>
            <pc:docMk/>
            <pc:sldMk cId="2830719269" sldId="295"/>
            <ac:spMk id="4" creationId="{40477420-17A8-60F0-4740-F6D0CBEF3EE3}"/>
          </ac:spMkLst>
        </pc:spChg>
        <pc:spChg chg="add mod">
          <ac:chgData name="Rizwan Rashid" userId="S::rizwan.rashid@comsats.edu.pk::12b6bffb-8fd7-410a-bd1e-f473b901c3a4" providerId="AD" clId="Web-{EF5EF4CC-FADC-84B1-6A09-3E51101B2E69}" dt="2023-03-04T15:16:29.904" v="90" actId="1076"/>
          <ac:spMkLst>
            <pc:docMk/>
            <pc:sldMk cId="2830719269" sldId="295"/>
            <ac:spMk id="7" creationId="{BB7CDC91-23F5-F3F3-152D-0C0B0F9256DB}"/>
          </ac:spMkLst>
        </pc:spChg>
        <pc:spChg chg="add mod">
          <ac:chgData name="Rizwan Rashid" userId="S::rizwan.rashid@comsats.edu.pk::12b6bffb-8fd7-410a-bd1e-f473b901c3a4" providerId="AD" clId="Web-{EF5EF4CC-FADC-84B1-6A09-3E51101B2E69}" dt="2023-03-04T15:16:14.856" v="86" actId="1076"/>
          <ac:spMkLst>
            <pc:docMk/>
            <pc:sldMk cId="2830719269" sldId="295"/>
            <ac:spMk id="8" creationId="{E818649D-768A-B72E-901E-0C8A6F24B0B6}"/>
          </ac:spMkLst>
        </pc:spChg>
        <pc:spChg chg="mod">
          <ac:chgData name="Rizwan Rashid" userId="S::rizwan.rashid@comsats.edu.pk::12b6bffb-8fd7-410a-bd1e-f473b901c3a4" providerId="AD" clId="Web-{EF5EF4CC-FADC-84B1-6A09-3E51101B2E69}" dt="2023-03-04T15:09:41.529" v="1" actId="14100"/>
          <ac:spMkLst>
            <pc:docMk/>
            <pc:sldMk cId="2830719269" sldId="295"/>
            <ac:spMk id="77826" creationId="{00000000-0000-0000-0000-000000000000}"/>
          </ac:spMkLst>
        </pc:spChg>
        <pc:grpChg chg="add mod">
          <ac:chgData name="Rizwan Rashid" userId="S::rizwan.rashid@comsats.edu.pk::12b6bffb-8fd7-410a-bd1e-f473b901c3a4" providerId="AD" clId="Web-{EF5EF4CC-FADC-84B1-6A09-3E51101B2E69}" dt="2023-03-04T15:16:51.983" v="96" actId="1076"/>
          <ac:grpSpMkLst>
            <pc:docMk/>
            <pc:sldMk cId="2830719269" sldId="295"/>
            <ac:grpSpMk id="9" creationId="{153BD5D1-2153-1BA7-65E8-4564F795C6CD}"/>
          </ac:grpSpMkLst>
        </pc:grpChg>
        <pc:grpChg chg="add">
          <ac:chgData name="Rizwan Rashid" userId="S::rizwan.rashid@comsats.edu.pk::12b6bffb-8fd7-410a-bd1e-f473b901c3a4" providerId="AD" clId="Web-{EF5EF4CC-FADC-84B1-6A09-3E51101B2E69}" dt="2023-03-04T15:16:57.467" v="97"/>
          <ac:grpSpMkLst>
            <pc:docMk/>
            <pc:sldMk cId="2830719269" sldId="295"/>
            <ac:grpSpMk id="10" creationId="{9D49D384-8EF8-A2C5-D819-CF15B9209FE2}"/>
          </ac:grpSpMkLst>
        </pc:grpChg>
        <pc:graphicFrameChg chg="add mod modGraphic">
          <ac:chgData name="Rizwan Rashid" userId="S::rizwan.rashid@comsats.edu.pk::12b6bffb-8fd7-410a-bd1e-f473b901c3a4" providerId="AD" clId="Web-{EF5EF4CC-FADC-84B1-6A09-3E51101B2E69}" dt="2023-03-04T15:16:48.529" v="95" actId="1076"/>
          <ac:graphicFrameMkLst>
            <pc:docMk/>
            <pc:sldMk cId="2830719269" sldId="295"/>
            <ac:graphicFrameMk id="5" creationId="{D5D75C41-49D9-D931-39AA-9110DBD399DB}"/>
          </ac:graphicFrameMkLst>
        </pc:graphicFrameChg>
      </pc:sldChg>
      <pc:sldChg chg="modTransition">
        <pc:chgData name="Rizwan Rashid" userId="S::rizwan.rashid@comsats.edu.pk::12b6bffb-8fd7-410a-bd1e-f473b901c3a4" providerId="AD" clId="Web-{EF5EF4CC-FADC-84B1-6A09-3E51101B2E69}" dt="2023-03-04T19:34:15.371" v="198"/>
        <pc:sldMkLst>
          <pc:docMk/>
          <pc:sldMk cId="1347984950" sldId="296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197"/>
        <pc:sldMkLst>
          <pc:docMk/>
          <pc:sldMk cId="2899825618" sldId="297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9"/>
        <pc:sldMkLst>
          <pc:docMk/>
          <pc:sldMk cId="309736740" sldId="300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8"/>
        <pc:sldMkLst>
          <pc:docMk/>
          <pc:sldMk cId="4283146656" sldId="301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20"/>
        <pc:sldMkLst>
          <pc:docMk/>
          <pc:sldMk cId="1632256336" sldId="302"/>
        </pc:sldMkLst>
      </pc:sldChg>
      <pc:sldChg chg="modSp add ord modTransition">
        <pc:chgData name="Rizwan Rashid" userId="S::rizwan.rashid@comsats.edu.pk::12b6bffb-8fd7-410a-bd1e-f473b901c3a4" providerId="AD" clId="Web-{EF5EF4CC-FADC-84B1-6A09-3E51101B2E69}" dt="2023-03-04T19:34:15.371" v="203"/>
        <pc:sldMkLst>
          <pc:docMk/>
          <pc:sldMk cId="2305902872" sldId="308"/>
        </pc:sldMkLst>
        <pc:spChg chg="mod">
          <ac:chgData name="Rizwan Rashid" userId="S::rizwan.rashid@comsats.edu.pk::12b6bffb-8fd7-410a-bd1e-f473b901c3a4" providerId="AD" clId="Web-{EF5EF4CC-FADC-84B1-6A09-3E51101B2E69}" dt="2023-03-04T15:20:57.898" v="103" actId="20577"/>
          <ac:spMkLst>
            <pc:docMk/>
            <pc:sldMk cId="2305902872" sldId="308"/>
            <ac:spMk id="81921" creationId="{00000000-0000-0000-0000-000000000000}"/>
          </ac:spMkLst>
        </pc:spChg>
        <pc:spChg chg="mod">
          <ac:chgData name="Rizwan Rashid" userId="S::rizwan.rashid@comsats.edu.pk::12b6bffb-8fd7-410a-bd1e-f473b901c3a4" providerId="AD" clId="Web-{EF5EF4CC-FADC-84B1-6A09-3E51101B2E69}" dt="2023-03-04T18:08:43.805" v="189" actId="20577"/>
          <ac:spMkLst>
            <pc:docMk/>
            <pc:sldMk cId="2305902872" sldId="308"/>
            <ac:spMk id="81922" creationId="{00000000-0000-0000-0000-000000000000}"/>
          </ac:spMkLst>
        </pc:spChg>
      </pc:sldChg>
      <pc:sldChg chg="modSp add mod modClrScheme chgLayout">
        <pc:chgData name="Rizwan Rashid" userId="S::rizwan.rashid@comsats.edu.pk::12b6bffb-8fd7-410a-bd1e-f473b901c3a4" providerId="AD" clId="Web-{EF5EF4CC-FADC-84B1-6A09-3E51101B2E69}" dt="2023-03-04T18:06:28.253" v="187" actId="20577"/>
        <pc:sldMkLst>
          <pc:docMk/>
          <pc:sldMk cId="1237226634" sldId="309"/>
        </pc:sldMkLst>
        <pc:spChg chg="mod ord">
          <ac:chgData name="Rizwan Rashid" userId="S::rizwan.rashid@comsats.edu.pk::12b6bffb-8fd7-410a-bd1e-f473b901c3a4" providerId="AD" clId="Web-{EF5EF4CC-FADC-84B1-6A09-3E51101B2E69}" dt="2023-03-04T15:25:38.675" v="164"/>
          <ac:spMkLst>
            <pc:docMk/>
            <pc:sldMk cId="1237226634" sldId="309"/>
            <ac:spMk id="4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EF5EF4CC-FADC-84B1-6A09-3E51101B2E69}" dt="2023-03-04T15:25:38.675" v="164"/>
          <ac:spMkLst>
            <pc:docMk/>
            <pc:sldMk cId="1237226634" sldId="309"/>
            <ac:spMk id="31747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EF5EF4CC-FADC-84B1-6A09-3E51101B2E69}" dt="2023-03-04T18:06:28.253" v="187" actId="20577"/>
          <ac:spMkLst>
            <pc:docMk/>
            <pc:sldMk cId="1237226634" sldId="309"/>
            <ac:spMk id="31748" creationId="{00000000-0000-0000-0000-000000000000}"/>
          </ac:spMkLst>
        </pc:spChg>
      </pc:sldChg>
      <pc:sldChg chg="add del">
        <pc:chgData name="Rizwan Rashid" userId="S::rizwan.rashid@comsats.edu.pk::12b6bffb-8fd7-410a-bd1e-f473b901c3a4" providerId="AD" clId="Web-{EF5EF4CC-FADC-84B1-6A09-3E51101B2E69}" dt="2023-03-04T15:22:11.401" v="111"/>
        <pc:sldMkLst>
          <pc:docMk/>
          <pc:sldMk cId="1602115991" sldId="309"/>
        </pc:sldMkLst>
      </pc:sldChg>
      <pc:sldChg chg="modSp add mod modClrScheme chgLayout">
        <pc:chgData name="Rizwan Rashid" userId="S::rizwan.rashid@comsats.edu.pk::12b6bffb-8fd7-410a-bd1e-f473b901c3a4" providerId="AD" clId="Web-{EF5EF4CC-FADC-84B1-6A09-3E51101B2E69}" dt="2023-03-04T15:24:59.579" v="163"/>
        <pc:sldMkLst>
          <pc:docMk/>
          <pc:sldMk cId="638677986" sldId="310"/>
        </pc:sldMkLst>
        <pc:spChg chg="mod ord">
          <ac:chgData name="Rizwan Rashid" userId="S::rizwan.rashid@comsats.edu.pk::12b6bffb-8fd7-410a-bd1e-f473b901c3a4" providerId="AD" clId="Web-{EF5EF4CC-FADC-84B1-6A09-3E51101B2E69}" dt="2023-03-04T15:24:59.579" v="163"/>
          <ac:spMkLst>
            <pc:docMk/>
            <pc:sldMk cId="638677986" sldId="310"/>
            <ac:spMk id="4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EF5EF4CC-FADC-84B1-6A09-3E51101B2E69}" dt="2023-03-04T15:24:59.579" v="163"/>
          <ac:spMkLst>
            <pc:docMk/>
            <pc:sldMk cId="638677986" sldId="310"/>
            <ac:spMk id="30723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EF5EF4CC-FADC-84B1-6A09-3E51101B2E69}" dt="2023-03-04T15:24:59.579" v="163"/>
          <ac:spMkLst>
            <pc:docMk/>
            <pc:sldMk cId="638677986" sldId="310"/>
            <ac:spMk id="30724" creationId="{00000000-0000-0000-0000-000000000000}"/>
          </ac:spMkLst>
        </pc:spChg>
      </pc:sldChg>
      <pc:sldChg chg="add del">
        <pc:chgData name="Rizwan Rashid" userId="S::rizwan.rashid@comsats.edu.pk::12b6bffb-8fd7-410a-bd1e-f473b901c3a4" providerId="AD" clId="Web-{EF5EF4CC-FADC-84B1-6A09-3E51101B2E69}" dt="2023-03-04T15:22:11.401" v="110"/>
        <pc:sldMkLst>
          <pc:docMk/>
          <pc:sldMk cId="3849860184" sldId="310"/>
        </pc:sldMkLst>
      </pc:sldChg>
      <pc:sldChg chg="modSp add del mod modClrScheme chgLayout">
        <pc:chgData name="Rizwan Rashid" userId="S::rizwan.rashid@comsats.edu.pk::12b6bffb-8fd7-410a-bd1e-f473b901c3a4" providerId="AD" clId="Web-{EF5EF4CC-FADC-84B1-6A09-3E51101B2E69}" dt="2023-03-04T15:24:54.298" v="162"/>
        <pc:sldMkLst>
          <pc:docMk/>
          <pc:sldMk cId="862432516" sldId="311"/>
        </pc:sldMkLst>
        <pc:spChg chg="mod ord">
          <ac:chgData name="Rizwan Rashid" userId="S::rizwan.rashid@comsats.edu.pk::12b6bffb-8fd7-410a-bd1e-f473b901c3a4" providerId="AD" clId="Web-{EF5EF4CC-FADC-84B1-6A09-3E51101B2E69}" dt="2023-03-04T15:23:36.248" v="119"/>
          <ac:spMkLst>
            <pc:docMk/>
            <pc:sldMk cId="862432516" sldId="311"/>
            <ac:spMk id="4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EF5EF4CC-FADC-84B1-6A09-3E51101B2E69}" dt="2023-03-04T15:23:36.248" v="119"/>
          <ac:spMkLst>
            <pc:docMk/>
            <pc:sldMk cId="862432516" sldId="311"/>
            <ac:spMk id="28675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EF5EF4CC-FADC-84B1-6A09-3E51101B2E69}" dt="2023-03-04T15:24:15.859" v="130" actId="20577"/>
          <ac:spMkLst>
            <pc:docMk/>
            <pc:sldMk cId="862432516" sldId="311"/>
            <ac:spMk id="28676" creationId="{00000000-0000-0000-0000-000000000000}"/>
          </ac:spMkLst>
        </pc:spChg>
      </pc:sldChg>
      <pc:sldChg chg="add del">
        <pc:chgData name="Rizwan Rashid" userId="S::rizwan.rashid@comsats.edu.pk::12b6bffb-8fd7-410a-bd1e-f473b901c3a4" providerId="AD" clId="Web-{EF5EF4CC-FADC-84B1-6A09-3E51101B2E69}" dt="2023-03-04T15:22:11.385" v="109"/>
        <pc:sldMkLst>
          <pc:docMk/>
          <pc:sldMk cId="1493904291" sldId="311"/>
        </pc:sldMkLst>
      </pc:sldChg>
      <pc:sldChg chg="addSp delSp modSp add mod modClrScheme chgLayout">
        <pc:chgData name="Rizwan Rashid" userId="S::rizwan.rashid@comsats.edu.pk::12b6bffb-8fd7-410a-bd1e-f473b901c3a4" providerId="AD" clId="Web-{EF5EF4CC-FADC-84B1-6A09-3E51101B2E69}" dt="2023-03-04T15:24:52.892" v="161" actId="20577"/>
        <pc:sldMkLst>
          <pc:docMk/>
          <pc:sldMk cId="410574454" sldId="312"/>
        </pc:sldMkLst>
        <pc:spChg chg="mod ord">
          <ac:chgData name="Rizwan Rashid" userId="S::rizwan.rashid@comsats.edu.pk::12b6bffb-8fd7-410a-bd1e-f473b901c3a4" providerId="AD" clId="Web-{EF5EF4CC-FADC-84B1-6A09-3E51101B2E69}" dt="2023-03-04T15:23:21.357" v="118"/>
          <ac:spMkLst>
            <pc:docMk/>
            <pc:sldMk cId="410574454" sldId="312"/>
            <ac:spMk id="4" creationId="{00000000-0000-0000-0000-000000000000}"/>
          </ac:spMkLst>
        </pc:spChg>
        <pc:spChg chg="add mod">
          <ac:chgData name="Rizwan Rashid" userId="S::rizwan.rashid@comsats.edu.pk::12b6bffb-8fd7-410a-bd1e-f473b901c3a4" providerId="AD" clId="Web-{EF5EF4CC-FADC-84B1-6A09-3E51101B2E69}" dt="2023-03-04T15:24:12.156" v="129" actId="1076"/>
          <ac:spMkLst>
            <pc:docMk/>
            <pc:sldMk cId="410574454" sldId="312"/>
            <ac:spMk id="17" creationId="{9216F9AF-A53A-1CBA-07D7-DF1A5795F957}"/>
          </ac:spMkLst>
        </pc:spChg>
        <pc:spChg chg="add del mod">
          <ac:chgData name="Rizwan Rashid" userId="S::rizwan.rashid@comsats.edu.pk::12b6bffb-8fd7-410a-bd1e-f473b901c3a4" providerId="AD" clId="Web-{EF5EF4CC-FADC-84B1-6A09-3E51101B2E69}" dt="2023-03-04T15:24:23.828" v="134"/>
          <ac:spMkLst>
            <pc:docMk/>
            <pc:sldMk cId="410574454" sldId="312"/>
            <ac:spMk id="18" creationId="{59631BA7-1F16-6385-3783-672E6C0848F1}"/>
          </ac:spMkLst>
        </pc:spChg>
        <pc:spChg chg="mod ord">
          <ac:chgData name="Rizwan Rashid" userId="S::rizwan.rashid@comsats.edu.pk::12b6bffb-8fd7-410a-bd1e-f473b901c3a4" providerId="AD" clId="Web-{EF5EF4CC-FADC-84B1-6A09-3E51101B2E69}" dt="2023-03-04T15:23:21.357" v="118"/>
          <ac:spMkLst>
            <pc:docMk/>
            <pc:sldMk cId="410574454" sldId="312"/>
            <ac:spMk id="27651" creationId="{00000000-0000-0000-0000-000000000000}"/>
          </ac:spMkLst>
        </pc:spChg>
        <pc:spChg chg="add del mod ord">
          <ac:chgData name="Rizwan Rashid" userId="S::rizwan.rashid@comsats.edu.pk::12b6bffb-8fd7-410a-bd1e-f473b901c3a4" providerId="AD" clId="Web-{EF5EF4CC-FADC-84B1-6A09-3E51101B2E69}" dt="2023-03-04T15:24:52.892" v="161" actId="20577"/>
          <ac:spMkLst>
            <pc:docMk/>
            <pc:sldMk cId="410574454" sldId="312"/>
            <ac:spMk id="27652" creationId="{00000000-0000-0000-0000-000000000000}"/>
          </ac:spMkLst>
        </pc:spChg>
        <pc:spChg chg="add del">
          <ac:chgData name="Rizwan Rashid" userId="S::rizwan.rashid@comsats.edu.pk::12b6bffb-8fd7-410a-bd1e-f473b901c3a4" providerId="AD" clId="Web-{EF5EF4CC-FADC-84B1-6A09-3E51101B2E69}" dt="2023-03-04T15:23:21.357" v="118"/>
          <ac:spMkLst>
            <pc:docMk/>
            <pc:sldMk cId="410574454" sldId="312"/>
            <ac:spMk id="27658" creationId="{09FCD75A-2C80-D4CC-3AAD-722259B9F3D0}"/>
          </ac:spMkLst>
        </pc:spChg>
        <pc:graphicFrameChg chg="add del">
          <ac:chgData name="Rizwan Rashid" userId="S::rizwan.rashid@comsats.edu.pk::12b6bffb-8fd7-410a-bd1e-f473b901c3a4" providerId="AD" clId="Web-{EF5EF4CC-FADC-84B1-6A09-3E51101B2E69}" dt="2023-03-04T15:23:21.357" v="118"/>
          <ac:graphicFrameMkLst>
            <pc:docMk/>
            <pc:sldMk cId="410574454" sldId="312"/>
            <ac:graphicFrameMk id="27654" creationId="{E2794EE1-ACAB-7E65-A23F-2E1B64F27D70}"/>
          </ac:graphicFrameMkLst>
        </pc:graphicFrameChg>
      </pc:sldChg>
      <pc:sldChg chg="add del">
        <pc:chgData name="Rizwan Rashid" userId="S::rizwan.rashid@comsats.edu.pk::12b6bffb-8fd7-410a-bd1e-f473b901c3a4" providerId="AD" clId="Web-{EF5EF4CC-FADC-84B1-6A09-3E51101B2E69}" dt="2023-03-04T15:22:11.385" v="108"/>
        <pc:sldMkLst>
          <pc:docMk/>
          <pc:sldMk cId="2717646682" sldId="312"/>
        </pc:sldMkLst>
      </pc:sldChg>
      <pc:sldChg chg="modSp add">
        <pc:chgData name="Rizwan Rashid" userId="S::rizwan.rashid@comsats.edu.pk::12b6bffb-8fd7-410a-bd1e-f473b901c3a4" providerId="AD" clId="Web-{EF5EF4CC-FADC-84B1-6A09-3E51101B2E69}" dt="2023-03-04T18:11:07.981" v="196" actId="20577"/>
        <pc:sldMkLst>
          <pc:docMk/>
          <pc:sldMk cId="3135257175" sldId="313"/>
        </pc:sldMkLst>
        <pc:spChg chg="mod">
          <ac:chgData name="Rizwan Rashid" userId="S::rizwan.rashid@comsats.edu.pk::12b6bffb-8fd7-410a-bd1e-f473b901c3a4" providerId="AD" clId="Web-{EF5EF4CC-FADC-84B1-6A09-3E51101B2E69}" dt="2023-03-04T18:10:40.059" v="193" actId="20577"/>
          <ac:spMkLst>
            <pc:docMk/>
            <pc:sldMk cId="3135257175" sldId="313"/>
            <ac:spMk id="93185" creationId="{00000000-0000-0000-0000-000000000000}"/>
          </ac:spMkLst>
        </pc:spChg>
        <pc:spChg chg="mod">
          <ac:chgData name="Rizwan Rashid" userId="S::rizwan.rashid@comsats.edu.pk::12b6bffb-8fd7-410a-bd1e-f473b901c3a4" providerId="AD" clId="Web-{EF5EF4CC-FADC-84B1-6A09-3E51101B2E69}" dt="2023-03-04T18:11:07.981" v="196" actId="20577"/>
          <ac:spMkLst>
            <pc:docMk/>
            <pc:sldMk cId="3135257175" sldId="313"/>
            <ac:spMk id="93186" creationId="{00000000-0000-0000-0000-000000000000}"/>
          </ac:spMkLst>
        </pc:spChg>
      </pc:sldChg>
      <pc:sldMasterChg chg="add del addSldLayout delSldLayout">
        <pc:chgData name="Rizwan Rashid" userId="S::rizwan.rashid@comsats.edu.pk::12b6bffb-8fd7-410a-bd1e-f473b901c3a4" providerId="AD" clId="Web-{EF5EF4CC-FADC-84B1-6A09-3E51101B2E69}" dt="2023-03-04T15:22:11.401" v="111"/>
        <pc:sldMasterMkLst>
          <pc:docMk/>
          <pc:sldMasterMk cId="0" sldId="2147483707"/>
        </pc:sldMasterMkLst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08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09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0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1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2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3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4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5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6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7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8"/>
          </pc:sldLayoutMkLst>
        </pc:sldLayoutChg>
      </pc:sldMasterChg>
    </pc:docChg>
  </pc:docChgLst>
  <pc:docChgLst>
    <pc:chgData name="Rizwan Rashid" userId="S::rizwan.rashid@comsats.edu.pk::12b6bffb-8fd7-410a-bd1e-f473b901c3a4" providerId="AD" clId="Web-{11546615-7687-B620-C47F-021F23C225A4}"/>
    <pc:docChg chg="addSld modSld">
      <pc:chgData name="Rizwan Rashid" userId="S::rizwan.rashid@comsats.edu.pk::12b6bffb-8fd7-410a-bd1e-f473b901c3a4" providerId="AD" clId="Web-{11546615-7687-B620-C47F-021F23C225A4}" dt="2023-02-26T15:08:53.833" v="79" actId="20577"/>
      <pc:docMkLst>
        <pc:docMk/>
      </pc:docMkLst>
      <pc:sldChg chg="new">
        <pc:chgData name="Rizwan Rashid" userId="S::rizwan.rashid@comsats.edu.pk::12b6bffb-8fd7-410a-bd1e-f473b901c3a4" providerId="AD" clId="Web-{11546615-7687-B620-C47F-021F23C225A4}" dt="2023-02-26T15:02:07.443" v="0"/>
        <pc:sldMkLst>
          <pc:docMk/>
          <pc:sldMk cId="2313877662" sldId="305"/>
        </pc:sldMkLst>
      </pc:sldChg>
      <pc:sldChg chg="addSp modSp new">
        <pc:chgData name="Rizwan Rashid" userId="S::rizwan.rashid@comsats.edu.pk::12b6bffb-8fd7-410a-bd1e-f473b901c3a4" providerId="AD" clId="Web-{11546615-7687-B620-C47F-021F23C225A4}" dt="2023-02-26T15:06:05.655" v="58" actId="1076"/>
        <pc:sldMkLst>
          <pc:docMk/>
          <pc:sldMk cId="1886531944" sldId="306"/>
        </pc:sldMkLst>
        <pc:spChg chg="mod">
          <ac:chgData name="Rizwan Rashid" userId="S::rizwan.rashid@comsats.edu.pk::12b6bffb-8fd7-410a-bd1e-f473b901c3a4" providerId="AD" clId="Web-{11546615-7687-B620-C47F-021F23C225A4}" dt="2023-02-26T15:02:54.741" v="5" actId="20577"/>
          <ac:spMkLst>
            <pc:docMk/>
            <pc:sldMk cId="1886531944" sldId="306"/>
            <ac:spMk id="2" creationId="{8AB4EC92-496F-4048-4F37-24E21EDFAF78}"/>
          </ac:spMkLst>
        </pc:spChg>
        <pc:spChg chg="mod">
          <ac:chgData name="Rizwan Rashid" userId="S::rizwan.rashid@comsats.edu.pk::12b6bffb-8fd7-410a-bd1e-f473b901c3a4" providerId="AD" clId="Web-{11546615-7687-B620-C47F-021F23C225A4}" dt="2023-02-26T15:05:57.654" v="55" actId="20577"/>
          <ac:spMkLst>
            <pc:docMk/>
            <pc:sldMk cId="1886531944" sldId="306"/>
            <ac:spMk id="3" creationId="{8FCF2B46-0998-4CED-C6EC-C8AC3407C163}"/>
          </ac:spMkLst>
        </pc:spChg>
        <pc:spChg chg="add mod">
          <ac:chgData name="Rizwan Rashid" userId="S::rizwan.rashid@comsats.edu.pk::12b6bffb-8fd7-410a-bd1e-f473b901c3a4" providerId="AD" clId="Web-{11546615-7687-B620-C47F-021F23C225A4}" dt="2023-02-26T15:05:28.153" v="46" actId="1076"/>
          <ac:spMkLst>
            <pc:docMk/>
            <pc:sldMk cId="1886531944" sldId="306"/>
            <ac:spMk id="6" creationId="{57CA94A3-A454-4B80-919D-FF8D9B1C5BB4}"/>
          </ac:spMkLst>
        </pc:spChg>
        <pc:spChg chg="add mod">
          <ac:chgData name="Rizwan Rashid" userId="S::rizwan.rashid@comsats.edu.pk::12b6bffb-8fd7-410a-bd1e-f473b901c3a4" providerId="AD" clId="Web-{11546615-7687-B620-C47F-021F23C225A4}" dt="2023-02-26T15:05:33.982" v="47" actId="1076"/>
          <ac:spMkLst>
            <pc:docMk/>
            <pc:sldMk cId="1886531944" sldId="306"/>
            <ac:spMk id="7" creationId="{49D2B2F0-E716-5E2D-15D7-09675D369B97}"/>
          </ac:spMkLst>
        </pc:spChg>
        <pc:spChg chg="add mod">
          <ac:chgData name="Rizwan Rashid" userId="S::rizwan.rashid@comsats.edu.pk::12b6bffb-8fd7-410a-bd1e-f473b901c3a4" providerId="AD" clId="Web-{11546615-7687-B620-C47F-021F23C225A4}" dt="2023-02-26T15:06:05.655" v="58" actId="1076"/>
          <ac:spMkLst>
            <pc:docMk/>
            <pc:sldMk cId="1886531944" sldId="306"/>
            <ac:spMk id="8" creationId="{4AA818D0-58C7-A8FF-C9AA-1941D638C034}"/>
          </ac:spMkLst>
        </pc:spChg>
      </pc:sldChg>
      <pc:sldChg chg="modSp new">
        <pc:chgData name="Rizwan Rashid" userId="S::rizwan.rashid@comsats.edu.pk::12b6bffb-8fd7-410a-bd1e-f473b901c3a4" providerId="AD" clId="Web-{11546615-7687-B620-C47F-021F23C225A4}" dt="2023-02-26T15:08:53.833" v="79" actId="20577"/>
        <pc:sldMkLst>
          <pc:docMk/>
          <pc:sldMk cId="1561124475" sldId="307"/>
        </pc:sldMkLst>
        <pc:spChg chg="mod">
          <ac:chgData name="Rizwan Rashid" userId="S::rizwan.rashid@comsats.edu.pk::12b6bffb-8fd7-410a-bd1e-f473b901c3a4" providerId="AD" clId="Web-{11546615-7687-B620-C47F-021F23C225A4}" dt="2023-02-26T15:06:58.922" v="63" actId="20577"/>
          <ac:spMkLst>
            <pc:docMk/>
            <pc:sldMk cId="1561124475" sldId="307"/>
            <ac:spMk id="2" creationId="{F1B37B7D-118B-E61A-1A0F-B8D4DDBEAFE4}"/>
          </ac:spMkLst>
        </pc:spChg>
        <pc:spChg chg="mod">
          <ac:chgData name="Rizwan Rashid" userId="S::rizwan.rashid@comsats.edu.pk::12b6bffb-8fd7-410a-bd1e-f473b901c3a4" providerId="AD" clId="Web-{11546615-7687-B620-C47F-021F23C225A4}" dt="2023-02-26T15:08:53.833" v="79" actId="20577"/>
          <ac:spMkLst>
            <pc:docMk/>
            <pc:sldMk cId="1561124475" sldId="307"/>
            <ac:spMk id="3" creationId="{274ECC47-B470-C4D4-2792-520CF1A72723}"/>
          </ac:spMkLst>
        </pc:spChg>
      </pc:sldChg>
    </pc:docChg>
  </pc:docChgLst>
  <pc:docChgLst>
    <pc:chgData name="Rizwan Rashid" userId="12b6bffb-8fd7-410a-bd1e-f473b901c3a4" providerId="ADAL" clId="{CF2EB370-3B6A-44B8-9278-D8889A7D7E0F}"/>
    <pc:docChg chg="delSld">
      <pc:chgData name="Rizwan Rashid" userId="12b6bffb-8fd7-410a-bd1e-f473b901c3a4" providerId="ADAL" clId="{CF2EB370-3B6A-44B8-9278-D8889A7D7E0F}" dt="2023-03-03T12:03:23.266" v="1" actId="47"/>
      <pc:docMkLst>
        <pc:docMk/>
      </pc:docMkLst>
      <pc:sldChg chg="del">
        <pc:chgData name="Rizwan Rashid" userId="12b6bffb-8fd7-410a-bd1e-f473b901c3a4" providerId="ADAL" clId="{CF2EB370-3B6A-44B8-9278-D8889A7D7E0F}" dt="2023-03-03T12:03:23.266" v="1" actId="47"/>
        <pc:sldMkLst>
          <pc:docMk/>
          <pc:sldMk cId="4032960252" sldId="298"/>
        </pc:sldMkLst>
      </pc:sldChg>
      <pc:sldChg chg="del">
        <pc:chgData name="Rizwan Rashid" userId="12b6bffb-8fd7-410a-bd1e-f473b901c3a4" providerId="ADAL" clId="{CF2EB370-3B6A-44B8-9278-D8889A7D7E0F}" dt="2023-03-03T12:03:20.187" v="0" actId="47"/>
        <pc:sldMkLst>
          <pc:docMk/>
          <pc:sldMk cId="3705881816" sldId="299"/>
        </pc:sldMkLst>
      </pc:sldChg>
    </pc:docChg>
  </pc:docChgLst>
  <pc:docChgLst>
    <pc:chgData name="Rizwan Rashid" userId="S::rizwan.rashid@comsats.edu.pk::12b6bffb-8fd7-410a-bd1e-f473b901c3a4" providerId="AD" clId="Web-{777905A0-4309-C5C3-7CD5-E75EC9F6B3D8}"/>
    <pc:docChg chg="mod modSld">
      <pc:chgData name="Rizwan Rashid" userId="S::rizwan.rashid@comsats.edu.pk::12b6bffb-8fd7-410a-bd1e-f473b901c3a4" providerId="AD" clId="Web-{777905A0-4309-C5C3-7CD5-E75EC9F6B3D8}" dt="2023-02-26T15:44:33.074" v="30"/>
      <pc:docMkLst>
        <pc:docMk/>
      </pc:docMkLst>
      <pc:sldChg chg="addSp delSp modSp">
        <pc:chgData name="Rizwan Rashid" userId="S::rizwan.rashid@comsats.edu.pk::12b6bffb-8fd7-410a-bd1e-f473b901c3a4" providerId="AD" clId="Web-{777905A0-4309-C5C3-7CD5-E75EC9F6B3D8}" dt="2023-02-26T15:44:33.074" v="30"/>
        <pc:sldMkLst>
          <pc:docMk/>
          <pc:sldMk cId="3759789600" sldId="275"/>
        </pc:sldMkLst>
        <pc:spChg chg="add del mod">
          <ac:chgData name="Rizwan Rashid" userId="S::rizwan.rashid@comsats.edu.pk::12b6bffb-8fd7-410a-bd1e-f473b901c3a4" providerId="AD" clId="Web-{777905A0-4309-C5C3-7CD5-E75EC9F6B3D8}" dt="2023-02-26T15:44:33.074" v="30"/>
          <ac:spMkLst>
            <pc:docMk/>
            <pc:sldMk cId="3759789600" sldId="275"/>
            <ac:spMk id="2" creationId="{6C46D016-9EBF-ADC8-857F-4C17977B54E8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1"/>
        <pc:sldMkLst>
          <pc:docMk/>
          <pc:sldMk cId="1764550574" sldId="277"/>
        </pc:sldMkLst>
        <pc:spChg chg="del">
          <ac:chgData name="Rizwan Rashid" userId="S::rizwan.rashid@comsats.edu.pk::12b6bffb-8fd7-410a-bd1e-f473b901c3a4" providerId="AD" clId="Web-{777905A0-4309-C5C3-7CD5-E75EC9F6B3D8}" dt="2023-02-26T15:44:31.668" v="11"/>
          <ac:spMkLst>
            <pc:docMk/>
            <pc:sldMk cId="1764550574" sldId="277"/>
            <ac:spMk id="114692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0"/>
        <pc:sldMkLst>
          <pc:docMk/>
          <pc:sldMk cId="265050139" sldId="278"/>
        </pc:sldMkLst>
        <pc:spChg chg="del">
          <ac:chgData name="Rizwan Rashid" userId="S::rizwan.rashid@comsats.edu.pk::12b6bffb-8fd7-410a-bd1e-f473b901c3a4" providerId="AD" clId="Web-{777905A0-4309-C5C3-7CD5-E75EC9F6B3D8}" dt="2023-02-26T15:44:31.668" v="10"/>
          <ac:spMkLst>
            <pc:docMk/>
            <pc:sldMk cId="265050139" sldId="278"/>
            <ac:spMk id="112644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9"/>
        <pc:sldMkLst>
          <pc:docMk/>
          <pc:sldMk cId="4122765759" sldId="279"/>
        </pc:sldMkLst>
        <pc:spChg chg="del">
          <ac:chgData name="Rizwan Rashid" userId="S::rizwan.rashid@comsats.edu.pk::12b6bffb-8fd7-410a-bd1e-f473b901c3a4" providerId="AD" clId="Web-{777905A0-4309-C5C3-7CD5-E75EC9F6B3D8}" dt="2023-02-26T15:44:31.668" v="9"/>
          <ac:spMkLst>
            <pc:docMk/>
            <pc:sldMk cId="4122765759" sldId="279"/>
            <ac:spMk id="110596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8"/>
        <pc:sldMkLst>
          <pc:docMk/>
          <pc:sldMk cId="1736788800" sldId="280"/>
        </pc:sldMkLst>
        <pc:spChg chg="del">
          <ac:chgData name="Rizwan Rashid" userId="S::rizwan.rashid@comsats.edu.pk::12b6bffb-8fd7-410a-bd1e-f473b901c3a4" providerId="AD" clId="Web-{777905A0-4309-C5C3-7CD5-E75EC9F6B3D8}" dt="2023-02-26T15:44:31.668" v="8"/>
          <ac:spMkLst>
            <pc:docMk/>
            <pc:sldMk cId="1736788800" sldId="280"/>
            <ac:spMk id="108548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7"/>
        <pc:sldMkLst>
          <pc:docMk/>
          <pc:sldMk cId="1271110865" sldId="281"/>
        </pc:sldMkLst>
        <pc:spChg chg="del">
          <ac:chgData name="Rizwan Rashid" userId="S::rizwan.rashid@comsats.edu.pk::12b6bffb-8fd7-410a-bd1e-f473b901c3a4" providerId="AD" clId="Web-{777905A0-4309-C5C3-7CD5-E75EC9F6B3D8}" dt="2023-02-26T15:44:31.668" v="7"/>
          <ac:spMkLst>
            <pc:docMk/>
            <pc:sldMk cId="1271110865" sldId="281"/>
            <ac:spMk id="106500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6"/>
        <pc:sldMkLst>
          <pc:docMk/>
          <pc:sldMk cId="466966198" sldId="282"/>
        </pc:sldMkLst>
        <pc:spChg chg="del">
          <ac:chgData name="Rizwan Rashid" userId="S::rizwan.rashid@comsats.edu.pk::12b6bffb-8fd7-410a-bd1e-f473b901c3a4" providerId="AD" clId="Web-{777905A0-4309-C5C3-7CD5-E75EC9F6B3D8}" dt="2023-02-26T15:44:31.668" v="6"/>
          <ac:spMkLst>
            <pc:docMk/>
            <pc:sldMk cId="466966198" sldId="282"/>
            <ac:spMk id="104452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83" v="29"/>
        <pc:sldMkLst>
          <pc:docMk/>
          <pc:sldMk cId="3431449325" sldId="283"/>
        </pc:sldMkLst>
        <pc:spChg chg="del">
          <ac:chgData name="Rizwan Rashid" userId="S::rizwan.rashid@comsats.edu.pk::12b6bffb-8fd7-410a-bd1e-f473b901c3a4" providerId="AD" clId="Web-{777905A0-4309-C5C3-7CD5-E75EC9F6B3D8}" dt="2023-02-26T15:44:31.683" v="29"/>
          <ac:spMkLst>
            <pc:docMk/>
            <pc:sldMk cId="3431449325" sldId="283"/>
            <ac:spMk id="102404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83" v="28"/>
        <pc:sldMkLst>
          <pc:docMk/>
          <pc:sldMk cId="1257545278" sldId="284"/>
        </pc:sldMkLst>
        <pc:spChg chg="del">
          <ac:chgData name="Rizwan Rashid" userId="S::rizwan.rashid@comsats.edu.pk::12b6bffb-8fd7-410a-bd1e-f473b901c3a4" providerId="AD" clId="Web-{777905A0-4309-C5C3-7CD5-E75EC9F6B3D8}" dt="2023-02-26T15:44:31.683" v="28"/>
          <ac:spMkLst>
            <pc:docMk/>
            <pc:sldMk cId="1257545278" sldId="284"/>
            <ac:spMk id="100356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83" v="27"/>
        <pc:sldMkLst>
          <pc:docMk/>
          <pc:sldMk cId="1566197747" sldId="285"/>
        </pc:sldMkLst>
        <pc:spChg chg="del">
          <ac:chgData name="Rizwan Rashid" userId="S::rizwan.rashid@comsats.edu.pk::12b6bffb-8fd7-410a-bd1e-f473b901c3a4" providerId="AD" clId="Web-{777905A0-4309-C5C3-7CD5-E75EC9F6B3D8}" dt="2023-02-26T15:44:31.683" v="27"/>
          <ac:spMkLst>
            <pc:docMk/>
            <pc:sldMk cId="1566197747" sldId="285"/>
            <ac:spMk id="98308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83" v="26"/>
        <pc:sldMkLst>
          <pc:docMk/>
          <pc:sldMk cId="2612299855" sldId="286"/>
        </pc:sldMkLst>
        <pc:spChg chg="del">
          <ac:chgData name="Rizwan Rashid" userId="S::rizwan.rashid@comsats.edu.pk::12b6bffb-8fd7-410a-bd1e-f473b901c3a4" providerId="AD" clId="Web-{777905A0-4309-C5C3-7CD5-E75EC9F6B3D8}" dt="2023-02-26T15:44:31.683" v="26"/>
          <ac:spMkLst>
            <pc:docMk/>
            <pc:sldMk cId="2612299855" sldId="286"/>
            <ac:spMk id="96260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83" v="25"/>
        <pc:sldMkLst>
          <pc:docMk/>
          <pc:sldMk cId="1724956274" sldId="287"/>
        </pc:sldMkLst>
        <pc:spChg chg="del">
          <ac:chgData name="Rizwan Rashid" userId="S::rizwan.rashid@comsats.edu.pk::12b6bffb-8fd7-410a-bd1e-f473b901c3a4" providerId="AD" clId="Web-{777905A0-4309-C5C3-7CD5-E75EC9F6B3D8}" dt="2023-02-26T15:44:31.683" v="25"/>
          <ac:spMkLst>
            <pc:docMk/>
            <pc:sldMk cId="1724956274" sldId="287"/>
            <ac:spMk id="94212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24"/>
        <pc:sldMkLst>
          <pc:docMk/>
          <pc:sldMk cId="1855495916" sldId="288"/>
        </pc:sldMkLst>
        <pc:spChg chg="del">
          <ac:chgData name="Rizwan Rashid" userId="S::rizwan.rashid@comsats.edu.pk::12b6bffb-8fd7-410a-bd1e-f473b901c3a4" providerId="AD" clId="Web-{777905A0-4309-C5C3-7CD5-E75EC9F6B3D8}" dt="2023-02-26T15:44:31.668" v="24"/>
          <ac:spMkLst>
            <pc:docMk/>
            <pc:sldMk cId="1855495916" sldId="288"/>
            <ac:spMk id="92164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23"/>
        <pc:sldMkLst>
          <pc:docMk/>
          <pc:sldMk cId="451748010" sldId="289"/>
        </pc:sldMkLst>
        <pc:spChg chg="del">
          <ac:chgData name="Rizwan Rashid" userId="S::rizwan.rashid@comsats.edu.pk::12b6bffb-8fd7-410a-bd1e-f473b901c3a4" providerId="AD" clId="Web-{777905A0-4309-C5C3-7CD5-E75EC9F6B3D8}" dt="2023-02-26T15:44:31.668" v="23"/>
          <ac:spMkLst>
            <pc:docMk/>
            <pc:sldMk cId="451748010" sldId="289"/>
            <ac:spMk id="90116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22"/>
        <pc:sldMkLst>
          <pc:docMk/>
          <pc:sldMk cId="1760992607" sldId="290"/>
        </pc:sldMkLst>
        <pc:spChg chg="del">
          <ac:chgData name="Rizwan Rashid" userId="S::rizwan.rashid@comsats.edu.pk::12b6bffb-8fd7-410a-bd1e-f473b901c3a4" providerId="AD" clId="Web-{777905A0-4309-C5C3-7CD5-E75EC9F6B3D8}" dt="2023-02-26T15:44:31.668" v="22"/>
          <ac:spMkLst>
            <pc:docMk/>
            <pc:sldMk cId="1760992607" sldId="290"/>
            <ac:spMk id="88068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21"/>
        <pc:sldMkLst>
          <pc:docMk/>
          <pc:sldMk cId="4097799513" sldId="291"/>
        </pc:sldMkLst>
        <pc:spChg chg="del">
          <ac:chgData name="Rizwan Rashid" userId="S::rizwan.rashid@comsats.edu.pk::12b6bffb-8fd7-410a-bd1e-f473b901c3a4" providerId="AD" clId="Web-{777905A0-4309-C5C3-7CD5-E75EC9F6B3D8}" dt="2023-02-26T15:44:31.668" v="21"/>
          <ac:spMkLst>
            <pc:docMk/>
            <pc:sldMk cId="4097799513" sldId="291"/>
            <ac:spMk id="86020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20"/>
        <pc:sldMkLst>
          <pc:docMk/>
          <pc:sldMk cId="3289657998" sldId="292"/>
        </pc:sldMkLst>
        <pc:spChg chg="del">
          <ac:chgData name="Rizwan Rashid" userId="S::rizwan.rashid@comsats.edu.pk::12b6bffb-8fd7-410a-bd1e-f473b901c3a4" providerId="AD" clId="Web-{777905A0-4309-C5C3-7CD5-E75EC9F6B3D8}" dt="2023-02-26T15:44:31.668" v="20"/>
          <ac:spMkLst>
            <pc:docMk/>
            <pc:sldMk cId="3289657998" sldId="292"/>
            <ac:spMk id="83972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9"/>
        <pc:sldMkLst>
          <pc:docMk/>
          <pc:sldMk cId="2028077673" sldId="293"/>
        </pc:sldMkLst>
        <pc:spChg chg="del">
          <ac:chgData name="Rizwan Rashid" userId="S::rizwan.rashid@comsats.edu.pk::12b6bffb-8fd7-410a-bd1e-f473b901c3a4" providerId="AD" clId="Web-{777905A0-4309-C5C3-7CD5-E75EC9F6B3D8}" dt="2023-02-26T15:44:31.668" v="19"/>
          <ac:spMkLst>
            <pc:docMk/>
            <pc:sldMk cId="2028077673" sldId="293"/>
            <ac:spMk id="81924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8"/>
        <pc:sldMkLst>
          <pc:docMk/>
          <pc:sldMk cId="504409996" sldId="294"/>
        </pc:sldMkLst>
        <pc:spChg chg="del">
          <ac:chgData name="Rizwan Rashid" userId="S::rizwan.rashid@comsats.edu.pk::12b6bffb-8fd7-410a-bd1e-f473b901c3a4" providerId="AD" clId="Web-{777905A0-4309-C5C3-7CD5-E75EC9F6B3D8}" dt="2023-02-26T15:44:31.668" v="18"/>
          <ac:spMkLst>
            <pc:docMk/>
            <pc:sldMk cId="504409996" sldId="294"/>
            <ac:spMk id="79876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5"/>
        <pc:sldMkLst>
          <pc:docMk/>
          <pc:sldMk cId="2830719269" sldId="295"/>
        </pc:sldMkLst>
        <pc:spChg chg="del">
          <ac:chgData name="Rizwan Rashid" userId="S::rizwan.rashid@comsats.edu.pk::12b6bffb-8fd7-410a-bd1e-f473b901c3a4" providerId="AD" clId="Web-{777905A0-4309-C5C3-7CD5-E75EC9F6B3D8}" dt="2023-02-26T15:44:31.668" v="5"/>
          <ac:spMkLst>
            <pc:docMk/>
            <pc:sldMk cId="2830719269" sldId="295"/>
            <ac:spMk id="77828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4"/>
        <pc:sldMkLst>
          <pc:docMk/>
          <pc:sldMk cId="1347984950" sldId="296"/>
        </pc:sldMkLst>
        <pc:spChg chg="del">
          <ac:chgData name="Rizwan Rashid" userId="S::rizwan.rashid@comsats.edu.pk::12b6bffb-8fd7-410a-bd1e-f473b901c3a4" providerId="AD" clId="Web-{777905A0-4309-C5C3-7CD5-E75EC9F6B3D8}" dt="2023-02-26T15:44:31.668" v="4"/>
          <ac:spMkLst>
            <pc:docMk/>
            <pc:sldMk cId="1347984950" sldId="296"/>
            <ac:spMk id="75780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3"/>
        <pc:sldMkLst>
          <pc:docMk/>
          <pc:sldMk cId="2899825618" sldId="297"/>
        </pc:sldMkLst>
        <pc:spChg chg="del">
          <ac:chgData name="Rizwan Rashid" userId="S::rizwan.rashid@comsats.edu.pk::12b6bffb-8fd7-410a-bd1e-f473b901c3a4" providerId="AD" clId="Web-{777905A0-4309-C5C3-7CD5-E75EC9F6B3D8}" dt="2023-02-26T15:44:31.668" v="3"/>
          <ac:spMkLst>
            <pc:docMk/>
            <pc:sldMk cId="2899825618" sldId="297"/>
            <ac:spMk id="73732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2"/>
        <pc:sldMkLst>
          <pc:docMk/>
          <pc:sldMk cId="4032960252" sldId="298"/>
        </pc:sldMkLst>
        <pc:spChg chg="del">
          <ac:chgData name="Rizwan Rashid" userId="S::rizwan.rashid@comsats.edu.pk::12b6bffb-8fd7-410a-bd1e-f473b901c3a4" providerId="AD" clId="Web-{777905A0-4309-C5C3-7CD5-E75EC9F6B3D8}" dt="2023-02-26T15:44:31.668" v="2"/>
          <ac:spMkLst>
            <pc:docMk/>
            <pc:sldMk cId="4032960252" sldId="298"/>
            <ac:spMk id="71684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"/>
        <pc:sldMkLst>
          <pc:docMk/>
          <pc:sldMk cId="3705881816" sldId="299"/>
        </pc:sldMkLst>
        <pc:spChg chg="del">
          <ac:chgData name="Rizwan Rashid" userId="S::rizwan.rashid@comsats.edu.pk::12b6bffb-8fd7-410a-bd1e-f473b901c3a4" providerId="AD" clId="Web-{777905A0-4309-C5C3-7CD5-E75EC9F6B3D8}" dt="2023-02-26T15:44:31.668" v="1"/>
          <ac:spMkLst>
            <pc:docMk/>
            <pc:sldMk cId="3705881816" sldId="299"/>
            <ac:spMk id="69636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3"/>
        <pc:sldMkLst>
          <pc:docMk/>
          <pc:sldMk cId="309736740" sldId="300"/>
        </pc:sldMkLst>
        <pc:spChg chg="del">
          <ac:chgData name="Rizwan Rashid" userId="S::rizwan.rashid@comsats.edu.pk::12b6bffb-8fd7-410a-bd1e-f473b901c3a4" providerId="AD" clId="Web-{777905A0-4309-C5C3-7CD5-E75EC9F6B3D8}" dt="2023-02-26T15:44:31.668" v="13"/>
          <ac:spMkLst>
            <pc:docMk/>
            <pc:sldMk cId="309736740" sldId="300"/>
            <ac:spMk id="120836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2"/>
        <pc:sldMkLst>
          <pc:docMk/>
          <pc:sldMk cId="4283146656" sldId="301"/>
        </pc:sldMkLst>
        <pc:spChg chg="del">
          <ac:chgData name="Rizwan Rashid" userId="S::rizwan.rashid@comsats.edu.pk::12b6bffb-8fd7-410a-bd1e-f473b901c3a4" providerId="AD" clId="Web-{777905A0-4309-C5C3-7CD5-E75EC9F6B3D8}" dt="2023-02-26T15:44:31.668" v="12"/>
          <ac:spMkLst>
            <pc:docMk/>
            <pc:sldMk cId="4283146656" sldId="301"/>
            <ac:spMk id="118788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4"/>
        <pc:sldMkLst>
          <pc:docMk/>
          <pc:sldMk cId="1632256336" sldId="302"/>
        </pc:sldMkLst>
        <pc:spChg chg="del">
          <ac:chgData name="Rizwan Rashid" userId="S::rizwan.rashid@comsats.edu.pk::12b6bffb-8fd7-410a-bd1e-f473b901c3a4" providerId="AD" clId="Web-{777905A0-4309-C5C3-7CD5-E75EC9F6B3D8}" dt="2023-02-26T15:44:31.668" v="14"/>
          <ac:spMkLst>
            <pc:docMk/>
            <pc:sldMk cId="1632256336" sldId="302"/>
            <ac:spMk id="122884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5"/>
        <pc:sldMkLst>
          <pc:docMk/>
          <pc:sldMk cId="396960561" sldId="303"/>
        </pc:sldMkLst>
        <pc:spChg chg="del">
          <ac:chgData name="Rizwan Rashid" userId="S::rizwan.rashid@comsats.edu.pk::12b6bffb-8fd7-410a-bd1e-f473b901c3a4" providerId="AD" clId="Web-{777905A0-4309-C5C3-7CD5-E75EC9F6B3D8}" dt="2023-02-26T15:44:31.668" v="15"/>
          <ac:spMkLst>
            <pc:docMk/>
            <pc:sldMk cId="396960561" sldId="303"/>
            <ac:spMk id="5" creationId="{E4254FFB-BFA9-03A3-B2D9-C3D2B9767C4C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6"/>
        <pc:sldMkLst>
          <pc:docMk/>
          <pc:sldMk cId="1886531944" sldId="306"/>
        </pc:sldMkLst>
        <pc:spChg chg="del">
          <ac:chgData name="Rizwan Rashid" userId="S::rizwan.rashid@comsats.edu.pk::12b6bffb-8fd7-410a-bd1e-f473b901c3a4" providerId="AD" clId="Web-{777905A0-4309-C5C3-7CD5-E75EC9F6B3D8}" dt="2023-02-26T15:44:31.668" v="16"/>
          <ac:spMkLst>
            <pc:docMk/>
            <pc:sldMk cId="1886531944" sldId="306"/>
            <ac:spMk id="5" creationId="{7A7A46FB-88EB-E613-E5BA-1BF93201516C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7"/>
        <pc:sldMkLst>
          <pc:docMk/>
          <pc:sldMk cId="1561124475" sldId="307"/>
        </pc:sldMkLst>
        <pc:spChg chg="del">
          <ac:chgData name="Rizwan Rashid" userId="S::rizwan.rashid@comsats.edu.pk::12b6bffb-8fd7-410a-bd1e-f473b901c3a4" providerId="AD" clId="Web-{777905A0-4309-C5C3-7CD5-E75EC9F6B3D8}" dt="2023-02-26T15:44:31.668" v="17"/>
          <ac:spMkLst>
            <pc:docMk/>
            <pc:sldMk cId="1561124475" sldId="307"/>
            <ac:spMk id="5" creationId="{8E8859C7-51B8-8F43-A9FC-83E7C472C857}"/>
          </ac:spMkLst>
        </pc:spChg>
      </pc:sldChg>
    </pc:docChg>
  </pc:docChgLst>
  <pc:docChgLst>
    <pc:chgData name="Rizwan Rashid" userId="S::rizwan.rashid@comsats.edu.pk::12b6bffb-8fd7-410a-bd1e-f473b901c3a4" providerId="AD" clId="Web-{9E50A080-2594-4EE9-25F9-29B66D28D8AE}"/>
    <pc:docChg chg="addSld modSld">
      <pc:chgData name="Rizwan Rashid" userId="S::rizwan.rashid@comsats.edu.pk::12b6bffb-8fd7-410a-bd1e-f473b901c3a4" providerId="AD" clId="Web-{9E50A080-2594-4EE9-25F9-29B66D28D8AE}" dt="2023-03-12T14:38:33.633" v="12"/>
      <pc:docMkLst>
        <pc:docMk/>
      </pc:docMkLst>
      <pc:sldChg chg="addSp delSp modSp">
        <pc:chgData name="Rizwan Rashid" userId="S::rizwan.rashid@comsats.edu.pk::12b6bffb-8fd7-410a-bd1e-f473b901c3a4" providerId="AD" clId="Web-{9E50A080-2594-4EE9-25F9-29B66D28D8AE}" dt="2023-03-12T14:37:30.287" v="7"/>
        <pc:sldMkLst>
          <pc:docMk/>
          <pc:sldMk cId="1144330755" sldId="277"/>
        </pc:sldMkLst>
        <pc:picChg chg="add del mod">
          <ac:chgData name="Rizwan Rashid" userId="S::rizwan.rashid@comsats.edu.pk::12b6bffb-8fd7-410a-bd1e-f473b901c3a4" providerId="AD" clId="Web-{9E50A080-2594-4EE9-25F9-29B66D28D8AE}" dt="2023-03-12T14:37:09.630" v="1"/>
          <ac:picMkLst>
            <pc:docMk/>
            <pc:sldMk cId="1144330755" sldId="277"/>
            <ac:picMk id="2" creationId="{35A98A78-6362-A28B-D85F-CF82CBC28E3B}"/>
          </ac:picMkLst>
        </pc:picChg>
        <pc:picChg chg="add del mod">
          <ac:chgData name="Rizwan Rashid" userId="S::rizwan.rashid@comsats.edu.pk::12b6bffb-8fd7-410a-bd1e-f473b901c3a4" providerId="AD" clId="Web-{9E50A080-2594-4EE9-25F9-29B66D28D8AE}" dt="2023-03-12T14:37:16.552" v="3"/>
          <ac:picMkLst>
            <pc:docMk/>
            <pc:sldMk cId="1144330755" sldId="277"/>
            <ac:picMk id="3" creationId="{FF45E187-84F3-F973-8071-ACA164419B83}"/>
          </ac:picMkLst>
        </pc:picChg>
        <pc:picChg chg="add del mod">
          <ac:chgData name="Rizwan Rashid" userId="S::rizwan.rashid@comsats.edu.pk::12b6bffb-8fd7-410a-bd1e-f473b901c3a4" providerId="AD" clId="Web-{9E50A080-2594-4EE9-25F9-29B66D28D8AE}" dt="2023-03-12T14:37:30.287" v="7"/>
          <ac:picMkLst>
            <pc:docMk/>
            <pc:sldMk cId="1144330755" sldId="277"/>
            <ac:picMk id="4" creationId="{A1C293A9-E1FC-7C1D-EA76-18DE49716FDA}"/>
          </ac:picMkLst>
        </pc:picChg>
      </pc:sldChg>
      <pc:sldChg chg="new">
        <pc:chgData name="Rizwan Rashid" userId="S::rizwan.rashid@comsats.edu.pk::12b6bffb-8fd7-410a-bd1e-f473b901c3a4" providerId="AD" clId="Web-{9E50A080-2594-4EE9-25F9-29B66D28D8AE}" dt="2023-03-12T14:37:19.989" v="4"/>
        <pc:sldMkLst>
          <pc:docMk/>
          <pc:sldMk cId="3559858969" sldId="278"/>
        </pc:sldMkLst>
      </pc:sldChg>
      <pc:sldChg chg="addSp delSp modSp new">
        <pc:chgData name="Rizwan Rashid" userId="S::rizwan.rashid@comsats.edu.pk::12b6bffb-8fd7-410a-bd1e-f473b901c3a4" providerId="AD" clId="Web-{9E50A080-2594-4EE9-25F9-29B66D28D8AE}" dt="2023-03-12T14:38:33.633" v="12"/>
        <pc:sldMkLst>
          <pc:docMk/>
          <pc:sldMk cId="2142972920" sldId="279"/>
        </pc:sldMkLst>
        <pc:spChg chg="del">
          <ac:chgData name="Rizwan Rashid" userId="S::rizwan.rashid@comsats.edu.pk::12b6bffb-8fd7-410a-bd1e-f473b901c3a4" providerId="AD" clId="Web-{9E50A080-2594-4EE9-25F9-29B66D28D8AE}" dt="2023-03-12T14:37:48.397" v="9"/>
          <ac:spMkLst>
            <pc:docMk/>
            <pc:sldMk cId="2142972920" sldId="279"/>
            <ac:spMk id="3" creationId="{CBD5D325-7266-2C07-AE00-7A06FD90A204}"/>
          </ac:spMkLst>
        </pc:spChg>
        <pc:spChg chg="add del mod">
          <ac:chgData name="Rizwan Rashid" userId="S::rizwan.rashid@comsats.edu.pk::12b6bffb-8fd7-410a-bd1e-f473b901c3a4" providerId="AD" clId="Web-{9E50A080-2594-4EE9-25F9-29B66D28D8AE}" dt="2023-03-12T14:38:33.273" v="11"/>
          <ac:spMkLst>
            <pc:docMk/>
            <pc:sldMk cId="2142972920" sldId="279"/>
            <ac:spMk id="7" creationId="{2FBBF04C-ACB0-710C-9DC2-D08B636C3080}"/>
          </ac:spMkLst>
        </pc:spChg>
        <pc:spChg chg="add mod">
          <ac:chgData name="Rizwan Rashid" userId="S::rizwan.rashid@comsats.edu.pk::12b6bffb-8fd7-410a-bd1e-f473b901c3a4" providerId="AD" clId="Web-{9E50A080-2594-4EE9-25F9-29B66D28D8AE}" dt="2023-03-12T14:38:33.633" v="12"/>
          <ac:spMkLst>
            <pc:docMk/>
            <pc:sldMk cId="2142972920" sldId="279"/>
            <ac:spMk id="10" creationId="{C9371E30-F8D0-6291-0387-AAB1174E49CA}"/>
          </ac:spMkLst>
        </pc:spChg>
        <pc:picChg chg="add del mod ord">
          <ac:chgData name="Rizwan Rashid" userId="S::rizwan.rashid@comsats.edu.pk::12b6bffb-8fd7-410a-bd1e-f473b901c3a4" providerId="AD" clId="Web-{9E50A080-2594-4EE9-25F9-29B66D28D8AE}" dt="2023-03-12T14:37:52.272" v="10"/>
          <ac:picMkLst>
            <pc:docMk/>
            <pc:sldMk cId="2142972920" sldId="279"/>
            <ac:picMk id="5" creationId="{DA8CB0E9-7A92-EBC5-AA14-AD39B9661A09}"/>
          </ac:picMkLst>
        </pc:picChg>
        <pc:picChg chg="add del mod ord">
          <ac:chgData name="Rizwan Rashid" userId="S::rizwan.rashid@comsats.edu.pk::12b6bffb-8fd7-410a-bd1e-f473b901c3a4" providerId="AD" clId="Web-{9E50A080-2594-4EE9-25F9-29B66D28D8AE}" dt="2023-03-12T14:38:33.633" v="12"/>
          <ac:picMkLst>
            <pc:docMk/>
            <pc:sldMk cId="2142972920" sldId="279"/>
            <ac:picMk id="8" creationId="{D24ECA3B-107B-01EA-5C5C-BC2CF7BD9A94}"/>
          </ac:picMkLst>
        </pc:picChg>
      </pc:sldChg>
    </pc:docChg>
  </pc:docChgLst>
  <pc:docChgLst>
    <pc:chgData name="Rizwan Rashid" userId="S::rizwan.rashid@comsats.edu.pk::12b6bffb-8fd7-410a-bd1e-f473b901c3a4" providerId="AD" clId="Web-{BC98CDB1-9189-2B28-DBDA-902CDAD7CF6F}"/>
    <pc:docChg chg="addSld modSld">
      <pc:chgData name="Rizwan Rashid" userId="S::rizwan.rashid@comsats.edu.pk::12b6bffb-8fd7-410a-bd1e-f473b901c3a4" providerId="AD" clId="Web-{BC98CDB1-9189-2B28-DBDA-902CDAD7CF6F}" dt="2023-04-02T21:30:14.551" v="641" actId="1076"/>
      <pc:docMkLst>
        <pc:docMk/>
      </pc:docMkLst>
      <pc:sldChg chg="addSp delSp modSp new mod modClrScheme chgLayout">
        <pc:chgData name="Rizwan Rashid" userId="S::rizwan.rashid@comsats.edu.pk::12b6bffb-8fd7-410a-bd1e-f473b901c3a4" providerId="AD" clId="Web-{BC98CDB1-9189-2B28-DBDA-902CDAD7CF6F}" dt="2023-04-02T20:08:49.228" v="6"/>
        <pc:sldMkLst>
          <pc:docMk/>
          <pc:sldMk cId="1652810489" sldId="278"/>
        </pc:sldMkLst>
        <pc:spChg chg="mod ord">
          <ac:chgData name="Rizwan Rashid" userId="S::rizwan.rashid@comsats.edu.pk::12b6bffb-8fd7-410a-bd1e-f473b901c3a4" providerId="AD" clId="Web-{BC98CDB1-9189-2B28-DBDA-902CDAD7CF6F}" dt="2023-04-02T19:32:14.102" v="5"/>
          <ac:spMkLst>
            <pc:docMk/>
            <pc:sldMk cId="1652810489" sldId="278"/>
            <ac:spMk id="2" creationId="{FD38313F-7862-8CF6-51EF-1D71D275CE28}"/>
          </ac:spMkLst>
        </pc:spChg>
        <pc:spChg chg="del mod ord">
          <ac:chgData name="Rizwan Rashid" userId="S::rizwan.rashid@comsats.edu.pk::12b6bffb-8fd7-410a-bd1e-f473b901c3a4" providerId="AD" clId="Web-{BC98CDB1-9189-2B28-DBDA-902CDAD7CF6F}" dt="2023-04-02T20:08:49.228" v="6"/>
          <ac:spMkLst>
            <pc:docMk/>
            <pc:sldMk cId="1652810489" sldId="278"/>
            <ac:spMk id="3" creationId="{18D1419D-B464-C72E-2648-6FA775211921}"/>
          </ac:spMkLst>
        </pc:spChg>
        <pc:spChg chg="del">
          <ac:chgData name="Rizwan Rashid" userId="S::rizwan.rashid@comsats.edu.pk::12b6bffb-8fd7-410a-bd1e-f473b901c3a4" providerId="AD" clId="Web-{BC98CDB1-9189-2B28-DBDA-902CDAD7CF6F}" dt="2023-04-02T19:32:14.102" v="5"/>
          <ac:spMkLst>
            <pc:docMk/>
            <pc:sldMk cId="1652810489" sldId="278"/>
            <ac:spMk id="4" creationId="{9862B2E8-18DE-E7C4-09AB-13E61AAD47FE}"/>
          </ac:spMkLst>
        </pc:spChg>
        <pc:spChg chg="mod ord">
          <ac:chgData name="Rizwan Rashid" userId="S::rizwan.rashid@comsats.edu.pk::12b6bffb-8fd7-410a-bd1e-f473b901c3a4" providerId="AD" clId="Web-{BC98CDB1-9189-2B28-DBDA-902CDAD7CF6F}" dt="2023-04-02T19:32:14.102" v="5"/>
          <ac:spMkLst>
            <pc:docMk/>
            <pc:sldMk cId="1652810489" sldId="278"/>
            <ac:spMk id="5" creationId="{56CBAC06-7D12-FC5D-5DB5-A590EE4376D3}"/>
          </ac:spMkLst>
        </pc:spChg>
        <pc:picChg chg="add mod ord">
          <ac:chgData name="Rizwan Rashid" userId="S::rizwan.rashid@comsats.edu.pk::12b6bffb-8fd7-410a-bd1e-f473b901c3a4" providerId="AD" clId="Web-{BC98CDB1-9189-2B28-DBDA-902CDAD7CF6F}" dt="2023-04-02T20:08:49.228" v="6"/>
          <ac:picMkLst>
            <pc:docMk/>
            <pc:sldMk cId="1652810489" sldId="278"/>
            <ac:picMk id="4" creationId="{A2CD3D4E-3EEB-4B78-98EF-4C586D9FE2D4}"/>
          </ac:picMkLst>
        </pc:picChg>
      </pc:sldChg>
      <pc:sldChg chg="modSp new">
        <pc:chgData name="Rizwan Rashid" userId="S::rizwan.rashid@comsats.edu.pk::12b6bffb-8fd7-410a-bd1e-f473b901c3a4" providerId="AD" clId="Web-{BC98CDB1-9189-2B28-DBDA-902CDAD7CF6F}" dt="2023-04-02T20:48:06.794" v="366" actId="20577"/>
        <pc:sldMkLst>
          <pc:docMk/>
          <pc:sldMk cId="3841986795" sldId="279"/>
        </pc:sldMkLst>
        <pc:spChg chg="mod">
          <ac:chgData name="Rizwan Rashid" userId="S::rizwan.rashid@comsats.edu.pk::12b6bffb-8fd7-410a-bd1e-f473b901c3a4" providerId="AD" clId="Web-{BC98CDB1-9189-2B28-DBDA-902CDAD7CF6F}" dt="2023-04-02T20:09:30.761" v="20" actId="20577"/>
          <ac:spMkLst>
            <pc:docMk/>
            <pc:sldMk cId="3841986795" sldId="279"/>
            <ac:spMk id="2" creationId="{1C90B81C-932C-1FA1-D6BD-BDAFD3D4BC81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0:48:06.794" v="366" actId="20577"/>
          <ac:spMkLst>
            <pc:docMk/>
            <pc:sldMk cId="3841986795" sldId="279"/>
            <ac:spMk id="3" creationId="{50B00E51-B206-200C-70A8-E38B091F325A}"/>
          </ac:spMkLst>
        </pc:spChg>
      </pc:sldChg>
      <pc:sldChg chg="addSp modSp new">
        <pc:chgData name="Rizwan Rashid" userId="S::rizwan.rashid@comsats.edu.pk::12b6bffb-8fd7-410a-bd1e-f473b901c3a4" providerId="AD" clId="Web-{BC98CDB1-9189-2B28-DBDA-902CDAD7CF6F}" dt="2023-04-02T20:50:48.237" v="460" actId="1076"/>
        <pc:sldMkLst>
          <pc:docMk/>
          <pc:sldMk cId="3942880366" sldId="280"/>
        </pc:sldMkLst>
        <pc:spChg chg="mod">
          <ac:chgData name="Rizwan Rashid" userId="S::rizwan.rashid@comsats.edu.pk::12b6bffb-8fd7-410a-bd1e-f473b901c3a4" providerId="AD" clId="Web-{BC98CDB1-9189-2B28-DBDA-902CDAD7CF6F}" dt="2023-04-02T20:20:47.252" v="144" actId="20577"/>
          <ac:spMkLst>
            <pc:docMk/>
            <pc:sldMk cId="3942880366" sldId="280"/>
            <ac:spMk id="2" creationId="{E18431FC-F964-91DF-3861-FCF38C55D5E3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0:21:17.394" v="149" actId="20577"/>
          <ac:spMkLst>
            <pc:docMk/>
            <pc:sldMk cId="3942880366" sldId="280"/>
            <ac:spMk id="3" creationId="{9664DD42-8425-1B31-9748-07131A06DD7E}"/>
          </ac:spMkLst>
        </pc:spChg>
        <pc:spChg chg="add">
          <ac:chgData name="Rizwan Rashid" userId="S::rizwan.rashid@comsats.edu.pk::12b6bffb-8fd7-410a-bd1e-f473b901c3a4" providerId="AD" clId="Web-{BC98CDB1-9189-2B28-DBDA-902CDAD7CF6F}" dt="2023-04-02T20:50:45.237" v="459"/>
          <ac:spMkLst>
            <pc:docMk/>
            <pc:sldMk cId="3942880366" sldId="280"/>
            <ac:spMk id="6" creationId="{1EF7698C-3C17-E350-9627-3DD61D93128E}"/>
          </ac:spMkLst>
        </pc:spChg>
        <pc:spChg chg="add">
          <ac:chgData name="Rizwan Rashid" userId="S::rizwan.rashid@comsats.edu.pk::12b6bffb-8fd7-410a-bd1e-f473b901c3a4" providerId="AD" clId="Web-{BC98CDB1-9189-2B28-DBDA-902CDAD7CF6F}" dt="2023-04-02T20:50:45.237" v="459"/>
          <ac:spMkLst>
            <pc:docMk/>
            <pc:sldMk cId="3942880366" sldId="280"/>
            <ac:spMk id="8" creationId="{F8A32788-623B-5848-C92F-0FC9FA9B7D17}"/>
          </ac:spMkLst>
        </pc:spChg>
        <pc:spChg chg="add">
          <ac:chgData name="Rizwan Rashid" userId="S::rizwan.rashid@comsats.edu.pk::12b6bffb-8fd7-410a-bd1e-f473b901c3a4" providerId="AD" clId="Web-{BC98CDB1-9189-2B28-DBDA-902CDAD7CF6F}" dt="2023-04-02T20:50:45.237" v="459"/>
          <ac:spMkLst>
            <pc:docMk/>
            <pc:sldMk cId="3942880366" sldId="280"/>
            <ac:spMk id="9" creationId="{FBDCF17B-30D1-0F01-3D21-31B0F7BBC8CE}"/>
          </ac:spMkLst>
        </pc:spChg>
        <pc:grpChg chg="add mod">
          <ac:chgData name="Rizwan Rashid" userId="S::rizwan.rashid@comsats.edu.pk::12b6bffb-8fd7-410a-bd1e-f473b901c3a4" providerId="AD" clId="Web-{BC98CDB1-9189-2B28-DBDA-902CDAD7CF6F}" dt="2023-04-02T20:50:48.237" v="460" actId="1076"/>
          <ac:grpSpMkLst>
            <pc:docMk/>
            <pc:sldMk cId="3942880366" sldId="280"/>
            <ac:grpSpMk id="5" creationId="{ADD8AB11-D754-7FB2-FC0F-8706991E3A44}"/>
          </ac:grpSpMkLst>
        </pc:grpChg>
        <pc:cxnChg chg="add">
          <ac:chgData name="Rizwan Rashid" userId="S::rizwan.rashid@comsats.edu.pk::12b6bffb-8fd7-410a-bd1e-f473b901c3a4" providerId="AD" clId="Web-{BC98CDB1-9189-2B28-DBDA-902CDAD7CF6F}" dt="2023-04-02T20:50:45.237" v="459"/>
          <ac:cxnSpMkLst>
            <pc:docMk/>
            <pc:sldMk cId="3942880366" sldId="280"/>
            <ac:cxnSpMk id="7" creationId="{6D72A005-D3B5-1AB7-3556-E6F5C2214335}"/>
          </ac:cxnSpMkLst>
        </pc:cxnChg>
      </pc:sldChg>
      <pc:sldChg chg="addSp delSp modSp new">
        <pc:chgData name="Rizwan Rashid" userId="S::rizwan.rashid@comsats.edu.pk::12b6bffb-8fd7-410a-bd1e-f473b901c3a4" providerId="AD" clId="Web-{BC98CDB1-9189-2B28-DBDA-902CDAD7CF6F}" dt="2023-04-02T20:53:26.383" v="474" actId="1076"/>
        <pc:sldMkLst>
          <pc:docMk/>
          <pc:sldMk cId="1283913959" sldId="281"/>
        </pc:sldMkLst>
        <pc:spChg chg="del">
          <ac:chgData name="Rizwan Rashid" userId="S::rizwan.rashid@comsats.edu.pk::12b6bffb-8fd7-410a-bd1e-f473b901c3a4" providerId="AD" clId="Web-{BC98CDB1-9189-2B28-DBDA-902CDAD7CF6F}" dt="2023-04-02T20:37:07.691" v="174"/>
          <ac:spMkLst>
            <pc:docMk/>
            <pc:sldMk cId="1283913959" sldId="281"/>
            <ac:spMk id="2" creationId="{81ADD413-0015-AECD-053B-7B2867DA50C5}"/>
          </ac:spMkLst>
        </pc:spChg>
        <pc:spChg chg="del">
          <ac:chgData name="Rizwan Rashid" userId="S::rizwan.rashid@comsats.edu.pk::12b6bffb-8fd7-410a-bd1e-f473b901c3a4" providerId="AD" clId="Web-{BC98CDB1-9189-2B28-DBDA-902CDAD7CF6F}" dt="2023-04-02T20:22:12.631" v="161"/>
          <ac:spMkLst>
            <pc:docMk/>
            <pc:sldMk cId="1283913959" sldId="281"/>
            <ac:spMk id="3" creationId="{D03FC12B-4540-C50F-4D97-8F12A2A3A78E}"/>
          </ac:spMkLst>
        </pc:spChg>
        <pc:spChg chg="add del mod">
          <ac:chgData name="Rizwan Rashid" userId="S::rizwan.rashid@comsats.edu.pk::12b6bffb-8fd7-410a-bd1e-f473b901c3a4" providerId="AD" clId="Web-{BC98CDB1-9189-2B28-DBDA-902CDAD7CF6F}" dt="2023-04-02T20:36:40.597" v="164"/>
          <ac:spMkLst>
            <pc:docMk/>
            <pc:sldMk cId="1283913959" sldId="281"/>
            <ac:spMk id="5" creationId="{DB70DF39-CD4B-36C1-4EBD-8D0E007DA1A5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0:37:04.660" v="173" actId="14100"/>
          <ac:spMkLst>
            <pc:docMk/>
            <pc:sldMk cId="1283913959" sldId="281"/>
            <ac:spMk id="6" creationId="{1B595D3A-8681-7FFA-4E2D-21A2CB9569F7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0:53:26.383" v="474" actId="1076"/>
          <ac:spMkLst>
            <pc:docMk/>
            <pc:sldMk cId="1283913959" sldId="281"/>
            <ac:spMk id="7" creationId="{55F32B08-A077-C27C-072F-94244BEB7F8D}"/>
          </ac:spMkLst>
        </pc:spChg>
        <pc:spChg chg="add del mod">
          <ac:chgData name="Rizwan Rashid" userId="S::rizwan.rashid@comsats.edu.pk::12b6bffb-8fd7-410a-bd1e-f473b901c3a4" providerId="AD" clId="Web-{BC98CDB1-9189-2B28-DBDA-902CDAD7CF6F}" dt="2023-04-02T20:38:38.226" v="204"/>
          <ac:spMkLst>
            <pc:docMk/>
            <pc:sldMk cId="1283913959" sldId="281"/>
            <ac:spMk id="8" creationId="{4508D589-6B04-D822-2453-6F78AAD57AE9}"/>
          </ac:spMkLst>
        </pc:spChg>
      </pc:sldChg>
      <pc:sldChg chg="addSp delSp modSp new">
        <pc:chgData name="Rizwan Rashid" userId="S::rizwan.rashid@comsats.edu.pk::12b6bffb-8fd7-410a-bd1e-f473b901c3a4" providerId="AD" clId="Web-{BC98CDB1-9189-2B28-DBDA-902CDAD7CF6F}" dt="2023-04-02T20:50:42.799" v="458"/>
        <pc:sldMkLst>
          <pc:docMk/>
          <pc:sldMk cId="2601961741" sldId="282"/>
        </pc:sldMkLst>
        <pc:spChg chg="del">
          <ac:chgData name="Rizwan Rashid" userId="S::rizwan.rashid@comsats.edu.pk::12b6bffb-8fd7-410a-bd1e-f473b901c3a4" providerId="AD" clId="Web-{BC98CDB1-9189-2B28-DBDA-902CDAD7CF6F}" dt="2023-04-02T20:38:22.366" v="198"/>
          <ac:spMkLst>
            <pc:docMk/>
            <pc:sldMk cId="2601961741" sldId="282"/>
            <ac:spMk id="2" creationId="{E279DDEC-396F-FCDE-78F4-608F5394A44B}"/>
          </ac:spMkLst>
        </pc:spChg>
        <pc:spChg chg="del">
          <ac:chgData name="Rizwan Rashid" userId="S::rizwan.rashid@comsats.edu.pk::12b6bffb-8fd7-410a-bd1e-f473b901c3a4" providerId="AD" clId="Web-{BC98CDB1-9189-2B28-DBDA-902CDAD7CF6F}" dt="2023-04-02T20:38:23.584" v="199"/>
          <ac:spMkLst>
            <pc:docMk/>
            <pc:sldMk cId="2601961741" sldId="282"/>
            <ac:spMk id="3" creationId="{7D896967-46C1-20F3-BD4C-F8CB0EAF10C3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0:38:48.132" v="207" actId="1076"/>
          <ac:spMkLst>
            <pc:docMk/>
            <pc:sldMk cId="2601961741" sldId="282"/>
            <ac:spMk id="5" creationId="{7555CB0A-0DB2-03E9-0BEC-5D1C1DAE1DB6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0:38:43.257" v="206" actId="1076"/>
          <ac:spMkLst>
            <pc:docMk/>
            <pc:sldMk cId="2601961741" sldId="282"/>
            <ac:spMk id="6" creationId="{8A7F42D0-8B31-DFFD-02AB-94B28FCD47A8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0:42:24.249" v="223" actId="20577"/>
          <ac:spMkLst>
            <pc:docMk/>
            <pc:sldMk cId="2601961741" sldId="282"/>
            <ac:spMk id="7" creationId="{77517BB0-59BC-47DD-6D0A-59B1DE65C7C9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0:42:13.076" v="216"/>
          <ac:spMkLst>
            <pc:docMk/>
            <pc:sldMk cId="2601961741" sldId="282"/>
            <ac:spMk id="9" creationId="{BE58334B-32CA-EB1E-099E-8D30CEC83561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0:42:27.796" v="225" actId="20577"/>
          <ac:spMkLst>
            <pc:docMk/>
            <pc:sldMk cId="2601961741" sldId="282"/>
            <ac:spMk id="10" creationId="{58927BB0-2224-2B44-4760-691C867B1ED0}"/>
          </ac:spMkLst>
        </pc:spChg>
        <pc:grpChg chg="add del mod">
          <ac:chgData name="Rizwan Rashid" userId="S::rizwan.rashid@comsats.edu.pk::12b6bffb-8fd7-410a-bd1e-f473b901c3a4" providerId="AD" clId="Web-{BC98CDB1-9189-2B28-DBDA-902CDAD7CF6F}" dt="2023-04-02T20:50:42.799" v="458"/>
          <ac:grpSpMkLst>
            <pc:docMk/>
            <pc:sldMk cId="2601961741" sldId="282"/>
            <ac:grpSpMk id="11" creationId="{AD9CC7B8-DDD1-8F7A-E190-7A4F0F7F8116}"/>
          </ac:grpSpMkLst>
        </pc:grpChg>
        <pc:cxnChg chg="add mod">
          <ac:chgData name="Rizwan Rashid" userId="S::rizwan.rashid@comsats.edu.pk::12b6bffb-8fd7-410a-bd1e-f473b901c3a4" providerId="AD" clId="Web-{BC98CDB1-9189-2B28-DBDA-902CDAD7CF6F}" dt="2023-04-02T20:42:06.029" v="215" actId="1076"/>
          <ac:cxnSpMkLst>
            <pc:docMk/>
            <pc:sldMk cId="2601961741" sldId="282"/>
            <ac:cxnSpMk id="8" creationId="{E357543B-BBA0-4A19-212B-33E5B90C0DDD}"/>
          </ac:cxnSpMkLst>
        </pc:cxnChg>
      </pc:sldChg>
      <pc:sldChg chg="addSp modSp new">
        <pc:chgData name="Rizwan Rashid" userId="S::rizwan.rashid@comsats.edu.pk::12b6bffb-8fd7-410a-bd1e-f473b901c3a4" providerId="AD" clId="Web-{BC98CDB1-9189-2B28-DBDA-902CDAD7CF6F}" dt="2023-04-02T20:51:22.988" v="473"/>
        <pc:sldMkLst>
          <pc:docMk/>
          <pc:sldMk cId="3094194458" sldId="283"/>
        </pc:sldMkLst>
        <pc:spChg chg="mod">
          <ac:chgData name="Rizwan Rashid" userId="S::rizwan.rashid@comsats.edu.pk::12b6bffb-8fd7-410a-bd1e-f473b901c3a4" providerId="AD" clId="Web-{BC98CDB1-9189-2B28-DBDA-902CDAD7CF6F}" dt="2023-04-02T20:46:23.337" v="296" actId="20577"/>
          <ac:spMkLst>
            <pc:docMk/>
            <pc:sldMk cId="3094194458" sldId="283"/>
            <ac:spMk id="2" creationId="{5EC78FA6-9821-10A1-F5F6-44FFD6E9F3A4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0:50:37.283" v="457" actId="20577"/>
          <ac:spMkLst>
            <pc:docMk/>
            <pc:sldMk cId="3094194458" sldId="283"/>
            <ac:spMk id="3" creationId="{0D39EC40-DBBC-4CD7-A9B5-58B07BE209DE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0:51:10.019" v="470" actId="20577"/>
          <ac:spMkLst>
            <pc:docMk/>
            <pc:sldMk cId="3094194458" sldId="283"/>
            <ac:spMk id="6" creationId="{05BF2C31-26E8-2B04-97D2-4F043C69BE95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0:51:22.988" v="473"/>
          <ac:spMkLst>
            <pc:docMk/>
            <pc:sldMk cId="3094194458" sldId="283"/>
            <ac:spMk id="9" creationId="{568FEA04-A942-C801-8FC4-F9B46537C111}"/>
          </ac:spMkLst>
        </pc:spChg>
        <pc:grpChg chg="add mod">
          <ac:chgData name="Rizwan Rashid" userId="S::rizwan.rashid@comsats.edu.pk::12b6bffb-8fd7-410a-bd1e-f473b901c3a4" providerId="AD" clId="Web-{BC98CDB1-9189-2B28-DBDA-902CDAD7CF6F}" dt="2023-04-02T20:51:14.675" v="472" actId="1076"/>
          <ac:grpSpMkLst>
            <pc:docMk/>
            <pc:sldMk cId="3094194458" sldId="283"/>
            <ac:grpSpMk id="10" creationId="{C1BAD7ED-4E85-8350-76A9-67EA88E01101}"/>
          </ac:grpSpMkLst>
        </pc:grpChg>
      </pc:sldChg>
      <pc:sldChg chg="modSp new">
        <pc:chgData name="Rizwan Rashid" userId="S::rizwan.rashid@comsats.edu.pk::12b6bffb-8fd7-410a-bd1e-f473b901c3a4" providerId="AD" clId="Web-{BC98CDB1-9189-2B28-DBDA-902CDAD7CF6F}" dt="2023-04-02T20:57:38.750" v="530"/>
        <pc:sldMkLst>
          <pc:docMk/>
          <pc:sldMk cId="3789719861" sldId="284"/>
        </pc:sldMkLst>
        <pc:spChg chg="mod">
          <ac:chgData name="Rizwan Rashid" userId="S::rizwan.rashid@comsats.edu.pk::12b6bffb-8fd7-410a-bd1e-f473b901c3a4" providerId="AD" clId="Web-{BC98CDB1-9189-2B28-DBDA-902CDAD7CF6F}" dt="2023-04-02T20:55:08.245" v="481" actId="20577"/>
          <ac:spMkLst>
            <pc:docMk/>
            <pc:sldMk cId="3789719861" sldId="284"/>
            <ac:spMk id="2" creationId="{CDABA402-09D9-6988-B5FB-77E9252E4207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0:57:38.750" v="530"/>
          <ac:spMkLst>
            <pc:docMk/>
            <pc:sldMk cId="3789719861" sldId="284"/>
            <ac:spMk id="3" creationId="{56892759-F388-FCFD-1A97-F3762CE52F16}"/>
          </ac:spMkLst>
        </pc:spChg>
      </pc:sldChg>
      <pc:sldChg chg="addSp modSp new">
        <pc:chgData name="Rizwan Rashid" userId="S::rizwan.rashid@comsats.edu.pk::12b6bffb-8fd7-410a-bd1e-f473b901c3a4" providerId="AD" clId="Web-{BC98CDB1-9189-2B28-DBDA-902CDAD7CF6F}" dt="2023-04-02T21:29:07.955" v="625" actId="20577"/>
        <pc:sldMkLst>
          <pc:docMk/>
          <pc:sldMk cId="1828009872" sldId="285"/>
        </pc:sldMkLst>
        <pc:spChg chg="mod">
          <ac:chgData name="Rizwan Rashid" userId="S::rizwan.rashid@comsats.edu.pk::12b6bffb-8fd7-410a-bd1e-f473b901c3a4" providerId="AD" clId="Web-{BC98CDB1-9189-2B28-DBDA-902CDAD7CF6F}" dt="2023-04-02T21:00:14.974" v="540" actId="20577"/>
          <ac:spMkLst>
            <pc:docMk/>
            <pc:sldMk cId="1828009872" sldId="285"/>
            <ac:spMk id="2" creationId="{FF7F71C6-54C7-348C-8711-050C9DF757A3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1:27:20.637" v="597" actId="20577"/>
          <ac:spMkLst>
            <pc:docMk/>
            <pc:sldMk cId="1828009872" sldId="285"/>
            <ac:spMk id="3" creationId="{2D2E2043-2AC3-DDB9-A6D3-7968C8D2220B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0:58:58.815" v="538" actId="1076"/>
          <ac:spMkLst>
            <pc:docMk/>
            <pc:sldMk cId="1828009872" sldId="285"/>
            <ac:spMk id="5" creationId="{291215FC-D454-768D-801D-EB26CECEB8F7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1:27:31.763" v="598"/>
          <ac:spMkLst>
            <pc:docMk/>
            <pc:sldMk cId="1828009872" sldId="285"/>
            <ac:spMk id="9" creationId="{8AEA03BE-9462-F571-C697-432DCF5EFC85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1:28:31.187" v="616" actId="20577"/>
          <ac:spMkLst>
            <pc:docMk/>
            <pc:sldMk cId="1828009872" sldId="285"/>
            <ac:spMk id="13" creationId="{F906171A-F380-1DF4-3DFD-C7E0E408ED22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1:28:38.374" v="617"/>
          <ac:spMkLst>
            <pc:docMk/>
            <pc:sldMk cId="1828009872" sldId="285"/>
            <ac:spMk id="16" creationId="{BC509BAB-68DA-D696-D880-BBFC30F5D026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1:29:02.752" v="622" actId="20577"/>
          <ac:spMkLst>
            <pc:docMk/>
            <pc:sldMk cId="1828009872" sldId="285"/>
            <ac:spMk id="18" creationId="{B4ADEB09-652D-64EC-E221-D3F04E720E5F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1:29:07.955" v="625" actId="20577"/>
          <ac:spMkLst>
            <pc:docMk/>
            <pc:sldMk cId="1828009872" sldId="285"/>
            <ac:spMk id="21" creationId="{EB126500-4B30-3028-AB3E-25175A0719C0}"/>
          </ac:spMkLst>
        </pc:spChg>
        <pc:grpChg chg="add mod">
          <ac:chgData name="Rizwan Rashid" userId="S::rizwan.rashid@comsats.edu.pk::12b6bffb-8fd7-410a-bd1e-f473b901c3a4" providerId="AD" clId="Web-{BC98CDB1-9189-2B28-DBDA-902CDAD7CF6F}" dt="2023-04-02T21:28:15.608" v="612" actId="14100"/>
          <ac:grpSpMkLst>
            <pc:docMk/>
            <pc:sldMk cId="1828009872" sldId="285"/>
            <ac:grpSpMk id="11" creationId="{DD08867F-F14A-E1D2-DA64-45D4E9717735}"/>
          </ac:grpSpMkLst>
        </pc:grpChg>
        <pc:grpChg chg="add mod">
          <ac:chgData name="Rizwan Rashid" userId="S::rizwan.rashid@comsats.edu.pk::12b6bffb-8fd7-410a-bd1e-f473b901c3a4" providerId="AD" clId="Web-{BC98CDB1-9189-2B28-DBDA-902CDAD7CF6F}" dt="2023-04-02T21:28:25.405" v="613" actId="14100"/>
          <ac:grpSpMkLst>
            <pc:docMk/>
            <pc:sldMk cId="1828009872" sldId="285"/>
            <ac:grpSpMk id="12" creationId="{55D1FA09-4C27-53B8-E55E-D065DEDD7FE7}"/>
          </ac:grpSpMkLst>
        </pc:grpChg>
        <pc:grpChg chg="add mod">
          <ac:chgData name="Rizwan Rashid" userId="S::rizwan.rashid@comsats.edu.pk::12b6bffb-8fd7-410a-bd1e-f473b901c3a4" providerId="AD" clId="Web-{BC98CDB1-9189-2B28-DBDA-902CDAD7CF6F}" dt="2023-04-02T21:28:43.984" v="619" actId="1076"/>
          <ac:grpSpMkLst>
            <pc:docMk/>
            <pc:sldMk cId="1828009872" sldId="285"/>
            <ac:grpSpMk id="17" creationId="{8DA99798-BCA1-EE94-7DD6-16B20EEEB37D}"/>
          </ac:grpSpMkLst>
        </pc:grpChg>
        <pc:cxnChg chg="mod">
          <ac:chgData name="Rizwan Rashid" userId="S::rizwan.rashid@comsats.edu.pk::12b6bffb-8fd7-410a-bd1e-f473b901c3a4" providerId="AD" clId="Web-{BC98CDB1-9189-2B28-DBDA-902CDAD7CF6F}" dt="2023-04-02T21:27:41.060" v="600"/>
          <ac:cxnSpMkLst>
            <pc:docMk/>
            <pc:sldMk cId="1828009872" sldId="285"/>
            <ac:cxnSpMk id="14" creationId="{10F7A208-61F7-6A1A-B371-CCAAC111620F}"/>
          </ac:cxnSpMkLst>
        </pc:cxnChg>
        <pc:cxnChg chg="mod">
          <ac:chgData name="Rizwan Rashid" userId="S::rizwan.rashid@comsats.edu.pk::12b6bffb-8fd7-410a-bd1e-f473b901c3a4" providerId="AD" clId="Web-{BC98CDB1-9189-2B28-DBDA-902CDAD7CF6F}" dt="2023-04-02T21:28:41.015" v="618"/>
          <ac:cxnSpMkLst>
            <pc:docMk/>
            <pc:sldMk cId="1828009872" sldId="285"/>
            <ac:cxnSpMk id="19" creationId="{982720F5-1192-91D3-9EA7-B58BAFDEA156}"/>
          </ac:cxnSpMkLst>
        </pc:cxnChg>
      </pc:sldChg>
      <pc:sldChg chg="addSp delSp modSp new mod modClrScheme chgLayout">
        <pc:chgData name="Rizwan Rashid" userId="S::rizwan.rashid@comsats.edu.pk::12b6bffb-8fd7-410a-bd1e-f473b901c3a4" providerId="AD" clId="Web-{BC98CDB1-9189-2B28-DBDA-902CDAD7CF6F}" dt="2023-04-02T21:26:55.637" v="591" actId="1076"/>
        <pc:sldMkLst>
          <pc:docMk/>
          <pc:sldMk cId="1975213770" sldId="286"/>
        </pc:sldMkLst>
        <pc:spChg chg="del">
          <ac:chgData name="Rizwan Rashid" userId="S::rizwan.rashid@comsats.edu.pk::12b6bffb-8fd7-410a-bd1e-f473b901c3a4" providerId="AD" clId="Web-{BC98CDB1-9189-2B28-DBDA-902CDAD7CF6F}" dt="2023-04-02T21:25:54.963" v="565"/>
          <ac:spMkLst>
            <pc:docMk/>
            <pc:sldMk cId="1975213770" sldId="286"/>
            <ac:spMk id="2" creationId="{C99B7247-FF1F-A5EA-293F-AEAA8A527F96}"/>
          </ac:spMkLst>
        </pc:spChg>
        <pc:spChg chg="del">
          <ac:chgData name="Rizwan Rashid" userId="S::rizwan.rashid@comsats.edu.pk::12b6bffb-8fd7-410a-bd1e-f473b901c3a4" providerId="AD" clId="Web-{BC98CDB1-9189-2B28-DBDA-902CDAD7CF6F}" dt="2023-04-02T21:25:54.963" v="565"/>
          <ac:spMkLst>
            <pc:docMk/>
            <pc:sldMk cId="1975213770" sldId="286"/>
            <ac:spMk id="3" creationId="{29F8887D-C847-68F5-E97C-B4DA910E91A5}"/>
          </ac:spMkLst>
        </pc:spChg>
        <pc:spChg chg="mod ord">
          <ac:chgData name="Rizwan Rashid" userId="S::rizwan.rashid@comsats.edu.pk::12b6bffb-8fd7-410a-bd1e-f473b901c3a4" providerId="AD" clId="Web-{BC98CDB1-9189-2B28-DBDA-902CDAD7CF6F}" dt="2023-04-02T21:25:54.963" v="565"/>
          <ac:spMkLst>
            <pc:docMk/>
            <pc:sldMk cId="1975213770" sldId="286"/>
            <ac:spMk id="4" creationId="{6857034F-16BD-29F5-11FA-574F60289A16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1:26:32.542" v="586" actId="14100"/>
          <ac:spMkLst>
            <pc:docMk/>
            <pc:sldMk cId="1975213770" sldId="286"/>
            <ac:spMk id="5" creationId="{F20A2679-615C-DA27-1906-2AB0A813584A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1:26:55.637" v="591" actId="1076"/>
          <ac:spMkLst>
            <pc:docMk/>
            <pc:sldMk cId="1975213770" sldId="286"/>
            <ac:spMk id="6" creationId="{8B80DD86-5F12-9DD1-865D-E7C6A15BF286}"/>
          </ac:spMkLst>
        </pc:spChg>
      </pc:sldChg>
      <pc:sldChg chg="addSp modSp new">
        <pc:chgData name="Rizwan Rashid" userId="S::rizwan.rashid@comsats.edu.pk::12b6bffb-8fd7-410a-bd1e-f473b901c3a4" providerId="AD" clId="Web-{BC98CDB1-9189-2B28-DBDA-902CDAD7CF6F}" dt="2023-04-02T21:30:14.551" v="641" actId="1076"/>
        <pc:sldMkLst>
          <pc:docMk/>
          <pc:sldMk cId="3574240524" sldId="287"/>
        </pc:sldMkLst>
        <pc:spChg chg="add mod">
          <ac:chgData name="Rizwan Rashid" userId="S::rizwan.rashid@comsats.edu.pk::12b6bffb-8fd7-410a-bd1e-f473b901c3a4" providerId="AD" clId="Web-{BC98CDB1-9189-2B28-DBDA-902CDAD7CF6F}" dt="2023-04-02T21:30:11.644" v="640" actId="14100"/>
          <ac:spMkLst>
            <pc:docMk/>
            <pc:sldMk cId="3574240524" sldId="287"/>
            <ac:spMk id="3" creationId="{8A9D70DF-D123-C2BB-FA5C-B996CB2EE390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1:30:14.551" v="641" actId="1076"/>
          <ac:spMkLst>
            <pc:docMk/>
            <pc:sldMk cId="3574240524" sldId="287"/>
            <ac:spMk id="4" creationId="{0B6FCC18-867F-EA19-F4F3-89E145243CD9}"/>
          </ac:spMkLst>
        </pc:spChg>
      </pc:sldChg>
    </pc:docChg>
  </pc:docChgLst>
  <pc:docChgLst>
    <pc:chgData name="Rizwan Rashid" userId="S::rizwan.rashid@comsats.edu.pk::12b6bffb-8fd7-410a-bd1e-f473b901c3a4" providerId="AD" clId="Web-{38C7D2BC-B75E-00BE-D462-AA53A7D83DE5}"/>
    <pc:docChg chg="addSld delSld modSld addMainMaster delMainMaster">
      <pc:chgData name="Rizwan Rashid" userId="S::rizwan.rashid@comsats.edu.pk::12b6bffb-8fd7-410a-bd1e-f473b901c3a4" providerId="AD" clId="Web-{38C7D2BC-B75E-00BE-D462-AA53A7D83DE5}" dt="2023-03-19T17:03:31.790" v="180"/>
      <pc:docMkLst>
        <pc:docMk/>
      </pc:docMkLst>
      <pc:sldChg chg="modSp">
        <pc:chgData name="Rizwan Rashid" userId="S::rizwan.rashid@comsats.edu.pk::12b6bffb-8fd7-410a-bd1e-f473b901c3a4" providerId="AD" clId="Web-{38C7D2BC-B75E-00BE-D462-AA53A7D83DE5}" dt="2023-03-18T19:54:00.922" v="29" actId="20577"/>
        <pc:sldMkLst>
          <pc:docMk/>
          <pc:sldMk cId="3759789600" sldId="275"/>
        </pc:sldMkLst>
        <pc:spChg chg="mod">
          <ac:chgData name="Rizwan Rashid" userId="S::rizwan.rashid@comsats.edu.pk::12b6bffb-8fd7-410a-bd1e-f473b901c3a4" providerId="AD" clId="Web-{38C7D2BC-B75E-00BE-D462-AA53A7D83DE5}" dt="2023-03-18T19:54:00.922" v="29" actId="20577"/>
          <ac:spMkLst>
            <pc:docMk/>
            <pc:sldMk cId="3759789600" sldId="275"/>
            <ac:spMk id="3" creationId="{00000000-0000-0000-0000-000000000000}"/>
          </ac:spMkLst>
        </pc:spChg>
        <pc:spChg chg="mod">
          <ac:chgData name="Rizwan Rashid" userId="S::rizwan.rashid@comsats.edu.pk::12b6bffb-8fd7-410a-bd1e-f473b901c3a4" providerId="AD" clId="Web-{38C7D2BC-B75E-00BE-D462-AA53A7D83DE5}" dt="2023-03-18T19:53:25.577" v="1" actId="20577"/>
          <ac:spMkLst>
            <pc:docMk/>
            <pc:sldMk cId="3759789600" sldId="275"/>
            <ac:spMk id="15361" creationId="{00000000-0000-0000-0000-000000000000}"/>
          </ac:spMkLst>
        </pc:spChg>
      </pc:sldChg>
      <pc:sldChg chg="modSp new">
        <pc:chgData name="Rizwan Rashid" userId="S::rizwan.rashid@comsats.edu.pk::12b6bffb-8fd7-410a-bd1e-f473b901c3a4" providerId="AD" clId="Web-{38C7D2BC-B75E-00BE-D462-AA53A7D83DE5}" dt="2023-03-18T19:56:57.992" v="54" actId="20577"/>
        <pc:sldMkLst>
          <pc:docMk/>
          <pc:sldMk cId="1560131990" sldId="276"/>
        </pc:sldMkLst>
        <pc:spChg chg="mod">
          <ac:chgData name="Rizwan Rashid" userId="S::rizwan.rashid@comsats.edu.pk::12b6bffb-8fd7-410a-bd1e-f473b901c3a4" providerId="AD" clId="Web-{38C7D2BC-B75E-00BE-D462-AA53A7D83DE5}" dt="2023-03-18T19:56:57.992" v="54" actId="20577"/>
          <ac:spMkLst>
            <pc:docMk/>
            <pc:sldMk cId="1560131990" sldId="276"/>
            <ac:spMk id="2" creationId="{718F0CB1-65CF-974D-3157-F5600CA73674}"/>
          </ac:spMkLst>
        </pc:spChg>
        <pc:spChg chg="mod">
          <ac:chgData name="Rizwan Rashid" userId="S::rizwan.rashid@comsats.edu.pk::12b6bffb-8fd7-410a-bd1e-f473b901c3a4" providerId="AD" clId="Web-{38C7D2BC-B75E-00BE-D462-AA53A7D83DE5}" dt="2023-03-18T19:56:52.539" v="45" actId="20577"/>
          <ac:spMkLst>
            <pc:docMk/>
            <pc:sldMk cId="1560131990" sldId="276"/>
            <ac:spMk id="3" creationId="{6C595891-2DBF-0B7A-7819-827A49271E12}"/>
          </ac:spMkLst>
        </pc:spChg>
      </pc:sldChg>
      <pc:sldChg chg="del">
        <pc:chgData name="Rizwan Rashid" userId="S::rizwan.rashid@comsats.edu.pk::12b6bffb-8fd7-410a-bd1e-f473b901c3a4" providerId="AD" clId="Web-{38C7D2BC-B75E-00BE-D462-AA53A7D83DE5}" dt="2023-03-18T19:53:43.812" v="21"/>
        <pc:sldMkLst>
          <pc:docMk/>
          <pc:sldMk cId="3396534122" sldId="276"/>
        </pc:sldMkLst>
      </pc:sldChg>
      <pc:sldChg chg="del">
        <pc:chgData name="Rizwan Rashid" userId="S::rizwan.rashid@comsats.edu.pk::12b6bffb-8fd7-410a-bd1e-f473b901c3a4" providerId="AD" clId="Web-{38C7D2BC-B75E-00BE-D462-AA53A7D83DE5}" dt="2023-03-18T19:53:43.812" v="22"/>
        <pc:sldMkLst>
          <pc:docMk/>
          <pc:sldMk cId="2265212252" sldId="277"/>
        </pc:sldMkLst>
      </pc:sldChg>
      <pc:sldChg chg="modSp new">
        <pc:chgData name="Rizwan Rashid" userId="S::rizwan.rashid@comsats.edu.pk::12b6bffb-8fd7-410a-bd1e-f473b901c3a4" providerId="AD" clId="Web-{38C7D2BC-B75E-00BE-D462-AA53A7D83DE5}" dt="2023-03-19T17:03:31.790" v="180"/>
        <pc:sldMkLst>
          <pc:docMk/>
          <pc:sldMk cId="4196248272" sldId="277"/>
        </pc:sldMkLst>
        <pc:spChg chg="mod">
          <ac:chgData name="Rizwan Rashid" userId="S::rizwan.rashid@comsats.edu.pk::12b6bffb-8fd7-410a-bd1e-f473b901c3a4" providerId="AD" clId="Web-{38C7D2BC-B75E-00BE-D462-AA53A7D83DE5}" dt="2023-03-18T19:57:16.883" v="64" actId="20577"/>
          <ac:spMkLst>
            <pc:docMk/>
            <pc:sldMk cId="4196248272" sldId="277"/>
            <ac:spMk id="2" creationId="{F97F0388-780B-C06B-8EB6-7193D92998B5}"/>
          </ac:spMkLst>
        </pc:spChg>
        <pc:spChg chg="mod">
          <ac:chgData name="Rizwan Rashid" userId="S::rizwan.rashid@comsats.edu.pk::12b6bffb-8fd7-410a-bd1e-f473b901c3a4" providerId="AD" clId="Web-{38C7D2BC-B75E-00BE-D462-AA53A7D83DE5}" dt="2023-03-19T17:03:31.790" v="180"/>
          <ac:spMkLst>
            <pc:docMk/>
            <pc:sldMk cId="4196248272" sldId="277"/>
            <ac:spMk id="3" creationId="{C23343BE-A1DF-37BD-B145-DCEB666542ED}"/>
          </ac:spMkLst>
        </pc:spChg>
      </pc:sldChg>
      <pc:sldChg chg="modSp add delAnim">
        <pc:chgData name="Rizwan Rashid" userId="S::rizwan.rashid@comsats.edu.pk::12b6bffb-8fd7-410a-bd1e-f473b901c3a4" providerId="AD" clId="Web-{38C7D2BC-B75E-00BE-D462-AA53A7D83DE5}" dt="2023-03-18T20:00:42.592" v="93"/>
        <pc:sldMkLst>
          <pc:docMk/>
          <pc:sldMk cId="1010016411" sldId="278"/>
        </pc:sldMkLst>
        <pc:spChg chg="mod">
          <ac:chgData name="Rizwan Rashid" userId="S::rizwan.rashid@comsats.edu.pk::12b6bffb-8fd7-410a-bd1e-f473b901c3a4" providerId="AD" clId="Web-{38C7D2BC-B75E-00BE-D462-AA53A7D83DE5}" dt="2023-03-18T20:00:30.201" v="92" actId="20577"/>
          <ac:spMkLst>
            <pc:docMk/>
            <pc:sldMk cId="1010016411" sldId="278"/>
            <ac:spMk id="565251" creationId="{15BBB4C2-319A-E74B-09BE-30210B6A7BAC}"/>
          </ac:spMkLst>
        </pc:spChg>
      </pc:sldChg>
      <pc:sldChg chg="add del">
        <pc:chgData name="Rizwan Rashid" userId="S::rizwan.rashid@comsats.edu.pk::12b6bffb-8fd7-410a-bd1e-f473b901c3a4" providerId="AD" clId="Web-{38C7D2BC-B75E-00BE-D462-AA53A7D83DE5}" dt="2023-03-18T19:58:58.261" v="69"/>
        <pc:sldMkLst>
          <pc:docMk/>
          <pc:sldMk cId="1187993726" sldId="278"/>
        </pc:sldMkLst>
      </pc:sldChg>
      <pc:sldChg chg="del">
        <pc:chgData name="Rizwan Rashid" userId="S::rizwan.rashid@comsats.edu.pk::12b6bffb-8fd7-410a-bd1e-f473b901c3a4" providerId="AD" clId="Web-{38C7D2BC-B75E-00BE-D462-AA53A7D83DE5}" dt="2023-03-18T19:53:43.812" v="23"/>
        <pc:sldMkLst>
          <pc:docMk/>
          <pc:sldMk cId="3998530891" sldId="278"/>
        </pc:sldMkLst>
      </pc:sldChg>
      <pc:sldChg chg="del">
        <pc:chgData name="Rizwan Rashid" userId="S::rizwan.rashid@comsats.edu.pk::12b6bffb-8fd7-410a-bd1e-f473b901c3a4" providerId="AD" clId="Web-{38C7D2BC-B75E-00BE-D462-AA53A7D83DE5}" dt="2023-03-18T19:53:43.812" v="24"/>
        <pc:sldMkLst>
          <pc:docMk/>
          <pc:sldMk cId="1638688824" sldId="279"/>
        </pc:sldMkLst>
      </pc:sldChg>
      <pc:sldChg chg="modSp add">
        <pc:chgData name="Rizwan Rashid" userId="S::rizwan.rashid@comsats.edu.pk::12b6bffb-8fd7-410a-bd1e-f473b901c3a4" providerId="AD" clId="Web-{38C7D2BC-B75E-00BE-D462-AA53A7D83DE5}" dt="2023-03-18T20:26:11.644" v="171" actId="20577"/>
        <pc:sldMkLst>
          <pc:docMk/>
          <pc:sldMk cId="3898842981" sldId="279"/>
        </pc:sldMkLst>
        <pc:spChg chg="mod">
          <ac:chgData name="Rizwan Rashid" userId="S::rizwan.rashid@comsats.edu.pk::12b6bffb-8fd7-410a-bd1e-f473b901c3a4" providerId="AD" clId="Web-{38C7D2BC-B75E-00BE-D462-AA53A7D83DE5}" dt="2023-03-18T20:26:11.644" v="171" actId="20577"/>
          <ac:spMkLst>
            <pc:docMk/>
            <pc:sldMk cId="3898842981" sldId="279"/>
            <ac:spMk id="13315" creationId="{350BC576-BB0F-0A06-3FFF-803309738EFF}"/>
          </ac:spMkLst>
        </pc:spChg>
      </pc:sldChg>
      <pc:sldChg chg="del">
        <pc:chgData name="Rizwan Rashid" userId="S::rizwan.rashid@comsats.edu.pk::12b6bffb-8fd7-410a-bd1e-f473b901c3a4" providerId="AD" clId="Web-{38C7D2BC-B75E-00BE-D462-AA53A7D83DE5}" dt="2023-03-18T19:53:43.812" v="25"/>
        <pc:sldMkLst>
          <pc:docMk/>
          <pc:sldMk cId="1082597294" sldId="280"/>
        </pc:sldMkLst>
      </pc:sldChg>
      <pc:sldChg chg="modSp add">
        <pc:chgData name="Rizwan Rashid" userId="S::rizwan.rashid@comsats.edu.pk::12b6bffb-8fd7-410a-bd1e-f473b901c3a4" providerId="AD" clId="Web-{38C7D2BC-B75E-00BE-D462-AA53A7D83DE5}" dt="2023-03-18T20:08:48.846" v="105" actId="20577"/>
        <pc:sldMkLst>
          <pc:docMk/>
          <pc:sldMk cId="3662736590" sldId="280"/>
        </pc:sldMkLst>
        <pc:spChg chg="mod">
          <ac:chgData name="Rizwan Rashid" userId="S::rizwan.rashid@comsats.edu.pk::12b6bffb-8fd7-410a-bd1e-f473b901c3a4" providerId="AD" clId="Web-{38C7D2BC-B75E-00BE-D462-AA53A7D83DE5}" dt="2023-03-18T20:08:48.846" v="105" actId="20577"/>
          <ac:spMkLst>
            <pc:docMk/>
            <pc:sldMk cId="3662736590" sldId="280"/>
            <ac:spMk id="12291" creationId="{05539536-DD92-2713-D4FD-147D21DDD8E0}"/>
          </ac:spMkLst>
        </pc:spChg>
      </pc:sldChg>
      <pc:sldChg chg="modSp add">
        <pc:chgData name="Rizwan Rashid" userId="S::rizwan.rashid@comsats.edu.pk::12b6bffb-8fd7-410a-bd1e-f473b901c3a4" providerId="AD" clId="Web-{38C7D2BC-B75E-00BE-D462-AA53A7D83DE5}" dt="2023-03-18T20:26:41.241" v="179" actId="14100"/>
        <pc:sldMkLst>
          <pc:docMk/>
          <pc:sldMk cId="884951720" sldId="281"/>
        </pc:sldMkLst>
        <pc:spChg chg="mod">
          <ac:chgData name="Rizwan Rashid" userId="S::rizwan.rashid@comsats.edu.pk::12b6bffb-8fd7-410a-bd1e-f473b901c3a4" providerId="AD" clId="Web-{38C7D2BC-B75E-00BE-D462-AA53A7D83DE5}" dt="2023-03-18T20:26:41.241" v="179" actId="14100"/>
          <ac:spMkLst>
            <pc:docMk/>
            <pc:sldMk cId="884951720" sldId="281"/>
            <ac:spMk id="15363" creationId="{0C11E349-4D49-C8B3-6573-1B249C9DDD8A}"/>
          </ac:spMkLst>
        </pc:spChg>
      </pc:sldChg>
      <pc:sldChg chg="modSp add">
        <pc:chgData name="Rizwan Rashid" userId="S::rizwan.rashid@comsats.edu.pk::12b6bffb-8fd7-410a-bd1e-f473b901c3a4" providerId="AD" clId="Web-{38C7D2BC-B75E-00BE-D462-AA53A7D83DE5}" dt="2023-03-18T20:26:26.254" v="176" actId="14100"/>
        <pc:sldMkLst>
          <pc:docMk/>
          <pc:sldMk cId="2477369744" sldId="282"/>
        </pc:sldMkLst>
        <pc:spChg chg="mod">
          <ac:chgData name="Rizwan Rashid" userId="S::rizwan.rashid@comsats.edu.pk::12b6bffb-8fd7-410a-bd1e-f473b901c3a4" providerId="AD" clId="Web-{38C7D2BC-B75E-00BE-D462-AA53A7D83DE5}" dt="2023-03-18T20:26:26.254" v="176" actId="14100"/>
          <ac:spMkLst>
            <pc:docMk/>
            <pc:sldMk cId="2477369744" sldId="282"/>
            <ac:spMk id="14339" creationId="{65E11453-346B-D80E-3DBD-2A00AE1D9000}"/>
          </ac:spMkLst>
        </pc:spChg>
      </pc:sldChg>
      <pc:sldMasterChg chg="add del addSldLayout delSldLayout">
        <pc:chgData name="Rizwan Rashid" userId="S::rizwan.rashid@comsats.edu.pk::12b6bffb-8fd7-410a-bd1e-f473b901c3a4" providerId="AD" clId="Web-{38C7D2BC-B75E-00BE-D462-AA53A7D83DE5}" dt="2023-03-18T19:58:58.261" v="69"/>
        <pc:sldMasterMkLst>
          <pc:docMk/>
          <pc:sldMasterMk cId="0" sldId="2147483733"/>
        </pc:sldMasterMkLst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4289036767" sldId="2147483722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1154823339" sldId="2147483723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586285574" sldId="2147483724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3038241059" sldId="2147483725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359820488" sldId="2147483726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91313240" sldId="2147483727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1293624479" sldId="2147483728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4115420235" sldId="2147483729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2809783811" sldId="2147483730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2788322947" sldId="2147483731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3399929091" sldId="2147483732"/>
          </pc:sldLayoutMkLst>
        </pc:sldLayoutChg>
      </pc:sldMasterChg>
    </pc:docChg>
  </pc:docChgLst>
  <pc:docChgLst>
    <pc:chgData name="Rizwan Rashid" userId="S::rizwan.rashid@comsats.edu.pk::12b6bffb-8fd7-410a-bd1e-f473b901c3a4" providerId="AD" clId="Web-{7FCA9964-7C4F-8F92-E9FF-7066504B815A}"/>
    <pc:docChg chg="addSld modSld sldOrd">
      <pc:chgData name="Rizwan Rashid" userId="S::rizwan.rashid@comsats.edu.pk::12b6bffb-8fd7-410a-bd1e-f473b901c3a4" providerId="AD" clId="Web-{7FCA9964-7C4F-8F92-E9FF-7066504B815A}" dt="2023-03-18T14:25:59.842" v="153" actId="20577"/>
      <pc:docMkLst>
        <pc:docMk/>
      </pc:docMkLst>
      <pc:sldChg chg="modSp">
        <pc:chgData name="Rizwan Rashid" userId="S::rizwan.rashid@comsats.edu.pk::12b6bffb-8fd7-410a-bd1e-f473b901c3a4" providerId="AD" clId="Web-{7FCA9964-7C4F-8F92-E9FF-7066504B815A}" dt="2023-03-18T11:47:56.874" v="8" actId="14100"/>
        <pc:sldMkLst>
          <pc:docMk/>
          <pc:sldMk cId="4268559702" sldId="279"/>
        </pc:sldMkLst>
        <pc:spChg chg="mod">
          <ac:chgData name="Rizwan Rashid" userId="S::rizwan.rashid@comsats.edu.pk::12b6bffb-8fd7-410a-bd1e-f473b901c3a4" providerId="AD" clId="Web-{7FCA9964-7C4F-8F92-E9FF-7066504B815A}" dt="2023-03-18T11:47:56.874" v="8" actId="14100"/>
          <ac:spMkLst>
            <pc:docMk/>
            <pc:sldMk cId="4268559702" sldId="279"/>
            <ac:spMk id="2" creationId="{5454BD87-6591-19F8-89E8-68F27B0A504D}"/>
          </ac:spMkLst>
        </pc:spChg>
        <pc:spChg chg="mod">
          <ac:chgData name="Rizwan Rashid" userId="S::rizwan.rashid@comsats.edu.pk::12b6bffb-8fd7-410a-bd1e-f473b901c3a4" providerId="AD" clId="Web-{7FCA9964-7C4F-8F92-E9FF-7066504B815A}" dt="2023-03-18T11:47:35.716" v="5" actId="20577"/>
          <ac:spMkLst>
            <pc:docMk/>
            <pc:sldMk cId="4268559702" sldId="279"/>
            <ac:spMk id="5" creationId="{56D251B9-7FC6-2482-6DC2-4A661958FF34}"/>
          </ac:spMkLst>
        </pc:spChg>
        <pc:spChg chg="mod">
          <ac:chgData name="Rizwan Rashid" userId="S::rizwan.rashid@comsats.edu.pk::12b6bffb-8fd7-410a-bd1e-f473b901c3a4" providerId="AD" clId="Web-{7FCA9964-7C4F-8F92-E9FF-7066504B815A}" dt="2023-03-18T11:47:45.154" v="7" actId="14100"/>
          <ac:spMkLst>
            <pc:docMk/>
            <pc:sldMk cId="4268559702" sldId="279"/>
            <ac:spMk id="6" creationId="{E627915E-6480-D34A-8751-09EEAC427569}"/>
          </ac:spMkLst>
        </pc:spChg>
      </pc:sldChg>
      <pc:sldChg chg="modSp">
        <pc:chgData name="Rizwan Rashid" userId="S::rizwan.rashid@comsats.edu.pk::12b6bffb-8fd7-410a-bd1e-f473b901c3a4" providerId="AD" clId="Web-{7FCA9964-7C4F-8F92-E9FF-7066504B815A}" dt="2023-03-18T11:48:44.377" v="10"/>
        <pc:sldMkLst>
          <pc:docMk/>
          <pc:sldMk cId="3463794225" sldId="281"/>
        </pc:sldMkLst>
        <pc:spChg chg="mod">
          <ac:chgData name="Rizwan Rashid" userId="S::rizwan.rashid@comsats.edu.pk::12b6bffb-8fd7-410a-bd1e-f473b901c3a4" providerId="AD" clId="Web-{7FCA9964-7C4F-8F92-E9FF-7066504B815A}" dt="2023-03-18T11:48:44.377" v="10"/>
          <ac:spMkLst>
            <pc:docMk/>
            <pc:sldMk cId="3463794225" sldId="281"/>
            <ac:spMk id="420867" creationId="{00000000-0000-0000-0000-000000000000}"/>
          </ac:spMkLst>
        </pc:spChg>
      </pc:sldChg>
      <pc:sldChg chg="modSp">
        <pc:chgData name="Rizwan Rashid" userId="S::rizwan.rashid@comsats.edu.pk::12b6bffb-8fd7-410a-bd1e-f473b901c3a4" providerId="AD" clId="Web-{7FCA9964-7C4F-8F92-E9FF-7066504B815A}" dt="2023-03-18T14:25:59.842" v="153" actId="20577"/>
        <pc:sldMkLst>
          <pc:docMk/>
          <pc:sldMk cId="1222195488" sldId="282"/>
        </pc:sldMkLst>
        <pc:spChg chg="mod">
          <ac:chgData name="Rizwan Rashid" userId="S::rizwan.rashid@comsats.edu.pk::12b6bffb-8fd7-410a-bd1e-f473b901c3a4" providerId="AD" clId="Web-{7FCA9964-7C4F-8F92-E9FF-7066504B815A}" dt="2023-03-18T14:25:59.842" v="153" actId="20577"/>
          <ac:spMkLst>
            <pc:docMk/>
            <pc:sldMk cId="1222195488" sldId="282"/>
            <ac:spMk id="3" creationId="{00000000-0000-0000-0000-000000000000}"/>
          </ac:spMkLst>
        </pc:spChg>
      </pc:sldChg>
      <pc:sldChg chg="modSp ord">
        <pc:chgData name="Rizwan Rashid" userId="S::rizwan.rashid@comsats.edu.pk::12b6bffb-8fd7-410a-bd1e-f473b901c3a4" providerId="AD" clId="Web-{7FCA9964-7C4F-8F92-E9FF-7066504B815A}" dt="2023-03-18T12:08:07.476" v="55"/>
        <pc:sldMkLst>
          <pc:docMk/>
          <pc:sldMk cId="1906325941" sldId="283"/>
        </pc:sldMkLst>
        <pc:spChg chg="mod">
          <ac:chgData name="Rizwan Rashid" userId="S::rizwan.rashid@comsats.edu.pk::12b6bffb-8fd7-410a-bd1e-f473b901c3a4" providerId="AD" clId="Web-{7FCA9964-7C4F-8F92-E9FF-7066504B815A}" dt="2023-03-18T11:54:09.369" v="14" actId="20577"/>
          <ac:spMkLst>
            <pc:docMk/>
            <pc:sldMk cId="1906325941" sldId="283"/>
            <ac:spMk id="481283" creationId="{00000000-0000-0000-0000-000000000000}"/>
          </ac:spMkLst>
        </pc:spChg>
      </pc:sldChg>
      <pc:sldChg chg="addSp delSp modSp new">
        <pc:chgData name="Rizwan Rashid" userId="S::rizwan.rashid@comsats.edu.pk::12b6bffb-8fd7-410a-bd1e-f473b901c3a4" providerId="AD" clId="Web-{7FCA9964-7C4F-8F92-E9FF-7066504B815A}" dt="2023-03-18T12:16:04.010" v="112" actId="1076"/>
        <pc:sldMkLst>
          <pc:docMk/>
          <pc:sldMk cId="2581762178" sldId="284"/>
        </pc:sldMkLst>
        <pc:spChg chg="mod">
          <ac:chgData name="Rizwan Rashid" userId="S::rizwan.rashid@comsats.edu.pk::12b6bffb-8fd7-410a-bd1e-f473b901c3a4" providerId="AD" clId="Web-{7FCA9964-7C4F-8F92-E9FF-7066504B815A}" dt="2023-03-18T12:14:57.552" v="103" actId="20577"/>
          <ac:spMkLst>
            <pc:docMk/>
            <pc:sldMk cId="2581762178" sldId="284"/>
            <ac:spMk id="2" creationId="{FED0EFEA-198E-FFDE-3E0D-8B840EAB7227}"/>
          </ac:spMkLst>
        </pc:spChg>
        <pc:spChg chg="del">
          <ac:chgData name="Rizwan Rashid" userId="S::rizwan.rashid@comsats.edu.pk::12b6bffb-8fd7-410a-bd1e-f473b901c3a4" providerId="AD" clId="Web-{7FCA9964-7C4F-8F92-E9FF-7066504B815A}" dt="2023-03-18T12:01:16.243" v="16"/>
          <ac:spMkLst>
            <pc:docMk/>
            <pc:sldMk cId="2581762178" sldId="284"/>
            <ac:spMk id="3" creationId="{184F4818-A1BB-10EA-61CF-5EFF9E5F2BB1}"/>
          </ac:spMkLst>
        </pc:spChg>
        <pc:spChg chg="add mod">
          <ac:chgData name="Rizwan Rashid" userId="S::rizwan.rashid@comsats.edu.pk::12b6bffb-8fd7-410a-bd1e-f473b901c3a4" providerId="AD" clId="Web-{7FCA9964-7C4F-8F92-E9FF-7066504B815A}" dt="2023-03-18T12:16:04.010" v="112" actId="1076"/>
          <ac:spMkLst>
            <pc:docMk/>
            <pc:sldMk cId="2581762178" sldId="284"/>
            <ac:spMk id="6" creationId="{D47F2484-BF2F-843D-D56F-3162FD4C4C9C}"/>
          </ac:spMkLst>
        </pc:spChg>
        <pc:picChg chg="add mod ord">
          <ac:chgData name="Rizwan Rashid" userId="S::rizwan.rashid@comsats.edu.pk::12b6bffb-8fd7-410a-bd1e-f473b901c3a4" providerId="AD" clId="Web-{7FCA9964-7C4F-8F92-E9FF-7066504B815A}" dt="2023-03-18T12:15:04.443" v="105" actId="14100"/>
          <ac:picMkLst>
            <pc:docMk/>
            <pc:sldMk cId="2581762178" sldId="284"/>
            <ac:picMk id="5" creationId="{D5F1F0DC-0B07-2595-BF01-52FD1AC9D30B}"/>
          </ac:picMkLst>
        </pc:picChg>
      </pc:sldChg>
      <pc:sldChg chg="addSp delSp modSp new ord">
        <pc:chgData name="Rizwan Rashid" userId="S::rizwan.rashid@comsats.edu.pk::12b6bffb-8fd7-410a-bd1e-f473b901c3a4" providerId="AD" clId="Web-{7FCA9964-7C4F-8F92-E9FF-7066504B815A}" dt="2023-03-18T12:14:51.598" v="95" actId="20577"/>
        <pc:sldMkLst>
          <pc:docMk/>
          <pc:sldMk cId="485645909" sldId="285"/>
        </pc:sldMkLst>
        <pc:spChg chg="del">
          <ac:chgData name="Rizwan Rashid" userId="S::rizwan.rashid@comsats.edu.pk::12b6bffb-8fd7-410a-bd1e-f473b901c3a4" providerId="AD" clId="Web-{7FCA9964-7C4F-8F92-E9FF-7066504B815A}" dt="2023-03-18T12:02:00.512" v="22"/>
          <ac:spMkLst>
            <pc:docMk/>
            <pc:sldMk cId="485645909" sldId="285"/>
            <ac:spMk id="2" creationId="{790D6ED2-3044-B555-426D-B7C67733B57B}"/>
          </ac:spMkLst>
        </pc:spChg>
        <pc:spChg chg="del">
          <ac:chgData name="Rizwan Rashid" userId="S::rizwan.rashid@comsats.edu.pk::12b6bffb-8fd7-410a-bd1e-f473b901c3a4" providerId="AD" clId="Web-{7FCA9964-7C4F-8F92-E9FF-7066504B815A}" dt="2023-03-18T12:01:59.293" v="21"/>
          <ac:spMkLst>
            <pc:docMk/>
            <pc:sldMk cId="485645909" sldId="285"/>
            <ac:spMk id="3" creationId="{A285DCA0-49D9-16EC-7C88-46FECBD42457}"/>
          </ac:spMkLst>
        </pc:spChg>
        <pc:spChg chg="add mod">
          <ac:chgData name="Rizwan Rashid" userId="S::rizwan.rashid@comsats.edu.pk::12b6bffb-8fd7-410a-bd1e-f473b901c3a4" providerId="AD" clId="Web-{7FCA9964-7C4F-8F92-E9FF-7066504B815A}" dt="2023-03-18T12:14:20.627" v="88" actId="20577"/>
          <ac:spMkLst>
            <pc:docMk/>
            <pc:sldMk cId="485645909" sldId="285"/>
            <ac:spMk id="6" creationId="{FB3A9E26-28FC-02E9-64FA-0CBFC642C829}"/>
          </ac:spMkLst>
        </pc:spChg>
        <pc:spChg chg="add mod">
          <ac:chgData name="Rizwan Rashid" userId="S::rizwan.rashid@comsats.edu.pk::12b6bffb-8fd7-410a-bd1e-f473b901c3a4" providerId="AD" clId="Web-{7FCA9964-7C4F-8F92-E9FF-7066504B815A}" dt="2023-03-18T12:14:26.050" v="89"/>
          <ac:spMkLst>
            <pc:docMk/>
            <pc:sldMk cId="485645909" sldId="285"/>
            <ac:spMk id="8" creationId="{51BDCD1E-79D7-E139-C16B-4E506BD23601}"/>
          </ac:spMkLst>
        </pc:spChg>
        <pc:spChg chg="add mod">
          <ac:chgData name="Rizwan Rashid" userId="S::rizwan.rashid@comsats.edu.pk::12b6bffb-8fd7-410a-bd1e-f473b901c3a4" providerId="AD" clId="Web-{7FCA9964-7C4F-8F92-E9FF-7066504B815A}" dt="2023-03-18T12:14:51.598" v="95" actId="20577"/>
          <ac:spMkLst>
            <pc:docMk/>
            <pc:sldMk cId="485645909" sldId="285"/>
            <ac:spMk id="10" creationId="{6260D867-E201-E44A-58C3-D6F4DCFABADA}"/>
          </ac:spMkLst>
        </pc:spChg>
      </pc:sldChg>
      <pc:sldChg chg="modSp add">
        <pc:chgData name="Rizwan Rashid" userId="S::rizwan.rashid@comsats.edu.pk::12b6bffb-8fd7-410a-bd1e-f473b901c3a4" providerId="AD" clId="Web-{7FCA9964-7C4F-8F92-E9FF-7066504B815A}" dt="2023-03-18T14:23:28.885" v="150" actId="20577"/>
        <pc:sldMkLst>
          <pc:docMk/>
          <pc:sldMk cId="3382260489" sldId="286"/>
        </pc:sldMkLst>
        <pc:spChg chg="mod">
          <ac:chgData name="Rizwan Rashid" userId="S::rizwan.rashid@comsats.edu.pk::12b6bffb-8fd7-410a-bd1e-f473b901c3a4" providerId="AD" clId="Web-{7FCA9964-7C4F-8F92-E9FF-7066504B815A}" dt="2023-03-18T14:23:28.885" v="150" actId="20577"/>
          <ac:spMkLst>
            <pc:docMk/>
            <pc:sldMk cId="3382260489" sldId="286"/>
            <ac:spMk id="3" creationId="{00000000-0000-0000-0000-000000000000}"/>
          </ac:spMkLst>
        </pc:spChg>
      </pc:sldChg>
      <pc:sldChg chg="modSp add">
        <pc:chgData name="Rizwan Rashid" userId="S::rizwan.rashid@comsats.edu.pk::12b6bffb-8fd7-410a-bd1e-f473b901c3a4" providerId="AD" clId="Web-{7FCA9964-7C4F-8F92-E9FF-7066504B815A}" dt="2023-03-18T14:23:12.134" v="147" actId="20577"/>
        <pc:sldMkLst>
          <pc:docMk/>
          <pc:sldMk cId="235764960" sldId="287"/>
        </pc:sldMkLst>
        <pc:spChg chg="mod">
          <ac:chgData name="Rizwan Rashid" userId="S::rizwan.rashid@comsats.edu.pk::12b6bffb-8fd7-410a-bd1e-f473b901c3a4" providerId="AD" clId="Web-{7FCA9964-7C4F-8F92-E9FF-7066504B815A}" dt="2023-03-18T12:16:41.981" v="119" actId="20577"/>
          <ac:spMkLst>
            <pc:docMk/>
            <pc:sldMk cId="235764960" sldId="287"/>
            <ac:spMk id="2" creationId="{00000000-0000-0000-0000-000000000000}"/>
          </ac:spMkLst>
        </pc:spChg>
        <pc:spChg chg="mod">
          <ac:chgData name="Rizwan Rashid" userId="S::rizwan.rashid@comsats.edu.pk::12b6bffb-8fd7-410a-bd1e-f473b901c3a4" providerId="AD" clId="Web-{7FCA9964-7C4F-8F92-E9FF-7066504B815A}" dt="2023-03-18T14:23:12.134" v="147" actId="20577"/>
          <ac:spMkLst>
            <pc:docMk/>
            <pc:sldMk cId="235764960" sldId="287"/>
            <ac:spMk id="3" creationId="{00000000-0000-0000-0000-000000000000}"/>
          </ac:spMkLst>
        </pc:spChg>
      </pc:sldChg>
      <pc:sldChg chg="modSp add">
        <pc:chgData name="Rizwan Rashid" userId="S::rizwan.rashid@comsats.edu.pk::12b6bffb-8fd7-410a-bd1e-f473b901c3a4" providerId="AD" clId="Web-{7FCA9964-7C4F-8F92-E9FF-7066504B815A}" dt="2023-03-18T14:22:35.836" v="139" actId="20577"/>
        <pc:sldMkLst>
          <pc:docMk/>
          <pc:sldMk cId="1877508029" sldId="288"/>
        </pc:sldMkLst>
        <pc:spChg chg="mod">
          <ac:chgData name="Rizwan Rashid" userId="S::rizwan.rashid@comsats.edu.pk::12b6bffb-8fd7-410a-bd1e-f473b901c3a4" providerId="AD" clId="Web-{7FCA9964-7C4F-8F92-E9FF-7066504B815A}" dt="2023-03-18T14:22:35.836" v="139" actId="20577"/>
          <ac:spMkLst>
            <pc:docMk/>
            <pc:sldMk cId="1877508029" sldId="288"/>
            <ac:spMk id="3" creationId="{00000000-0000-0000-0000-000000000000}"/>
          </ac:spMkLst>
        </pc:spChg>
      </pc:sldChg>
    </pc:docChg>
  </pc:docChgLst>
  <pc:docChgLst>
    <pc:chgData name="Rizwan Rashid" userId="S::rizwan.rashid@comsats.edu.pk::12b6bffb-8fd7-410a-bd1e-f473b901c3a4" providerId="AD" clId="Web-{720DF1F6-7572-5E84-00A7-FEB14811C905}"/>
    <pc:docChg chg="addSld delSld modSld">
      <pc:chgData name="Rizwan Rashid" userId="S::rizwan.rashid@comsats.edu.pk::12b6bffb-8fd7-410a-bd1e-f473b901c3a4" providerId="AD" clId="Web-{720DF1F6-7572-5E84-00A7-FEB14811C905}" dt="2023-03-18T18:51:56.126" v="37" actId="14100"/>
      <pc:docMkLst>
        <pc:docMk/>
      </pc:docMkLst>
      <pc:sldChg chg="modSp">
        <pc:chgData name="Rizwan Rashid" userId="S::rizwan.rashid@comsats.edu.pk::12b6bffb-8fd7-410a-bd1e-f473b901c3a4" providerId="AD" clId="Web-{720DF1F6-7572-5E84-00A7-FEB14811C905}" dt="2023-03-18T15:17:19.306" v="12" actId="20577"/>
        <pc:sldMkLst>
          <pc:docMk/>
          <pc:sldMk cId="3759789600" sldId="275"/>
        </pc:sldMkLst>
        <pc:spChg chg="mod">
          <ac:chgData name="Rizwan Rashid" userId="S::rizwan.rashid@comsats.edu.pk::12b6bffb-8fd7-410a-bd1e-f473b901c3a4" providerId="AD" clId="Web-{720DF1F6-7572-5E84-00A7-FEB14811C905}" dt="2023-03-18T15:17:19.306" v="12" actId="20577"/>
          <ac:spMkLst>
            <pc:docMk/>
            <pc:sldMk cId="3759789600" sldId="275"/>
            <ac:spMk id="3" creationId="{00000000-0000-0000-0000-000000000000}"/>
          </ac:spMkLst>
        </pc:spChg>
        <pc:spChg chg="mod">
          <ac:chgData name="Rizwan Rashid" userId="S::rizwan.rashid@comsats.edu.pk::12b6bffb-8fd7-410a-bd1e-f473b901c3a4" providerId="AD" clId="Web-{720DF1F6-7572-5E84-00A7-FEB14811C905}" dt="2023-03-18T15:17:12.931" v="1" actId="20577"/>
          <ac:spMkLst>
            <pc:docMk/>
            <pc:sldMk cId="3759789600" sldId="275"/>
            <ac:spMk id="15361" creationId="{00000000-0000-0000-0000-000000000000}"/>
          </ac:spMkLst>
        </pc:spChg>
      </pc:sldChg>
      <pc:sldChg chg="del">
        <pc:chgData name="Rizwan Rashid" userId="S::rizwan.rashid@comsats.edu.pk::12b6bffb-8fd7-410a-bd1e-f473b901c3a4" providerId="AD" clId="Web-{720DF1F6-7572-5E84-00A7-FEB14811C905}" dt="2023-03-18T15:17:28.291" v="28"/>
        <pc:sldMkLst>
          <pc:docMk/>
          <pc:sldMk cId="3050707806" sldId="276"/>
        </pc:sldMkLst>
      </pc:sldChg>
      <pc:sldChg chg="add">
        <pc:chgData name="Rizwan Rashid" userId="S::rizwan.rashid@comsats.edu.pk::12b6bffb-8fd7-410a-bd1e-f473b901c3a4" providerId="AD" clId="Web-{720DF1F6-7572-5E84-00A7-FEB14811C905}" dt="2023-03-18T18:51:32.641" v="29"/>
        <pc:sldMkLst>
          <pc:docMk/>
          <pc:sldMk cId="3396534122" sldId="276"/>
        </pc:sldMkLst>
      </pc:sldChg>
      <pc:sldChg chg="add">
        <pc:chgData name="Rizwan Rashid" userId="S::rizwan.rashid@comsats.edu.pk::12b6bffb-8fd7-410a-bd1e-f473b901c3a4" providerId="AD" clId="Web-{720DF1F6-7572-5E84-00A7-FEB14811C905}" dt="2023-03-18T18:51:32.704" v="30"/>
        <pc:sldMkLst>
          <pc:docMk/>
          <pc:sldMk cId="2265212252" sldId="277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27"/>
        <pc:sldMkLst>
          <pc:docMk/>
          <pc:sldMk cId="3357100696" sldId="277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26"/>
        <pc:sldMkLst>
          <pc:docMk/>
          <pc:sldMk cId="1748918378" sldId="278"/>
        </pc:sldMkLst>
      </pc:sldChg>
      <pc:sldChg chg="modSp add mod modShow">
        <pc:chgData name="Rizwan Rashid" userId="S::rizwan.rashid@comsats.edu.pk::12b6bffb-8fd7-410a-bd1e-f473b901c3a4" providerId="AD" clId="Web-{720DF1F6-7572-5E84-00A7-FEB14811C905}" dt="2023-03-18T18:51:56.126" v="37" actId="14100"/>
        <pc:sldMkLst>
          <pc:docMk/>
          <pc:sldMk cId="3998530891" sldId="278"/>
        </pc:sldMkLst>
        <pc:spChg chg="mod">
          <ac:chgData name="Rizwan Rashid" userId="S::rizwan.rashid@comsats.edu.pk::12b6bffb-8fd7-410a-bd1e-f473b901c3a4" providerId="AD" clId="Web-{720DF1F6-7572-5E84-00A7-FEB14811C905}" dt="2023-03-18T18:51:56.126" v="37" actId="14100"/>
          <ac:spMkLst>
            <pc:docMk/>
            <pc:sldMk cId="3998530891" sldId="278"/>
            <ac:spMk id="3" creationId="{00000000-0000-0000-0000-000000000000}"/>
          </ac:spMkLst>
        </pc:spChg>
      </pc:sldChg>
      <pc:sldChg chg="add">
        <pc:chgData name="Rizwan Rashid" userId="S::rizwan.rashid@comsats.edu.pk::12b6bffb-8fd7-410a-bd1e-f473b901c3a4" providerId="AD" clId="Web-{720DF1F6-7572-5E84-00A7-FEB14811C905}" dt="2023-03-18T18:51:32.844" v="32"/>
        <pc:sldMkLst>
          <pc:docMk/>
          <pc:sldMk cId="1638688824" sldId="279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25"/>
        <pc:sldMkLst>
          <pc:docMk/>
          <pc:sldMk cId="4268559702" sldId="279"/>
        </pc:sldMkLst>
      </pc:sldChg>
      <pc:sldChg chg="add">
        <pc:chgData name="Rizwan Rashid" userId="S::rizwan.rashid@comsats.edu.pk::12b6bffb-8fd7-410a-bd1e-f473b901c3a4" providerId="AD" clId="Web-{720DF1F6-7572-5E84-00A7-FEB14811C905}" dt="2023-03-18T18:51:32.876" v="33"/>
        <pc:sldMkLst>
          <pc:docMk/>
          <pc:sldMk cId="1082597294" sldId="280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24"/>
        <pc:sldMkLst>
          <pc:docMk/>
          <pc:sldMk cId="1485912887" sldId="280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23"/>
        <pc:sldMkLst>
          <pc:docMk/>
          <pc:sldMk cId="3463794225" sldId="281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22"/>
        <pc:sldMkLst>
          <pc:docMk/>
          <pc:sldMk cId="1222195488" sldId="282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21"/>
        <pc:sldMkLst>
          <pc:docMk/>
          <pc:sldMk cId="1906325941" sldId="283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19"/>
        <pc:sldMkLst>
          <pc:docMk/>
          <pc:sldMk cId="2581762178" sldId="284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20"/>
        <pc:sldMkLst>
          <pc:docMk/>
          <pc:sldMk cId="485645909" sldId="285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75" v="13"/>
        <pc:sldMkLst>
          <pc:docMk/>
          <pc:sldMk cId="3382260489" sldId="286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75" v="14"/>
        <pc:sldMkLst>
          <pc:docMk/>
          <pc:sldMk cId="235764960" sldId="287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75" v="15"/>
        <pc:sldMkLst>
          <pc:docMk/>
          <pc:sldMk cId="1877508029" sldId="288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18"/>
        <pc:sldMkLst>
          <pc:docMk/>
          <pc:sldMk cId="2835391841" sldId="289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17"/>
        <pc:sldMkLst>
          <pc:docMk/>
          <pc:sldMk cId="1541621828" sldId="290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75" v="16"/>
        <pc:sldMkLst>
          <pc:docMk/>
          <pc:sldMk cId="570939183" sldId="291"/>
        </pc:sldMkLst>
      </pc:sldChg>
    </pc:docChg>
  </pc:docChgLst>
  <pc:docChgLst>
    <pc:chgData name="Rizwan Rashid" userId="S::rizwan.rashid@comsats.edu.pk::12b6bffb-8fd7-410a-bd1e-f473b901c3a4" providerId="AD" clId="Web-{6B906AB8-812E-8B54-178E-9FCF4BA3DD97}"/>
    <pc:docChg chg="addSld delSld modSld">
      <pc:chgData name="Rizwan Rashid" userId="S::rizwan.rashid@comsats.edu.pk::12b6bffb-8fd7-410a-bd1e-f473b901c3a4" providerId="AD" clId="Web-{6B906AB8-812E-8B54-178E-9FCF4BA3DD97}" dt="2023-03-05T17:30:51.272" v="551" actId="20577"/>
      <pc:docMkLst>
        <pc:docMk/>
      </pc:docMkLst>
      <pc:sldChg chg="modSp">
        <pc:chgData name="Rizwan Rashid" userId="S::rizwan.rashid@comsats.edu.pk::12b6bffb-8fd7-410a-bd1e-f473b901c3a4" providerId="AD" clId="Web-{6B906AB8-812E-8B54-178E-9FCF4BA3DD97}" dt="2023-03-05T14:17:01.333" v="10" actId="20577"/>
        <pc:sldMkLst>
          <pc:docMk/>
          <pc:sldMk cId="3759789600" sldId="275"/>
        </pc:sldMkLst>
        <pc:spChg chg="mod">
          <ac:chgData name="Rizwan Rashid" userId="S::rizwan.rashid@comsats.edu.pk::12b6bffb-8fd7-410a-bd1e-f473b901c3a4" providerId="AD" clId="Web-{6B906AB8-812E-8B54-178E-9FCF4BA3DD97}" dt="2023-03-05T14:17:01.333" v="10" actId="20577"/>
          <ac:spMkLst>
            <pc:docMk/>
            <pc:sldMk cId="3759789600" sldId="275"/>
            <ac:spMk id="3" creationId="{00000000-0000-0000-0000-000000000000}"/>
          </ac:spMkLst>
        </pc:spChg>
        <pc:spChg chg="mod">
          <ac:chgData name="Rizwan Rashid" userId="S::rizwan.rashid@comsats.edu.pk::12b6bffb-8fd7-410a-bd1e-f473b901c3a4" providerId="AD" clId="Web-{6B906AB8-812E-8B54-178E-9FCF4BA3DD97}" dt="2023-03-05T14:16:54.598" v="2" actId="20577"/>
          <ac:spMkLst>
            <pc:docMk/>
            <pc:sldMk cId="3759789600" sldId="275"/>
            <ac:spMk id="15361" creationId="{00000000-0000-0000-0000-000000000000}"/>
          </ac:spMkLst>
        </pc:spChg>
      </pc:sldChg>
      <pc:sldChg chg="del">
        <pc:chgData name="Rizwan Rashid" userId="S::rizwan.rashid@comsats.edu.pk::12b6bffb-8fd7-410a-bd1e-f473b901c3a4" providerId="AD" clId="Web-{6B906AB8-812E-8B54-178E-9FCF4BA3DD97}" dt="2023-03-05T16:34:08.935" v="257"/>
        <pc:sldMkLst>
          <pc:docMk/>
          <pc:sldMk cId="1764550574" sldId="277"/>
        </pc:sldMkLst>
      </pc:sldChg>
      <pc:sldChg chg="del">
        <pc:chgData name="Rizwan Rashid" userId="S::rizwan.rashid@comsats.edu.pk::12b6bffb-8fd7-410a-bd1e-f473b901c3a4" providerId="AD" clId="Web-{6B906AB8-812E-8B54-178E-9FCF4BA3DD97}" dt="2023-03-05T16:34:08.935" v="258"/>
        <pc:sldMkLst>
          <pc:docMk/>
          <pc:sldMk cId="265050139" sldId="278"/>
        </pc:sldMkLst>
      </pc:sldChg>
      <pc:sldChg chg="add del">
        <pc:chgData name="Rizwan Rashid" userId="S::rizwan.rashid@comsats.edu.pk::12b6bffb-8fd7-410a-bd1e-f473b901c3a4" providerId="AD" clId="Web-{6B906AB8-812E-8B54-178E-9FCF4BA3DD97}" dt="2023-03-05T16:04:10.612" v="105"/>
        <pc:sldMkLst>
          <pc:docMk/>
          <pc:sldMk cId="4122765759" sldId="279"/>
        </pc:sldMkLst>
      </pc:sldChg>
      <pc:sldChg chg="add del">
        <pc:chgData name="Rizwan Rashid" userId="S::rizwan.rashid@comsats.edu.pk::12b6bffb-8fd7-410a-bd1e-f473b901c3a4" providerId="AD" clId="Web-{6B906AB8-812E-8B54-178E-9FCF4BA3DD97}" dt="2023-03-05T16:04:10.612" v="106"/>
        <pc:sldMkLst>
          <pc:docMk/>
          <pc:sldMk cId="1736788800" sldId="280"/>
        </pc:sldMkLst>
      </pc:sldChg>
      <pc:sldChg chg="del">
        <pc:chgData name="Rizwan Rashid" userId="S::rizwan.rashid@comsats.edu.pk::12b6bffb-8fd7-410a-bd1e-f473b901c3a4" providerId="AD" clId="Web-{6B906AB8-812E-8B54-178E-9FCF4BA3DD97}" dt="2023-03-05T16:34:08.935" v="259"/>
        <pc:sldMkLst>
          <pc:docMk/>
          <pc:sldMk cId="1271110865" sldId="281"/>
        </pc:sldMkLst>
      </pc:sldChg>
      <pc:sldChg chg="modSp">
        <pc:chgData name="Rizwan Rashid" userId="S::rizwan.rashid@comsats.edu.pk::12b6bffb-8fd7-410a-bd1e-f473b901c3a4" providerId="AD" clId="Web-{6B906AB8-812E-8B54-178E-9FCF4BA3DD97}" dt="2023-03-05T14:29:28.227" v="77" actId="20577"/>
        <pc:sldMkLst>
          <pc:docMk/>
          <pc:sldMk cId="1257545278" sldId="284"/>
        </pc:sldMkLst>
        <pc:spChg chg="mod">
          <ac:chgData name="Rizwan Rashid" userId="S::rizwan.rashid@comsats.edu.pk::12b6bffb-8fd7-410a-bd1e-f473b901c3a4" providerId="AD" clId="Web-{6B906AB8-812E-8B54-178E-9FCF4BA3DD97}" dt="2023-03-05T14:29:28.227" v="77" actId="20577"/>
          <ac:spMkLst>
            <pc:docMk/>
            <pc:sldMk cId="1257545278" sldId="284"/>
            <ac:spMk id="100353" creationId="{00000000-0000-0000-0000-000000000000}"/>
          </ac:spMkLst>
        </pc:spChg>
      </pc:sldChg>
      <pc:sldChg chg="addSp modSp">
        <pc:chgData name="Rizwan Rashid" userId="S::rizwan.rashid@comsats.edu.pk::12b6bffb-8fd7-410a-bd1e-f473b901c3a4" providerId="AD" clId="Web-{6B906AB8-812E-8B54-178E-9FCF4BA3DD97}" dt="2023-03-05T15:55:04.162" v="100"/>
        <pc:sldMkLst>
          <pc:docMk/>
          <pc:sldMk cId="1566197747" sldId="285"/>
        </pc:sldMkLst>
        <pc:spChg chg="add mod">
          <ac:chgData name="Rizwan Rashid" userId="S::rizwan.rashid@comsats.edu.pk::12b6bffb-8fd7-410a-bd1e-f473b901c3a4" providerId="AD" clId="Web-{6B906AB8-812E-8B54-178E-9FCF4BA3DD97}" dt="2023-03-05T15:54:52.256" v="99" actId="1076"/>
          <ac:spMkLst>
            <pc:docMk/>
            <pc:sldMk cId="1566197747" sldId="285"/>
            <ac:spMk id="2" creationId="{7D4E871B-6513-321C-162F-5F3E7685BC3B}"/>
          </ac:spMkLst>
        </pc:spChg>
        <pc:spChg chg="mod">
          <ac:chgData name="Rizwan Rashid" userId="S::rizwan.rashid@comsats.edu.pk::12b6bffb-8fd7-410a-bd1e-f473b901c3a4" providerId="AD" clId="Web-{6B906AB8-812E-8B54-178E-9FCF4BA3DD97}" dt="2023-03-05T14:29:03.226" v="65" actId="20577"/>
          <ac:spMkLst>
            <pc:docMk/>
            <pc:sldMk cId="1566197747" sldId="285"/>
            <ac:spMk id="98305" creationId="{00000000-0000-0000-0000-000000000000}"/>
          </ac:spMkLst>
        </pc:spChg>
        <pc:grpChg chg="add">
          <ac:chgData name="Rizwan Rashid" userId="S::rizwan.rashid@comsats.edu.pk::12b6bffb-8fd7-410a-bd1e-f473b901c3a4" providerId="AD" clId="Web-{6B906AB8-812E-8B54-178E-9FCF4BA3DD97}" dt="2023-03-05T15:55:04.162" v="100"/>
          <ac:grpSpMkLst>
            <pc:docMk/>
            <pc:sldMk cId="1566197747" sldId="285"/>
            <ac:grpSpMk id="3" creationId="{EDAEDDB5-9B70-0289-79F1-768F4E29C62F}"/>
          </ac:grpSpMkLst>
        </pc:grpChg>
        <pc:picChg chg="mod">
          <ac:chgData name="Rizwan Rashid" userId="S::rizwan.rashid@comsats.edu.pk::12b6bffb-8fd7-410a-bd1e-f473b901c3a4" providerId="AD" clId="Web-{6B906AB8-812E-8B54-178E-9FCF4BA3DD97}" dt="2023-03-05T15:45:24.633" v="79" actId="14100"/>
          <ac:picMkLst>
            <pc:docMk/>
            <pc:sldMk cId="1566197747" sldId="285"/>
            <ac:picMk id="98306" creationId="{00000000-0000-0000-0000-000000000000}"/>
          </ac:picMkLst>
        </pc:picChg>
      </pc:sldChg>
      <pc:sldChg chg="modSp del">
        <pc:chgData name="Rizwan Rashid" userId="S::rizwan.rashid@comsats.edu.pk::12b6bffb-8fd7-410a-bd1e-f473b901c3a4" providerId="AD" clId="Web-{6B906AB8-812E-8B54-178E-9FCF4BA3DD97}" dt="2023-03-05T14:28:11.443" v="54"/>
        <pc:sldMkLst>
          <pc:docMk/>
          <pc:sldMk cId="2612299855" sldId="286"/>
        </pc:sldMkLst>
        <pc:spChg chg="mod">
          <ac:chgData name="Rizwan Rashid" userId="S::rizwan.rashid@comsats.edu.pk::12b6bffb-8fd7-410a-bd1e-f473b901c3a4" providerId="AD" clId="Web-{6B906AB8-812E-8B54-178E-9FCF4BA3DD97}" dt="2023-03-05T14:23:24.539" v="30" actId="20577"/>
          <ac:spMkLst>
            <pc:docMk/>
            <pc:sldMk cId="2612299855" sldId="286"/>
            <ac:spMk id="96258" creationId="{00000000-0000-0000-0000-000000000000}"/>
          </ac:spMkLst>
        </pc:spChg>
      </pc:sldChg>
      <pc:sldChg chg="modSp">
        <pc:chgData name="Rizwan Rashid" userId="S::rizwan.rashid@comsats.edu.pk::12b6bffb-8fd7-410a-bd1e-f473b901c3a4" providerId="AD" clId="Web-{6B906AB8-812E-8B54-178E-9FCF4BA3DD97}" dt="2023-03-05T16:46:01.413" v="399" actId="20577"/>
        <pc:sldMkLst>
          <pc:docMk/>
          <pc:sldMk cId="1724956274" sldId="287"/>
        </pc:sldMkLst>
        <pc:spChg chg="mod">
          <ac:chgData name="Rizwan Rashid" userId="S::rizwan.rashid@comsats.edu.pk::12b6bffb-8fd7-410a-bd1e-f473b901c3a4" providerId="AD" clId="Web-{6B906AB8-812E-8B54-178E-9FCF4BA3DD97}" dt="2023-03-05T14:28:42.428" v="56" actId="20577"/>
          <ac:spMkLst>
            <pc:docMk/>
            <pc:sldMk cId="1724956274" sldId="287"/>
            <ac:spMk id="94209" creationId="{00000000-0000-0000-0000-000000000000}"/>
          </ac:spMkLst>
        </pc:spChg>
        <pc:spChg chg="mod">
          <ac:chgData name="Rizwan Rashid" userId="S::rizwan.rashid@comsats.edu.pk::12b6bffb-8fd7-410a-bd1e-f473b901c3a4" providerId="AD" clId="Web-{6B906AB8-812E-8B54-178E-9FCF4BA3DD97}" dt="2023-03-05T16:46:01.413" v="399" actId="20577"/>
          <ac:spMkLst>
            <pc:docMk/>
            <pc:sldMk cId="1724956274" sldId="287"/>
            <ac:spMk id="94210" creationId="{00000000-0000-0000-0000-000000000000}"/>
          </ac:spMkLst>
        </pc:spChg>
      </pc:sldChg>
      <pc:sldChg chg="del">
        <pc:chgData name="Rizwan Rashid" userId="S::rizwan.rashid@comsats.edu.pk::12b6bffb-8fd7-410a-bd1e-f473b901c3a4" providerId="AD" clId="Web-{6B906AB8-812E-8B54-178E-9FCF4BA3DD97}" dt="2023-03-05T14:17:34.757" v="16"/>
        <pc:sldMkLst>
          <pc:docMk/>
          <pc:sldMk cId="1855495916" sldId="288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57" v="17"/>
        <pc:sldMkLst>
          <pc:docMk/>
          <pc:sldMk cId="451748010" sldId="289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57" v="18"/>
        <pc:sldMkLst>
          <pc:docMk/>
          <pc:sldMk cId="1760992607" sldId="290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72" v="20"/>
        <pc:sldMkLst>
          <pc:docMk/>
          <pc:sldMk cId="4097799513" sldId="291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72" v="21"/>
        <pc:sldMkLst>
          <pc:docMk/>
          <pc:sldMk cId="3289657998" sldId="292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72" v="22"/>
        <pc:sldMkLst>
          <pc:docMk/>
          <pc:sldMk cId="504409996" sldId="294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88" v="23"/>
        <pc:sldMkLst>
          <pc:docMk/>
          <pc:sldMk cId="2830719269" sldId="295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88" v="24"/>
        <pc:sldMkLst>
          <pc:docMk/>
          <pc:sldMk cId="1347984950" sldId="296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88" v="25"/>
        <pc:sldMkLst>
          <pc:docMk/>
          <pc:sldMk cId="2899825618" sldId="297"/>
        </pc:sldMkLst>
      </pc:sldChg>
      <pc:sldChg chg="modSp">
        <pc:chgData name="Rizwan Rashid" userId="S::rizwan.rashid@comsats.edu.pk::12b6bffb-8fd7-410a-bd1e-f473b901c3a4" providerId="AD" clId="Web-{6B906AB8-812E-8B54-178E-9FCF4BA3DD97}" dt="2023-03-05T17:26:43.888" v="538" actId="20577"/>
        <pc:sldMkLst>
          <pc:docMk/>
          <pc:sldMk cId="309736740" sldId="300"/>
        </pc:sldMkLst>
        <pc:spChg chg="mod">
          <ac:chgData name="Rizwan Rashid" userId="S::rizwan.rashid@comsats.edu.pk::12b6bffb-8fd7-410a-bd1e-f473b901c3a4" providerId="AD" clId="Web-{6B906AB8-812E-8B54-178E-9FCF4BA3DD97}" dt="2023-03-05T17:26:43.888" v="538" actId="20577"/>
          <ac:spMkLst>
            <pc:docMk/>
            <pc:sldMk cId="309736740" sldId="300"/>
            <ac:spMk id="120834" creationId="{00000000-0000-0000-0000-000000000000}"/>
          </ac:spMkLst>
        </pc:spChg>
      </pc:sldChg>
      <pc:sldChg chg="modSp">
        <pc:chgData name="Rizwan Rashid" userId="S::rizwan.rashid@comsats.edu.pk::12b6bffb-8fd7-410a-bd1e-f473b901c3a4" providerId="AD" clId="Web-{6B906AB8-812E-8B54-178E-9FCF4BA3DD97}" dt="2023-03-05T17:27:33.484" v="545" actId="1076"/>
        <pc:sldMkLst>
          <pc:docMk/>
          <pc:sldMk cId="1632256336" sldId="302"/>
        </pc:sldMkLst>
        <pc:spChg chg="mod">
          <ac:chgData name="Rizwan Rashid" userId="S::rizwan.rashid@comsats.edu.pk::12b6bffb-8fd7-410a-bd1e-f473b901c3a4" providerId="AD" clId="Web-{6B906AB8-812E-8B54-178E-9FCF4BA3DD97}" dt="2023-03-05T17:27:19.280" v="542" actId="20577"/>
          <ac:spMkLst>
            <pc:docMk/>
            <pc:sldMk cId="1632256336" sldId="302"/>
            <ac:spMk id="122881" creationId="{00000000-0000-0000-0000-000000000000}"/>
          </ac:spMkLst>
        </pc:spChg>
        <pc:spChg chg="mod">
          <ac:chgData name="Rizwan Rashid" userId="S::rizwan.rashid@comsats.edu.pk::12b6bffb-8fd7-410a-bd1e-f473b901c3a4" providerId="AD" clId="Web-{6B906AB8-812E-8B54-178E-9FCF4BA3DD97}" dt="2023-03-05T17:27:30.749" v="544" actId="20577"/>
          <ac:spMkLst>
            <pc:docMk/>
            <pc:sldMk cId="1632256336" sldId="302"/>
            <ac:spMk id="122882" creationId="{00000000-0000-0000-0000-000000000000}"/>
          </ac:spMkLst>
        </pc:spChg>
        <pc:grpChg chg="mod">
          <ac:chgData name="Rizwan Rashid" userId="S::rizwan.rashid@comsats.edu.pk::12b6bffb-8fd7-410a-bd1e-f473b901c3a4" providerId="AD" clId="Web-{6B906AB8-812E-8B54-178E-9FCF4BA3DD97}" dt="2023-03-05T17:27:33.484" v="545" actId="1076"/>
          <ac:grpSpMkLst>
            <pc:docMk/>
            <pc:sldMk cId="1632256336" sldId="302"/>
            <ac:grpSpMk id="5" creationId="{FB72CBCA-A160-7D02-CD4D-FB5A0633EF4B}"/>
          </ac:grpSpMkLst>
        </pc:grpChg>
      </pc:sldChg>
      <pc:sldChg chg="modSp add">
        <pc:chgData name="Rizwan Rashid" userId="S::rizwan.rashid@comsats.edu.pk::12b6bffb-8fd7-410a-bd1e-f473b901c3a4" providerId="AD" clId="Web-{6B906AB8-812E-8B54-178E-9FCF4BA3DD97}" dt="2023-03-05T14:26:12.968" v="38" actId="14100"/>
        <pc:sldMkLst>
          <pc:docMk/>
          <pc:sldMk cId="99516440" sldId="308"/>
        </pc:sldMkLst>
        <pc:spChg chg="mod">
          <ac:chgData name="Rizwan Rashid" userId="S::rizwan.rashid@comsats.edu.pk::12b6bffb-8fd7-410a-bd1e-f473b901c3a4" providerId="AD" clId="Web-{6B906AB8-812E-8B54-178E-9FCF4BA3DD97}" dt="2023-03-05T14:26:12.968" v="38" actId="14100"/>
          <ac:spMkLst>
            <pc:docMk/>
            <pc:sldMk cId="99516440" sldId="308"/>
            <ac:spMk id="79875" creationId="{00000000-0000-0000-0000-000000000000}"/>
          </ac:spMkLst>
        </pc:spChg>
      </pc:sldChg>
      <pc:sldChg chg="del">
        <pc:chgData name="Rizwan Rashid" userId="S::rizwan.rashid@comsats.edu.pk::12b6bffb-8fd7-410a-bd1e-f473b901c3a4" providerId="AD" clId="Web-{6B906AB8-812E-8B54-178E-9FCF4BA3DD97}" dt="2023-03-05T14:17:34.757" v="19"/>
        <pc:sldMkLst>
          <pc:docMk/>
          <pc:sldMk cId="2305902872" sldId="308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41" v="11"/>
        <pc:sldMkLst>
          <pc:docMk/>
          <pc:sldMk cId="1237226634" sldId="309"/>
        </pc:sldMkLst>
      </pc:sldChg>
      <pc:sldChg chg="addSp delSp modSp new mod modClrScheme chgLayout">
        <pc:chgData name="Rizwan Rashid" userId="S::rizwan.rashid@comsats.edu.pk::12b6bffb-8fd7-410a-bd1e-f473b901c3a4" providerId="AD" clId="Web-{6B906AB8-812E-8B54-178E-9FCF4BA3DD97}" dt="2023-03-05T16:42:56.485" v="370"/>
        <pc:sldMkLst>
          <pc:docMk/>
          <pc:sldMk cId="1778858543" sldId="309"/>
        </pc:sldMkLst>
        <pc:spChg chg="del">
          <ac:chgData name="Rizwan Rashid" userId="S::rizwan.rashid@comsats.edu.pk::12b6bffb-8fd7-410a-bd1e-f473b901c3a4" providerId="AD" clId="Web-{6B906AB8-812E-8B54-178E-9FCF4BA3DD97}" dt="2023-03-05T16:05:00.879" v="112"/>
          <ac:spMkLst>
            <pc:docMk/>
            <pc:sldMk cId="1778858543" sldId="309"/>
            <ac:spMk id="2" creationId="{BF8F8FD6-1F8C-E398-B0A2-C7F738A351FF}"/>
          </ac:spMkLst>
        </pc:spChg>
        <pc:spChg chg="del">
          <ac:chgData name="Rizwan Rashid" userId="S::rizwan.rashid@comsats.edu.pk::12b6bffb-8fd7-410a-bd1e-f473b901c3a4" providerId="AD" clId="Web-{6B906AB8-812E-8B54-178E-9FCF4BA3DD97}" dt="2023-03-05T16:05:00.879" v="112"/>
          <ac:spMkLst>
            <pc:docMk/>
            <pc:sldMk cId="1778858543" sldId="309"/>
            <ac:spMk id="3" creationId="{3385ECE3-C1CC-152F-9639-C30A624ECC31}"/>
          </ac:spMkLst>
        </pc:spChg>
        <pc:spChg chg="mod ord">
          <ac:chgData name="Rizwan Rashid" userId="S::rizwan.rashid@comsats.edu.pk::12b6bffb-8fd7-410a-bd1e-f473b901c3a4" providerId="AD" clId="Web-{6B906AB8-812E-8B54-178E-9FCF4BA3DD97}" dt="2023-03-05T16:05:00.879" v="112"/>
          <ac:spMkLst>
            <pc:docMk/>
            <pc:sldMk cId="1778858543" sldId="309"/>
            <ac:spMk id="4" creationId="{7726EF68-A509-DEA1-9954-9B9704AFC23F}"/>
          </ac:spMkLst>
        </pc:spChg>
        <pc:spChg chg="del mod ord">
          <ac:chgData name="Rizwan Rashid" userId="S::rizwan.rashid@comsats.edu.pk::12b6bffb-8fd7-410a-bd1e-f473b901c3a4" providerId="AD" clId="Web-{6B906AB8-812E-8B54-178E-9FCF4BA3DD97}" dt="2023-03-05T16:06:57.975" v="158"/>
          <ac:spMkLst>
            <pc:docMk/>
            <pc:sldMk cId="1778858543" sldId="309"/>
            <ac:spMk id="5" creationId="{885013F6-6EC5-1C81-C923-2E6AA97947CD}"/>
          </ac:spMkLst>
        </pc:spChg>
        <pc:spChg chg="add del mod">
          <ac:chgData name="Rizwan Rashid" userId="S::rizwan.rashid@comsats.edu.pk::12b6bffb-8fd7-410a-bd1e-f473b901c3a4" providerId="AD" clId="Web-{6B906AB8-812E-8B54-178E-9FCF4BA3DD97}" dt="2023-03-05T16:09:28.619" v="223"/>
          <ac:spMkLst>
            <pc:docMk/>
            <pc:sldMk cId="1778858543" sldId="309"/>
            <ac:spMk id="6" creationId="{FFAD272C-8128-DFFA-0569-3B9650518887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6:08:03.055" v="191" actId="20577"/>
          <ac:spMkLst>
            <pc:docMk/>
            <pc:sldMk cId="1778858543" sldId="309"/>
            <ac:spMk id="7" creationId="{D8ADDC34-FA4E-E138-98CD-1FFF05116397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6:42:56.485" v="370"/>
          <ac:spMkLst>
            <pc:docMk/>
            <pc:sldMk cId="1778858543" sldId="309"/>
            <ac:spMk id="8" creationId="{FDB3D56C-AA3E-6035-28F0-7CC3F4943924}"/>
          </ac:spMkLst>
        </pc:spChg>
      </pc:sldChg>
      <pc:sldChg chg="del">
        <pc:chgData name="Rizwan Rashid" userId="S::rizwan.rashid@comsats.edu.pk::12b6bffb-8fd7-410a-bd1e-f473b901c3a4" providerId="AD" clId="Web-{6B906AB8-812E-8B54-178E-9FCF4BA3DD97}" dt="2023-03-05T14:17:34.757" v="12"/>
        <pc:sldMkLst>
          <pc:docMk/>
          <pc:sldMk cId="638677986" sldId="310"/>
        </pc:sldMkLst>
      </pc:sldChg>
      <pc:sldChg chg="addSp delSp modSp new">
        <pc:chgData name="Rizwan Rashid" userId="S::rizwan.rashid@comsats.edu.pk::12b6bffb-8fd7-410a-bd1e-f473b901c3a4" providerId="AD" clId="Web-{6B906AB8-812E-8B54-178E-9FCF4BA3DD97}" dt="2023-03-05T16:39:58.775" v="359"/>
        <pc:sldMkLst>
          <pc:docMk/>
          <pc:sldMk cId="702244827" sldId="310"/>
        </pc:sldMkLst>
        <pc:spChg chg="mod">
          <ac:chgData name="Rizwan Rashid" userId="S::rizwan.rashid@comsats.edu.pk::12b6bffb-8fd7-410a-bd1e-f473b901c3a4" providerId="AD" clId="Web-{6B906AB8-812E-8B54-178E-9FCF4BA3DD97}" dt="2023-03-05T16:37:30.192" v="315" actId="1076"/>
          <ac:spMkLst>
            <pc:docMk/>
            <pc:sldMk cId="702244827" sldId="310"/>
            <ac:spMk id="2" creationId="{FD2026D5-E0E9-1A3D-FC83-8023BDC34D60}"/>
          </ac:spMkLst>
        </pc:spChg>
        <pc:spChg chg="del">
          <ac:chgData name="Rizwan Rashid" userId="S::rizwan.rashid@comsats.edu.pk::12b6bffb-8fd7-410a-bd1e-f473b901c3a4" providerId="AD" clId="Web-{6B906AB8-812E-8B54-178E-9FCF4BA3DD97}" dt="2023-03-05T16:34:46.233" v="287"/>
          <ac:spMkLst>
            <pc:docMk/>
            <pc:sldMk cId="702244827" sldId="310"/>
            <ac:spMk id="3" creationId="{9E1F0049-A447-27A7-6A69-11396B397D8B}"/>
          </ac:spMkLst>
        </pc:spChg>
        <pc:spChg chg="del">
          <ac:chgData name="Rizwan Rashid" userId="S::rizwan.rashid@comsats.edu.pk::12b6bffb-8fd7-410a-bd1e-f473b901c3a4" providerId="AD" clId="Web-{6B906AB8-812E-8B54-178E-9FCF4BA3DD97}" dt="2023-03-05T16:34:49.624" v="288"/>
          <ac:spMkLst>
            <pc:docMk/>
            <pc:sldMk cId="702244827" sldId="310"/>
            <ac:spMk id="5" creationId="{555EFB54-7B2B-02B2-87B4-02EA659248A3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6:37:19.738" v="313" actId="14100"/>
          <ac:spMkLst>
            <pc:docMk/>
            <pc:sldMk cId="702244827" sldId="310"/>
            <ac:spMk id="6" creationId="{92112969-B6F2-BBE6-715A-3B8F80D1AC1F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6:39:18.399" v="351" actId="20577"/>
          <ac:spMkLst>
            <pc:docMk/>
            <pc:sldMk cId="702244827" sldId="310"/>
            <ac:spMk id="7" creationId="{85071184-638D-C8F5-5E1A-0174D2B6AF4F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6:38:36.226" v="344" actId="1076"/>
          <ac:spMkLst>
            <pc:docMk/>
            <pc:sldMk cId="702244827" sldId="310"/>
            <ac:spMk id="8" creationId="{C61203ED-B1B9-1292-4501-B915ABF5CE86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6:39:58.775" v="359"/>
          <ac:spMkLst>
            <pc:docMk/>
            <pc:sldMk cId="702244827" sldId="310"/>
            <ac:spMk id="9" creationId="{5130BF17-04C6-7733-EBD0-2982DED16DDC}"/>
          </ac:spMkLst>
        </pc:spChg>
      </pc:sldChg>
      <pc:sldChg chg="add del replId">
        <pc:chgData name="Rizwan Rashid" userId="S::rizwan.rashid@comsats.edu.pk::12b6bffb-8fd7-410a-bd1e-f473b901c3a4" providerId="AD" clId="Web-{6B906AB8-812E-8B54-178E-9FCF4BA3DD97}" dt="2023-03-05T16:11:15.247" v="256"/>
        <pc:sldMkLst>
          <pc:docMk/>
          <pc:sldMk cId="1454104331" sldId="310"/>
        </pc:sldMkLst>
      </pc:sldChg>
      <pc:sldChg chg="addSp delSp modSp add">
        <pc:chgData name="Rizwan Rashid" userId="S::rizwan.rashid@comsats.edu.pk::12b6bffb-8fd7-410a-bd1e-f473b901c3a4" providerId="AD" clId="Web-{6B906AB8-812E-8B54-178E-9FCF4BA3DD97}" dt="2023-03-05T17:20:35.470" v="489"/>
        <pc:sldMkLst>
          <pc:docMk/>
          <pc:sldMk cId="200090698" sldId="311"/>
        </pc:sldMkLst>
        <pc:spChg chg="del">
          <ac:chgData name="Rizwan Rashid" userId="S::rizwan.rashid@comsats.edu.pk::12b6bffb-8fd7-410a-bd1e-f473b901c3a4" providerId="AD" clId="Web-{6B906AB8-812E-8B54-178E-9FCF4BA3DD97}" dt="2023-03-05T17:15:18.647" v="411"/>
          <ac:spMkLst>
            <pc:docMk/>
            <pc:sldMk cId="200090698" sldId="311"/>
            <ac:spMk id="2" creationId="{00000000-0000-0000-0000-000000000000}"/>
          </ac:spMkLst>
        </pc:spChg>
        <pc:spChg chg="add del mod">
          <ac:chgData name="Rizwan Rashid" userId="S::rizwan.rashid@comsats.edu.pk::12b6bffb-8fd7-410a-bd1e-f473b901c3a4" providerId="AD" clId="Web-{6B906AB8-812E-8B54-178E-9FCF4BA3DD97}" dt="2023-03-05T17:20:35.470" v="489"/>
          <ac:spMkLst>
            <pc:docMk/>
            <pc:sldMk cId="200090698" sldId="311"/>
            <ac:spMk id="3" creationId="{9465E72E-EB7E-3D0F-31C8-69045686D881}"/>
          </ac:spMkLst>
        </pc:spChg>
      </pc:sldChg>
      <pc:sldChg chg="addSp modSp new del">
        <pc:chgData name="Rizwan Rashid" userId="S::rizwan.rashid@comsats.edu.pk::12b6bffb-8fd7-410a-bd1e-f473b901c3a4" providerId="AD" clId="Web-{6B906AB8-812E-8B54-178E-9FCF4BA3DD97}" dt="2023-03-05T16:44:15.972" v="379"/>
        <pc:sldMkLst>
          <pc:docMk/>
          <pc:sldMk cId="3986416612" sldId="311"/>
        </pc:sldMkLst>
        <pc:spChg chg="add mod">
          <ac:chgData name="Rizwan Rashid" userId="S::rizwan.rashid@comsats.edu.pk::12b6bffb-8fd7-410a-bd1e-f473b901c3a4" providerId="AD" clId="Web-{6B906AB8-812E-8B54-178E-9FCF4BA3DD97}" dt="2023-03-05T16:44:12.862" v="378"/>
          <ac:spMkLst>
            <pc:docMk/>
            <pc:sldMk cId="3986416612" sldId="311"/>
            <ac:spMk id="6" creationId="{C9D343A6-CF16-D43E-37EB-10C2EC70134C}"/>
          </ac:spMkLst>
        </pc:spChg>
      </pc:sldChg>
      <pc:sldChg chg="del">
        <pc:chgData name="Rizwan Rashid" userId="S::rizwan.rashid@comsats.edu.pk::12b6bffb-8fd7-410a-bd1e-f473b901c3a4" providerId="AD" clId="Web-{6B906AB8-812E-8B54-178E-9FCF4BA3DD97}" dt="2023-03-05T14:17:34.757" v="15"/>
        <pc:sldMkLst>
          <pc:docMk/>
          <pc:sldMk cId="410574454" sldId="312"/>
        </pc:sldMkLst>
      </pc:sldChg>
      <pc:sldChg chg="add del">
        <pc:chgData name="Rizwan Rashid" userId="S::rizwan.rashid@comsats.edu.pk::12b6bffb-8fd7-410a-bd1e-f473b901c3a4" providerId="AD" clId="Web-{6B906AB8-812E-8B54-178E-9FCF4BA3DD97}" dt="2023-03-05T17:23:37.398" v="524"/>
        <pc:sldMkLst>
          <pc:docMk/>
          <pc:sldMk cId="2657335517" sldId="312"/>
        </pc:sldMkLst>
      </pc:sldChg>
      <pc:sldChg chg="addSp delSp modSp add">
        <pc:chgData name="Rizwan Rashid" userId="S::rizwan.rashid@comsats.edu.pk::12b6bffb-8fd7-410a-bd1e-f473b901c3a4" providerId="AD" clId="Web-{6B906AB8-812E-8B54-178E-9FCF4BA3DD97}" dt="2023-03-05T17:25:23.714" v="536" actId="1076"/>
        <pc:sldMkLst>
          <pc:docMk/>
          <pc:sldMk cId="1297377133" sldId="313"/>
        </pc:sldMkLst>
        <pc:spChg chg="del mod">
          <ac:chgData name="Rizwan Rashid" userId="S::rizwan.rashid@comsats.edu.pk::12b6bffb-8fd7-410a-bd1e-f473b901c3a4" providerId="AD" clId="Web-{6B906AB8-812E-8B54-178E-9FCF4BA3DD97}" dt="2023-03-05T17:16:43.759" v="412"/>
          <ac:spMkLst>
            <pc:docMk/>
            <pc:sldMk cId="1297377133" sldId="313"/>
            <ac:spMk id="3" creationId="{00000000-0000-0000-0000-000000000000}"/>
          </ac:spMkLst>
        </pc:spChg>
        <pc:spChg chg="add del mod">
          <ac:chgData name="Rizwan Rashid" userId="S::rizwan.rashid@comsats.edu.pk::12b6bffb-8fd7-410a-bd1e-f473b901c3a4" providerId="AD" clId="Web-{6B906AB8-812E-8B54-178E-9FCF4BA3DD97}" dt="2023-03-05T17:16:48.243" v="413"/>
          <ac:spMkLst>
            <pc:docMk/>
            <pc:sldMk cId="1297377133" sldId="313"/>
            <ac:spMk id="4" creationId="{D2CF83C2-7301-6598-CDA0-40202BE19C84}"/>
          </ac:spMkLst>
        </pc:spChg>
        <pc:spChg chg="add del mod">
          <ac:chgData name="Rizwan Rashid" userId="S::rizwan.rashid@comsats.edu.pk::12b6bffb-8fd7-410a-bd1e-f473b901c3a4" providerId="AD" clId="Web-{6B906AB8-812E-8B54-178E-9FCF4BA3DD97}" dt="2023-03-05T17:17:06.135" v="418"/>
          <ac:spMkLst>
            <pc:docMk/>
            <pc:sldMk cId="1297377133" sldId="313"/>
            <ac:spMk id="5" creationId="{02036F98-B86B-80BF-B2BF-6FC47AAAEF6C}"/>
          </ac:spMkLst>
        </pc:spChg>
        <pc:spChg chg="add del mod">
          <ac:chgData name="Rizwan Rashid" userId="S::rizwan.rashid@comsats.edu.pk::12b6bffb-8fd7-410a-bd1e-f473b901c3a4" providerId="AD" clId="Web-{6B906AB8-812E-8B54-178E-9FCF4BA3DD97}" dt="2023-03-05T17:17:21.057" v="422"/>
          <ac:spMkLst>
            <pc:docMk/>
            <pc:sldMk cId="1297377133" sldId="313"/>
            <ac:spMk id="6" creationId="{CD3FFDB8-D904-2683-05B5-DB81055DE6F6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7:19:05.748" v="451" actId="14100"/>
          <ac:spMkLst>
            <pc:docMk/>
            <pc:sldMk cId="1297377133" sldId="313"/>
            <ac:spMk id="7" creationId="{3C67898D-4CE9-B799-29FE-45B1A292EE3F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7:20:09.610" v="473" actId="20577"/>
          <ac:spMkLst>
            <pc:docMk/>
            <pc:sldMk cId="1297377133" sldId="313"/>
            <ac:spMk id="8" creationId="{ECF6C3B1-17DA-E229-4E8B-450087415481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7:20:27.313" v="485"/>
          <ac:spMkLst>
            <pc:docMk/>
            <pc:sldMk cId="1297377133" sldId="313"/>
            <ac:spMk id="9" creationId="{AE802390-91A1-BEE2-9BA3-6058DEB0FC71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7:25:19.870" v="535" actId="1076"/>
          <ac:spMkLst>
            <pc:docMk/>
            <pc:sldMk cId="1297377133" sldId="313"/>
            <ac:spMk id="14" creationId="{DED7730D-EE35-B259-7C50-DBAE7E70D31D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7:25:23.714" v="536" actId="1076"/>
          <ac:spMkLst>
            <pc:docMk/>
            <pc:sldMk cId="1297377133" sldId="313"/>
            <ac:spMk id="15" creationId="{8CA34B49-EA5E-8D79-060C-02C6B6D7F3A4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7:25:06.291" v="534"/>
          <ac:spMkLst>
            <pc:docMk/>
            <pc:sldMk cId="1297377133" sldId="313"/>
            <ac:spMk id="16" creationId="{38C890F3-9600-E1F3-FE3D-9CB60A9794BE}"/>
          </ac:spMkLst>
        </pc:spChg>
        <pc:grpChg chg="add mod">
          <ac:chgData name="Rizwan Rashid" userId="S::rizwan.rashid@comsats.edu.pk::12b6bffb-8fd7-410a-bd1e-f473b901c3a4" providerId="AD" clId="Web-{6B906AB8-812E-8B54-178E-9FCF4BA3DD97}" dt="2023-03-05T17:21:19.487" v="497" actId="1076"/>
          <ac:grpSpMkLst>
            <pc:docMk/>
            <pc:sldMk cId="1297377133" sldId="313"/>
            <ac:grpSpMk id="12" creationId="{B060D72E-016F-DC72-CD51-CA83631B9682}"/>
          </ac:grpSpMkLst>
        </pc:grpChg>
        <pc:grpChg chg="add">
          <ac:chgData name="Rizwan Rashid" userId="S::rizwan.rashid@comsats.edu.pk::12b6bffb-8fd7-410a-bd1e-f473b901c3a4" providerId="AD" clId="Web-{6B906AB8-812E-8B54-178E-9FCF4BA3DD97}" dt="2023-03-05T17:21:24.081" v="498"/>
          <ac:grpSpMkLst>
            <pc:docMk/>
            <pc:sldMk cId="1297377133" sldId="313"/>
            <ac:grpSpMk id="13" creationId="{FBEF341E-C43A-3CCA-3873-38B628262A83}"/>
          </ac:grpSpMkLst>
        </pc:grpChg>
        <pc:picChg chg="add del mod">
          <ac:chgData name="Rizwan Rashid" userId="S::rizwan.rashid@comsats.edu.pk::12b6bffb-8fd7-410a-bd1e-f473b901c3a4" providerId="AD" clId="Web-{6B906AB8-812E-8B54-178E-9FCF4BA3DD97}" dt="2023-03-05T17:20:56.502" v="495"/>
          <ac:picMkLst>
            <pc:docMk/>
            <pc:sldMk cId="1297377133" sldId="313"/>
            <ac:picMk id="11" creationId="{E95889E8-21C3-71FC-0B28-46EDC6DF8C3F}"/>
          </ac:picMkLst>
        </pc:picChg>
      </pc:sldChg>
      <pc:sldChg chg="del">
        <pc:chgData name="Rizwan Rashid" userId="S::rizwan.rashid@comsats.edu.pk::12b6bffb-8fd7-410a-bd1e-f473b901c3a4" providerId="AD" clId="Web-{6B906AB8-812E-8B54-178E-9FCF4BA3DD97}" dt="2023-03-05T14:17:34.757" v="14"/>
        <pc:sldMkLst>
          <pc:docMk/>
          <pc:sldMk cId="3135257175" sldId="313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57" v="13"/>
        <pc:sldMkLst>
          <pc:docMk/>
          <pc:sldMk cId="661391512" sldId="314"/>
        </pc:sldMkLst>
      </pc:sldChg>
      <pc:sldChg chg="modSp add">
        <pc:chgData name="Rizwan Rashid" userId="S::rizwan.rashid@comsats.edu.pk::12b6bffb-8fd7-410a-bd1e-f473b901c3a4" providerId="AD" clId="Web-{6B906AB8-812E-8B54-178E-9FCF4BA3DD97}" dt="2023-03-05T17:30:51.272" v="551" actId="20577"/>
        <pc:sldMkLst>
          <pc:docMk/>
          <pc:sldMk cId="670954015" sldId="314"/>
        </pc:sldMkLst>
        <pc:spChg chg="mod">
          <ac:chgData name="Rizwan Rashid" userId="S::rizwan.rashid@comsats.edu.pk::12b6bffb-8fd7-410a-bd1e-f473b901c3a4" providerId="AD" clId="Web-{6B906AB8-812E-8B54-178E-9FCF4BA3DD97}" dt="2023-03-05T17:30:51.272" v="551" actId="20577"/>
          <ac:spMkLst>
            <pc:docMk/>
            <pc:sldMk cId="670954015" sldId="314"/>
            <ac:spMk id="3" creationId="{00000000-0000-0000-0000-000000000000}"/>
          </ac:spMkLst>
        </pc:spChg>
      </pc:sldChg>
      <pc:sldChg chg="new del">
        <pc:chgData name="Rizwan Rashid" userId="S::rizwan.rashid@comsats.edu.pk::12b6bffb-8fd7-410a-bd1e-f473b901c3a4" providerId="AD" clId="Web-{6B906AB8-812E-8B54-178E-9FCF4BA3DD97}" dt="2023-03-05T17:25:32.792" v="537"/>
        <pc:sldMkLst>
          <pc:docMk/>
          <pc:sldMk cId="3276646880" sldId="314"/>
        </pc:sldMkLst>
      </pc:sldChg>
    </pc:docChg>
  </pc:docChgLst>
  <pc:docChgLst>
    <pc:chgData name="Rizwan Rashid" userId="S::rizwan.rashid@comsats.edu.pk::12b6bffb-8fd7-410a-bd1e-f473b901c3a4" providerId="AD" clId="Web-{BF1D73A6-5977-ACE5-115E-B1C15F8806EC}"/>
    <pc:docChg chg="addSld modSld">
      <pc:chgData name="Rizwan Rashid" userId="S::rizwan.rashid@comsats.edu.pk::12b6bffb-8fd7-410a-bd1e-f473b901c3a4" providerId="AD" clId="Web-{BF1D73A6-5977-ACE5-115E-B1C15F8806EC}" dt="2023-03-05T14:07:58.498" v="7"/>
      <pc:docMkLst>
        <pc:docMk/>
      </pc:docMkLst>
      <pc:sldChg chg="modSp">
        <pc:chgData name="Rizwan Rashid" userId="S::rizwan.rashid@comsats.edu.pk::12b6bffb-8fd7-410a-bd1e-f473b901c3a4" providerId="AD" clId="Web-{BF1D73A6-5977-ACE5-115E-B1C15F8806EC}" dt="2023-03-05T14:04:15.709" v="5"/>
        <pc:sldMkLst>
          <pc:docMk/>
          <pc:sldMk cId="3135257175" sldId="313"/>
        </pc:sldMkLst>
        <pc:spChg chg="mod">
          <ac:chgData name="Rizwan Rashid" userId="S::rizwan.rashid@comsats.edu.pk::12b6bffb-8fd7-410a-bd1e-f473b901c3a4" providerId="AD" clId="Web-{BF1D73A6-5977-ACE5-115E-B1C15F8806EC}" dt="2023-03-05T14:04:15.709" v="5"/>
          <ac:spMkLst>
            <pc:docMk/>
            <pc:sldMk cId="3135257175" sldId="313"/>
            <ac:spMk id="93185" creationId="{00000000-0000-0000-0000-000000000000}"/>
          </ac:spMkLst>
        </pc:spChg>
        <pc:spChg chg="ord">
          <ac:chgData name="Rizwan Rashid" userId="S::rizwan.rashid@comsats.edu.pk::12b6bffb-8fd7-410a-bd1e-f473b901c3a4" providerId="AD" clId="Web-{BF1D73A6-5977-ACE5-115E-B1C15F8806EC}" dt="2023-03-05T14:04:09.584" v="2"/>
          <ac:spMkLst>
            <pc:docMk/>
            <pc:sldMk cId="3135257175" sldId="313"/>
            <ac:spMk id="93186" creationId="{00000000-0000-0000-0000-000000000000}"/>
          </ac:spMkLst>
        </pc:spChg>
      </pc:sldChg>
      <pc:sldChg chg="modSp add mod modClrScheme chgLayout">
        <pc:chgData name="Rizwan Rashid" userId="S::rizwan.rashid@comsats.edu.pk::12b6bffb-8fd7-410a-bd1e-f473b901c3a4" providerId="AD" clId="Web-{BF1D73A6-5977-ACE5-115E-B1C15F8806EC}" dt="2023-03-05T14:07:58.498" v="7"/>
        <pc:sldMkLst>
          <pc:docMk/>
          <pc:sldMk cId="661391512" sldId="314"/>
        </pc:sldMkLst>
        <pc:spChg chg="mod ord">
          <ac:chgData name="Rizwan Rashid" userId="S::rizwan.rashid@comsats.edu.pk::12b6bffb-8fd7-410a-bd1e-f473b901c3a4" providerId="AD" clId="Web-{BF1D73A6-5977-ACE5-115E-B1C15F8806EC}" dt="2023-03-05T14:07:58.498" v="7"/>
          <ac:spMkLst>
            <pc:docMk/>
            <pc:sldMk cId="661391512" sldId="314"/>
            <ac:spMk id="4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BF1D73A6-5977-ACE5-115E-B1C15F8806EC}" dt="2023-03-05T14:07:58.498" v="7"/>
          <ac:spMkLst>
            <pc:docMk/>
            <pc:sldMk cId="661391512" sldId="314"/>
            <ac:spMk id="29699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BF1D73A6-5977-ACE5-115E-B1C15F8806EC}" dt="2023-03-05T14:07:58.498" v="7"/>
          <ac:spMkLst>
            <pc:docMk/>
            <pc:sldMk cId="661391512" sldId="314"/>
            <ac:spMk id="29700" creationId="{00000000-0000-0000-0000-000000000000}"/>
          </ac:spMkLst>
        </pc:spChg>
      </pc:sldChg>
    </pc:docChg>
  </pc:docChgLst>
  <pc:docChgLst>
    <pc:chgData name="Rizwan Rashid" userId="S::rizwan.rashid@comsats.edu.pk::12b6bffb-8fd7-410a-bd1e-f473b901c3a4" providerId="AD" clId="Web-{DD0FD014-C90D-71A8-CD32-02A6BB98148C}"/>
    <pc:docChg chg="addSld modSld">
      <pc:chgData name="Rizwan Rashid" userId="S::rizwan.rashid@comsats.edu.pk::12b6bffb-8fd7-410a-bd1e-f473b901c3a4" providerId="AD" clId="Web-{DD0FD014-C90D-71A8-CD32-02A6BB98148C}" dt="2023-02-26T13:36:57.036" v="78" actId="1076"/>
      <pc:docMkLst>
        <pc:docMk/>
      </pc:docMkLst>
      <pc:sldChg chg="modSp">
        <pc:chgData name="Rizwan Rashid" userId="S::rizwan.rashid@comsats.edu.pk::12b6bffb-8fd7-410a-bd1e-f473b901c3a4" providerId="AD" clId="Web-{DD0FD014-C90D-71A8-CD32-02A6BB98148C}" dt="2023-02-26T13:31:17.509" v="16" actId="20577"/>
        <pc:sldMkLst>
          <pc:docMk/>
          <pc:sldMk cId="396960561" sldId="303"/>
        </pc:sldMkLst>
        <pc:spChg chg="mod">
          <ac:chgData name="Rizwan Rashid" userId="S::rizwan.rashid@comsats.edu.pk::12b6bffb-8fd7-410a-bd1e-f473b901c3a4" providerId="AD" clId="Web-{DD0FD014-C90D-71A8-CD32-02A6BB98148C}" dt="2023-02-26T13:26:23.046" v="4" actId="20577"/>
          <ac:spMkLst>
            <pc:docMk/>
            <pc:sldMk cId="396960561" sldId="303"/>
            <ac:spMk id="2" creationId="{097A7DAC-6179-C03A-BBF2-2991BA0FA052}"/>
          </ac:spMkLst>
        </pc:spChg>
        <pc:spChg chg="mod">
          <ac:chgData name="Rizwan Rashid" userId="S::rizwan.rashid@comsats.edu.pk::12b6bffb-8fd7-410a-bd1e-f473b901c3a4" providerId="AD" clId="Web-{DD0FD014-C90D-71A8-CD32-02A6BB98148C}" dt="2023-02-26T13:31:17.509" v="16" actId="20577"/>
          <ac:spMkLst>
            <pc:docMk/>
            <pc:sldMk cId="396960561" sldId="303"/>
            <ac:spMk id="3" creationId="{84AEE141-5F1D-0F86-D138-36902D5E5EE6}"/>
          </ac:spMkLst>
        </pc:spChg>
      </pc:sldChg>
      <pc:sldChg chg="addSp delSp modSp new">
        <pc:chgData name="Rizwan Rashid" userId="S::rizwan.rashid@comsats.edu.pk::12b6bffb-8fd7-410a-bd1e-f473b901c3a4" providerId="AD" clId="Web-{DD0FD014-C90D-71A8-CD32-02A6BB98148C}" dt="2023-02-26T13:36:57.036" v="78" actId="1076"/>
        <pc:sldMkLst>
          <pc:docMk/>
          <pc:sldMk cId="1356119526" sldId="304"/>
        </pc:sldMkLst>
        <pc:spChg chg="mod">
          <ac:chgData name="Rizwan Rashid" userId="S::rizwan.rashid@comsats.edu.pk::12b6bffb-8fd7-410a-bd1e-f473b901c3a4" providerId="AD" clId="Web-{DD0FD014-C90D-71A8-CD32-02A6BB98148C}" dt="2023-02-26T13:34:35.656" v="56" actId="14100"/>
          <ac:spMkLst>
            <pc:docMk/>
            <pc:sldMk cId="1356119526" sldId="304"/>
            <ac:spMk id="2" creationId="{8039E250-3E91-5879-28E5-DE4BF0483DFC}"/>
          </ac:spMkLst>
        </pc:spChg>
        <pc:spChg chg="del">
          <ac:chgData name="Rizwan Rashid" userId="S::rizwan.rashid@comsats.edu.pk::12b6bffb-8fd7-410a-bd1e-f473b901c3a4" providerId="AD" clId="Web-{DD0FD014-C90D-71A8-CD32-02A6BB98148C}" dt="2023-02-26T13:31:25.494" v="18"/>
          <ac:spMkLst>
            <pc:docMk/>
            <pc:sldMk cId="1356119526" sldId="304"/>
            <ac:spMk id="3" creationId="{ECB8D1CE-6DAF-A805-52D9-BBC734D58D88}"/>
          </ac:spMkLst>
        </pc:spChg>
        <pc:spChg chg="del">
          <ac:chgData name="Rizwan Rashid" userId="S::rizwan.rashid@comsats.edu.pk::12b6bffb-8fd7-410a-bd1e-f473b901c3a4" providerId="AD" clId="Web-{DD0FD014-C90D-71A8-CD32-02A6BB98148C}" dt="2023-02-26T13:33:11.888" v="27"/>
          <ac:spMkLst>
            <pc:docMk/>
            <pc:sldMk cId="1356119526" sldId="304"/>
            <ac:spMk id="5" creationId="{D4ADE763-FA9C-FF54-447D-8CAB7F0CE209}"/>
          </ac:spMkLst>
        </pc:spChg>
        <pc:spChg chg="add mod">
          <ac:chgData name="Rizwan Rashid" userId="S::rizwan.rashid@comsats.edu.pk::12b6bffb-8fd7-410a-bd1e-f473b901c3a4" providerId="AD" clId="Web-{DD0FD014-C90D-71A8-CD32-02A6BB98148C}" dt="2023-02-26T13:35:23.642" v="69" actId="1076"/>
          <ac:spMkLst>
            <pc:docMk/>
            <pc:sldMk cId="1356119526" sldId="304"/>
            <ac:spMk id="10" creationId="{2B3BA15F-EED2-D947-60FC-8FC1158B2727}"/>
          </ac:spMkLst>
        </pc:spChg>
        <pc:spChg chg="add mod">
          <ac:chgData name="Rizwan Rashid" userId="S::rizwan.rashid@comsats.edu.pk::12b6bffb-8fd7-410a-bd1e-f473b901c3a4" providerId="AD" clId="Web-{DD0FD014-C90D-71A8-CD32-02A6BB98148C}" dt="2023-02-26T13:36:09.737" v="75" actId="1076"/>
          <ac:spMkLst>
            <pc:docMk/>
            <pc:sldMk cId="1356119526" sldId="304"/>
            <ac:spMk id="11" creationId="{79AD46D1-9CE6-ACE0-3BCE-84198D8CD169}"/>
          </ac:spMkLst>
        </pc:spChg>
        <pc:picChg chg="add mod ord modCrop">
          <ac:chgData name="Rizwan Rashid" userId="S::rizwan.rashid@comsats.edu.pk::12b6bffb-8fd7-410a-bd1e-f473b901c3a4" providerId="AD" clId="Web-{DD0FD014-C90D-71A8-CD32-02A6BB98148C}" dt="2023-02-26T13:36:46.098" v="76"/>
          <ac:picMkLst>
            <pc:docMk/>
            <pc:sldMk cId="1356119526" sldId="304"/>
            <ac:picMk id="6" creationId="{89ACF81F-B355-6698-E3A8-3CC7E4D8CE14}"/>
          </ac:picMkLst>
        </pc:picChg>
        <pc:picChg chg="add del mod">
          <ac:chgData name="Rizwan Rashid" userId="S::rizwan.rashid@comsats.edu.pk::12b6bffb-8fd7-410a-bd1e-f473b901c3a4" providerId="AD" clId="Web-{DD0FD014-C90D-71A8-CD32-02A6BB98148C}" dt="2023-02-26T13:32:33.183" v="24"/>
          <ac:picMkLst>
            <pc:docMk/>
            <pc:sldMk cId="1356119526" sldId="304"/>
            <ac:picMk id="7" creationId="{9DDA34EB-8718-E2C4-A96E-D9D1AA4D4D77}"/>
          </ac:picMkLst>
        </pc:picChg>
        <pc:picChg chg="add mod modCrop">
          <ac:chgData name="Rizwan Rashid" userId="S::rizwan.rashid@comsats.edu.pk::12b6bffb-8fd7-410a-bd1e-f473b901c3a4" providerId="AD" clId="Web-{DD0FD014-C90D-71A8-CD32-02A6BB98148C}" dt="2023-02-26T13:36:57.036" v="78" actId="1076"/>
          <ac:picMkLst>
            <pc:docMk/>
            <pc:sldMk cId="1356119526" sldId="304"/>
            <ac:picMk id="8" creationId="{A44AE221-0354-6F71-ACC6-0D2DF2BDE46A}"/>
          </ac:picMkLst>
        </pc:picChg>
        <pc:picChg chg="add mod modCrop">
          <ac:chgData name="Rizwan Rashid" userId="S::rizwan.rashid@comsats.edu.pk::12b6bffb-8fd7-410a-bd1e-f473b901c3a4" providerId="AD" clId="Web-{DD0FD014-C90D-71A8-CD32-02A6BB98148C}" dt="2023-02-26T13:35:13.017" v="67" actId="1076"/>
          <ac:picMkLst>
            <pc:docMk/>
            <pc:sldMk cId="1356119526" sldId="304"/>
            <ac:picMk id="9" creationId="{70DE5FBE-53DE-7C7D-2EBC-40233287F706}"/>
          </ac:picMkLst>
        </pc:pic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455CF-B899-4461-B000-3CA0161C8F05}" type="datetimeFigureOut">
              <a:t>4/7/2023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82285-9208-45FE-8296-067356ACE3A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506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F6ACE5B-4FD8-477C-98B7-5A066055D36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04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8F6D21-CC6A-4A74-9942-DD23E0FBDF24}" type="datetime1">
              <a:rPr lang="en-US" smtClean="0"/>
              <a:t>5/28/2023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B069CE69-BA4D-409A-9BEE-BBC106BF05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6502400" y="6324601"/>
            <a:ext cx="1219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90E0EA-71A1-46A9-8A68-F142709F4AF4}" type="datetime1">
              <a:rPr lang="en-US" smtClean="0"/>
              <a:t>5/28/2023</a:t>
            </a:fld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57268796-14F5-48B8-9B28-6E8BE4B44C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609600" y="6340476"/>
            <a:ext cx="57912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CCCB9A-A0F2-4A21-AFBB-13F763B48C90}" type="datetime1">
              <a:rPr lang="en-US" smtClean="0"/>
              <a:t>5/28/2023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EB25F41A-FC34-4ED0-B488-FE197F3946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A6B259-8448-4B5A-8438-2B5949D8727C}" type="datetime1">
              <a:rPr lang="en-US" smtClean="0"/>
              <a:t>5/28/2023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10D6D814-DD1A-442D-BA9A-9C5ED29DB3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5876AD-C089-49D8-8741-7DC2A0991284}" type="datetime1">
              <a:rPr lang="en-US" smtClean="0"/>
              <a:t>5/28/2023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CD025D4A-CD3D-4BD5-A25B-DE3B219771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C6E2C-208C-4B47-8C0C-256F03EBEDB3}" type="datetime1">
              <a:rPr lang="en-US" smtClean="0"/>
              <a:t>5/28/2023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F1AA2B40-3527-4D05-9DF4-019F06FB97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A7A682-A913-4895-B053-8EAAECA1DBD8}" type="datetime1">
              <a:rPr lang="en-US" smtClean="0"/>
              <a:t>5/28/2023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5C19DC18-8568-4928-8A24-3CFC41AF7C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448B37-5D56-4C32-8DC8-7919F1285592}" type="datetime1">
              <a:rPr lang="en-US" smtClean="0"/>
              <a:t>5/28/2023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80FF31FF-0458-47E2-870A-575BE82626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AA7D3-5371-48C2-BF16-008D42325B51}" type="datetime1">
              <a:rPr lang="en-US" smtClean="0"/>
              <a:t>5/28/2023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923D035E-B47D-4709-BD55-4547F4FE47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AF6B82-6B12-40F2-A18B-136CF51DACA4}" type="datetime1">
              <a:rPr lang="en-US" smtClean="0"/>
              <a:t>5/28/2023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253BA372-21F8-431B-9751-C5A570203D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55DE06-6875-457C-9CBD-3B7F77D1C5AE}" type="datetime1">
              <a:rPr lang="en-US" smtClean="0"/>
              <a:t>5/28/2023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923606AD-46F8-45CE-985C-1AB648C1A7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97600" y="6340476"/>
            <a:ext cx="121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32435DB-2777-44C7-A4D1-DA10B0998925}" type="datetime1">
              <a:rPr lang="en-US" smtClean="0"/>
              <a:t>5/28/2023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1"/>
            <a:ext cx="5486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1-</a:t>
            </a:r>
            <a:fld id="{5F15D9FD-F25E-4309-8ECE-902AF3FEEA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2"/>
          <p:cNvPicPr>
            <a:picLocks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2032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ctrTitle"/>
          </p:nvPr>
        </p:nvSpPr>
        <p:spPr>
          <a:xfrm>
            <a:off x="3209027" y="2455654"/>
            <a:ext cx="5763883" cy="1470025"/>
          </a:xfrm>
        </p:spPr>
        <p:txBody>
          <a:bodyPr/>
          <a:lstStyle/>
          <a:p>
            <a:r>
              <a:rPr lang="en-US" dirty="0"/>
              <a:t>Lecture – </a:t>
            </a:r>
            <a:r>
              <a:rPr lang="en-US" dirty="0" smtClean="0"/>
              <a:t>25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96574" y="3917832"/>
            <a:ext cx="4948686" cy="976223"/>
          </a:xfrm>
        </p:spPr>
        <p:txBody>
          <a:bodyPr rtlCol="0">
            <a:normAutofit/>
          </a:bodyPr>
          <a:lstStyle/>
          <a:p>
            <a:r>
              <a:rPr lang="en-US" dirty="0" smtClean="0"/>
              <a:t>Introduction to File I/O</a:t>
            </a:r>
            <a:endParaRPr lang="en-US" dirty="0"/>
          </a:p>
        </p:txBody>
      </p:sp>
      <p:sp>
        <p:nvSpPr>
          <p:cNvPr id="2" name="AutoShape 2" descr="https://euc-powerpoint.officeapps.live.com/pods/GetClipboardImage.ashx?Id=c625e484-1ae5-4722-b306-c2de0a13a0fb&amp;DC=GEU9&amp;pkey=0b22afb2-de41-4082-976f-4a05fdef003b&amp;wdwaccluster=GEU9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789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7F101B-0F4A-67CF-B92E-15AC88315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2BE1A0-F7E1-4B66-A6AB-F9B514797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stored in the program are temporary; </a:t>
            </a:r>
          </a:p>
          <a:p>
            <a:pPr lvl="1"/>
            <a:r>
              <a:rPr lang="en-US" dirty="0"/>
              <a:t>It get lost when the program terminates</a:t>
            </a:r>
          </a:p>
          <a:p>
            <a:r>
              <a:rPr lang="en-US" dirty="0"/>
              <a:t>To permanently store the data created in a program, </a:t>
            </a:r>
          </a:p>
          <a:p>
            <a:pPr lvl="1"/>
            <a:r>
              <a:rPr lang="en-US" dirty="0"/>
              <a:t>Need to save them in a file on a disk or other permanent storage device</a:t>
            </a:r>
          </a:p>
          <a:p>
            <a:r>
              <a:rPr lang="en-US" dirty="0"/>
              <a:t>The file can then be transported and read later by other programs</a:t>
            </a:r>
          </a:p>
        </p:txBody>
      </p:sp>
    </p:spTree>
    <p:extLst>
      <p:ext uri="{BB962C8B-B14F-4D97-AF65-F5344CB8AC3E}">
        <p14:creationId xmlns:p14="http://schemas.microsoft.com/office/powerpoint/2010/main" val="404459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90DAA9-C5DF-DE13-E28F-063439872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173C928-B541-F7AA-35C0-D3B9B7DF4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Handling</a:t>
            </a:r>
          </a:p>
          <a:p>
            <a:pPr lvl="1"/>
            <a:r>
              <a:rPr lang="en-US" dirty="0"/>
              <a:t>Way to handle the files stored on the hard disk</a:t>
            </a:r>
          </a:p>
          <a:p>
            <a:pPr lvl="1"/>
            <a:r>
              <a:rPr lang="en-US" dirty="0"/>
              <a:t>So that we can, read and write the data in file</a:t>
            </a:r>
          </a:p>
          <a:p>
            <a:r>
              <a:rPr lang="en-US" dirty="0"/>
              <a:t>Java provides </a:t>
            </a:r>
            <a:r>
              <a:rPr lang="en-US" b="1" dirty="0">
                <a:solidFill>
                  <a:schemeClr val="tx2"/>
                </a:solidFill>
                <a:latin typeface="Courier"/>
              </a:rPr>
              <a:t>java.io</a:t>
            </a:r>
            <a:r>
              <a:rPr lang="en-US" b="1" dirty="0"/>
              <a:t> </a:t>
            </a:r>
            <a:r>
              <a:rPr lang="en-US" dirty="0"/>
              <a:t>package </a:t>
            </a:r>
          </a:p>
          <a:p>
            <a:pPr lvl="1"/>
            <a:r>
              <a:rPr lang="en-US" dirty="0"/>
              <a:t>Contain all class that help in performing input and output operations on files</a:t>
            </a:r>
          </a:p>
        </p:txBody>
      </p:sp>
    </p:spTree>
    <p:extLst>
      <p:ext uri="{BB962C8B-B14F-4D97-AF65-F5344CB8AC3E}">
        <p14:creationId xmlns:p14="http://schemas.microsoft.com/office/powerpoint/2010/main" val="2801819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45" name="Rectangle 3144">
            <a:extLst>
              <a:ext uri="{FF2B5EF4-FFF2-40B4-BE49-F238E27FC236}">
                <a16:creationId xmlns:a16="http://schemas.microsoft.com/office/drawing/2014/main" xmlns="" id="{32AEEBC8-9D30-42EF-95F2-386C2653FBF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FAAE9A-5AE8-7EDA-F1BE-DD3055D9B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07" y="485899"/>
            <a:ext cx="4078501" cy="792480"/>
          </a:xfrm>
        </p:spPr>
        <p:txBody>
          <a:bodyPr anchor="ctr">
            <a:normAutofit/>
          </a:bodyPr>
          <a:lstStyle/>
          <a:p>
            <a:r>
              <a:rPr lang="en-US" sz="4200" dirty="0"/>
              <a:t>Java Streams</a:t>
            </a:r>
          </a:p>
        </p:txBody>
      </p:sp>
      <p:sp>
        <p:nvSpPr>
          <p:cNvPr id="3147" name="sketch line">
            <a:extLst>
              <a:ext uri="{FF2B5EF4-FFF2-40B4-BE49-F238E27FC236}">
                <a16:creationId xmlns:a16="http://schemas.microsoft.com/office/drawing/2014/main" xmlns="" id="{2E92FA66-67D7-4CB4-94D3-E643A9AD47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  <a:gd name="connsiteX0" fmla="*/ 0 w 1554480"/>
              <a:gd name="connsiteY0" fmla="*/ 0 h 13716"/>
              <a:gd name="connsiteX1" fmla="*/ 502615 w 1554480"/>
              <a:gd name="connsiteY1" fmla="*/ 0 h 13716"/>
              <a:gd name="connsiteX2" fmla="*/ 974141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1816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69558" y="-27075"/>
                  <a:pt x="365297" y="14897"/>
                  <a:pt x="549250" y="0"/>
                </a:cubicBezTo>
                <a:cubicBezTo>
                  <a:pt x="762323" y="14872"/>
                  <a:pt x="864871" y="21041"/>
                  <a:pt x="1082954" y="0"/>
                </a:cubicBezTo>
                <a:cubicBezTo>
                  <a:pt x="1306037" y="9403"/>
                  <a:pt x="1371926" y="14821"/>
                  <a:pt x="1554480" y="0"/>
                </a:cubicBezTo>
                <a:cubicBezTo>
                  <a:pt x="1554010" y="4793"/>
                  <a:pt x="1554680" y="10394"/>
                  <a:pt x="1554480" y="13716"/>
                </a:cubicBezTo>
                <a:cubicBezTo>
                  <a:pt x="1328957" y="3179"/>
                  <a:pt x="1207025" y="27731"/>
                  <a:pt x="1067410" y="13716"/>
                </a:cubicBezTo>
                <a:cubicBezTo>
                  <a:pt x="897316" y="-7440"/>
                  <a:pt x="788951" y="-24962"/>
                  <a:pt x="549250" y="13716"/>
                </a:cubicBezTo>
                <a:cubicBezTo>
                  <a:pt x="300394" y="-2982"/>
                  <a:pt x="129576" y="35301"/>
                  <a:pt x="0" y="13716"/>
                </a:cubicBezTo>
                <a:cubicBezTo>
                  <a:pt x="354" y="8869"/>
                  <a:pt x="649" y="6738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513" y="10124"/>
                  <a:pt x="389298" y="10419"/>
                  <a:pt x="502615" y="0"/>
                </a:cubicBezTo>
                <a:cubicBezTo>
                  <a:pt x="616735" y="10147"/>
                  <a:pt x="791037" y="-19212"/>
                  <a:pt x="974141" y="0"/>
                </a:cubicBezTo>
                <a:cubicBezTo>
                  <a:pt x="1141919" y="34853"/>
                  <a:pt x="1248514" y="16971"/>
                  <a:pt x="1554480" y="0"/>
                </a:cubicBezTo>
                <a:cubicBezTo>
                  <a:pt x="1554288" y="3835"/>
                  <a:pt x="1554171" y="7531"/>
                  <a:pt x="1554480" y="13716"/>
                </a:cubicBezTo>
                <a:cubicBezTo>
                  <a:pt x="1337806" y="9080"/>
                  <a:pt x="1308467" y="19887"/>
                  <a:pt x="1067410" y="13716"/>
                </a:cubicBezTo>
                <a:cubicBezTo>
                  <a:pt x="824349" y="13143"/>
                  <a:pt x="783437" y="24151"/>
                  <a:pt x="518160" y="13716"/>
                </a:cubicBezTo>
                <a:cubicBezTo>
                  <a:pt x="271530" y="4598"/>
                  <a:pt x="132568" y="-7659"/>
                  <a:pt x="0" y="13716"/>
                </a:cubicBezTo>
                <a:cubicBezTo>
                  <a:pt x="768" y="9617"/>
                  <a:pt x="-274" y="4847"/>
                  <a:pt x="0" y="0"/>
                </a:cubicBezTo>
                <a:close/>
              </a:path>
              <a:path w="1554480" h="13716" fill="none" stroke="0" extrusionOk="0">
                <a:moveTo>
                  <a:pt x="0" y="0"/>
                </a:moveTo>
                <a:cubicBezTo>
                  <a:pt x="95687" y="-31247"/>
                  <a:pt x="331569" y="3404"/>
                  <a:pt x="549250" y="0"/>
                </a:cubicBezTo>
                <a:cubicBezTo>
                  <a:pt x="776590" y="6530"/>
                  <a:pt x="844530" y="-5109"/>
                  <a:pt x="1082954" y="0"/>
                </a:cubicBezTo>
                <a:cubicBezTo>
                  <a:pt x="1293569" y="15486"/>
                  <a:pt x="1361850" y="13824"/>
                  <a:pt x="1554480" y="0"/>
                </a:cubicBezTo>
                <a:cubicBezTo>
                  <a:pt x="1553504" y="4786"/>
                  <a:pt x="1554832" y="10912"/>
                  <a:pt x="1554480" y="13716"/>
                </a:cubicBezTo>
                <a:cubicBezTo>
                  <a:pt x="1366718" y="4861"/>
                  <a:pt x="1218290" y="26644"/>
                  <a:pt x="1067410" y="13716"/>
                </a:cubicBezTo>
                <a:cubicBezTo>
                  <a:pt x="900327" y="-8822"/>
                  <a:pt x="792178" y="6310"/>
                  <a:pt x="549250" y="13716"/>
                </a:cubicBezTo>
                <a:cubicBezTo>
                  <a:pt x="295300" y="2843"/>
                  <a:pt x="142619" y="40779"/>
                  <a:pt x="0" y="13716"/>
                </a:cubicBezTo>
                <a:cubicBezTo>
                  <a:pt x="813" y="8812"/>
                  <a:pt x="948" y="672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1554480"/>
                      <a:gd name="connsiteY0" fmla="*/ 0 h 13716"/>
                      <a:gd name="connsiteX1" fmla="*/ 549250 w 1554480"/>
                      <a:gd name="connsiteY1" fmla="*/ 0 h 13716"/>
                      <a:gd name="connsiteX2" fmla="*/ 1082954 w 1554480"/>
                      <a:gd name="connsiteY2" fmla="*/ 0 h 13716"/>
                      <a:gd name="connsiteX3" fmla="*/ 1554480 w 1554480"/>
                      <a:gd name="connsiteY3" fmla="*/ 0 h 13716"/>
                      <a:gd name="connsiteX4" fmla="*/ 1554480 w 1554480"/>
                      <a:gd name="connsiteY4" fmla="*/ 13716 h 13716"/>
                      <a:gd name="connsiteX5" fmla="*/ 1067410 w 1554480"/>
                      <a:gd name="connsiteY5" fmla="*/ 13716 h 13716"/>
                      <a:gd name="connsiteX6" fmla="*/ 549250 w 1554480"/>
                      <a:gd name="connsiteY6" fmla="*/ 13716 h 13716"/>
                      <a:gd name="connsiteX7" fmla="*/ 0 w 1554480"/>
                      <a:gd name="connsiteY7" fmla="*/ 13716 h 13716"/>
                      <a:gd name="connsiteX8" fmla="*/ 0 w 1554480"/>
                      <a:gd name="connsiteY8" fmla="*/ 0 h 13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54480" h="13716" fill="none" extrusionOk="0">
                        <a:moveTo>
                          <a:pt x="0" y="0"/>
                        </a:moveTo>
                        <a:cubicBezTo>
                          <a:pt x="114141" y="-19864"/>
                          <a:pt x="345055" y="-1657"/>
                          <a:pt x="549250" y="0"/>
                        </a:cubicBezTo>
                        <a:cubicBezTo>
                          <a:pt x="753445" y="1657"/>
                          <a:pt x="862292" y="-5674"/>
                          <a:pt x="1082954" y="0"/>
                        </a:cubicBezTo>
                        <a:cubicBezTo>
                          <a:pt x="1303616" y="5674"/>
                          <a:pt x="1363530" y="4537"/>
                          <a:pt x="1554480" y="0"/>
                        </a:cubicBezTo>
                        <a:cubicBezTo>
                          <a:pt x="1553820" y="4959"/>
                          <a:pt x="1554594" y="10798"/>
                          <a:pt x="1554480" y="13716"/>
                        </a:cubicBezTo>
                        <a:cubicBezTo>
                          <a:pt x="1338847" y="1555"/>
                          <a:pt x="1215066" y="33279"/>
                          <a:pt x="1067410" y="13716"/>
                        </a:cubicBezTo>
                        <a:cubicBezTo>
                          <a:pt x="919754" y="-5847"/>
                          <a:pt x="800465" y="-1492"/>
                          <a:pt x="549250" y="13716"/>
                        </a:cubicBezTo>
                        <a:cubicBezTo>
                          <a:pt x="298035" y="28924"/>
                          <a:pt x="158868" y="18197"/>
                          <a:pt x="0" y="13716"/>
                        </a:cubicBezTo>
                        <a:cubicBezTo>
                          <a:pt x="488" y="8630"/>
                          <a:pt x="480" y="6612"/>
                          <a:pt x="0" y="0"/>
                        </a:cubicBezTo>
                        <a:close/>
                      </a:path>
                      <a:path w="1554480" h="13716" stroke="0" extrusionOk="0">
                        <a:moveTo>
                          <a:pt x="0" y="0"/>
                        </a:moveTo>
                        <a:cubicBezTo>
                          <a:pt x="249941" y="-58"/>
                          <a:pt x="367334" y="23448"/>
                          <a:pt x="502615" y="0"/>
                        </a:cubicBezTo>
                        <a:cubicBezTo>
                          <a:pt x="637897" y="-23448"/>
                          <a:pt x="813653" y="-20418"/>
                          <a:pt x="974141" y="0"/>
                        </a:cubicBezTo>
                        <a:cubicBezTo>
                          <a:pt x="1134629" y="20418"/>
                          <a:pt x="1268772" y="6288"/>
                          <a:pt x="1554480" y="0"/>
                        </a:cubicBezTo>
                        <a:cubicBezTo>
                          <a:pt x="1554232" y="4157"/>
                          <a:pt x="1554673" y="7559"/>
                          <a:pt x="1554480" y="13716"/>
                        </a:cubicBezTo>
                        <a:cubicBezTo>
                          <a:pt x="1336087" y="7600"/>
                          <a:pt x="1310024" y="15187"/>
                          <a:pt x="1067410" y="13716"/>
                        </a:cubicBezTo>
                        <a:cubicBezTo>
                          <a:pt x="824796" y="12246"/>
                          <a:pt x="787902" y="30075"/>
                          <a:pt x="518160" y="13716"/>
                        </a:cubicBezTo>
                        <a:cubicBezTo>
                          <a:pt x="248418" y="-2643"/>
                          <a:pt x="133160" y="4633"/>
                          <a:pt x="0" y="13716"/>
                        </a:cubicBezTo>
                        <a:cubicBezTo>
                          <a:pt x="43" y="9160"/>
                          <a:pt x="-111" y="481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9ADE218-656A-53C9-6AE5-F88EF7C03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7407" y="457200"/>
            <a:ext cx="7707287" cy="31242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Stream</a:t>
            </a:r>
          </a:p>
          <a:p>
            <a:pPr lvl="1">
              <a:lnSpc>
                <a:spcPct val="90000"/>
              </a:lnSpc>
            </a:pPr>
            <a:r>
              <a:rPr lang="en-US" sz="2400" b="0" i="0" dirty="0">
                <a:effectLst/>
                <a:latin typeface="inter-regular"/>
              </a:rPr>
              <a:t>A stream is a sequence of data. </a:t>
            </a:r>
          </a:p>
          <a:p>
            <a:pPr lvl="1">
              <a:lnSpc>
                <a:spcPct val="90000"/>
              </a:lnSpc>
            </a:pPr>
            <a:r>
              <a:rPr lang="en-US" sz="2400" b="0" i="0" dirty="0">
                <a:effectLst/>
                <a:latin typeface="inter-regular"/>
              </a:rPr>
              <a:t>In Java, a stream is composed of bytes called a stream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inter-regular"/>
              </a:rPr>
              <a:t>Stream represent Source( which generate the data in form of streams) and Destination (which consume or read data available on stream)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xmlns="" id="{7221DFBE-513E-D4F9-FD29-F92A100A9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5" y="4038601"/>
            <a:ext cx="10917936" cy="27021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3BF4EA2-DDD1-AEF7-F9F7-E00713137D3D}"/>
              </a:ext>
            </a:extLst>
          </p:cNvPr>
          <p:cNvSpPr txBox="1"/>
          <p:nvPr/>
        </p:nvSpPr>
        <p:spPr>
          <a:xfrm>
            <a:off x="18474" y="2381072"/>
            <a:ext cx="52058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</a:t>
            </a:r>
            <a:r>
              <a:rPr lang="en-US" dirty="0">
                <a:solidFill>
                  <a:schemeClr val="tx2"/>
                </a:solidFill>
                <a:latin typeface="Courier"/>
              </a:rPr>
              <a:t>java.io </a:t>
            </a:r>
            <a:r>
              <a:rPr lang="en-US" dirty="0"/>
              <a:t>package all classes are divided into two type of streams</a:t>
            </a:r>
          </a:p>
          <a:p>
            <a:r>
              <a:rPr lang="en-US" dirty="0"/>
              <a:t>1- Character Stream</a:t>
            </a:r>
          </a:p>
          <a:p>
            <a:r>
              <a:rPr lang="en-US" dirty="0"/>
              <a:t>2- Byte Stream</a:t>
            </a:r>
          </a:p>
        </p:txBody>
      </p:sp>
    </p:spTree>
    <p:extLst>
      <p:ext uri="{BB962C8B-B14F-4D97-AF65-F5344CB8AC3E}">
        <p14:creationId xmlns:p14="http://schemas.microsoft.com/office/powerpoint/2010/main" val="52227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1C15DE-F238-2893-D082-F961E55C0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Byte Stream</a:t>
            </a:r>
            <a:br>
              <a:rPr lang="en-US" sz="3600" dirty="0"/>
            </a:br>
            <a:r>
              <a:rPr lang="en-US" sz="3600" dirty="0"/>
              <a:t> (100111010111101011101)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005E49-F015-5256-1819-B8210B70C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6197600" cy="47244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Raw sequence of 0's and 1’s to represent data</a:t>
            </a:r>
          </a:p>
          <a:p>
            <a:r>
              <a:rPr lang="en-US" sz="2800" dirty="0"/>
              <a:t>The data belong to either audio, video or text.</a:t>
            </a:r>
          </a:p>
          <a:p>
            <a:r>
              <a:rPr lang="en-US" sz="2800" dirty="0"/>
              <a:t>Just read/write data in form of 8bits(byte by byte)</a:t>
            </a:r>
          </a:p>
          <a:p>
            <a:r>
              <a:rPr lang="en-US" sz="2800" dirty="0"/>
              <a:t>The classes that handle Byte Stream and which are descendent of </a:t>
            </a:r>
          </a:p>
          <a:p>
            <a:pPr lvl="1"/>
            <a:r>
              <a:rPr lang="en-US" dirty="0" err="1"/>
              <a:t>java.io.InputStream</a:t>
            </a:r>
            <a:endParaRPr lang="en-US" dirty="0"/>
          </a:p>
          <a:p>
            <a:pPr lvl="1"/>
            <a:r>
              <a:rPr lang="en-US" dirty="0" err="1"/>
              <a:t>java.io.OutputStream</a:t>
            </a:r>
            <a:endParaRPr lang="en-US" dirty="0"/>
          </a:p>
          <a:p>
            <a:pPr lvl="1"/>
            <a:r>
              <a:rPr lang="en-US" dirty="0" err="1"/>
              <a:t>java.io.</a:t>
            </a:r>
            <a:r>
              <a:rPr lang="en-US" sz="2800" dirty="0" err="1"/>
              <a:t>RandomAccessFile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907330C-F905-FF32-3E2E-F0428BE3F0FE}"/>
              </a:ext>
            </a:extLst>
          </p:cNvPr>
          <p:cNvSpPr txBox="1"/>
          <p:nvPr/>
        </p:nvSpPr>
        <p:spPr>
          <a:xfrm>
            <a:off x="7318069" y="2169616"/>
            <a:ext cx="3198248" cy="37856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/>
              <a:t>BufferedInputStream</a:t>
            </a:r>
            <a:endParaRPr lang="en-US" sz="2400" dirty="0"/>
          </a:p>
          <a:p>
            <a:r>
              <a:rPr lang="en-US" sz="2400" dirty="0" err="1"/>
              <a:t>BufferedoutputStream</a:t>
            </a:r>
            <a:endParaRPr lang="en-US" sz="2400" dirty="0"/>
          </a:p>
          <a:p>
            <a:r>
              <a:rPr lang="en-US" sz="2400" dirty="0" err="1"/>
              <a:t>ByteArrayInputStream</a:t>
            </a:r>
            <a:endParaRPr lang="en-US" sz="2400" dirty="0"/>
          </a:p>
          <a:p>
            <a:r>
              <a:rPr lang="en-US" sz="2400" dirty="0" err="1"/>
              <a:t>ByteArrayOutputStream</a:t>
            </a:r>
            <a:endParaRPr lang="en-US" sz="2400" dirty="0"/>
          </a:p>
          <a:p>
            <a:r>
              <a:rPr lang="en-US" sz="2400" dirty="0" err="1"/>
              <a:t>DataInputStream</a:t>
            </a:r>
            <a:endParaRPr lang="en-US" sz="2400" dirty="0"/>
          </a:p>
          <a:p>
            <a:r>
              <a:rPr lang="en-US" sz="2400" dirty="0" err="1"/>
              <a:t>DataOutputStream</a:t>
            </a:r>
            <a:endParaRPr lang="en-US" sz="2400" dirty="0"/>
          </a:p>
          <a:p>
            <a:r>
              <a:rPr lang="en-US" sz="2400" dirty="0" err="1"/>
              <a:t>FileInputStream</a:t>
            </a:r>
            <a:endParaRPr lang="en-US" sz="2400" dirty="0"/>
          </a:p>
          <a:p>
            <a:r>
              <a:rPr lang="en-US" sz="2400" dirty="0" err="1"/>
              <a:t>FileOutputStream</a:t>
            </a:r>
            <a:endParaRPr lang="en-US" sz="2400" dirty="0"/>
          </a:p>
          <a:p>
            <a:r>
              <a:rPr lang="en-US" sz="2400" dirty="0" err="1"/>
              <a:t>PrintStream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3C0E6F5-CDEE-FA60-AB03-3153293BDAB7}"/>
              </a:ext>
            </a:extLst>
          </p:cNvPr>
          <p:cNvSpPr txBox="1"/>
          <p:nvPr/>
        </p:nvSpPr>
        <p:spPr>
          <a:xfrm>
            <a:off x="7318069" y="1461730"/>
            <a:ext cx="4264331" cy="4001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417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1C15DE-F238-2893-D082-F961E55C0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Character Stream</a:t>
            </a:r>
            <a:br>
              <a:rPr lang="en-US" sz="3600" dirty="0"/>
            </a:br>
            <a:r>
              <a:rPr lang="en-US" sz="3600" dirty="0"/>
              <a:t> (11110110 11010101 101010101)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005E49-F015-5256-1819-B8210B70C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6502400" cy="4983162"/>
          </a:xfrm>
        </p:spPr>
        <p:txBody>
          <a:bodyPr>
            <a:normAutofit/>
          </a:bodyPr>
          <a:lstStyle/>
          <a:p>
            <a:r>
              <a:rPr lang="en-US" sz="2800" dirty="0"/>
              <a:t>Character Stream is based on Byte stream, and bunch of 16 bits are picked as character</a:t>
            </a:r>
          </a:p>
          <a:p>
            <a:r>
              <a:rPr lang="en-US" sz="2800" dirty="0"/>
              <a:t>Data must be characters</a:t>
            </a:r>
          </a:p>
          <a:p>
            <a:r>
              <a:rPr lang="en-US" sz="2800" dirty="0"/>
              <a:t>Characters are encoded using a character encoding scheme such </a:t>
            </a:r>
            <a:r>
              <a:rPr lang="en-US" sz="2800"/>
              <a:t>as Unicode</a:t>
            </a:r>
            <a:endParaRPr lang="en-US" sz="2800" dirty="0"/>
          </a:p>
          <a:p>
            <a:r>
              <a:rPr lang="en-US" sz="2800" dirty="0"/>
              <a:t>The classes that handle Character Stream and which are descendent of </a:t>
            </a:r>
          </a:p>
          <a:p>
            <a:pPr lvl="1"/>
            <a:r>
              <a:rPr lang="en-US" dirty="0" err="1"/>
              <a:t>java.io.Reader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java.io.Writer</a:t>
            </a:r>
            <a:r>
              <a:rPr lang="en-US" dirty="0"/>
              <a:t> class</a:t>
            </a:r>
          </a:p>
          <a:p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907330C-F905-FF32-3E2E-F0428BE3F0FE}"/>
              </a:ext>
            </a:extLst>
          </p:cNvPr>
          <p:cNvSpPr txBox="1"/>
          <p:nvPr/>
        </p:nvSpPr>
        <p:spPr>
          <a:xfrm>
            <a:off x="7518401" y="2014289"/>
            <a:ext cx="2776337" cy="415498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/>
              <a:t>BufferedReader</a:t>
            </a:r>
            <a:endParaRPr lang="en-US" sz="2400" dirty="0"/>
          </a:p>
          <a:p>
            <a:r>
              <a:rPr lang="en-US" sz="2400" dirty="0" err="1"/>
              <a:t>BufferedWriter</a:t>
            </a:r>
            <a:endParaRPr lang="en-US" sz="2400" dirty="0"/>
          </a:p>
          <a:p>
            <a:r>
              <a:rPr lang="en-US" sz="2400" dirty="0" err="1"/>
              <a:t>CharArrayReader</a:t>
            </a:r>
            <a:endParaRPr lang="en-US" sz="2400" dirty="0"/>
          </a:p>
          <a:p>
            <a:r>
              <a:rPr lang="en-US" sz="2400" dirty="0" err="1"/>
              <a:t>CharArrayWriter</a:t>
            </a:r>
            <a:endParaRPr lang="en-US" sz="2400" dirty="0"/>
          </a:p>
          <a:p>
            <a:r>
              <a:rPr lang="en-US" sz="2400" dirty="0" err="1"/>
              <a:t>FileReader</a:t>
            </a:r>
            <a:endParaRPr lang="en-US" sz="2400" dirty="0"/>
          </a:p>
          <a:p>
            <a:r>
              <a:rPr lang="en-US" sz="2400" dirty="0" err="1"/>
              <a:t>FileWriter</a:t>
            </a:r>
            <a:endParaRPr lang="en-US" sz="2400" dirty="0"/>
          </a:p>
          <a:p>
            <a:r>
              <a:rPr lang="en-US" sz="2400" dirty="0" err="1"/>
              <a:t>InputStreamReader</a:t>
            </a:r>
            <a:endParaRPr lang="en-US" sz="2400" dirty="0"/>
          </a:p>
          <a:p>
            <a:r>
              <a:rPr lang="en-US" sz="2400" dirty="0" err="1"/>
              <a:t>OutputStreamWriter</a:t>
            </a:r>
            <a:endParaRPr lang="en-US" sz="2400" dirty="0"/>
          </a:p>
          <a:p>
            <a:r>
              <a:rPr lang="en-US" sz="2400" dirty="0" err="1"/>
              <a:t>PrintWriter</a:t>
            </a:r>
            <a:endParaRPr lang="en-US" sz="2400" dirty="0"/>
          </a:p>
          <a:p>
            <a:r>
              <a:rPr lang="en-US" sz="2400" dirty="0" err="1"/>
              <a:t>StringReader</a:t>
            </a:r>
            <a:endParaRPr lang="en-US" sz="2400" dirty="0"/>
          </a:p>
          <a:p>
            <a:r>
              <a:rPr lang="en-US" sz="2400" dirty="0" err="1"/>
              <a:t>StringWriter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15194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981201"/>
            <a:ext cx="11176000" cy="4144963"/>
          </a:xfrm>
        </p:spPr>
        <p:txBody>
          <a:bodyPr>
            <a:normAutofit/>
          </a:bodyPr>
          <a:lstStyle/>
          <a:p>
            <a:r>
              <a:rPr lang="en-US" sz="2800" dirty="0"/>
              <a:t>Absolute file name(full name)</a:t>
            </a:r>
          </a:p>
          <a:p>
            <a:pPr lvl="1"/>
            <a:r>
              <a:rPr lang="en-US" sz="2400" dirty="0"/>
              <a:t>Contains a file name with its complete path and drive letter</a:t>
            </a:r>
          </a:p>
          <a:p>
            <a:pPr lvl="1"/>
            <a:r>
              <a:rPr lang="en-US" sz="2400" dirty="0"/>
              <a:t>Example  “c:\book\Welcome.java”</a:t>
            </a:r>
          </a:p>
          <a:p>
            <a:r>
              <a:rPr lang="en-US" sz="2800" dirty="0"/>
              <a:t>Relative file name (In relation to current directory</a:t>
            </a:r>
          </a:p>
          <a:p>
            <a:pPr lvl="1"/>
            <a:r>
              <a:rPr lang="en-US" sz="2400" dirty="0"/>
              <a:t>The complete directory path for a relative file name is omitted</a:t>
            </a:r>
          </a:p>
          <a:p>
            <a:pPr lvl="1"/>
            <a:r>
              <a:rPr lang="en-US" sz="2400" dirty="0"/>
              <a:t>Example: </a:t>
            </a:r>
            <a:r>
              <a:rPr lang="en-US" sz="2400" i="1" dirty="0"/>
              <a:t>Welcome.java</a:t>
            </a:r>
            <a:r>
              <a:rPr lang="en-US" sz="2400" dirty="0"/>
              <a:t> is a relative file name. If the current working directory is c:\book</a:t>
            </a:r>
          </a:p>
          <a:p>
            <a:r>
              <a:rPr lang="en-US" dirty="0"/>
              <a:t>Do not use absolute file names in your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1" y="1242284"/>
            <a:ext cx="9212240" cy="646331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File</a:t>
            </a:r>
            <a:r>
              <a:rPr lang="en-US" dirty="0"/>
              <a:t> class contains the methods for obtaining the properties of a file/directory </a:t>
            </a:r>
            <a:r>
              <a:rPr lang="en-US" dirty="0" smtClean="0"/>
              <a:t>and </a:t>
            </a:r>
            <a:r>
              <a:rPr lang="en-US" dirty="0"/>
              <a:t>for renaming and deleting a file/directory.</a:t>
            </a:r>
          </a:p>
        </p:txBody>
      </p:sp>
    </p:spTree>
    <p:extLst>
      <p:ext uri="{BB962C8B-B14F-4D97-AF65-F5344CB8AC3E}">
        <p14:creationId xmlns:p14="http://schemas.microsoft.com/office/powerpoint/2010/main" val="1718397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152401"/>
            <a:ext cx="11785600" cy="6553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1287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Input and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57401"/>
            <a:ext cx="10972800" cy="4068763"/>
          </a:xfrm>
        </p:spPr>
        <p:txBody>
          <a:bodyPr/>
          <a:lstStyle/>
          <a:p>
            <a:r>
              <a:rPr lang="en-US" dirty="0"/>
              <a:t>A File object encapsulates the properties of a file or a path</a:t>
            </a:r>
          </a:p>
          <a:p>
            <a:pPr lvl="1"/>
            <a:r>
              <a:rPr lang="en-US" dirty="0"/>
              <a:t>Does not contain </a:t>
            </a:r>
            <a:r>
              <a:rPr lang="en-US"/>
              <a:t>the methods for </a:t>
            </a:r>
            <a:r>
              <a:rPr lang="en-US" dirty="0"/>
              <a:t>writing/reading data to/from a file</a:t>
            </a:r>
          </a:p>
          <a:p>
            <a:pPr lvl="1"/>
            <a:r>
              <a:rPr lang="en-US" dirty="0"/>
              <a:t>Referred to as data input and output, or I/O</a:t>
            </a:r>
          </a:p>
          <a:p>
            <a:r>
              <a:rPr lang="en-US" dirty="0"/>
              <a:t>To perform I/O</a:t>
            </a:r>
          </a:p>
          <a:p>
            <a:pPr lvl="1"/>
            <a:r>
              <a:rPr lang="en-US" dirty="0"/>
              <a:t>Create objects using appropriate Java I/O classes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1258670"/>
            <a:ext cx="112776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Use the </a:t>
            </a:r>
            <a:r>
              <a:rPr lang="en-US" dirty="0">
                <a:latin typeface="Courier" pitchFamily="49" charset="0"/>
              </a:rPr>
              <a:t>Scanner</a:t>
            </a:r>
            <a:r>
              <a:rPr lang="en-US" dirty="0"/>
              <a:t> class for </a:t>
            </a:r>
            <a:r>
              <a:rPr lang="en-US" b="1" dirty="0"/>
              <a:t>reading text data </a:t>
            </a:r>
            <a:r>
              <a:rPr lang="en-US" dirty="0"/>
              <a:t>from a file and the </a:t>
            </a:r>
            <a:r>
              <a:rPr lang="en-US" dirty="0" err="1">
                <a:latin typeface="Courier" pitchFamily="49" charset="0"/>
              </a:rPr>
              <a:t>PrintWriter</a:t>
            </a:r>
            <a:r>
              <a:rPr lang="en-US" dirty="0"/>
              <a:t> class for </a:t>
            </a:r>
            <a:r>
              <a:rPr lang="en-US" b="1" dirty="0"/>
              <a:t>writing text data </a:t>
            </a:r>
            <a:r>
              <a:rPr lang="en-US" dirty="0"/>
              <a:t>to a file.</a:t>
            </a:r>
          </a:p>
        </p:txBody>
      </p:sp>
    </p:spTree>
    <p:extLst>
      <p:ext uri="{BB962C8B-B14F-4D97-AF65-F5344CB8AC3E}">
        <p14:creationId xmlns:p14="http://schemas.microsoft.com/office/powerpoint/2010/main" val="2319984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Writing Data Using </a:t>
            </a:r>
            <a:r>
              <a:rPr lang="en-US" dirty="0" err="1">
                <a:latin typeface="Courier" pitchFamily="49" charset="0"/>
              </a:rPr>
              <a:t>PrintWriter</a:t>
            </a:r>
            <a:endParaRPr lang="en-US" dirty="0">
              <a:latin typeface="Courier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 err="1"/>
              <a:t>java.io.PrintWriter</a:t>
            </a:r>
            <a:r>
              <a:rPr lang="en-US" dirty="0"/>
              <a:t> class can be used to </a:t>
            </a:r>
            <a:r>
              <a:rPr lang="en-US" u="sng" dirty="0"/>
              <a:t>create a file </a:t>
            </a:r>
            <a:r>
              <a:rPr lang="en-US" dirty="0"/>
              <a:t>and </a:t>
            </a:r>
            <a:r>
              <a:rPr lang="en-US" u="sng" dirty="0"/>
              <a:t>write data </a:t>
            </a:r>
            <a:r>
              <a:rPr lang="en-US" dirty="0"/>
              <a:t>to a text file</a:t>
            </a:r>
          </a:p>
          <a:p>
            <a:r>
              <a:rPr lang="en-US" dirty="0"/>
              <a:t>Can use </a:t>
            </a:r>
            <a:r>
              <a:rPr lang="en-US" b="1" dirty="0"/>
              <a:t>print</a:t>
            </a:r>
            <a:r>
              <a:rPr lang="en-US" dirty="0"/>
              <a:t>, </a:t>
            </a:r>
            <a:r>
              <a:rPr lang="en-US" b="1" dirty="0" err="1"/>
              <a:t>println</a:t>
            </a:r>
            <a:r>
              <a:rPr lang="en-US" dirty="0"/>
              <a:t>, and </a:t>
            </a:r>
            <a:r>
              <a:rPr lang="en-US" b="1" dirty="0" err="1"/>
              <a:t>printf</a:t>
            </a:r>
            <a:r>
              <a:rPr lang="en-US" dirty="0"/>
              <a:t> methods on the </a:t>
            </a:r>
            <a:r>
              <a:rPr lang="en-US" b="1" dirty="0" err="1"/>
              <a:t>PrintWriter</a:t>
            </a:r>
            <a:r>
              <a:rPr lang="en-US" dirty="0"/>
              <a:t> object to write data to a file</a:t>
            </a:r>
          </a:p>
        </p:txBody>
      </p:sp>
    </p:spTree>
    <p:extLst>
      <p:ext uri="{BB962C8B-B14F-4D97-AF65-F5344CB8AC3E}">
        <p14:creationId xmlns:p14="http://schemas.microsoft.com/office/powerpoint/2010/main" val="2922720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52400"/>
            <a:ext cx="10363200" cy="685800"/>
          </a:xfrm>
        </p:spPr>
        <p:txBody>
          <a:bodyPr>
            <a:normAutofit fontScale="90000"/>
          </a:bodyPr>
          <a:lstStyle/>
          <a:p>
            <a:r>
              <a:rPr lang="en-US" altLang="en-US" sz="4000"/>
              <a:t>Writing Data Using </a:t>
            </a:r>
            <a:r>
              <a:rPr lang="en-US" altLang="en-US" sz="4000" u="sng"/>
              <a:t>PrintWriter</a:t>
            </a:r>
            <a:r>
              <a:rPr lang="en-US" altLang="en-US" sz="4000"/>
              <a:t> </a:t>
            </a:r>
          </a:p>
        </p:txBody>
      </p:sp>
      <p:sp>
        <p:nvSpPr>
          <p:cNvPr id="10246" name="Rectangle 5"/>
          <p:cNvSpPr>
            <a:spLocks noChangeArrowheads="1"/>
          </p:cNvSpPr>
          <p:nvPr/>
        </p:nvSpPr>
        <p:spPr bwMode="auto">
          <a:xfrm>
            <a:off x="6003634" y="1871118"/>
            <a:ext cx="18473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endParaRPr lang="en-US" altLang="en-US" sz="4400">
              <a:solidFill>
                <a:schemeClr val="tx2"/>
              </a:solidFill>
            </a:endParaRPr>
          </a:p>
        </p:txBody>
      </p:sp>
      <p:graphicFrame>
        <p:nvGraphicFramePr>
          <p:cNvPr id="1024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9754721"/>
              </p:ext>
            </p:extLst>
          </p:nvPr>
        </p:nvGraphicFramePr>
        <p:xfrm>
          <a:off x="414867" y="838200"/>
          <a:ext cx="11360151" cy="571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Picture" r:id="rId3" imgW="4029840" imgH="2345760" progId="Word.Picture.8">
                  <p:embed/>
                </p:oleObj>
              </mc:Choice>
              <mc:Fallback>
                <p:oleObj name="Picture" r:id="rId3" imgW="4029840" imgH="234576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867" y="838200"/>
                        <a:ext cx="11360151" cy="571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396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52400"/>
            <a:ext cx="10363200" cy="819150"/>
          </a:xfrm>
        </p:spPr>
        <p:txBody>
          <a:bodyPr/>
          <a:lstStyle/>
          <a:p>
            <a:r>
              <a:rPr lang="en-US" altLang="en-US"/>
              <a:t>Try-with-resources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11582400" cy="3048000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en-US" sz="2800" dirty="0"/>
              <a:t>Programmers often forget to close the file. JDK 7 and above provides the followings new try-with-resources syntax that automatically closes the files. </a:t>
            </a:r>
          </a:p>
          <a:p>
            <a:pPr marL="0" indent="0">
              <a:buFont typeface="Monotype Sorts" pitchFamily="2" charset="2"/>
              <a:buNone/>
            </a:pPr>
            <a:r>
              <a:rPr lang="en-AU" altLang="en-US" sz="2800" b="1" dirty="0"/>
              <a:t>try</a:t>
            </a:r>
            <a:r>
              <a:rPr lang="en-US" altLang="en-US" sz="2800" dirty="0"/>
              <a:t> (declare and create resources) {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en-US" sz="2800" dirty="0"/>
              <a:t>  Use the resource to process the file;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en-US" sz="2800" dirty="0"/>
              <a:t>}</a:t>
            </a:r>
          </a:p>
          <a:p>
            <a:pPr marL="0" indent="0">
              <a:buFont typeface="Monotype Sorts" pitchFamily="2" charset="2"/>
              <a:buNone/>
            </a:pPr>
            <a:endParaRPr lang="en-US" altLang="en-US" sz="2600" dirty="0"/>
          </a:p>
        </p:txBody>
      </p:sp>
      <p:sp>
        <p:nvSpPr>
          <p:cNvPr id="2" name="Rectangle 1"/>
          <p:cNvSpPr/>
          <p:nvPr/>
        </p:nvSpPr>
        <p:spPr>
          <a:xfrm>
            <a:off x="406400" y="4191000"/>
            <a:ext cx="11176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try( </a:t>
            </a:r>
            <a:r>
              <a:rPr lang="en-US" sz="2400" dirty="0" err="1"/>
              <a:t>PrintWriter</a:t>
            </a:r>
            <a:r>
              <a:rPr lang="en-US" sz="2400" dirty="0"/>
              <a:t> output = new </a:t>
            </a:r>
            <a:r>
              <a:rPr lang="en-US" sz="2400" dirty="0" err="1"/>
              <a:t>PrintWriter</a:t>
            </a:r>
            <a:r>
              <a:rPr lang="en-US" sz="2400" dirty="0"/>
              <a:t>(file); )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output.print</a:t>
            </a:r>
            <a:r>
              <a:rPr lang="en-US" sz="2400" dirty="0"/>
              <a:t>("John T Smith ");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output.println</a:t>
            </a:r>
            <a:r>
              <a:rPr lang="en-US" sz="2400" dirty="0"/>
              <a:t>(90);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output.print</a:t>
            </a:r>
            <a:r>
              <a:rPr lang="en-US" sz="2400" dirty="0"/>
              <a:t>("Eric K Jones ");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output.println</a:t>
            </a:r>
            <a:r>
              <a:rPr lang="en-US" sz="2400" dirty="0"/>
              <a:t>(85);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49073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Data Using </a:t>
            </a:r>
            <a:r>
              <a:rPr lang="en-US" dirty="0">
                <a:latin typeface="Courier" pitchFamily="49" charset="0"/>
              </a:rPr>
              <a:t>Scanner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read from keyboard</a:t>
            </a:r>
          </a:p>
          <a:p>
            <a:pPr lvl="1"/>
            <a:r>
              <a:rPr lang="en-US" dirty="0"/>
              <a:t>Scanner input = new Scanner(System.in);</a:t>
            </a:r>
          </a:p>
          <a:p>
            <a:r>
              <a:rPr lang="en-US" dirty="0"/>
              <a:t>To read from file</a:t>
            </a:r>
          </a:p>
          <a:p>
            <a:pPr lvl="1"/>
            <a:r>
              <a:rPr lang="en-US" dirty="0"/>
              <a:t>Scanner input = new Scanner(new File(</a:t>
            </a:r>
            <a:r>
              <a:rPr lang="en-US" dirty="0" err="1"/>
              <a:t>fileName</a:t>
            </a:r>
            <a:r>
              <a:rPr lang="en-US" dirty="0"/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149500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Data Using </a:t>
            </a:r>
            <a:r>
              <a:rPr lang="en-US" dirty="0">
                <a:latin typeface="Courier" pitchFamily="49" charset="0"/>
              </a:rPr>
              <a:t>Scanner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226391"/>
              </p:ext>
            </p:extLst>
          </p:nvPr>
        </p:nvGraphicFramePr>
        <p:xfrm>
          <a:off x="304801" y="1524000"/>
          <a:ext cx="11578167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Picture" r:id="rId3" imgW="4509720" imgH="2310120" progId="Word.Picture.8">
                  <p:embed/>
                </p:oleObj>
              </mc:Choice>
              <mc:Fallback>
                <p:oleObj name="Picture" r:id="rId3" imgW="4509720" imgH="231012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1" y="1524000"/>
                        <a:ext cx="11578167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8871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6400" y="685800"/>
            <a:ext cx="110744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){</a:t>
            </a:r>
          </a:p>
          <a:p>
            <a:r>
              <a:rPr lang="en-US" dirty="0"/>
              <a:t>		try{</a:t>
            </a:r>
          </a:p>
          <a:p>
            <a:r>
              <a:rPr lang="en-US" dirty="0"/>
              <a:t>			File </a:t>
            </a:r>
            <a:r>
              <a:rPr lang="en-US" dirty="0" err="1"/>
              <a:t>file</a:t>
            </a:r>
            <a:r>
              <a:rPr lang="en-US" dirty="0"/>
              <a:t> = new File("File/name1.txt");</a:t>
            </a:r>
          </a:p>
          <a:p>
            <a:r>
              <a:rPr lang="en-US" dirty="0"/>
              <a:t>			Scanner input =  new Scanner(file);</a:t>
            </a:r>
          </a:p>
          <a:p>
            <a:r>
              <a:rPr lang="en-US" dirty="0"/>
              <a:t>			</a:t>
            </a:r>
          </a:p>
          <a:p>
            <a:endParaRPr lang="en-US" dirty="0"/>
          </a:p>
          <a:p>
            <a:r>
              <a:rPr lang="en-US" dirty="0"/>
              <a:t>			while(</a:t>
            </a:r>
            <a:r>
              <a:rPr lang="en-US" dirty="0" err="1"/>
              <a:t>input.hasNext</a:t>
            </a:r>
            <a:r>
              <a:rPr lang="en-US" dirty="0"/>
              <a:t>()){</a:t>
            </a:r>
          </a:p>
          <a:p>
            <a:r>
              <a:rPr lang="en-US" dirty="0"/>
              <a:t>				String </a:t>
            </a:r>
            <a:r>
              <a:rPr lang="en-US" dirty="0" err="1"/>
              <a:t>fName</a:t>
            </a:r>
            <a:r>
              <a:rPr lang="en-US" dirty="0"/>
              <a:t> = </a:t>
            </a:r>
            <a:r>
              <a:rPr lang="en-US" dirty="0" err="1"/>
              <a:t>input.next</a:t>
            </a:r>
            <a:r>
              <a:rPr lang="en-US" dirty="0"/>
              <a:t>();</a:t>
            </a:r>
          </a:p>
          <a:p>
            <a:r>
              <a:rPr lang="en-US" dirty="0"/>
              <a:t>				String </a:t>
            </a:r>
            <a:r>
              <a:rPr lang="en-US" dirty="0" err="1"/>
              <a:t>mName</a:t>
            </a:r>
            <a:r>
              <a:rPr lang="en-US" dirty="0"/>
              <a:t> = </a:t>
            </a:r>
            <a:r>
              <a:rPr lang="en-US" dirty="0" err="1"/>
              <a:t>input.next</a:t>
            </a:r>
            <a:r>
              <a:rPr lang="en-US" dirty="0"/>
              <a:t>();</a:t>
            </a:r>
          </a:p>
          <a:p>
            <a:r>
              <a:rPr lang="en-US" dirty="0"/>
              <a:t>				String </a:t>
            </a:r>
            <a:r>
              <a:rPr lang="en-US" dirty="0" err="1"/>
              <a:t>lName</a:t>
            </a:r>
            <a:r>
              <a:rPr lang="en-US" dirty="0"/>
              <a:t> = </a:t>
            </a:r>
            <a:r>
              <a:rPr lang="en-US" dirty="0" err="1"/>
              <a:t>input.next</a:t>
            </a:r>
            <a:r>
              <a:rPr lang="en-US" dirty="0"/>
              <a:t>();</a:t>
            </a:r>
          </a:p>
          <a:p>
            <a:r>
              <a:rPr lang="en-US" dirty="0"/>
              <a:t>				</a:t>
            </a:r>
            <a:r>
              <a:rPr lang="en-US" dirty="0" err="1"/>
              <a:t>int</a:t>
            </a:r>
            <a:r>
              <a:rPr lang="en-US" dirty="0"/>
              <a:t> age      = </a:t>
            </a:r>
            <a:r>
              <a:rPr lang="en-US" dirty="0" err="1"/>
              <a:t>input.nextInt</a:t>
            </a:r>
            <a:r>
              <a:rPr lang="en-US" dirty="0"/>
              <a:t>();</a:t>
            </a:r>
          </a:p>
          <a:p>
            <a:r>
              <a:rPr lang="en-US" dirty="0"/>
              <a:t>				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fName</a:t>
            </a:r>
            <a:r>
              <a:rPr lang="en-US" dirty="0"/>
              <a:t>+" "+</a:t>
            </a:r>
            <a:r>
              <a:rPr lang="en-US" dirty="0" err="1"/>
              <a:t>mName</a:t>
            </a:r>
            <a:r>
              <a:rPr lang="en-US" dirty="0"/>
              <a:t>+" "+</a:t>
            </a:r>
            <a:r>
              <a:rPr lang="en-US" dirty="0" err="1"/>
              <a:t>lName</a:t>
            </a:r>
            <a:r>
              <a:rPr lang="en-US" dirty="0"/>
              <a:t>+" "+age);</a:t>
            </a:r>
          </a:p>
          <a:p>
            <a:r>
              <a:rPr lang="en-US" dirty="0"/>
              <a:t>			}</a:t>
            </a:r>
          </a:p>
          <a:p>
            <a:r>
              <a:rPr lang="en-US" dirty="0"/>
              <a:t>			</a:t>
            </a:r>
            <a:r>
              <a:rPr lang="en-US" dirty="0" err="1"/>
              <a:t>input.close</a:t>
            </a:r>
            <a:r>
              <a:rPr lang="en-US" dirty="0"/>
              <a:t>();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	catch(</a:t>
            </a:r>
            <a:r>
              <a:rPr lang="en-US" dirty="0" err="1"/>
              <a:t>IOException</a:t>
            </a:r>
            <a:r>
              <a:rPr lang="en-US" dirty="0"/>
              <a:t> e){</a:t>
            </a:r>
          </a:p>
          <a:p>
            <a:endParaRPr lang="en-US" dirty="0"/>
          </a:p>
          <a:p>
            <a:r>
              <a:rPr lang="en-US" dirty="0"/>
              <a:t>		}</a:t>
            </a:r>
          </a:p>
          <a:p>
            <a:r>
              <a:rPr lang="en-US" dirty="0"/>
              <a:t>		</a:t>
            </a:r>
          </a:p>
          <a:p>
            <a:r>
              <a:rPr lang="en-US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218883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7137</TotalTime>
  <Words>599</Words>
  <Application>Microsoft Office PowerPoint</Application>
  <PresentationFormat>Custom</PresentationFormat>
  <Paragraphs>116</Paragraphs>
  <Slides>15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Office Theme</vt:lpstr>
      <vt:lpstr>Picture</vt:lpstr>
      <vt:lpstr>Lecture – 25</vt:lpstr>
      <vt:lpstr>Introduction</vt:lpstr>
      <vt:lpstr>Introduction</vt:lpstr>
      <vt:lpstr>Java Streams</vt:lpstr>
      <vt:lpstr>Byte Stream  (100111010111101011101)</vt:lpstr>
      <vt:lpstr>Character Stream  (11110110 11010101 101010101)</vt:lpstr>
      <vt:lpstr>File Class</vt:lpstr>
      <vt:lpstr>PowerPoint Presentation</vt:lpstr>
      <vt:lpstr>File Input and Output</vt:lpstr>
      <vt:lpstr>Writing Data Using PrintWriter</vt:lpstr>
      <vt:lpstr>Writing Data Using PrintWriter </vt:lpstr>
      <vt:lpstr>Try-with-resources</vt:lpstr>
      <vt:lpstr>Reading Data Using Scanner</vt:lpstr>
      <vt:lpstr>Reading Data Using Scanner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HIAB86</dc:creator>
  <cp:lastModifiedBy>Samsung</cp:lastModifiedBy>
  <cp:revision>1355</cp:revision>
  <dcterms:created xsi:type="dcterms:W3CDTF">2023-02-26T08:59:28Z</dcterms:created>
  <dcterms:modified xsi:type="dcterms:W3CDTF">2023-05-28T15:02:06Z</dcterms:modified>
</cp:coreProperties>
</file>