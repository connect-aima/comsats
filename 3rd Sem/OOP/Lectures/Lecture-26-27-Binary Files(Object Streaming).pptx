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1" r:id="rId1"/>
  </p:sldMasterIdLst>
  <p:notesMasterIdLst>
    <p:notesMasterId r:id="rId27"/>
  </p:notesMasterIdLst>
  <p:sldIdLst>
    <p:sldId id="275" r:id="rId2"/>
    <p:sldId id="276" r:id="rId3"/>
    <p:sldId id="277" r:id="rId4"/>
    <p:sldId id="278" r:id="rId5"/>
    <p:sldId id="279" r:id="rId6"/>
    <p:sldId id="280" r:id="rId7"/>
    <p:sldId id="281" r:id="rId8"/>
    <p:sldId id="282" r:id="rId9"/>
    <p:sldId id="283" r:id="rId10"/>
    <p:sldId id="284" r:id="rId11"/>
    <p:sldId id="289" r:id="rId12"/>
    <p:sldId id="285" r:id="rId13"/>
    <p:sldId id="286" r:id="rId14"/>
    <p:sldId id="287" r:id="rId15"/>
    <p:sldId id="288" r:id="rId16"/>
    <p:sldId id="290" r:id="rId17"/>
    <p:sldId id="291" r:id="rId18"/>
    <p:sldId id="292" r:id="rId19"/>
    <p:sldId id="293" r:id="rId20"/>
    <p:sldId id="297" r:id="rId21"/>
    <p:sldId id="294" r:id="rId22"/>
    <p:sldId id="295" r:id="rId23"/>
    <p:sldId id="296" r:id="rId24"/>
    <p:sldId id="298" r:id="rId25"/>
    <p:sldId id="29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03030-3555-3ECF-427D-3249983CB785}" v="10" dt="2023-12-17T16:40:07.916"/>
    <p1510:client id="{20DC463C-785E-62EB-8123-E28B13FD4775}" v="7" dt="2023-12-17T12:47:58.751"/>
    <p1510:client id="{247F139E-CA44-4B2D-A14A-D2F30FBCEAA4}" v="500" dt="2023-03-18T11:00:51.499"/>
    <p1510:client id="{26A49499-C9AD-3981-6C62-4E42E46314C6}" v="160" dt="2023-04-02T13:24:41.723"/>
    <p1510:client id="{270873DF-3517-0E18-660E-566D9E72B619}" v="16" dt="2023-03-12T12:20:08.426"/>
    <p1510:client id="{30DE1357-0FBB-6918-318B-E5A8C71FF614}" v="56" dt="2023-03-18T15:15:32.547"/>
    <p1510:client id="{38C7D2BC-B75E-00BE-D462-AA53A7D83DE5}" v="183" dt="2023-03-19T17:03:31.790"/>
    <p1510:client id="{4FDA428F-D320-4C35-94B5-F6DFE015717F}" v="13" dt="2023-03-10T11:34:02.504"/>
    <p1510:client id="{720DF1F6-7572-5E84-00A7-FEB14811C905}" v="40" dt="2023-03-18T18:51:56.126"/>
    <p1510:client id="{76F29E95-FFFC-A866-A8F9-B22F28778647}" v="553" dt="2023-04-07T20:37:09.573"/>
    <p1510:client id="{7FCA9964-7C4F-8F92-E9FF-7066504B815A}" v="221" dt="2023-03-18T14:25:59.842"/>
    <p1510:client id="{9E50A080-2594-4EE9-25F9-29B66D28D8AE}" v="17" dt="2023-03-12T14:38:33.633"/>
    <p1510:client id="{BC98CDB1-9189-2B28-DBDA-902CDAD7CF6F}" v="666" dt="2023-04-02T21:30:14.5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67" autoAdjust="0"/>
    <p:restoredTop sz="94660"/>
  </p:normalViewPr>
  <p:slideViewPr>
    <p:cSldViewPr snapToGrid="0">
      <p:cViewPr>
        <p:scale>
          <a:sx n="70" d="100"/>
          <a:sy n="70" d="100"/>
        </p:scale>
        <p:origin x="-666" y="-1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zwan Rashid" userId="S::rizwan.rashid@comsats.edu.pk::12b6bffb-8fd7-410a-bd1e-f473b901c3a4" providerId="AD" clId="Web-{247F139E-CA44-4B2D-A14A-D2F30FBCEAA4}"/>
    <pc:docChg chg="addSld delSld modSld addMainMaster">
      <pc:chgData name="Rizwan Rashid" userId="S::rizwan.rashid@comsats.edu.pk::12b6bffb-8fd7-410a-bd1e-f473b901c3a4" providerId="AD" clId="Web-{247F139E-CA44-4B2D-A14A-D2F30FBCEAA4}" dt="2023-03-18T11:00:51.499" v="391" actId="20577"/>
      <pc:docMkLst>
        <pc:docMk/>
      </pc:docMkLst>
      <pc:sldChg chg="modSp">
        <pc:chgData name="Rizwan Rashid" userId="S::rizwan.rashid@comsats.edu.pk::12b6bffb-8fd7-410a-bd1e-f473b901c3a4" providerId="AD" clId="Web-{247F139E-CA44-4B2D-A14A-D2F30FBCEAA4}" dt="2023-03-18T09:36:59.949" v="12" actId="20577"/>
        <pc:sldMkLst>
          <pc:docMk/>
          <pc:sldMk cId="3759789600" sldId="275"/>
        </pc:sldMkLst>
        <pc:spChg chg="mod">
          <ac:chgData name="Rizwan Rashid" userId="S::rizwan.rashid@comsats.edu.pk::12b6bffb-8fd7-410a-bd1e-f473b901c3a4" providerId="AD" clId="Web-{247F139E-CA44-4B2D-A14A-D2F30FBCEAA4}" dt="2023-03-18T09:36:59.949" v="12" actId="20577"/>
          <ac:spMkLst>
            <pc:docMk/>
            <pc:sldMk cId="3759789600" sldId="275"/>
            <ac:spMk id="3" creationId="{00000000-0000-0000-0000-000000000000}"/>
          </ac:spMkLst>
        </pc:spChg>
        <pc:spChg chg="mod">
          <ac:chgData name="Rizwan Rashid" userId="S::rizwan.rashid@comsats.edu.pk::12b6bffb-8fd7-410a-bd1e-f473b901c3a4" providerId="AD" clId="Web-{247F139E-CA44-4B2D-A14A-D2F30FBCEAA4}" dt="2023-03-18T09:36:47.823" v="0" actId="20577"/>
          <ac:spMkLst>
            <pc:docMk/>
            <pc:sldMk cId="3759789600" sldId="275"/>
            <ac:spMk id="15361" creationId="{00000000-0000-0000-0000-000000000000}"/>
          </ac:spMkLst>
        </pc:spChg>
      </pc:sldChg>
      <pc:sldChg chg="addSp delSp modSp new mod modClrScheme chgLayout">
        <pc:chgData name="Rizwan Rashid" userId="S::rizwan.rashid@comsats.edu.pk::12b6bffb-8fd7-410a-bd1e-f473b901c3a4" providerId="AD" clId="Web-{247F139E-CA44-4B2D-A14A-D2F30FBCEAA4}" dt="2023-03-18T10:19:03.942" v="134"/>
        <pc:sldMkLst>
          <pc:docMk/>
          <pc:sldMk cId="3050707806" sldId="276"/>
        </pc:sldMkLst>
        <pc:spChg chg="mod">
          <ac:chgData name="Rizwan Rashid" userId="S::rizwan.rashid@comsats.edu.pk::12b6bffb-8fd7-410a-bd1e-f473b901c3a4" providerId="AD" clId="Web-{247F139E-CA44-4B2D-A14A-D2F30FBCEAA4}" dt="2023-03-18T09:39:55.359" v="33"/>
          <ac:spMkLst>
            <pc:docMk/>
            <pc:sldMk cId="3050707806" sldId="276"/>
            <ac:spMk id="2" creationId="{AB497992-0A9F-5511-1C7F-40733097F09F}"/>
          </ac:spMkLst>
        </pc:spChg>
        <pc:spChg chg="del">
          <ac:chgData name="Rizwan Rashid" userId="S::rizwan.rashid@comsats.edu.pk::12b6bffb-8fd7-410a-bd1e-f473b901c3a4" providerId="AD" clId="Web-{247F139E-CA44-4B2D-A14A-D2F30FBCEAA4}" dt="2023-03-18T09:39:44.703" v="32"/>
          <ac:spMkLst>
            <pc:docMk/>
            <pc:sldMk cId="3050707806" sldId="276"/>
            <ac:spMk id="3" creationId="{7207A84B-482A-5D40-F649-107D1C274679}"/>
          </ac:spMkLst>
        </pc:spChg>
        <pc:spChg chg="mod">
          <ac:chgData name="Rizwan Rashid" userId="S::rizwan.rashid@comsats.edu.pk::12b6bffb-8fd7-410a-bd1e-f473b901c3a4" providerId="AD" clId="Web-{247F139E-CA44-4B2D-A14A-D2F30FBCEAA4}" dt="2023-03-18T09:39:55.359" v="33"/>
          <ac:spMkLst>
            <pc:docMk/>
            <pc:sldMk cId="3050707806" sldId="276"/>
            <ac:spMk id="4" creationId="{B4A8B0E8-3C78-662D-BA17-2EEACE3C0E9C}"/>
          </ac:spMkLst>
        </pc:spChg>
        <pc:spChg chg="add del mod">
          <ac:chgData name="Rizwan Rashid" userId="S::rizwan.rashid@comsats.edu.pk::12b6bffb-8fd7-410a-bd1e-f473b901c3a4" providerId="AD" clId="Web-{247F139E-CA44-4B2D-A14A-D2F30FBCEAA4}" dt="2023-03-18T10:19:03.942" v="134"/>
          <ac:spMkLst>
            <pc:docMk/>
            <pc:sldMk cId="3050707806" sldId="276"/>
            <ac:spMk id="7" creationId="{05CF0A4C-766F-59A2-AAC7-32F313EA7B1D}"/>
          </ac:spMkLst>
        </pc:spChg>
        <pc:spChg chg="add mod">
          <ac:chgData name="Rizwan Rashid" userId="S::rizwan.rashid@comsats.edu.pk::12b6bffb-8fd7-410a-bd1e-f473b901c3a4" providerId="AD" clId="Web-{247F139E-CA44-4B2D-A14A-D2F30FBCEAA4}" dt="2023-03-18T09:44:40.741" v="51" actId="20577"/>
          <ac:spMkLst>
            <pc:docMk/>
            <pc:sldMk cId="3050707806" sldId="276"/>
            <ac:spMk id="10" creationId="{EBCCE734-714B-FFD6-C474-C3AC9AF89449}"/>
          </ac:spMkLst>
        </pc:spChg>
        <pc:picChg chg="add del mod ord">
          <ac:chgData name="Rizwan Rashid" userId="S::rizwan.rashid@comsats.edu.pk::12b6bffb-8fd7-410a-bd1e-f473b901c3a4" providerId="AD" clId="Web-{247F139E-CA44-4B2D-A14A-D2F30FBCEAA4}" dt="2023-03-18T09:45:15.808" v="55"/>
          <ac:picMkLst>
            <pc:docMk/>
            <pc:sldMk cId="3050707806" sldId="276"/>
            <ac:picMk id="5" creationId="{B4B45F2A-2203-C74E-55FC-A22A9C1F12F2}"/>
          </ac:picMkLst>
        </pc:picChg>
      </pc:sldChg>
      <pc:sldChg chg="del">
        <pc:chgData name="Rizwan Rashid" userId="S::rizwan.rashid@comsats.edu.pk::12b6bffb-8fd7-410a-bd1e-f473b901c3a4" providerId="AD" clId="Web-{247F139E-CA44-4B2D-A14A-D2F30FBCEAA4}" dt="2023-03-18T09:37:07.808" v="27"/>
        <pc:sldMkLst>
          <pc:docMk/>
          <pc:sldMk cId="3173815683" sldId="276"/>
        </pc:sldMkLst>
      </pc:sldChg>
      <pc:sldChg chg="del">
        <pc:chgData name="Rizwan Rashid" userId="S::rizwan.rashid@comsats.edu.pk::12b6bffb-8fd7-410a-bd1e-f473b901c3a4" providerId="AD" clId="Web-{247F139E-CA44-4B2D-A14A-D2F30FBCEAA4}" dt="2023-03-18T09:37:07.808" v="26"/>
        <pc:sldMkLst>
          <pc:docMk/>
          <pc:sldMk cId="1144330755" sldId="277"/>
        </pc:sldMkLst>
      </pc:sldChg>
      <pc:sldChg chg="add del">
        <pc:chgData name="Rizwan Rashid" userId="S::rizwan.rashid@comsats.edu.pk::12b6bffb-8fd7-410a-bd1e-f473b901c3a4" providerId="AD" clId="Web-{247F139E-CA44-4B2D-A14A-D2F30FBCEAA4}" dt="2023-03-18T09:44:23.600" v="48"/>
        <pc:sldMkLst>
          <pc:docMk/>
          <pc:sldMk cId="1536757574" sldId="277"/>
        </pc:sldMkLst>
      </pc:sldChg>
      <pc:sldChg chg="addSp delSp modSp new mod modClrScheme chgLayout">
        <pc:chgData name="Rizwan Rashid" userId="S::rizwan.rashid@comsats.edu.pk::12b6bffb-8fd7-410a-bd1e-f473b901c3a4" providerId="AD" clId="Web-{247F139E-CA44-4B2D-A14A-D2F30FBCEAA4}" dt="2023-03-18T09:47:33.764" v="86" actId="1076"/>
        <pc:sldMkLst>
          <pc:docMk/>
          <pc:sldMk cId="3357100696" sldId="277"/>
        </pc:sldMkLst>
        <pc:spChg chg="mod ord">
          <ac:chgData name="Rizwan Rashid" userId="S::rizwan.rashid@comsats.edu.pk::12b6bffb-8fd7-410a-bd1e-f473b901c3a4" providerId="AD" clId="Web-{247F139E-CA44-4B2D-A14A-D2F30FBCEAA4}" dt="2023-03-18T09:45:46.308" v="60" actId="20577"/>
          <ac:spMkLst>
            <pc:docMk/>
            <pc:sldMk cId="3357100696" sldId="277"/>
            <ac:spMk id="2" creationId="{ED9001D5-CAAE-BDC1-A662-C93565CD2D69}"/>
          </ac:spMkLst>
        </pc:spChg>
        <pc:spChg chg="del mod ord">
          <ac:chgData name="Rizwan Rashid" userId="S::rizwan.rashid@comsats.edu.pk::12b6bffb-8fd7-410a-bd1e-f473b901c3a4" providerId="AD" clId="Web-{247F139E-CA44-4B2D-A14A-D2F30FBCEAA4}" dt="2023-03-18T09:45:20.980" v="56"/>
          <ac:spMkLst>
            <pc:docMk/>
            <pc:sldMk cId="3357100696" sldId="277"/>
            <ac:spMk id="3" creationId="{0844E8B2-2AFF-3BA5-3182-B1446B11F42B}"/>
          </ac:spMkLst>
        </pc:spChg>
        <pc:spChg chg="del">
          <ac:chgData name="Rizwan Rashid" userId="S::rizwan.rashid@comsats.edu.pk::12b6bffb-8fd7-410a-bd1e-f473b901c3a4" providerId="AD" clId="Web-{247F139E-CA44-4B2D-A14A-D2F30FBCEAA4}" dt="2023-03-18T09:45:12.120" v="54"/>
          <ac:spMkLst>
            <pc:docMk/>
            <pc:sldMk cId="3357100696" sldId="277"/>
            <ac:spMk id="4" creationId="{86178C2A-E143-B6B6-8B36-E3C9A8BDD9ED}"/>
          </ac:spMkLst>
        </pc:spChg>
        <pc:spChg chg="mod ord">
          <ac:chgData name="Rizwan Rashid" userId="S::rizwan.rashid@comsats.edu.pk::12b6bffb-8fd7-410a-bd1e-f473b901c3a4" providerId="AD" clId="Web-{247F139E-CA44-4B2D-A14A-D2F30FBCEAA4}" dt="2023-03-18T09:45:12.120" v="54"/>
          <ac:spMkLst>
            <pc:docMk/>
            <pc:sldMk cId="3357100696" sldId="277"/>
            <ac:spMk id="5" creationId="{1C8D5AE7-3E41-6935-2DA3-8FF7757ED28C}"/>
          </ac:spMkLst>
        </pc:spChg>
        <pc:spChg chg="add mod">
          <ac:chgData name="Rizwan Rashid" userId="S::rizwan.rashid@comsats.edu.pk::12b6bffb-8fd7-410a-bd1e-f473b901c3a4" providerId="AD" clId="Web-{247F139E-CA44-4B2D-A14A-D2F30FBCEAA4}" dt="2023-03-18T09:47:19.951" v="83" actId="1076"/>
          <ac:spMkLst>
            <pc:docMk/>
            <pc:sldMk cId="3357100696" sldId="277"/>
            <ac:spMk id="7" creationId="{67F15C25-DEED-3C13-ABAC-4693E9D10E0B}"/>
          </ac:spMkLst>
        </pc:spChg>
        <pc:picChg chg="add mod ord">
          <ac:chgData name="Rizwan Rashid" userId="S::rizwan.rashid@comsats.edu.pk::12b6bffb-8fd7-410a-bd1e-f473b901c3a4" providerId="AD" clId="Web-{247F139E-CA44-4B2D-A14A-D2F30FBCEAA4}" dt="2023-03-18T09:47:33.764" v="86" actId="1076"/>
          <ac:picMkLst>
            <pc:docMk/>
            <pc:sldMk cId="3357100696" sldId="277"/>
            <ac:picMk id="6" creationId="{32C33E9E-34DC-C587-DB4F-4F01F4A4AF65}"/>
          </ac:picMkLst>
        </pc:picChg>
      </pc:sldChg>
      <pc:sldChg chg="add del">
        <pc:chgData name="Rizwan Rashid" userId="S::rizwan.rashid@comsats.edu.pk::12b6bffb-8fd7-410a-bd1e-f473b901c3a4" providerId="AD" clId="Web-{247F139E-CA44-4B2D-A14A-D2F30FBCEAA4}" dt="2023-03-18T09:44:23.912" v="50"/>
        <pc:sldMkLst>
          <pc:docMk/>
          <pc:sldMk cId="639698564" sldId="278"/>
        </pc:sldMkLst>
      </pc:sldChg>
      <pc:sldChg chg="addSp delSp modSp new">
        <pc:chgData name="Rizwan Rashid" userId="S::rizwan.rashid@comsats.edu.pk::12b6bffb-8fd7-410a-bd1e-f473b901c3a4" providerId="AD" clId="Web-{247F139E-CA44-4B2D-A14A-D2F30FBCEAA4}" dt="2023-03-18T10:21:37.335" v="155" actId="14100"/>
        <pc:sldMkLst>
          <pc:docMk/>
          <pc:sldMk cId="1748918378" sldId="278"/>
        </pc:sldMkLst>
        <pc:spChg chg="mod">
          <ac:chgData name="Rizwan Rashid" userId="S::rizwan.rashid@comsats.edu.pk::12b6bffb-8fd7-410a-bd1e-f473b901c3a4" providerId="AD" clId="Web-{247F139E-CA44-4B2D-A14A-D2F30FBCEAA4}" dt="2023-03-18T09:50:28.723" v="133" actId="20577"/>
          <ac:spMkLst>
            <pc:docMk/>
            <pc:sldMk cId="1748918378" sldId="278"/>
            <ac:spMk id="2" creationId="{A2AC19E9-EF85-B828-4E12-E5FA575464B8}"/>
          </ac:spMkLst>
        </pc:spChg>
        <pc:spChg chg="add mod">
          <ac:chgData name="Rizwan Rashid" userId="S::rizwan.rashid@comsats.edu.pk::12b6bffb-8fd7-410a-bd1e-f473b901c3a4" providerId="AD" clId="Web-{247F139E-CA44-4B2D-A14A-D2F30FBCEAA4}" dt="2023-03-18T10:21:37.335" v="155" actId="14100"/>
          <ac:spMkLst>
            <pc:docMk/>
            <pc:sldMk cId="1748918378" sldId="278"/>
            <ac:spMk id="3" creationId="{396F10F9-506F-173A-5ECA-427AC316B6BA}"/>
          </ac:spMkLst>
        </pc:spChg>
        <pc:spChg chg="del">
          <ac:chgData name="Rizwan Rashid" userId="S::rizwan.rashid@comsats.edu.pk::12b6bffb-8fd7-410a-bd1e-f473b901c3a4" providerId="AD" clId="Web-{247F139E-CA44-4B2D-A14A-D2F30FBCEAA4}" dt="2023-03-18T09:49:51.408" v="117"/>
          <ac:spMkLst>
            <pc:docMk/>
            <pc:sldMk cId="1748918378" sldId="278"/>
            <ac:spMk id="3" creationId="{F2A65984-3C91-2412-4E58-7715EE7E8FC3}"/>
          </ac:spMkLst>
        </pc:spChg>
        <pc:spChg chg="add mod">
          <ac:chgData name="Rizwan Rashid" userId="S::rizwan.rashid@comsats.edu.pk::12b6bffb-8fd7-410a-bd1e-f473b901c3a4" providerId="AD" clId="Web-{247F139E-CA44-4B2D-A14A-D2F30FBCEAA4}" dt="2023-03-18T10:20:16.318" v="142" actId="20577"/>
          <ac:spMkLst>
            <pc:docMk/>
            <pc:sldMk cId="1748918378" sldId="278"/>
            <ac:spMk id="5" creationId="{A23A9086-562D-6658-61BB-86411901D4B9}"/>
          </ac:spMkLst>
        </pc:spChg>
        <pc:spChg chg="add mod">
          <ac:chgData name="Rizwan Rashid" userId="S::rizwan.rashid@comsats.edu.pk::12b6bffb-8fd7-410a-bd1e-f473b901c3a4" providerId="AD" clId="Web-{247F139E-CA44-4B2D-A14A-D2F30FBCEAA4}" dt="2023-03-18T09:50:16.644" v="125" actId="20577"/>
          <ac:spMkLst>
            <pc:docMk/>
            <pc:sldMk cId="1748918378" sldId="278"/>
            <ac:spMk id="6" creationId="{CB0895FC-2A5B-6A09-CB89-FDE789408EC4}"/>
          </ac:spMkLst>
        </pc:spChg>
      </pc:sldChg>
      <pc:sldChg chg="del">
        <pc:chgData name="Rizwan Rashid" userId="S::rizwan.rashid@comsats.edu.pk::12b6bffb-8fd7-410a-bd1e-f473b901c3a4" providerId="AD" clId="Web-{247F139E-CA44-4B2D-A14A-D2F30FBCEAA4}" dt="2023-03-18T09:37:07.793" v="15"/>
        <pc:sldMkLst>
          <pc:docMk/>
          <pc:sldMk cId="3559858969" sldId="278"/>
        </pc:sldMkLst>
      </pc:sldChg>
      <pc:sldChg chg="del">
        <pc:chgData name="Rizwan Rashid" userId="S::rizwan.rashid@comsats.edu.pk::12b6bffb-8fd7-410a-bd1e-f473b901c3a4" providerId="AD" clId="Web-{247F139E-CA44-4B2D-A14A-D2F30FBCEAA4}" dt="2023-03-18T09:37:07.793" v="16"/>
        <pc:sldMkLst>
          <pc:docMk/>
          <pc:sldMk cId="2142972920" sldId="279"/>
        </pc:sldMkLst>
      </pc:sldChg>
      <pc:sldChg chg="add del">
        <pc:chgData name="Rizwan Rashid" userId="S::rizwan.rashid@comsats.edu.pk::12b6bffb-8fd7-410a-bd1e-f473b901c3a4" providerId="AD" clId="Web-{247F139E-CA44-4B2D-A14A-D2F30FBCEAA4}" dt="2023-03-18T09:44:23.615" v="49"/>
        <pc:sldMkLst>
          <pc:docMk/>
          <pc:sldMk cId="3058227753" sldId="279"/>
        </pc:sldMkLst>
      </pc:sldChg>
      <pc:sldChg chg="addSp delSp modSp new">
        <pc:chgData name="Rizwan Rashid" userId="S::rizwan.rashid@comsats.edu.pk::12b6bffb-8fd7-410a-bd1e-f473b901c3a4" providerId="AD" clId="Web-{247F139E-CA44-4B2D-A14A-D2F30FBCEAA4}" dt="2023-03-18T10:32:01.911" v="224" actId="1076"/>
        <pc:sldMkLst>
          <pc:docMk/>
          <pc:sldMk cId="4268559702" sldId="279"/>
        </pc:sldMkLst>
        <pc:spChg chg="mod">
          <ac:chgData name="Rizwan Rashid" userId="S::rizwan.rashid@comsats.edu.pk::12b6bffb-8fd7-410a-bd1e-f473b901c3a4" providerId="AD" clId="Web-{247F139E-CA44-4B2D-A14A-D2F30FBCEAA4}" dt="2023-03-18T10:30:47.862" v="208" actId="1076"/>
          <ac:spMkLst>
            <pc:docMk/>
            <pc:sldMk cId="4268559702" sldId="279"/>
            <ac:spMk id="2" creationId="{5454BD87-6591-19F8-89E8-68F27B0A504D}"/>
          </ac:spMkLst>
        </pc:spChg>
        <pc:spChg chg="del">
          <ac:chgData name="Rizwan Rashid" userId="S::rizwan.rashid@comsats.edu.pk::12b6bffb-8fd7-410a-bd1e-f473b901c3a4" providerId="AD" clId="Web-{247F139E-CA44-4B2D-A14A-D2F30FBCEAA4}" dt="2023-03-18T10:28:42.735" v="164"/>
          <ac:spMkLst>
            <pc:docMk/>
            <pc:sldMk cId="4268559702" sldId="279"/>
            <ac:spMk id="3" creationId="{7C230DCE-22DC-0434-AE28-3E4107828B53}"/>
          </ac:spMkLst>
        </pc:spChg>
        <pc:spChg chg="add mod">
          <ac:chgData name="Rizwan Rashid" userId="S::rizwan.rashid@comsats.edu.pk::12b6bffb-8fd7-410a-bd1e-f473b901c3a4" providerId="AD" clId="Web-{247F139E-CA44-4B2D-A14A-D2F30FBCEAA4}" dt="2023-03-18T10:30:50.800" v="209" actId="1076"/>
          <ac:spMkLst>
            <pc:docMk/>
            <pc:sldMk cId="4268559702" sldId="279"/>
            <ac:spMk id="5" creationId="{56D251B9-7FC6-2482-6DC2-4A661958FF34}"/>
          </ac:spMkLst>
        </pc:spChg>
        <pc:spChg chg="add mod">
          <ac:chgData name="Rizwan Rashid" userId="S::rizwan.rashid@comsats.edu.pk::12b6bffb-8fd7-410a-bd1e-f473b901c3a4" providerId="AD" clId="Web-{247F139E-CA44-4B2D-A14A-D2F30FBCEAA4}" dt="2023-03-18T10:31:01.863" v="211" actId="14100"/>
          <ac:spMkLst>
            <pc:docMk/>
            <pc:sldMk cId="4268559702" sldId="279"/>
            <ac:spMk id="6" creationId="{E627915E-6480-D34A-8751-09EEAC427569}"/>
          </ac:spMkLst>
        </pc:spChg>
        <pc:spChg chg="add mod">
          <ac:chgData name="Rizwan Rashid" userId="S::rizwan.rashid@comsats.edu.pk::12b6bffb-8fd7-410a-bd1e-f473b901c3a4" providerId="AD" clId="Web-{247F139E-CA44-4B2D-A14A-D2F30FBCEAA4}" dt="2023-03-18T10:32:01.911" v="224" actId="1076"/>
          <ac:spMkLst>
            <pc:docMk/>
            <pc:sldMk cId="4268559702" sldId="279"/>
            <ac:spMk id="7" creationId="{0ED26185-AFA9-5D4F-C07E-51AF66DEA216}"/>
          </ac:spMkLst>
        </pc:spChg>
      </pc:sldChg>
      <pc:sldChg chg="addSp delSp modSp new">
        <pc:chgData name="Rizwan Rashid" userId="S::rizwan.rashid@comsats.edu.pk::12b6bffb-8fd7-410a-bd1e-f473b901c3a4" providerId="AD" clId="Web-{247F139E-CA44-4B2D-A14A-D2F30FBCEAA4}" dt="2023-03-18T10:55:38.708" v="356" actId="20577"/>
        <pc:sldMkLst>
          <pc:docMk/>
          <pc:sldMk cId="1485912887" sldId="280"/>
        </pc:sldMkLst>
        <pc:spChg chg="mod">
          <ac:chgData name="Rizwan Rashid" userId="S::rizwan.rashid@comsats.edu.pk::12b6bffb-8fd7-410a-bd1e-f473b901c3a4" providerId="AD" clId="Web-{247F139E-CA44-4B2D-A14A-D2F30FBCEAA4}" dt="2023-03-18T10:48:57.181" v="249" actId="20577"/>
          <ac:spMkLst>
            <pc:docMk/>
            <pc:sldMk cId="1485912887" sldId="280"/>
            <ac:spMk id="2" creationId="{12149328-A70D-AB85-2ED8-E61F252FD96E}"/>
          </ac:spMkLst>
        </pc:spChg>
        <pc:spChg chg="del">
          <ac:chgData name="Rizwan Rashid" userId="S::rizwan.rashid@comsats.edu.pk::12b6bffb-8fd7-410a-bd1e-f473b901c3a4" providerId="AD" clId="Web-{247F139E-CA44-4B2D-A14A-D2F30FBCEAA4}" dt="2023-03-18T10:32:25.411" v="226"/>
          <ac:spMkLst>
            <pc:docMk/>
            <pc:sldMk cId="1485912887" sldId="280"/>
            <ac:spMk id="3" creationId="{45C07FB1-DFC1-F7F4-C22B-91047AF0D1E7}"/>
          </ac:spMkLst>
        </pc:spChg>
        <pc:spChg chg="add mod">
          <ac:chgData name="Rizwan Rashid" userId="S::rizwan.rashid@comsats.edu.pk::12b6bffb-8fd7-410a-bd1e-f473b901c3a4" providerId="AD" clId="Web-{247F139E-CA44-4B2D-A14A-D2F30FBCEAA4}" dt="2023-03-18T10:50:12.261" v="271" actId="14100"/>
          <ac:spMkLst>
            <pc:docMk/>
            <pc:sldMk cId="1485912887" sldId="280"/>
            <ac:spMk id="3" creationId="{D134B54E-1299-5CCA-BE68-E24DE57DC1C0}"/>
          </ac:spMkLst>
        </pc:spChg>
        <pc:spChg chg="add mod">
          <ac:chgData name="Rizwan Rashid" userId="S::rizwan.rashid@comsats.edu.pk::12b6bffb-8fd7-410a-bd1e-f473b901c3a4" providerId="AD" clId="Web-{247F139E-CA44-4B2D-A14A-D2F30FBCEAA4}" dt="2023-03-18T10:53:24.282" v="319" actId="20577"/>
          <ac:spMkLst>
            <pc:docMk/>
            <pc:sldMk cId="1485912887" sldId="280"/>
            <ac:spMk id="5" creationId="{45B7ACD4-6D98-DECC-4D90-4CE5DF1DD00F}"/>
          </ac:spMkLst>
        </pc:spChg>
        <pc:spChg chg="add del mod">
          <ac:chgData name="Rizwan Rashid" userId="S::rizwan.rashid@comsats.edu.pk::12b6bffb-8fd7-410a-bd1e-f473b901c3a4" providerId="AD" clId="Web-{247F139E-CA44-4B2D-A14A-D2F30FBCEAA4}" dt="2023-03-18T10:49:00.618" v="250"/>
          <ac:spMkLst>
            <pc:docMk/>
            <pc:sldMk cId="1485912887" sldId="280"/>
            <ac:spMk id="7" creationId="{27B6EEDE-C699-1DC6-4717-DF71B3AA1638}"/>
          </ac:spMkLst>
        </pc:spChg>
        <pc:spChg chg="add">
          <ac:chgData name="Rizwan Rashid" userId="S::rizwan.rashid@comsats.edu.pk::12b6bffb-8fd7-410a-bd1e-f473b901c3a4" providerId="AD" clId="Web-{247F139E-CA44-4B2D-A14A-D2F30FBCEAA4}" dt="2023-03-18T10:54:32.175" v="320"/>
          <ac:spMkLst>
            <pc:docMk/>
            <pc:sldMk cId="1485912887" sldId="280"/>
            <ac:spMk id="8" creationId="{F0889346-9D4C-F272-327D-8B84C38D3F86}"/>
          </ac:spMkLst>
        </pc:spChg>
        <pc:spChg chg="add">
          <ac:chgData name="Rizwan Rashid" userId="S::rizwan.rashid@comsats.edu.pk::12b6bffb-8fd7-410a-bd1e-f473b901c3a4" providerId="AD" clId="Web-{247F139E-CA44-4B2D-A14A-D2F30FBCEAA4}" dt="2023-03-18T10:54:32.175" v="320"/>
          <ac:spMkLst>
            <pc:docMk/>
            <pc:sldMk cId="1485912887" sldId="280"/>
            <ac:spMk id="9" creationId="{070F2375-E141-09B9-6554-590E0B3AE95D}"/>
          </ac:spMkLst>
        </pc:spChg>
        <pc:spChg chg="add">
          <ac:chgData name="Rizwan Rashid" userId="S::rizwan.rashid@comsats.edu.pk::12b6bffb-8fd7-410a-bd1e-f473b901c3a4" providerId="AD" clId="Web-{247F139E-CA44-4B2D-A14A-D2F30FBCEAA4}" dt="2023-03-18T10:54:32.175" v="320"/>
          <ac:spMkLst>
            <pc:docMk/>
            <pc:sldMk cId="1485912887" sldId="280"/>
            <ac:spMk id="10" creationId="{3435D2F6-E4FD-576C-E2BB-0F6E4B51F161}"/>
          </ac:spMkLst>
        </pc:spChg>
        <pc:spChg chg="add">
          <ac:chgData name="Rizwan Rashid" userId="S::rizwan.rashid@comsats.edu.pk::12b6bffb-8fd7-410a-bd1e-f473b901c3a4" providerId="AD" clId="Web-{247F139E-CA44-4B2D-A14A-D2F30FBCEAA4}" dt="2023-03-18T10:54:32.175" v="320"/>
          <ac:spMkLst>
            <pc:docMk/>
            <pc:sldMk cId="1485912887" sldId="280"/>
            <ac:spMk id="11" creationId="{E3FD8B28-945F-F2E2-B65C-E0EE20521961}"/>
          </ac:spMkLst>
        </pc:spChg>
        <pc:spChg chg="add">
          <ac:chgData name="Rizwan Rashid" userId="S::rizwan.rashid@comsats.edu.pk::12b6bffb-8fd7-410a-bd1e-f473b901c3a4" providerId="AD" clId="Web-{247F139E-CA44-4B2D-A14A-D2F30FBCEAA4}" dt="2023-03-18T10:54:32.175" v="320"/>
          <ac:spMkLst>
            <pc:docMk/>
            <pc:sldMk cId="1485912887" sldId="280"/>
            <ac:spMk id="12" creationId="{8AC0D48D-0BD8-CEBF-FE34-95BA2298E3D3}"/>
          </ac:spMkLst>
        </pc:spChg>
        <pc:spChg chg="add">
          <ac:chgData name="Rizwan Rashid" userId="S::rizwan.rashid@comsats.edu.pk::12b6bffb-8fd7-410a-bd1e-f473b901c3a4" providerId="AD" clId="Web-{247F139E-CA44-4B2D-A14A-D2F30FBCEAA4}" dt="2023-03-18T10:54:32.175" v="320"/>
          <ac:spMkLst>
            <pc:docMk/>
            <pc:sldMk cId="1485912887" sldId="280"/>
            <ac:spMk id="13" creationId="{8E6ED5CC-06BB-D821-849E-0C8E75929806}"/>
          </ac:spMkLst>
        </pc:spChg>
        <pc:spChg chg="add">
          <ac:chgData name="Rizwan Rashid" userId="S::rizwan.rashid@comsats.edu.pk::12b6bffb-8fd7-410a-bd1e-f473b901c3a4" providerId="AD" clId="Web-{247F139E-CA44-4B2D-A14A-D2F30FBCEAA4}" dt="2023-03-18T10:54:32.175" v="320"/>
          <ac:spMkLst>
            <pc:docMk/>
            <pc:sldMk cId="1485912887" sldId="280"/>
            <ac:spMk id="14" creationId="{F8717278-79A3-308C-0BF3-26694C673956}"/>
          </ac:spMkLst>
        </pc:spChg>
        <pc:spChg chg="add">
          <ac:chgData name="Rizwan Rashid" userId="S::rizwan.rashid@comsats.edu.pk::12b6bffb-8fd7-410a-bd1e-f473b901c3a4" providerId="AD" clId="Web-{247F139E-CA44-4B2D-A14A-D2F30FBCEAA4}" dt="2023-03-18T10:54:32.175" v="320"/>
          <ac:spMkLst>
            <pc:docMk/>
            <pc:sldMk cId="1485912887" sldId="280"/>
            <ac:spMk id="15" creationId="{A19161A7-C2E2-4CBB-2989-99E2B94EB0F4}"/>
          </ac:spMkLst>
        </pc:spChg>
        <pc:spChg chg="add">
          <ac:chgData name="Rizwan Rashid" userId="S::rizwan.rashid@comsats.edu.pk::12b6bffb-8fd7-410a-bd1e-f473b901c3a4" providerId="AD" clId="Web-{247F139E-CA44-4B2D-A14A-D2F30FBCEAA4}" dt="2023-03-18T10:54:32.175" v="320"/>
          <ac:spMkLst>
            <pc:docMk/>
            <pc:sldMk cId="1485912887" sldId="280"/>
            <ac:spMk id="16" creationId="{A98ABFED-FC63-1974-34A1-2A2E40844E9C}"/>
          </ac:spMkLst>
        </pc:spChg>
        <pc:spChg chg="add">
          <ac:chgData name="Rizwan Rashid" userId="S::rizwan.rashid@comsats.edu.pk::12b6bffb-8fd7-410a-bd1e-f473b901c3a4" providerId="AD" clId="Web-{247F139E-CA44-4B2D-A14A-D2F30FBCEAA4}" dt="2023-03-18T10:54:32.175" v="320"/>
          <ac:spMkLst>
            <pc:docMk/>
            <pc:sldMk cId="1485912887" sldId="280"/>
            <ac:spMk id="17" creationId="{359C3367-5DDE-9FB4-8B09-53C4D5D84F5E}"/>
          </ac:spMkLst>
        </pc:spChg>
        <pc:spChg chg="add mod">
          <ac:chgData name="Rizwan Rashid" userId="S::rizwan.rashid@comsats.edu.pk::12b6bffb-8fd7-410a-bd1e-f473b901c3a4" providerId="AD" clId="Web-{247F139E-CA44-4B2D-A14A-D2F30FBCEAA4}" dt="2023-03-18T10:55:38.708" v="356" actId="20577"/>
          <ac:spMkLst>
            <pc:docMk/>
            <pc:sldMk cId="1485912887" sldId="280"/>
            <ac:spMk id="18" creationId="{CA67BAAB-27C4-C24A-93F1-56B8B40799D0}"/>
          </ac:spMkLst>
        </pc:spChg>
        <pc:spChg chg="add mod">
          <ac:chgData name="Rizwan Rashid" userId="S::rizwan.rashid@comsats.edu.pk::12b6bffb-8fd7-410a-bd1e-f473b901c3a4" providerId="AD" clId="Web-{247F139E-CA44-4B2D-A14A-D2F30FBCEAA4}" dt="2023-03-18T10:54:58.160" v="326" actId="20577"/>
          <ac:spMkLst>
            <pc:docMk/>
            <pc:sldMk cId="1485912887" sldId="280"/>
            <ac:spMk id="19" creationId="{45FA26DA-35BB-0330-0E55-23C0B3D61E65}"/>
          </ac:spMkLst>
        </pc:spChg>
        <pc:spChg chg="add">
          <ac:chgData name="Rizwan Rashid" userId="S::rizwan.rashid@comsats.edu.pk::12b6bffb-8fd7-410a-bd1e-f473b901c3a4" providerId="AD" clId="Web-{247F139E-CA44-4B2D-A14A-D2F30FBCEAA4}" dt="2023-03-18T10:54:32.175" v="320"/>
          <ac:spMkLst>
            <pc:docMk/>
            <pc:sldMk cId="1485912887" sldId="280"/>
            <ac:spMk id="20" creationId="{D123059C-87EA-C85D-456D-B62488D2E4CA}"/>
          </ac:spMkLst>
        </pc:spChg>
        <pc:spChg chg="add">
          <ac:chgData name="Rizwan Rashid" userId="S::rizwan.rashid@comsats.edu.pk::12b6bffb-8fd7-410a-bd1e-f473b901c3a4" providerId="AD" clId="Web-{247F139E-CA44-4B2D-A14A-D2F30FBCEAA4}" dt="2023-03-18T10:54:32.175" v="320"/>
          <ac:spMkLst>
            <pc:docMk/>
            <pc:sldMk cId="1485912887" sldId="280"/>
            <ac:spMk id="21" creationId="{0A05C9E2-709C-EF13-91C4-4F607A934734}"/>
          </ac:spMkLst>
        </pc:spChg>
        <pc:spChg chg="add">
          <ac:chgData name="Rizwan Rashid" userId="S::rizwan.rashid@comsats.edu.pk::12b6bffb-8fd7-410a-bd1e-f473b901c3a4" providerId="AD" clId="Web-{247F139E-CA44-4B2D-A14A-D2F30FBCEAA4}" dt="2023-03-18T10:54:32.175" v="320"/>
          <ac:spMkLst>
            <pc:docMk/>
            <pc:sldMk cId="1485912887" sldId="280"/>
            <ac:spMk id="22" creationId="{6833BDEF-062A-B490-F899-5E71AA857579}"/>
          </ac:spMkLst>
        </pc:spChg>
        <pc:spChg chg="add">
          <ac:chgData name="Rizwan Rashid" userId="S::rizwan.rashid@comsats.edu.pk::12b6bffb-8fd7-410a-bd1e-f473b901c3a4" providerId="AD" clId="Web-{247F139E-CA44-4B2D-A14A-D2F30FBCEAA4}" dt="2023-03-18T10:54:32.175" v="320"/>
          <ac:spMkLst>
            <pc:docMk/>
            <pc:sldMk cId="1485912887" sldId="280"/>
            <ac:spMk id="23" creationId="{2CC8E90A-DB37-E724-38D5-AB664524606F}"/>
          </ac:spMkLst>
        </pc:spChg>
        <pc:spChg chg="add mod">
          <ac:chgData name="Rizwan Rashid" userId="S::rizwan.rashid@comsats.edu.pk::12b6bffb-8fd7-410a-bd1e-f473b901c3a4" providerId="AD" clId="Web-{247F139E-CA44-4B2D-A14A-D2F30FBCEAA4}" dt="2023-03-18T10:55:26.067" v="339" actId="20577"/>
          <ac:spMkLst>
            <pc:docMk/>
            <pc:sldMk cId="1485912887" sldId="280"/>
            <ac:spMk id="25" creationId="{B0D3DF1F-0090-2F7F-7F0E-832A26E7130C}"/>
          </ac:spMkLst>
        </pc:spChg>
        <pc:grpChg chg="add mod">
          <ac:chgData name="Rizwan Rashid" userId="S::rizwan.rashid@comsats.edu.pk::12b6bffb-8fd7-410a-bd1e-f473b901c3a4" providerId="AD" clId="Web-{247F139E-CA44-4B2D-A14A-D2F30FBCEAA4}" dt="2023-03-18T10:54:41.019" v="321" actId="1076"/>
          <ac:grpSpMkLst>
            <pc:docMk/>
            <pc:sldMk cId="1485912887" sldId="280"/>
            <ac:grpSpMk id="6" creationId="{9E0A4035-0885-BA2B-8DFA-B2967B2E42C3}"/>
          </ac:grpSpMkLst>
        </pc:grpChg>
        <pc:picChg chg="add del mod ord">
          <ac:chgData name="Rizwan Rashid" userId="S::rizwan.rashid@comsats.edu.pk::12b6bffb-8fd7-410a-bd1e-f473b901c3a4" providerId="AD" clId="Web-{247F139E-CA44-4B2D-A14A-D2F30FBCEAA4}" dt="2023-03-18T10:33:09.506" v="227"/>
          <ac:picMkLst>
            <pc:docMk/>
            <pc:sldMk cId="1485912887" sldId="280"/>
            <ac:picMk id="5" creationId="{8E255F99-BD9C-5BAC-A21D-50F317278DAF}"/>
          </ac:picMkLst>
        </pc:picChg>
      </pc:sldChg>
      <pc:sldChg chg="del">
        <pc:chgData name="Rizwan Rashid" userId="S::rizwan.rashid@comsats.edu.pk::12b6bffb-8fd7-410a-bd1e-f473b901c3a4" providerId="AD" clId="Web-{247F139E-CA44-4B2D-A14A-D2F30FBCEAA4}" dt="2023-03-18T09:37:07.808" v="25"/>
        <pc:sldMkLst>
          <pc:docMk/>
          <pc:sldMk cId="2554846361" sldId="280"/>
        </pc:sldMkLst>
      </pc:sldChg>
      <pc:sldChg chg="del">
        <pc:chgData name="Rizwan Rashid" userId="S::rizwan.rashid@comsats.edu.pk::12b6bffb-8fd7-410a-bd1e-f473b901c3a4" providerId="AD" clId="Web-{247F139E-CA44-4B2D-A14A-D2F30FBCEAA4}" dt="2023-03-18T09:37:07.808" v="24"/>
        <pc:sldMkLst>
          <pc:docMk/>
          <pc:sldMk cId="310750267" sldId="281"/>
        </pc:sldMkLst>
      </pc:sldChg>
      <pc:sldChg chg="modSp add">
        <pc:chgData name="Rizwan Rashid" userId="S::rizwan.rashid@comsats.edu.pk::12b6bffb-8fd7-410a-bd1e-f473b901c3a4" providerId="AD" clId="Web-{247F139E-CA44-4B2D-A14A-D2F30FBCEAA4}" dt="2023-03-18T10:57:12.180" v="378" actId="20577"/>
        <pc:sldMkLst>
          <pc:docMk/>
          <pc:sldMk cId="3463794225" sldId="281"/>
        </pc:sldMkLst>
        <pc:spChg chg="mod">
          <ac:chgData name="Rizwan Rashid" userId="S::rizwan.rashid@comsats.edu.pk::12b6bffb-8fd7-410a-bd1e-f473b901c3a4" providerId="AD" clId="Web-{247F139E-CA44-4B2D-A14A-D2F30FBCEAA4}" dt="2023-03-18T10:57:12.180" v="378" actId="20577"/>
          <ac:spMkLst>
            <pc:docMk/>
            <pc:sldMk cId="3463794225" sldId="281"/>
            <ac:spMk id="420867" creationId="{00000000-0000-0000-0000-000000000000}"/>
          </ac:spMkLst>
        </pc:spChg>
      </pc:sldChg>
      <pc:sldChg chg="modSp add">
        <pc:chgData name="Rizwan Rashid" userId="S::rizwan.rashid@comsats.edu.pk::12b6bffb-8fd7-410a-bd1e-f473b901c3a4" providerId="AD" clId="Web-{247F139E-CA44-4B2D-A14A-D2F30FBCEAA4}" dt="2023-03-18T11:00:51.499" v="391" actId="20577"/>
        <pc:sldMkLst>
          <pc:docMk/>
          <pc:sldMk cId="1222195488" sldId="282"/>
        </pc:sldMkLst>
        <pc:spChg chg="mod">
          <ac:chgData name="Rizwan Rashid" userId="S::rizwan.rashid@comsats.edu.pk::12b6bffb-8fd7-410a-bd1e-f473b901c3a4" providerId="AD" clId="Web-{247F139E-CA44-4B2D-A14A-D2F30FBCEAA4}" dt="2023-03-18T11:00:51.499" v="391" actId="20577"/>
          <ac:spMkLst>
            <pc:docMk/>
            <pc:sldMk cId="1222195488" sldId="282"/>
            <ac:spMk id="3" creationId="{00000000-0000-0000-0000-000000000000}"/>
          </ac:spMkLst>
        </pc:spChg>
      </pc:sldChg>
      <pc:sldChg chg="del">
        <pc:chgData name="Rizwan Rashid" userId="S::rizwan.rashid@comsats.edu.pk::12b6bffb-8fd7-410a-bd1e-f473b901c3a4" providerId="AD" clId="Web-{247F139E-CA44-4B2D-A14A-D2F30FBCEAA4}" dt="2023-03-18T09:37:07.808" v="23"/>
        <pc:sldMkLst>
          <pc:docMk/>
          <pc:sldMk cId="1653349153" sldId="283"/>
        </pc:sldMkLst>
      </pc:sldChg>
      <pc:sldChg chg="add">
        <pc:chgData name="Rizwan Rashid" userId="S::rizwan.rashid@comsats.edu.pk::12b6bffb-8fd7-410a-bd1e-f473b901c3a4" providerId="AD" clId="Web-{247F139E-CA44-4B2D-A14A-D2F30FBCEAA4}" dt="2023-03-18T10:58:22.120" v="380"/>
        <pc:sldMkLst>
          <pc:docMk/>
          <pc:sldMk cId="1906325941" sldId="283"/>
        </pc:sldMkLst>
      </pc:sldChg>
      <pc:sldChg chg="del">
        <pc:chgData name="Rizwan Rashid" userId="S::rizwan.rashid@comsats.edu.pk::12b6bffb-8fd7-410a-bd1e-f473b901c3a4" providerId="AD" clId="Web-{247F139E-CA44-4B2D-A14A-D2F30FBCEAA4}" dt="2023-03-18T09:37:07.808" v="22"/>
        <pc:sldMkLst>
          <pc:docMk/>
          <pc:sldMk cId="596579241" sldId="284"/>
        </pc:sldMkLst>
      </pc:sldChg>
      <pc:sldChg chg="del">
        <pc:chgData name="Rizwan Rashid" userId="S::rizwan.rashid@comsats.edu.pk::12b6bffb-8fd7-410a-bd1e-f473b901c3a4" providerId="AD" clId="Web-{247F139E-CA44-4B2D-A14A-D2F30FBCEAA4}" dt="2023-03-18T09:37:07.808" v="21"/>
        <pc:sldMkLst>
          <pc:docMk/>
          <pc:sldMk cId="859655136" sldId="285"/>
        </pc:sldMkLst>
      </pc:sldChg>
      <pc:sldChg chg="del">
        <pc:chgData name="Rizwan Rashid" userId="S::rizwan.rashid@comsats.edu.pk::12b6bffb-8fd7-410a-bd1e-f473b901c3a4" providerId="AD" clId="Web-{247F139E-CA44-4B2D-A14A-D2F30FBCEAA4}" dt="2023-03-18T09:37:07.793" v="19"/>
        <pc:sldMkLst>
          <pc:docMk/>
          <pc:sldMk cId="1110110904" sldId="288"/>
        </pc:sldMkLst>
      </pc:sldChg>
      <pc:sldChg chg="del">
        <pc:chgData name="Rizwan Rashid" userId="S::rizwan.rashid@comsats.edu.pk::12b6bffb-8fd7-410a-bd1e-f473b901c3a4" providerId="AD" clId="Web-{247F139E-CA44-4B2D-A14A-D2F30FBCEAA4}" dt="2023-03-18T09:37:07.808" v="20"/>
        <pc:sldMkLst>
          <pc:docMk/>
          <pc:sldMk cId="4185864543" sldId="289"/>
        </pc:sldMkLst>
      </pc:sldChg>
      <pc:sldChg chg="del">
        <pc:chgData name="Rizwan Rashid" userId="S::rizwan.rashid@comsats.edu.pk::12b6bffb-8fd7-410a-bd1e-f473b901c3a4" providerId="AD" clId="Web-{247F139E-CA44-4B2D-A14A-D2F30FBCEAA4}" dt="2023-03-18T09:37:07.793" v="18"/>
        <pc:sldMkLst>
          <pc:docMk/>
          <pc:sldMk cId="1431043225" sldId="290"/>
        </pc:sldMkLst>
      </pc:sldChg>
      <pc:sldChg chg="del">
        <pc:chgData name="Rizwan Rashid" userId="S::rizwan.rashid@comsats.edu.pk::12b6bffb-8fd7-410a-bd1e-f473b901c3a4" providerId="AD" clId="Web-{247F139E-CA44-4B2D-A14A-D2F30FBCEAA4}" dt="2023-03-18T09:37:07.793" v="17"/>
        <pc:sldMkLst>
          <pc:docMk/>
          <pc:sldMk cId="2826038969" sldId="291"/>
        </pc:sldMkLst>
      </pc:sldChg>
      <pc:sldChg chg="del">
        <pc:chgData name="Rizwan Rashid" userId="S::rizwan.rashid@comsats.edu.pk::12b6bffb-8fd7-410a-bd1e-f473b901c3a4" providerId="AD" clId="Web-{247F139E-CA44-4B2D-A14A-D2F30FBCEAA4}" dt="2023-03-18T09:37:07.793" v="14"/>
        <pc:sldMkLst>
          <pc:docMk/>
          <pc:sldMk cId="1923366079" sldId="292"/>
        </pc:sldMkLst>
      </pc:sldChg>
      <pc:sldChg chg="del">
        <pc:chgData name="Rizwan Rashid" userId="S::rizwan.rashid@comsats.edu.pk::12b6bffb-8fd7-410a-bd1e-f473b901c3a4" providerId="AD" clId="Web-{247F139E-CA44-4B2D-A14A-D2F30FBCEAA4}" dt="2023-03-18T09:37:07.793" v="13"/>
        <pc:sldMkLst>
          <pc:docMk/>
          <pc:sldMk cId="1102360198" sldId="293"/>
        </pc:sldMkLst>
      </pc:sldChg>
      <pc:sldMasterChg chg="add addSldLayout">
        <pc:chgData name="Rizwan Rashid" userId="S::rizwan.rashid@comsats.edu.pk::12b6bffb-8fd7-410a-bd1e-f473b901c3a4" providerId="AD" clId="Web-{247F139E-CA44-4B2D-A14A-D2F30FBCEAA4}" dt="2023-03-18T09:43:16.442" v="43"/>
        <pc:sldMasterMkLst>
          <pc:docMk/>
          <pc:sldMasterMk cId="0" sldId="2147483672"/>
        </pc:sldMasterMkLst>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73"/>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74"/>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75"/>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76"/>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77"/>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78"/>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79"/>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80"/>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81"/>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82"/>
          </pc:sldLayoutMkLst>
        </pc:sldLayoutChg>
        <pc:sldLayoutChg chg="add">
          <pc:chgData name="Rizwan Rashid" userId="S::rizwan.rashid@comsats.edu.pk::12b6bffb-8fd7-410a-bd1e-f473b901c3a4" providerId="AD" clId="Web-{247F139E-CA44-4B2D-A14A-D2F30FBCEAA4}" dt="2023-03-18T09:43:16.442" v="43"/>
          <pc:sldLayoutMkLst>
            <pc:docMk/>
            <pc:sldMasterMk cId="0" sldId="2147483672"/>
            <pc:sldLayoutMk cId="0" sldId="2147483683"/>
          </pc:sldLayoutMkLst>
        </pc:sldLayoutChg>
      </pc:sldMasterChg>
    </pc:docChg>
  </pc:docChgLst>
  <pc:docChgLst>
    <pc:chgData name="Rizwan Rashid" userId="S::rizwan.rashid@comsats.edu.pk::12b6bffb-8fd7-410a-bd1e-f473b901c3a4" providerId="AD" clId="Web-{777905A0-4309-C5C3-7CD5-E75EC9F6B3D8}"/>
    <pc:docChg chg="mod modSld">
      <pc:chgData name="Rizwan Rashid" userId="S::rizwan.rashid@comsats.edu.pk::12b6bffb-8fd7-410a-bd1e-f473b901c3a4" providerId="AD" clId="Web-{777905A0-4309-C5C3-7CD5-E75EC9F6B3D8}" dt="2023-02-26T15:44:33.074" v="30"/>
      <pc:docMkLst>
        <pc:docMk/>
      </pc:docMkLst>
      <pc:sldChg chg="addSp delSp modSp">
        <pc:chgData name="Rizwan Rashid" userId="S::rizwan.rashid@comsats.edu.pk::12b6bffb-8fd7-410a-bd1e-f473b901c3a4" providerId="AD" clId="Web-{777905A0-4309-C5C3-7CD5-E75EC9F6B3D8}" dt="2023-02-26T15:44:33.074" v="30"/>
        <pc:sldMkLst>
          <pc:docMk/>
          <pc:sldMk cId="3759789600" sldId="275"/>
        </pc:sldMkLst>
        <pc:spChg chg="add del mod">
          <ac:chgData name="Rizwan Rashid" userId="S::rizwan.rashid@comsats.edu.pk::12b6bffb-8fd7-410a-bd1e-f473b901c3a4" providerId="AD" clId="Web-{777905A0-4309-C5C3-7CD5-E75EC9F6B3D8}" dt="2023-02-26T15:44:33.074" v="30"/>
          <ac:spMkLst>
            <pc:docMk/>
            <pc:sldMk cId="3759789600" sldId="275"/>
            <ac:spMk id="2" creationId="{6C46D016-9EBF-ADC8-857F-4C17977B54E8}"/>
          </ac:spMkLst>
        </pc:spChg>
      </pc:sldChg>
      <pc:sldChg chg="delSp">
        <pc:chgData name="Rizwan Rashid" userId="S::rizwan.rashid@comsats.edu.pk::12b6bffb-8fd7-410a-bd1e-f473b901c3a4" providerId="AD" clId="Web-{777905A0-4309-C5C3-7CD5-E75EC9F6B3D8}" dt="2023-02-26T15:44:31.668" v="11"/>
        <pc:sldMkLst>
          <pc:docMk/>
          <pc:sldMk cId="1764550574" sldId="277"/>
        </pc:sldMkLst>
        <pc:spChg chg="del">
          <ac:chgData name="Rizwan Rashid" userId="S::rizwan.rashid@comsats.edu.pk::12b6bffb-8fd7-410a-bd1e-f473b901c3a4" providerId="AD" clId="Web-{777905A0-4309-C5C3-7CD5-E75EC9F6B3D8}" dt="2023-02-26T15:44:31.668" v="11"/>
          <ac:spMkLst>
            <pc:docMk/>
            <pc:sldMk cId="1764550574" sldId="277"/>
            <ac:spMk id="114692" creationId="{00000000-0000-0000-0000-000000000000}"/>
          </ac:spMkLst>
        </pc:spChg>
      </pc:sldChg>
      <pc:sldChg chg="delSp">
        <pc:chgData name="Rizwan Rashid" userId="S::rizwan.rashid@comsats.edu.pk::12b6bffb-8fd7-410a-bd1e-f473b901c3a4" providerId="AD" clId="Web-{777905A0-4309-C5C3-7CD5-E75EC9F6B3D8}" dt="2023-02-26T15:44:31.668" v="10"/>
        <pc:sldMkLst>
          <pc:docMk/>
          <pc:sldMk cId="265050139" sldId="278"/>
        </pc:sldMkLst>
        <pc:spChg chg="del">
          <ac:chgData name="Rizwan Rashid" userId="S::rizwan.rashid@comsats.edu.pk::12b6bffb-8fd7-410a-bd1e-f473b901c3a4" providerId="AD" clId="Web-{777905A0-4309-C5C3-7CD5-E75EC9F6B3D8}" dt="2023-02-26T15:44:31.668" v="10"/>
          <ac:spMkLst>
            <pc:docMk/>
            <pc:sldMk cId="265050139" sldId="278"/>
            <ac:spMk id="112644" creationId="{00000000-0000-0000-0000-000000000000}"/>
          </ac:spMkLst>
        </pc:spChg>
      </pc:sldChg>
      <pc:sldChg chg="delSp">
        <pc:chgData name="Rizwan Rashid" userId="S::rizwan.rashid@comsats.edu.pk::12b6bffb-8fd7-410a-bd1e-f473b901c3a4" providerId="AD" clId="Web-{777905A0-4309-C5C3-7CD5-E75EC9F6B3D8}" dt="2023-02-26T15:44:31.668" v="9"/>
        <pc:sldMkLst>
          <pc:docMk/>
          <pc:sldMk cId="4122765759" sldId="279"/>
        </pc:sldMkLst>
        <pc:spChg chg="del">
          <ac:chgData name="Rizwan Rashid" userId="S::rizwan.rashid@comsats.edu.pk::12b6bffb-8fd7-410a-bd1e-f473b901c3a4" providerId="AD" clId="Web-{777905A0-4309-C5C3-7CD5-E75EC9F6B3D8}" dt="2023-02-26T15:44:31.668" v="9"/>
          <ac:spMkLst>
            <pc:docMk/>
            <pc:sldMk cId="4122765759" sldId="279"/>
            <ac:spMk id="110596" creationId="{00000000-0000-0000-0000-000000000000}"/>
          </ac:spMkLst>
        </pc:spChg>
      </pc:sldChg>
      <pc:sldChg chg="delSp">
        <pc:chgData name="Rizwan Rashid" userId="S::rizwan.rashid@comsats.edu.pk::12b6bffb-8fd7-410a-bd1e-f473b901c3a4" providerId="AD" clId="Web-{777905A0-4309-C5C3-7CD5-E75EC9F6B3D8}" dt="2023-02-26T15:44:31.668" v="8"/>
        <pc:sldMkLst>
          <pc:docMk/>
          <pc:sldMk cId="1736788800" sldId="280"/>
        </pc:sldMkLst>
        <pc:spChg chg="del">
          <ac:chgData name="Rizwan Rashid" userId="S::rizwan.rashid@comsats.edu.pk::12b6bffb-8fd7-410a-bd1e-f473b901c3a4" providerId="AD" clId="Web-{777905A0-4309-C5C3-7CD5-E75EC9F6B3D8}" dt="2023-02-26T15:44:31.668" v="8"/>
          <ac:spMkLst>
            <pc:docMk/>
            <pc:sldMk cId="1736788800" sldId="280"/>
            <ac:spMk id="108548" creationId="{00000000-0000-0000-0000-000000000000}"/>
          </ac:spMkLst>
        </pc:spChg>
      </pc:sldChg>
      <pc:sldChg chg="delSp">
        <pc:chgData name="Rizwan Rashid" userId="S::rizwan.rashid@comsats.edu.pk::12b6bffb-8fd7-410a-bd1e-f473b901c3a4" providerId="AD" clId="Web-{777905A0-4309-C5C3-7CD5-E75EC9F6B3D8}" dt="2023-02-26T15:44:31.668" v="7"/>
        <pc:sldMkLst>
          <pc:docMk/>
          <pc:sldMk cId="1271110865" sldId="281"/>
        </pc:sldMkLst>
        <pc:spChg chg="del">
          <ac:chgData name="Rizwan Rashid" userId="S::rizwan.rashid@comsats.edu.pk::12b6bffb-8fd7-410a-bd1e-f473b901c3a4" providerId="AD" clId="Web-{777905A0-4309-C5C3-7CD5-E75EC9F6B3D8}" dt="2023-02-26T15:44:31.668" v="7"/>
          <ac:spMkLst>
            <pc:docMk/>
            <pc:sldMk cId="1271110865" sldId="281"/>
            <ac:spMk id="106500" creationId="{00000000-0000-0000-0000-000000000000}"/>
          </ac:spMkLst>
        </pc:spChg>
      </pc:sldChg>
      <pc:sldChg chg="delSp">
        <pc:chgData name="Rizwan Rashid" userId="S::rizwan.rashid@comsats.edu.pk::12b6bffb-8fd7-410a-bd1e-f473b901c3a4" providerId="AD" clId="Web-{777905A0-4309-C5C3-7CD5-E75EC9F6B3D8}" dt="2023-02-26T15:44:31.668" v="6"/>
        <pc:sldMkLst>
          <pc:docMk/>
          <pc:sldMk cId="466966198" sldId="282"/>
        </pc:sldMkLst>
        <pc:spChg chg="del">
          <ac:chgData name="Rizwan Rashid" userId="S::rizwan.rashid@comsats.edu.pk::12b6bffb-8fd7-410a-bd1e-f473b901c3a4" providerId="AD" clId="Web-{777905A0-4309-C5C3-7CD5-E75EC9F6B3D8}" dt="2023-02-26T15:44:31.668" v="6"/>
          <ac:spMkLst>
            <pc:docMk/>
            <pc:sldMk cId="466966198" sldId="282"/>
            <ac:spMk id="104452" creationId="{00000000-0000-0000-0000-000000000000}"/>
          </ac:spMkLst>
        </pc:spChg>
      </pc:sldChg>
      <pc:sldChg chg="delSp">
        <pc:chgData name="Rizwan Rashid" userId="S::rizwan.rashid@comsats.edu.pk::12b6bffb-8fd7-410a-bd1e-f473b901c3a4" providerId="AD" clId="Web-{777905A0-4309-C5C3-7CD5-E75EC9F6B3D8}" dt="2023-02-26T15:44:31.683" v="29"/>
        <pc:sldMkLst>
          <pc:docMk/>
          <pc:sldMk cId="3431449325" sldId="283"/>
        </pc:sldMkLst>
        <pc:spChg chg="del">
          <ac:chgData name="Rizwan Rashid" userId="S::rizwan.rashid@comsats.edu.pk::12b6bffb-8fd7-410a-bd1e-f473b901c3a4" providerId="AD" clId="Web-{777905A0-4309-C5C3-7CD5-E75EC9F6B3D8}" dt="2023-02-26T15:44:31.683" v="29"/>
          <ac:spMkLst>
            <pc:docMk/>
            <pc:sldMk cId="3431449325" sldId="283"/>
            <ac:spMk id="102404" creationId="{00000000-0000-0000-0000-000000000000}"/>
          </ac:spMkLst>
        </pc:spChg>
      </pc:sldChg>
      <pc:sldChg chg="delSp">
        <pc:chgData name="Rizwan Rashid" userId="S::rizwan.rashid@comsats.edu.pk::12b6bffb-8fd7-410a-bd1e-f473b901c3a4" providerId="AD" clId="Web-{777905A0-4309-C5C3-7CD5-E75EC9F6B3D8}" dt="2023-02-26T15:44:31.683" v="28"/>
        <pc:sldMkLst>
          <pc:docMk/>
          <pc:sldMk cId="1257545278" sldId="284"/>
        </pc:sldMkLst>
        <pc:spChg chg="del">
          <ac:chgData name="Rizwan Rashid" userId="S::rizwan.rashid@comsats.edu.pk::12b6bffb-8fd7-410a-bd1e-f473b901c3a4" providerId="AD" clId="Web-{777905A0-4309-C5C3-7CD5-E75EC9F6B3D8}" dt="2023-02-26T15:44:31.683" v="28"/>
          <ac:spMkLst>
            <pc:docMk/>
            <pc:sldMk cId="1257545278" sldId="284"/>
            <ac:spMk id="100356" creationId="{00000000-0000-0000-0000-000000000000}"/>
          </ac:spMkLst>
        </pc:spChg>
      </pc:sldChg>
      <pc:sldChg chg="delSp">
        <pc:chgData name="Rizwan Rashid" userId="S::rizwan.rashid@comsats.edu.pk::12b6bffb-8fd7-410a-bd1e-f473b901c3a4" providerId="AD" clId="Web-{777905A0-4309-C5C3-7CD5-E75EC9F6B3D8}" dt="2023-02-26T15:44:31.683" v="27"/>
        <pc:sldMkLst>
          <pc:docMk/>
          <pc:sldMk cId="1566197747" sldId="285"/>
        </pc:sldMkLst>
        <pc:spChg chg="del">
          <ac:chgData name="Rizwan Rashid" userId="S::rizwan.rashid@comsats.edu.pk::12b6bffb-8fd7-410a-bd1e-f473b901c3a4" providerId="AD" clId="Web-{777905A0-4309-C5C3-7CD5-E75EC9F6B3D8}" dt="2023-02-26T15:44:31.683" v="27"/>
          <ac:spMkLst>
            <pc:docMk/>
            <pc:sldMk cId="1566197747" sldId="285"/>
            <ac:spMk id="98308" creationId="{00000000-0000-0000-0000-000000000000}"/>
          </ac:spMkLst>
        </pc:spChg>
      </pc:sldChg>
      <pc:sldChg chg="delSp">
        <pc:chgData name="Rizwan Rashid" userId="S::rizwan.rashid@comsats.edu.pk::12b6bffb-8fd7-410a-bd1e-f473b901c3a4" providerId="AD" clId="Web-{777905A0-4309-C5C3-7CD5-E75EC9F6B3D8}" dt="2023-02-26T15:44:31.683" v="26"/>
        <pc:sldMkLst>
          <pc:docMk/>
          <pc:sldMk cId="2612299855" sldId="286"/>
        </pc:sldMkLst>
        <pc:spChg chg="del">
          <ac:chgData name="Rizwan Rashid" userId="S::rizwan.rashid@comsats.edu.pk::12b6bffb-8fd7-410a-bd1e-f473b901c3a4" providerId="AD" clId="Web-{777905A0-4309-C5C3-7CD5-E75EC9F6B3D8}" dt="2023-02-26T15:44:31.683" v="26"/>
          <ac:spMkLst>
            <pc:docMk/>
            <pc:sldMk cId="2612299855" sldId="286"/>
            <ac:spMk id="96260" creationId="{00000000-0000-0000-0000-000000000000}"/>
          </ac:spMkLst>
        </pc:spChg>
      </pc:sldChg>
      <pc:sldChg chg="delSp">
        <pc:chgData name="Rizwan Rashid" userId="S::rizwan.rashid@comsats.edu.pk::12b6bffb-8fd7-410a-bd1e-f473b901c3a4" providerId="AD" clId="Web-{777905A0-4309-C5C3-7CD5-E75EC9F6B3D8}" dt="2023-02-26T15:44:31.683" v="25"/>
        <pc:sldMkLst>
          <pc:docMk/>
          <pc:sldMk cId="1724956274" sldId="287"/>
        </pc:sldMkLst>
        <pc:spChg chg="del">
          <ac:chgData name="Rizwan Rashid" userId="S::rizwan.rashid@comsats.edu.pk::12b6bffb-8fd7-410a-bd1e-f473b901c3a4" providerId="AD" clId="Web-{777905A0-4309-C5C3-7CD5-E75EC9F6B3D8}" dt="2023-02-26T15:44:31.683" v="25"/>
          <ac:spMkLst>
            <pc:docMk/>
            <pc:sldMk cId="1724956274" sldId="287"/>
            <ac:spMk id="94212" creationId="{00000000-0000-0000-0000-000000000000}"/>
          </ac:spMkLst>
        </pc:spChg>
      </pc:sldChg>
      <pc:sldChg chg="delSp">
        <pc:chgData name="Rizwan Rashid" userId="S::rizwan.rashid@comsats.edu.pk::12b6bffb-8fd7-410a-bd1e-f473b901c3a4" providerId="AD" clId="Web-{777905A0-4309-C5C3-7CD5-E75EC9F6B3D8}" dt="2023-02-26T15:44:31.668" v="24"/>
        <pc:sldMkLst>
          <pc:docMk/>
          <pc:sldMk cId="1855495916" sldId="288"/>
        </pc:sldMkLst>
        <pc:spChg chg="del">
          <ac:chgData name="Rizwan Rashid" userId="S::rizwan.rashid@comsats.edu.pk::12b6bffb-8fd7-410a-bd1e-f473b901c3a4" providerId="AD" clId="Web-{777905A0-4309-C5C3-7CD5-E75EC9F6B3D8}" dt="2023-02-26T15:44:31.668" v="24"/>
          <ac:spMkLst>
            <pc:docMk/>
            <pc:sldMk cId="1855495916" sldId="288"/>
            <ac:spMk id="92164" creationId="{00000000-0000-0000-0000-000000000000}"/>
          </ac:spMkLst>
        </pc:spChg>
      </pc:sldChg>
      <pc:sldChg chg="delSp">
        <pc:chgData name="Rizwan Rashid" userId="S::rizwan.rashid@comsats.edu.pk::12b6bffb-8fd7-410a-bd1e-f473b901c3a4" providerId="AD" clId="Web-{777905A0-4309-C5C3-7CD5-E75EC9F6B3D8}" dt="2023-02-26T15:44:31.668" v="23"/>
        <pc:sldMkLst>
          <pc:docMk/>
          <pc:sldMk cId="451748010" sldId="289"/>
        </pc:sldMkLst>
        <pc:spChg chg="del">
          <ac:chgData name="Rizwan Rashid" userId="S::rizwan.rashid@comsats.edu.pk::12b6bffb-8fd7-410a-bd1e-f473b901c3a4" providerId="AD" clId="Web-{777905A0-4309-C5C3-7CD5-E75EC9F6B3D8}" dt="2023-02-26T15:44:31.668" v="23"/>
          <ac:spMkLst>
            <pc:docMk/>
            <pc:sldMk cId="451748010" sldId="289"/>
            <ac:spMk id="90116" creationId="{00000000-0000-0000-0000-000000000000}"/>
          </ac:spMkLst>
        </pc:spChg>
      </pc:sldChg>
      <pc:sldChg chg="delSp">
        <pc:chgData name="Rizwan Rashid" userId="S::rizwan.rashid@comsats.edu.pk::12b6bffb-8fd7-410a-bd1e-f473b901c3a4" providerId="AD" clId="Web-{777905A0-4309-C5C3-7CD5-E75EC9F6B3D8}" dt="2023-02-26T15:44:31.668" v="22"/>
        <pc:sldMkLst>
          <pc:docMk/>
          <pc:sldMk cId="1760992607" sldId="290"/>
        </pc:sldMkLst>
        <pc:spChg chg="del">
          <ac:chgData name="Rizwan Rashid" userId="S::rizwan.rashid@comsats.edu.pk::12b6bffb-8fd7-410a-bd1e-f473b901c3a4" providerId="AD" clId="Web-{777905A0-4309-C5C3-7CD5-E75EC9F6B3D8}" dt="2023-02-26T15:44:31.668" v="22"/>
          <ac:spMkLst>
            <pc:docMk/>
            <pc:sldMk cId="1760992607" sldId="290"/>
            <ac:spMk id="88068" creationId="{00000000-0000-0000-0000-000000000000}"/>
          </ac:spMkLst>
        </pc:spChg>
      </pc:sldChg>
      <pc:sldChg chg="delSp">
        <pc:chgData name="Rizwan Rashid" userId="S::rizwan.rashid@comsats.edu.pk::12b6bffb-8fd7-410a-bd1e-f473b901c3a4" providerId="AD" clId="Web-{777905A0-4309-C5C3-7CD5-E75EC9F6B3D8}" dt="2023-02-26T15:44:31.668" v="21"/>
        <pc:sldMkLst>
          <pc:docMk/>
          <pc:sldMk cId="4097799513" sldId="291"/>
        </pc:sldMkLst>
        <pc:spChg chg="del">
          <ac:chgData name="Rizwan Rashid" userId="S::rizwan.rashid@comsats.edu.pk::12b6bffb-8fd7-410a-bd1e-f473b901c3a4" providerId="AD" clId="Web-{777905A0-4309-C5C3-7CD5-E75EC9F6B3D8}" dt="2023-02-26T15:44:31.668" v="21"/>
          <ac:spMkLst>
            <pc:docMk/>
            <pc:sldMk cId="4097799513" sldId="291"/>
            <ac:spMk id="86020" creationId="{00000000-0000-0000-0000-000000000000}"/>
          </ac:spMkLst>
        </pc:spChg>
      </pc:sldChg>
      <pc:sldChg chg="delSp">
        <pc:chgData name="Rizwan Rashid" userId="S::rizwan.rashid@comsats.edu.pk::12b6bffb-8fd7-410a-bd1e-f473b901c3a4" providerId="AD" clId="Web-{777905A0-4309-C5C3-7CD5-E75EC9F6B3D8}" dt="2023-02-26T15:44:31.668" v="20"/>
        <pc:sldMkLst>
          <pc:docMk/>
          <pc:sldMk cId="3289657998" sldId="292"/>
        </pc:sldMkLst>
        <pc:spChg chg="del">
          <ac:chgData name="Rizwan Rashid" userId="S::rizwan.rashid@comsats.edu.pk::12b6bffb-8fd7-410a-bd1e-f473b901c3a4" providerId="AD" clId="Web-{777905A0-4309-C5C3-7CD5-E75EC9F6B3D8}" dt="2023-02-26T15:44:31.668" v="20"/>
          <ac:spMkLst>
            <pc:docMk/>
            <pc:sldMk cId="3289657998" sldId="292"/>
            <ac:spMk id="83972" creationId="{00000000-0000-0000-0000-000000000000}"/>
          </ac:spMkLst>
        </pc:spChg>
      </pc:sldChg>
      <pc:sldChg chg="delSp">
        <pc:chgData name="Rizwan Rashid" userId="S::rizwan.rashid@comsats.edu.pk::12b6bffb-8fd7-410a-bd1e-f473b901c3a4" providerId="AD" clId="Web-{777905A0-4309-C5C3-7CD5-E75EC9F6B3D8}" dt="2023-02-26T15:44:31.668" v="19"/>
        <pc:sldMkLst>
          <pc:docMk/>
          <pc:sldMk cId="2028077673" sldId="293"/>
        </pc:sldMkLst>
        <pc:spChg chg="del">
          <ac:chgData name="Rizwan Rashid" userId="S::rizwan.rashid@comsats.edu.pk::12b6bffb-8fd7-410a-bd1e-f473b901c3a4" providerId="AD" clId="Web-{777905A0-4309-C5C3-7CD5-E75EC9F6B3D8}" dt="2023-02-26T15:44:31.668" v="19"/>
          <ac:spMkLst>
            <pc:docMk/>
            <pc:sldMk cId="2028077673" sldId="293"/>
            <ac:spMk id="81924" creationId="{00000000-0000-0000-0000-000000000000}"/>
          </ac:spMkLst>
        </pc:spChg>
      </pc:sldChg>
      <pc:sldChg chg="delSp">
        <pc:chgData name="Rizwan Rashid" userId="S::rizwan.rashid@comsats.edu.pk::12b6bffb-8fd7-410a-bd1e-f473b901c3a4" providerId="AD" clId="Web-{777905A0-4309-C5C3-7CD5-E75EC9F6B3D8}" dt="2023-02-26T15:44:31.668" v="18"/>
        <pc:sldMkLst>
          <pc:docMk/>
          <pc:sldMk cId="504409996" sldId="294"/>
        </pc:sldMkLst>
        <pc:spChg chg="del">
          <ac:chgData name="Rizwan Rashid" userId="S::rizwan.rashid@comsats.edu.pk::12b6bffb-8fd7-410a-bd1e-f473b901c3a4" providerId="AD" clId="Web-{777905A0-4309-C5C3-7CD5-E75EC9F6B3D8}" dt="2023-02-26T15:44:31.668" v="18"/>
          <ac:spMkLst>
            <pc:docMk/>
            <pc:sldMk cId="504409996" sldId="294"/>
            <ac:spMk id="79876" creationId="{00000000-0000-0000-0000-000000000000}"/>
          </ac:spMkLst>
        </pc:spChg>
      </pc:sldChg>
      <pc:sldChg chg="delSp">
        <pc:chgData name="Rizwan Rashid" userId="S::rizwan.rashid@comsats.edu.pk::12b6bffb-8fd7-410a-bd1e-f473b901c3a4" providerId="AD" clId="Web-{777905A0-4309-C5C3-7CD5-E75EC9F6B3D8}" dt="2023-02-26T15:44:31.668" v="5"/>
        <pc:sldMkLst>
          <pc:docMk/>
          <pc:sldMk cId="2830719269" sldId="295"/>
        </pc:sldMkLst>
        <pc:spChg chg="del">
          <ac:chgData name="Rizwan Rashid" userId="S::rizwan.rashid@comsats.edu.pk::12b6bffb-8fd7-410a-bd1e-f473b901c3a4" providerId="AD" clId="Web-{777905A0-4309-C5C3-7CD5-E75EC9F6B3D8}" dt="2023-02-26T15:44:31.668" v="5"/>
          <ac:spMkLst>
            <pc:docMk/>
            <pc:sldMk cId="2830719269" sldId="295"/>
            <ac:spMk id="77828" creationId="{00000000-0000-0000-0000-000000000000}"/>
          </ac:spMkLst>
        </pc:spChg>
      </pc:sldChg>
      <pc:sldChg chg="delSp">
        <pc:chgData name="Rizwan Rashid" userId="S::rizwan.rashid@comsats.edu.pk::12b6bffb-8fd7-410a-bd1e-f473b901c3a4" providerId="AD" clId="Web-{777905A0-4309-C5C3-7CD5-E75EC9F6B3D8}" dt="2023-02-26T15:44:31.668" v="4"/>
        <pc:sldMkLst>
          <pc:docMk/>
          <pc:sldMk cId="1347984950" sldId="296"/>
        </pc:sldMkLst>
        <pc:spChg chg="del">
          <ac:chgData name="Rizwan Rashid" userId="S::rizwan.rashid@comsats.edu.pk::12b6bffb-8fd7-410a-bd1e-f473b901c3a4" providerId="AD" clId="Web-{777905A0-4309-C5C3-7CD5-E75EC9F6B3D8}" dt="2023-02-26T15:44:31.668" v="4"/>
          <ac:spMkLst>
            <pc:docMk/>
            <pc:sldMk cId="1347984950" sldId="296"/>
            <ac:spMk id="75780" creationId="{00000000-0000-0000-0000-000000000000}"/>
          </ac:spMkLst>
        </pc:spChg>
      </pc:sldChg>
      <pc:sldChg chg="delSp">
        <pc:chgData name="Rizwan Rashid" userId="S::rizwan.rashid@comsats.edu.pk::12b6bffb-8fd7-410a-bd1e-f473b901c3a4" providerId="AD" clId="Web-{777905A0-4309-C5C3-7CD5-E75EC9F6B3D8}" dt="2023-02-26T15:44:31.668" v="3"/>
        <pc:sldMkLst>
          <pc:docMk/>
          <pc:sldMk cId="2899825618" sldId="297"/>
        </pc:sldMkLst>
        <pc:spChg chg="del">
          <ac:chgData name="Rizwan Rashid" userId="S::rizwan.rashid@comsats.edu.pk::12b6bffb-8fd7-410a-bd1e-f473b901c3a4" providerId="AD" clId="Web-{777905A0-4309-C5C3-7CD5-E75EC9F6B3D8}" dt="2023-02-26T15:44:31.668" v="3"/>
          <ac:spMkLst>
            <pc:docMk/>
            <pc:sldMk cId="2899825618" sldId="297"/>
            <ac:spMk id="73732" creationId="{00000000-0000-0000-0000-000000000000}"/>
          </ac:spMkLst>
        </pc:spChg>
      </pc:sldChg>
      <pc:sldChg chg="delSp">
        <pc:chgData name="Rizwan Rashid" userId="S::rizwan.rashid@comsats.edu.pk::12b6bffb-8fd7-410a-bd1e-f473b901c3a4" providerId="AD" clId="Web-{777905A0-4309-C5C3-7CD5-E75EC9F6B3D8}" dt="2023-02-26T15:44:31.668" v="2"/>
        <pc:sldMkLst>
          <pc:docMk/>
          <pc:sldMk cId="4032960252" sldId="298"/>
        </pc:sldMkLst>
        <pc:spChg chg="del">
          <ac:chgData name="Rizwan Rashid" userId="S::rizwan.rashid@comsats.edu.pk::12b6bffb-8fd7-410a-bd1e-f473b901c3a4" providerId="AD" clId="Web-{777905A0-4309-C5C3-7CD5-E75EC9F6B3D8}" dt="2023-02-26T15:44:31.668" v="2"/>
          <ac:spMkLst>
            <pc:docMk/>
            <pc:sldMk cId="4032960252" sldId="298"/>
            <ac:spMk id="71684" creationId="{00000000-0000-0000-0000-000000000000}"/>
          </ac:spMkLst>
        </pc:spChg>
      </pc:sldChg>
      <pc:sldChg chg="delSp">
        <pc:chgData name="Rizwan Rashid" userId="S::rizwan.rashid@comsats.edu.pk::12b6bffb-8fd7-410a-bd1e-f473b901c3a4" providerId="AD" clId="Web-{777905A0-4309-C5C3-7CD5-E75EC9F6B3D8}" dt="2023-02-26T15:44:31.668" v="1"/>
        <pc:sldMkLst>
          <pc:docMk/>
          <pc:sldMk cId="3705881816" sldId="299"/>
        </pc:sldMkLst>
        <pc:spChg chg="del">
          <ac:chgData name="Rizwan Rashid" userId="S::rizwan.rashid@comsats.edu.pk::12b6bffb-8fd7-410a-bd1e-f473b901c3a4" providerId="AD" clId="Web-{777905A0-4309-C5C3-7CD5-E75EC9F6B3D8}" dt="2023-02-26T15:44:31.668" v="1"/>
          <ac:spMkLst>
            <pc:docMk/>
            <pc:sldMk cId="3705881816" sldId="299"/>
            <ac:spMk id="69636" creationId="{00000000-0000-0000-0000-000000000000}"/>
          </ac:spMkLst>
        </pc:spChg>
      </pc:sldChg>
      <pc:sldChg chg="delSp">
        <pc:chgData name="Rizwan Rashid" userId="S::rizwan.rashid@comsats.edu.pk::12b6bffb-8fd7-410a-bd1e-f473b901c3a4" providerId="AD" clId="Web-{777905A0-4309-C5C3-7CD5-E75EC9F6B3D8}" dt="2023-02-26T15:44:31.668" v="13"/>
        <pc:sldMkLst>
          <pc:docMk/>
          <pc:sldMk cId="309736740" sldId="300"/>
        </pc:sldMkLst>
        <pc:spChg chg="del">
          <ac:chgData name="Rizwan Rashid" userId="S::rizwan.rashid@comsats.edu.pk::12b6bffb-8fd7-410a-bd1e-f473b901c3a4" providerId="AD" clId="Web-{777905A0-4309-C5C3-7CD5-E75EC9F6B3D8}" dt="2023-02-26T15:44:31.668" v="13"/>
          <ac:spMkLst>
            <pc:docMk/>
            <pc:sldMk cId="309736740" sldId="300"/>
            <ac:spMk id="120836" creationId="{00000000-0000-0000-0000-000000000000}"/>
          </ac:spMkLst>
        </pc:spChg>
      </pc:sldChg>
      <pc:sldChg chg="delSp">
        <pc:chgData name="Rizwan Rashid" userId="S::rizwan.rashid@comsats.edu.pk::12b6bffb-8fd7-410a-bd1e-f473b901c3a4" providerId="AD" clId="Web-{777905A0-4309-C5C3-7CD5-E75EC9F6B3D8}" dt="2023-02-26T15:44:31.668" v="12"/>
        <pc:sldMkLst>
          <pc:docMk/>
          <pc:sldMk cId="4283146656" sldId="301"/>
        </pc:sldMkLst>
        <pc:spChg chg="del">
          <ac:chgData name="Rizwan Rashid" userId="S::rizwan.rashid@comsats.edu.pk::12b6bffb-8fd7-410a-bd1e-f473b901c3a4" providerId="AD" clId="Web-{777905A0-4309-C5C3-7CD5-E75EC9F6B3D8}" dt="2023-02-26T15:44:31.668" v="12"/>
          <ac:spMkLst>
            <pc:docMk/>
            <pc:sldMk cId="4283146656" sldId="301"/>
            <ac:spMk id="118788" creationId="{00000000-0000-0000-0000-000000000000}"/>
          </ac:spMkLst>
        </pc:spChg>
      </pc:sldChg>
      <pc:sldChg chg="delSp">
        <pc:chgData name="Rizwan Rashid" userId="S::rizwan.rashid@comsats.edu.pk::12b6bffb-8fd7-410a-bd1e-f473b901c3a4" providerId="AD" clId="Web-{777905A0-4309-C5C3-7CD5-E75EC9F6B3D8}" dt="2023-02-26T15:44:31.668" v="14"/>
        <pc:sldMkLst>
          <pc:docMk/>
          <pc:sldMk cId="1632256336" sldId="302"/>
        </pc:sldMkLst>
        <pc:spChg chg="del">
          <ac:chgData name="Rizwan Rashid" userId="S::rizwan.rashid@comsats.edu.pk::12b6bffb-8fd7-410a-bd1e-f473b901c3a4" providerId="AD" clId="Web-{777905A0-4309-C5C3-7CD5-E75EC9F6B3D8}" dt="2023-02-26T15:44:31.668" v="14"/>
          <ac:spMkLst>
            <pc:docMk/>
            <pc:sldMk cId="1632256336" sldId="302"/>
            <ac:spMk id="122884" creationId="{00000000-0000-0000-0000-000000000000}"/>
          </ac:spMkLst>
        </pc:spChg>
      </pc:sldChg>
      <pc:sldChg chg="delSp">
        <pc:chgData name="Rizwan Rashid" userId="S::rizwan.rashid@comsats.edu.pk::12b6bffb-8fd7-410a-bd1e-f473b901c3a4" providerId="AD" clId="Web-{777905A0-4309-C5C3-7CD5-E75EC9F6B3D8}" dt="2023-02-26T15:44:31.668" v="15"/>
        <pc:sldMkLst>
          <pc:docMk/>
          <pc:sldMk cId="396960561" sldId="303"/>
        </pc:sldMkLst>
        <pc:spChg chg="del">
          <ac:chgData name="Rizwan Rashid" userId="S::rizwan.rashid@comsats.edu.pk::12b6bffb-8fd7-410a-bd1e-f473b901c3a4" providerId="AD" clId="Web-{777905A0-4309-C5C3-7CD5-E75EC9F6B3D8}" dt="2023-02-26T15:44:31.668" v="15"/>
          <ac:spMkLst>
            <pc:docMk/>
            <pc:sldMk cId="396960561" sldId="303"/>
            <ac:spMk id="5" creationId="{E4254FFB-BFA9-03A3-B2D9-C3D2B9767C4C}"/>
          </ac:spMkLst>
        </pc:spChg>
      </pc:sldChg>
      <pc:sldChg chg="delSp">
        <pc:chgData name="Rizwan Rashid" userId="S::rizwan.rashid@comsats.edu.pk::12b6bffb-8fd7-410a-bd1e-f473b901c3a4" providerId="AD" clId="Web-{777905A0-4309-C5C3-7CD5-E75EC9F6B3D8}" dt="2023-02-26T15:44:31.668" v="16"/>
        <pc:sldMkLst>
          <pc:docMk/>
          <pc:sldMk cId="1886531944" sldId="306"/>
        </pc:sldMkLst>
        <pc:spChg chg="del">
          <ac:chgData name="Rizwan Rashid" userId="S::rizwan.rashid@comsats.edu.pk::12b6bffb-8fd7-410a-bd1e-f473b901c3a4" providerId="AD" clId="Web-{777905A0-4309-C5C3-7CD5-E75EC9F6B3D8}" dt="2023-02-26T15:44:31.668" v="16"/>
          <ac:spMkLst>
            <pc:docMk/>
            <pc:sldMk cId="1886531944" sldId="306"/>
            <ac:spMk id="5" creationId="{7A7A46FB-88EB-E613-E5BA-1BF93201516C}"/>
          </ac:spMkLst>
        </pc:spChg>
      </pc:sldChg>
      <pc:sldChg chg="delSp">
        <pc:chgData name="Rizwan Rashid" userId="S::rizwan.rashid@comsats.edu.pk::12b6bffb-8fd7-410a-bd1e-f473b901c3a4" providerId="AD" clId="Web-{777905A0-4309-C5C3-7CD5-E75EC9F6B3D8}" dt="2023-02-26T15:44:31.668" v="17"/>
        <pc:sldMkLst>
          <pc:docMk/>
          <pc:sldMk cId="1561124475" sldId="307"/>
        </pc:sldMkLst>
        <pc:spChg chg="del">
          <ac:chgData name="Rizwan Rashid" userId="S::rizwan.rashid@comsats.edu.pk::12b6bffb-8fd7-410a-bd1e-f473b901c3a4" providerId="AD" clId="Web-{777905A0-4309-C5C3-7CD5-E75EC9F6B3D8}" dt="2023-02-26T15:44:31.668" v="17"/>
          <ac:spMkLst>
            <pc:docMk/>
            <pc:sldMk cId="1561124475" sldId="307"/>
            <ac:spMk id="5" creationId="{8E8859C7-51B8-8F43-A9FC-83E7C472C857}"/>
          </ac:spMkLst>
        </pc:spChg>
      </pc:sldChg>
    </pc:docChg>
  </pc:docChgLst>
  <pc:docChgLst>
    <pc:chgData name="Rizwan Rashid" userId="S::rizwan.rashid@comsats.edu.pk::12b6bffb-8fd7-410a-bd1e-f473b901c3a4" providerId="AD" clId="Web-{38C7D2BC-B75E-00BE-D462-AA53A7D83DE5}"/>
    <pc:docChg chg="addSld delSld modSld addMainMaster delMainMaster">
      <pc:chgData name="Rizwan Rashid" userId="S::rizwan.rashid@comsats.edu.pk::12b6bffb-8fd7-410a-bd1e-f473b901c3a4" providerId="AD" clId="Web-{38C7D2BC-B75E-00BE-D462-AA53A7D83DE5}" dt="2023-03-19T17:03:31.790" v="180"/>
      <pc:docMkLst>
        <pc:docMk/>
      </pc:docMkLst>
      <pc:sldChg chg="modSp">
        <pc:chgData name="Rizwan Rashid" userId="S::rizwan.rashid@comsats.edu.pk::12b6bffb-8fd7-410a-bd1e-f473b901c3a4" providerId="AD" clId="Web-{38C7D2BC-B75E-00BE-D462-AA53A7D83DE5}" dt="2023-03-18T19:54:00.922" v="29" actId="20577"/>
        <pc:sldMkLst>
          <pc:docMk/>
          <pc:sldMk cId="3759789600" sldId="275"/>
        </pc:sldMkLst>
        <pc:spChg chg="mod">
          <ac:chgData name="Rizwan Rashid" userId="S::rizwan.rashid@comsats.edu.pk::12b6bffb-8fd7-410a-bd1e-f473b901c3a4" providerId="AD" clId="Web-{38C7D2BC-B75E-00BE-D462-AA53A7D83DE5}" dt="2023-03-18T19:54:00.922" v="29" actId="20577"/>
          <ac:spMkLst>
            <pc:docMk/>
            <pc:sldMk cId="3759789600" sldId="275"/>
            <ac:spMk id="3" creationId="{00000000-0000-0000-0000-000000000000}"/>
          </ac:spMkLst>
        </pc:spChg>
        <pc:spChg chg="mod">
          <ac:chgData name="Rizwan Rashid" userId="S::rizwan.rashid@comsats.edu.pk::12b6bffb-8fd7-410a-bd1e-f473b901c3a4" providerId="AD" clId="Web-{38C7D2BC-B75E-00BE-D462-AA53A7D83DE5}" dt="2023-03-18T19:53:25.577" v="1" actId="20577"/>
          <ac:spMkLst>
            <pc:docMk/>
            <pc:sldMk cId="3759789600" sldId="275"/>
            <ac:spMk id="15361" creationId="{00000000-0000-0000-0000-000000000000}"/>
          </ac:spMkLst>
        </pc:spChg>
      </pc:sldChg>
      <pc:sldChg chg="modSp new">
        <pc:chgData name="Rizwan Rashid" userId="S::rizwan.rashid@comsats.edu.pk::12b6bffb-8fd7-410a-bd1e-f473b901c3a4" providerId="AD" clId="Web-{38C7D2BC-B75E-00BE-D462-AA53A7D83DE5}" dt="2023-03-18T19:56:57.992" v="54" actId="20577"/>
        <pc:sldMkLst>
          <pc:docMk/>
          <pc:sldMk cId="1560131990" sldId="276"/>
        </pc:sldMkLst>
        <pc:spChg chg="mod">
          <ac:chgData name="Rizwan Rashid" userId="S::rizwan.rashid@comsats.edu.pk::12b6bffb-8fd7-410a-bd1e-f473b901c3a4" providerId="AD" clId="Web-{38C7D2BC-B75E-00BE-D462-AA53A7D83DE5}" dt="2023-03-18T19:56:57.992" v="54" actId="20577"/>
          <ac:spMkLst>
            <pc:docMk/>
            <pc:sldMk cId="1560131990" sldId="276"/>
            <ac:spMk id="2" creationId="{718F0CB1-65CF-974D-3157-F5600CA73674}"/>
          </ac:spMkLst>
        </pc:spChg>
        <pc:spChg chg="mod">
          <ac:chgData name="Rizwan Rashid" userId="S::rizwan.rashid@comsats.edu.pk::12b6bffb-8fd7-410a-bd1e-f473b901c3a4" providerId="AD" clId="Web-{38C7D2BC-B75E-00BE-D462-AA53A7D83DE5}" dt="2023-03-18T19:56:52.539" v="45" actId="20577"/>
          <ac:spMkLst>
            <pc:docMk/>
            <pc:sldMk cId="1560131990" sldId="276"/>
            <ac:spMk id="3" creationId="{6C595891-2DBF-0B7A-7819-827A49271E12}"/>
          </ac:spMkLst>
        </pc:spChg>
      </pc:sldChg>
      <pc:sldChg chg="del">
        <pc:chgData name="Rizwan Rashid" userId="S::rizwan.rashid@comsats.edu.pk::12b6bffb-8fd7-410a-bd1e-f473b901c3a4" providerId="AD" clId="Web-{38C7D2BC-B75E-00BE-D462-AA53A7D83DE5}" dt="2023-03-18T19:53:43.812" v="21"/>
        <pc:sldMkLst>
          <pc:docMk/>
          <pc:sldMk cId="3396534122" sldId="276"/>
        </pc:sldMkLst>
      </pc:sldChg>
      <pc:sldChg chg="del">
        <pc:chgData name="Rizwan Rashid" userId="S::rizwan.rashid@comsats.edu.pk::12b6bffb-8fd7-410a-bd1e-f473b901c3a4" providerId="AD" clId="Web-{38C7D2BC-B75E-00BE-D462-AA53A7D83DE5}" dt="2023-03-18T19:53:43.812" v="22"/>
        <pc:sldMkLst>
          <pc:docMk/>
          <pc:sldMk cId="2265212252" sldId="277"/>
        </pc:sldMkLst>
      </pc:sldChg>
      <pc:sldChg chg="modSp new">
        <pc:chgData name="Rizwan Rashid" userId="S::rizwan.rashid@comsats.edu.pk::12b6bffb-8fd7-410a-bd1e-f473b901c3a4" providerId="AD" clId="Web-{38C7D2BC-B75E-00BE-D462-AA53A7D83DE5}" dt="2023-03-19T17:03:31.790" v="180"/>
        <pc:sldMkLst>
          <pc:docMk/>
          <pc:sldMk cId="4196248272" sldId="277"/>
        </pc:sldMkLst>
        <pc:spChg chg="mod">
          <ac:chgData name="Rizwan Rashid" userId="S::rizwan.rashid@comsats.edu.pk::12b6bffb-8fd7-410a-bd1e-f473b901c3a4" providerId="AD" clId="Web-{38C7D2BC-B75E-00BE-D462-AA53A7D83DE5}" dt="2023-03-18T19:57:16.883" v="64" actId="20577"/>
          <ac:spMkLst>
            <pc:docMk/>
            <pc:sldMk cId="4196248272" sldId="277"/>
            <ac:spMk id="2" creationId="{F97F0388-780B-C06B-8EB6-7193D92998B5}"/>
          </ac:spMkLst>
        </pc:spChg>
        <pc:spChg chg="mod">
          <ac:chgData name="Rizwan Rashid" userId="S::rizwan.rashid@comsats.edu.pk::12b6bffb-8fd7-410a-bd1e-f473b901c3a4" providerId="AD" clId="Web-{38C7D2BC-B75E-00BE-D462-AA53A7D83DE5}" dt="2023-03-19T17:03:31.790" v="180"/>
          <ac:spMkLst>
            <pc:docMk/>
            <pc:sldMk cId="4196248272" sldId="277"/>
            <ac:spMk id="3" creationId="{C23343BE-A1DF-37BD-B145-DCEB666542ED}"/>
          </ac:spMkLst>
        </pc:spChg>
      </pc:sldChg>
      <pc:sldChg chg="modSp add delAnim">
        <pc:chgData name="Rizwan Rashid" userId="S::rizwan.rashid@comsats.edu.pk::12b6bffb-8fd7-410a-bd1e-f473b901c3a4" providerId="AD" clId="Web-{38C7D2BC-B75E-00BE-D462-AA53A7D83DE5}" dt="2023-03-18T20:00:42.592" v="93"/>
        <pc:sldMkLst>
          <pc:docMk/>
          <pc:sldMk cId="1010016411" sldId="278"/>
        </pc:sldMkLst>
        <pc:spChg chg="mod">
          <ac:chgData name="Rizwan Rashid" userId="S::rizwan.rashid@comsats.edu.pk::12b6bffb-8fd7-410a-bd1e-f473b901c3a4" providerId="AD" clId="Web-{38C7D2BC-B75E-00BE-D462-AA53A7D83DE5}" dt="2023-03-18T20:00:30.201" v="92" actId="20577"/>
          <ac:spMkLst>
            <pc:docMk/>
            <pc:sldMk cId="1010016411" sldId="278"/>
            <ac:spMk id="565251" creationId="{15BBB4C2-319A-E74B-09BE-30210B6A7BAC}"/>
          </ac:spMkLst>
        </pc:spChg>
      </pc:sldChg>
      <pc:sldChg chg="add del">
        <pc:chgData name="Rizwan Rashid" userId="S::rizwan.rashid@comsats.edu.pk::12b6bffb-8fd7-410a-bd1e-f473b901c3a4" providerId="AD" clId="Web-{38C7D2BC-B75E-00BE-D462-AA53A7D83DE5}" dt="2023-03-18T19:58:58.261" v="69"/>
        <pc:sldMkLst>
          <pc:docMk/>
          <pc:sldMk cId="1187993726" sldId="278"/>
        </pc:sldMkLst>
      </pc:sldChg>
      <pc:sldChg chg="del">
        <pc:chgData name="Rizwan Rashid" userId="S::rizwan.rashid@comsats.edu.pk::12b6bffb-8fd7-410a-bd1e-f473b901c3a4" providerId="AD" clId="Web-{38C7D2BC-B75E-00BE-D462-AA53A7D83DE5}" dt="2023-03-18T19:53:43.812" v="23"/>
        <pc:sldMkLst>
          <pc:docMk/>
          <pc:sldMk cId="3998530891" sldId="278"/>
        </pc:sldMkLst>
      </pc:sldChg>
      <pc:sldChg chg="del">
        <pc:chgData name="Rizwan Rashid" userId="S::rizwan.rashid@comsats.edu.pk::12b6bffb-8fd7-410a-bd1e-f473b901c3a4" providerId="AD" clId="Web-{38C7D2BC-B75E-00BE-D462-AA53A7D83DE5}" dt="2023-03-18T19:53:43.812" v="24"/>
        <pc:sldMkLst>
          <pc:docMk/>
          <pc:sldMk cId="1638688824" sldId="279"/>
        </pc:sldMkLst>
      </pc:sldChg>
      <pc:sldChg chg="modSp add">
        <pc:chgData name="Rizwan Rashid" userId="S::rizwan.rashid@comsats.edu.pk::12b6bffb-8fd7-410a-bd1e-f473b901c3a4" providerId="AD" clId="Web-{38C7D2BC-B75E-00BE-D462-AA53A7D83DE5}" dt="2023-03-18T20:26:11.644" v="171" actId="20577"/>
        <pc:sldMkLst>
          <pc:docMk/>
          <pc:sldMk cId="3898842981" sldId="279"/>
        </pc:sldMkLst>
        <pc:spChg chg="mod">
          <ac:chgData name="Rizwan Rashid" userId="S::rizwan.rashid@comsats.edu.pk::12b6bffb-8fd7-410a-bd1e-f473b901c3a4" providerId="AD" clId="Web-{38C7D2BC-B75E-00BE-D462-AA53A7D83DE5}" dt="2023-03-18T20:26:11.644" v="171" actId="20577"/>
          <ac:spMkLst>
            <pc:docMk/>
            <pc:sldMk cId="3898842981" sldId="279"/>
            <ac:spMk id="13315" creationId="{350BC576-BB0F-0A06-3FFF-803309738EFF}"/>
          </ac:spMkLst>
        </pc:spChg>
      </pc:sldChg>
      <pc:sldChg chg="del">
        <pc:chgData name="Rizwan Rashid" userId="S::rizwan.rashid@comsats.edu.pk::12b6bffb-8fd7-410a-bd1e-f473b901c3a4" providerId="AD" clId="Web-{38C7D2BC-B75E-00BE-D462-AA53A7D83DE5}" dt="2023-03-18T19:53:43.812" v="25"/>
        <pc:sldMkLst>
          <pc:docMk/>
          <pc:sldMk cId="1082597294" sldId="280"/>
        </pc:sldMkLst>
      </pc:sldChg>
      <pc:sldChg chg="modSp add">
        <pc:chgData name="Rizwan Rashid" userId="S::rizwan.rashid@comsats.edu.pk::12b6bffb-8fd7-410a-bd1e-f473b901c3a4" providerId="AD" clId="Web-{38C7D2BC-B75E-00BE-D462-AA53A7D83DE5}" dt="2023-03-18T20:08:48.846" v="105" actId="20577"/>
        <pc:sldMkLst>
          <pc:docMk/>
          <pc:sldMk cId="3662736590" sldId="280"/>
        </pc:sldMkLst>
        <pc:spChg chg="mod">
          <ac:chgData name="Rizwan Rashid" userId="S::rizwan.rashid@comsats.edu.pk::12b6bffb-8fd7-410a-bd1e-f473b901c3a4" providerId="AD" clId="Web-{38C7D2BC-B75E-00BE-D462-AA53A7D83DE5}" dt="2023-03-18T20:08:48.846" v="105" actId="20577"/>
          <ac:spMkLst>
            <pc:docMk/>
            <pc:sldMk cId="3662736590" sldId="280"/>
            <ac:spMk id="12291" creationId="{05539536-DD92-2713-D4FD-147D21DDD8E0}"/>
          </ac:spMkLst>
        </pc:spChg>
      </pc:sldChg>
      <pc:sldChg chg="modSp add">
        <pc:chgData name="Rizwan Rashid" userId="S::rizwan.rashid@comsats.edu.pk::12b6bffb-8fd7-410a-bd1e-f473b901c3a4" providerId="AD" clId="Web-{38C7D2BC-B75E-00BE-D462-AA53A7D83DE5}" dt="2023-03-18T20:26:41.241" v="179" actId="14100"/>
        <pc:sldMkLst>
          <pc:docMk/>
          <pc:sldMk cId="884951720" sldId="281"/>
        </pc:sldMkLst>
        <pc:spChg chg="mod">
          <ac:chgData name="Rizwan Rashid" userId="S::rizwan.rashid@comsats.edu.pk::12b6bffb-8fd7-410a-bd1e-f473b901c3a4" providerId="AD" clId="Web-{38C7D2BC-B75E-00BE-D462-AA53A7D83DE5}" dt="2023-03-18T20:26:41.241" v="179" actId="14100"/>
          <ac:spMkLst>
            <pc:docMk/>
            <pc:sldMk cId="884951720" sldId="281"/>
            <ac:spMk id="15363" creationId="{0C11E349-4D49-C8B3-6573-1B249C9DDD8A}"/>
          </ac:spMkLst>
        </pc:spChg>
      </pc:sldChg>
      <pc:sldChg chg="modSp add">
        <pc:chgData name="Rizwan Rashid" userId="S::rizwan.rashid@comsats.edu.pk::12b6bffb-8fd7-410a-bd1e-f473b901c3a4" providerId="AD" clId="Web-{38C7D2BC-B75E-00BE-D462-AA53A7D83DE5}" dt="2023-03-18T20:26:26.254" v="176" actId="14100"/>
        <pc:sldMkLst>
          <pc:docMk/>
          <pc:sldMk cId="2477369744" sldId="282"/>
        </pc:sldMkLst>
        <pc:spChg chg="mod">
          <ac:chgData name="Rizwan Rashid" userId="S::rizwan.rashid@comsats.edu.pk::12b6bffb-8fd7-410a-bd1e-f473b901c3a4" providerId="AD" clId="Web-{38C7D2BC-B75E-00BE-D462-AA53A7D83DE5}" dt="2023-03-18T20:26:26.254" v="176" actId="14100"/>
          <ac:spMkLst>
            <pc:docMk/>
            <pc:sldMk cId="2477369744" sldId="282"/>
            <ac:spMk id="14339" creationId="{65E11453-346B-D80E-3DBD-2A00AE1D9000}"/>
          </ac:spMkLst>
        </pc:spChg>
      </pc:sldChg>
      <pc:sldMasterChg chg="add del addSldLayout delSldLayout">
        <pc:chgData name="Rizwan Rashid" userId="S::rizwan.rashid@comsats.edu.pk::12b6bffb-8fd7-410a-bd1e-f473b901c3a4" providerId="AD" clId="Web-{38C7D2BC-B75E-00BE-D462-AA53A7D83DE5}" dt="2023-03-18T19:58:58.261" v="69"/>
        <pc:sldMasterMkLst>
          <pc:docMk/>
          <pc:sldMasterMk cId="0" sldId="2147483733"/>
        </pc:sldMasterMkLst>
        <pc:sldLayoutChg chg="add del">
          <pc:chgData name="Rizwan Rashid" userId="S::rizwan.rashid@comsats.edu.pk::12b6bffb-8fd7-410a-bd1e-f473b901c3a4" providerId="AD" clId="Web-{38C7D2BC-B75E-00BE-D462-AA53A7D83DE5}" dt="2023-03-18T19:58:58.261" v="69"/>
          <pc:sldLayoutMkLst>
            <pc:docMk/>
            <pc:sldMasterMk cId="0" sldId="2147483733"/>
            <pc:sldLayoutMk cId="4289036767" sldId="2147483722"/>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1154823339" sldId="2147483723"/>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586285574" sldId="2147483724"/>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3038241059" sldId="2147483725"/>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359820488" sldId="2147483726"/>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91313240" sldId="2147483727"/>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1293624479" sldId="2147483728"/>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4115420235" sldId="2147483729"/>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2809783811" sldId="2147483730"/>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2788322947" sldId="2147483731"/>
          </pc:sldLayoutMkLst>
        </pc:sldLayoutChg>
        <pc:sldLayoutChg chg="add del">
          <pc:chgData name="Rizwan Rashid" userId="S::rizwan.rashid@comsats.edu.pk::12b6bffb-8fd7-410a-bd1e-f473b901c3a4" providerId="AD" clId="Web-{38C7D2BC-B75E-00BE-D462-AA53A7D83DE5}" dt="2023-03-18T19:58:58.261" v="69"/>
          <pc:sldLayoutMkLst>
            <pc:docMk/>
            <pc:sldMasterMk cId="0" sldId="2147483733"/>
            <pc:sldLayoutMk cId="3399929091" sldId="2147483732"/>
          </pc:sldLayoutMkLst>
        </pc:sldLayoutChg>
      </pc:sldMasterChg>
    </pc:docChg>
  </pc:docChgLst>
  <pc:docChgLst>
    <pc:chgData name="Rizwan Rashid" userId="S::rizwan.rashid@comsats.edu.pk::12b6bffb-8fd7-410a-bd1e-f473b901c3a4" providerId="AD" clId="Web-{26A49499-C9AD-3981-6C62-4E42E46314C6}"/>
    <pc:docChg chg="addSld delSld modSld">
      <pc:chgData name="Rizwan Rashid" userId="S::rizwan.rashid@comsats.edu.pk::12b6bffb-8fd7-410a-bd1e-f473b901c3a4" providerId="AD" clId="Web-{26A49499-C9AD-3981-6C62-4E42E46314C6}" dt="2023-04-02T13:24:41.723" v="158" actId="14100"/>
      <pc:docMkLst>
        <pc:docMk/>
      </pc:docMkLst>
      <pc:sldChg chg="modSp">
        <pc:chgData name="Rizwan Rashid" userId="S::rizwan.rashid@comsats.edu.pk::12b6bffb-8fd7-410a-bd1e-f473b901c3a4" providerId="AD" clId="Web-{26A49499-C9AD-3981-6C62-4E42E46314C6}" dt="2023-04-02T13:04:01.699" v="31" actId="20577"/>
        <pc:sldMkLst>
          <pc:docMk/>
          <pc:sldMk cId="3759789600" sldId="275"/>
        </pc:sldMkLst>
        <pc:spChg chg="mod">
          <ac:chgData name="Rizwan Rashid" userId="S::rizwan.rashid@comsats.edu.pk::12b6bffb-8fd7-410a-bd1e-f473b901c3a4" providerId="AD" clId="Web-{26A49499-C9AD-3981-6C62-4E42E46314C6}" dt="2023-04-02T13:04:01.699" v="31" actId="20577"/>
          <ac:spMkLst>
            <pc:docMk/>
            <pc:sldMk cId="3759789600" sldId="275"/>
            <ac:spMk id="3" creationId="{00000000-0000-0000-0000-000000000000}"/>
          </ac:spMkLst>
        </pc:spChg>
      </pc:sldChg>
      <pc:sldChg chg="modSp">
        <pc:chgData name="Rizwan Rashid" userId="S::rizwan.rashid@comsats.edu.pk::12b6bffb-8fd7-410a-bd1e-f473b901c3a4" providerId="AD" clId="Web-{26A49499-C9AD-3981-6C62-4E42E46314C6}" dt="2023-04-02T13:18:02.505" v="67" actId="20577"/>
        <pc:sldMkLst>
          <pc:docMk/>
          <pc:sldMk cId="1560131990" sldId="276"/>
        </pc:sldMkLst>
        <pc:spChg chg="mod">
          <ac:chgData name="Rizwan Rashid" userId="S::rizwan.rashid@comsats.edu.pk::12b6bffb-8fd7-410a-bd1e-f473b901c3a4" providerId="AD" clId="Web-{26A49499-C9AD-3981-6C62-4E42E46314C6}" dt="2023-04-02T13:14:37.499" v="47" actId="20577"/>
          <ac:spMkLst>
            <pc:docMk/>
            <pc:sldMk cId="1560131990" sldId="276"/>
            <ac:spMk id="2" creationId="{718F0CB1-65CF-974D-3157-F5600CA73674}"/>
          </ac:spMkLst>
        </pc:spChg>
        <pc:spChg chg="mod">
          <ac:chgData name="Rizwan Rashid" userId="S::rizwan.rashid@comsats.edu.pk::12b6bffb-8fd7-410a-bd1e-f473b901c3a4" providerId="AD" clId="Web-{26A49499-C9AD-3981-6C62-4E42E46314C6}" dt="2023-04-02T13:18:02.505" v="67" actId="20577"/>
          <ac:spMkLst>
            <pc:docMk/>
            <pc:sldMk cId="1560131990" sldId="276"/>
            <ac:spMk id="3" creationId="{6C595891-2DBF-0B7A-7819-827A49271E12}"/>
          </ac:spMkLst>
        </pc:spChg>
      </pc:sldChg>
      <pc:sldChg chg="addSp modSp new mod modClrScheme chgLayout">
        <pc:chgData name="Rizwan Rashid" userId="S::rizwan.rashid@comsats.edu.pk::12b6bffb-8fd7-410a-bd1e-f473b901c3a4" providerId="AD" clId="Web-{26A49499-C9AD-3981-6C62-4E42E46314C6}" dt="2023-04-02T13:24:41.723" v="158" actId="14100"/>
        <pc:sldMkLst>
          <pc:docMk/>
          <pc:sldMk cId="1463831886" sldId="277"/>
        </pc:sldMkLst>
        <pc:spChg chg="mod">
          <ac:chgData name="Rizwan Rashid" userId="S::rizwan.rashid@comsats.edu.pk::12b6bffb-8fd7-410a-bd1e-f473b901c3a4" providerId="AD" clId="Web-{26A49499-C9AD-3981-6C62-4E42E46314C6}" dt="2023-04-02T13:19:45.695" v="113"/>
          <ac:spMkLst>
            <pc:docMk/>
            <pc:sldMk cId="1463831886" sldId="277"/>
            <ac:spMk id="2" creationId="{B1BA22E6-0864-3E52-089E-7BB63E51AFF6}"/>
          </ac:spMkLst>
        </pc:spChg>
        <pc:spChg chg="mod">
          <ac:chgData name="Rizwan Rashid" userId="S::rizwan.rashid@comsats.edu.pk::12b6bffb-8fd7-410a-bd1e-f473b901c3a4" providerId="AD" clId="Web-{26A49499-C9AD-3981-6C62-4E42E46314C6}" dt="2023-04-02T13:24:36.426" v="156" actId="20577"/>
          <ac:spMkLst>
            <pc:docMk/>
            <pc:sldMk cId="1463831886" sldId="277"/>
            <ac:spMk id="3" creationId="{53FDE1B1-1B53-B12C-D53C-2D927608BF45}"/>
          </ac:spMkLst>
        </pc:spChg>
        <pc:spChg chg="mod ord">
          <ac:chgData name="Rizwan Rashid" userId="S::rizwan.rashid@comsats.edu.pk::12b6bffb-8fd7-410a-bd1e-f473b901c3a4" providerId="AD" clId="Web-{26A49499-C9AD-3981-6C62-4E42E46314C6}" dt="2023-04-02T13:19:45.695" v="113"/>
          <ac:spMkLst>
            <pc:docMk/>
            <pc:sldMk cId="1463831886" sldId="277"/>
            <ac:spMk id="4" creationId="{F6C398DA-BDB2-9AB2-4F18-C021BAD49BFD}"/>
          </ac:spMkLst>
        </pc:spChg>
        <pc:picChg chg="add mod">
          <ac:chgData name="Rizwan Rashid" userId="S::rizwan.rashid@comsats.edu.pk::12b6bffb-8fd7-410a-bd1e-f473b901c3a4" providerId="AD" clId="Web-{26A49499-C9AD-3981-6C62-4E42E46314C6}" dt="2023-04-02T13:24:41.723" v="158" actId="14100"/>
          <ac:picMkLst>
            <pc:docMk/>
            <pc:sldMk cId="1463831886" sldId="277"/>
            <ac:picMk id="5" creationId="{7EFCAF39-5D5C-1BB8-8572-478DE0F7D623}"/>
          </ac:picMkLst>
        </pc:picChg>
      </pc:sldChg>
      <pc:sldChg chg="del">
        <pc:chgData name="Rizwan Rashid" userId="S::rizwan.rashid@comsats.edu.pk::12b6bffb-8fd7-410a-bd1e-f473b901c3a4" providerId="AD" clId="Web-{26A49499-C9AD-3981-6C62-4E42E46314C6}" dt="2023-04-02T13:04:11.527" v="37"/>
        <pc:sldMkLst>
          <pc:docMk/>
          <pc:sldMk cId="4196248272" sldId="277"/>
        </pc:sldMkLst>
      </pc:sldChg>
      <pc:sldChg chg="del">
        <pc:chgData name="Rizwan Rashid" userId="S::rizwan.rashid@comsats.edu.pk::12b6bffb-8fd7-410a-bd1e-f473b901c3a4" providerId="AD" clId="Web-{26A49499-C9AD-3981-6C62-4E42E46314C6}" dt="2023-04-02T13:04:11.527" v="36"/>
        <pc:sldMkLst>
          <pc:docMk/>
          <pc:sldMk cId="1010016411" sldId="278"/>
        </pc:sldMkLst>
      </pc:sldChg>
      <pc:sldChg chg="del">
        <pc:chgData name="Rizwan Rashid" userId="S::rizwan.rashid@comsats.edu.pk::12b6bffb-8fd7-410a-bd1e-f473b901c3a4" providerId="AD" clId="Web-{26A49499-C9AD-3981-6C62-4E42E46314C6}" dt="2023-04-02T13:04:11.527" v="34"/>
        <pc:sldMkLst>
          <pc:docMk/>
          <pc:sldMk cId="3898842981" sldId="279"/>
        </pc:sldMkLst>
      </pc:sldChg>
      <pc:sldChg chg="del">
        <pc:chgData name="Rizwan Rashid" userId="S::rizwan.rashid@comsats.edu.pk::12b6bffb-8fd7-410a-bd1e-f473b901c3a4" providerId="AD" clId="Web-{26A49499-C9AD-3981-6C62-4E42E46314C6}" dt="2023-04-02T13:04:11.527" v="35"/>
        <pc:sldMkLst>
          <pc:docMk/>
          <pc:sldMk cId="3662736590" sldId="280"/>
        </pc:sldMkLst>
      </pc:sldChg>
      <pc:sldChg chg="del">
        <pc:chgData name="Rizwan Rashid" userId="S::rizwan.rashid@comsats.edu.pk::12b6bffb-8fd7-410a-bd1e-f473b901c3a4" providerId="AD" clId="Web-{26A49499-C9AD-3981-6C62-4E42E46314C6}" dt="2023-04-02T13:04:11.527" v="32"/>
        <pc:sldMkLst>
          <pc:docMk/>
          <pc:sldMk cId="884951720" sldId="281"/>
        </pc:sldMkLst>
      </pc:sldChg>
      <pc:sldChg chg="del">
        <pc:chgData name="Rizwan Rashid" userId="S::rizwan.rashid@comsats.edu.pk::12b6bffb-8fd7-410a-bd1e-f473b901c3a4" providerId="AD" clId="Web-{26A49499-C9AD-3981-6C62-4E42E46314C6}" dt="2023-04-02T13:04:11.527" v="33"/>
        <pc:sldMkLst>
          <pc:docMk/>
          <pc:sldMk cId="2477369744" sldId="282"/>
        </pc:sldMkLst>
      </pc:sldChg>
    </pc:docChg>
  </pc:docChgLst>
  <pc:docChgLst>
    <pc:chgData name="Rizwan Rashid" userId="S::rizwan.rashid@comsats.edu.pk::12b6bffb-8fd7-410a-bd1e-f473b901c3a4" providerId="AD" clId="Web-{BC98CDB1-9189-2B28-DBDA-902CDAD7CF6F}"/>
    <pc:docChg chg="addSld modSld">
      <pc:chgData name="Rizwan Rashid" userId="S::rizwan.rashid@comsats.edu.pk::12b6bffb-8fd7-410a-bd1e-f473b901c3a4" providerId="AD" clId="Web-{BC98CDB1-9189-2B28-DBDA-902CDAD7CF6F}" dt="2023-04-02T21:30:14.551" v="641" actId="1076"/>
      <pc:docMkLst>
        <pc:docMk/>
      </pc:docMkLst>
      <pc:sldChg chg="addSp delSp modSp new mod modClrScheme chgLayout">
        <pc:chgData name="Rizwan Rashid" userId="S::rizwan.rashid@comsats.edu.pk::12b6bffb-8fd7-410a-bd1e-f473b901c3a4" providerId="AD" clId="Web-{BC98CDB1-9189-2B28-DBDA-902CDAD7CF6F}" dt="2023-04-02T20:08:49.228" v="6"/>
        <pc:sldMkLst>
          <pc:docMk/>
          <pc:sldMk cId="1652810489" sldId="278"/>
        </pc:sldMkLst>
        <pc:spChg chg="mod ord">
          <ac:chgData name="Rizwan Rashid" userId="S::rizwan.rashid@comsats.edu.pk::12b6bffb-8fd7-410a-bd1e-f473b901c3a4" providerId="AD" clId="Web-{BC98CDB1-9189-2B28-DBDA-902CDAD7CF6F}" dt="2023-04-02T19:32:14.102" v="5"/>
          <ac:spMkLst>
            <pc:docMk/>
            <pc:sldMk cId="1652810489" sldId="278"/>
            <ac:spMk id="2" creationId="{FD38313F-7862-8CF6-51EF-1D71D275CE28}"/>
          </ac:spMkLst>
        </pc:spChg>
        <pc:spChg chg="del mod ord">
          <ac:chgData name="Rizwan Rashid" userId="S::rizwan.rashid@comsats.edu.pk::12b6bffb-8fd7-410a-bd1e-f473b901c3a4" providerId="AD" clId="Web-{BC98CDB1-9189-2B28-DBDA-902CDAD7CF6F}" dt="2023-04-02T20:08:49.228" v="6"/>
          <ac:spMkLst>
            <pc:docMk/>
            <pc:sldMk cId="1652810489" sldId="278"/>
            <ac:spMk id="3" creationId="{18D1419D-B464-C72E-2648-6FA775211921}"/>
          </ac:spMkLst>
        </pc:spChg>
        <pc:spChg chg="del">
          <ac:chgData name="Rizwan Rashid" userId="S::rizwan.rashid@comsats.edu.pk::12b6bffb-8fd7-410a-bd1e-f473b901c3a4" providerId="AD" clId="Web-{BC98CDB1-9189-2B28-DBDA-902CDAD7CF6F}" dt="2023-04-02T19:32:14.102" v="5"/>
          <ac:spMkLst>
            <pc:docMk/>
            <pc:sldMk cId="1652810489" sldId="278"/>
            <ac:spMk id="4" creationId="{9862B2E8-18DE-E7C4-09AB-13E61AAD47FE}"/>
          </ac:spMkLst>
        </pc:spChg>
        <pc:spChg chg="mod ord">
          <ac:chgData name="Rizwan Rashid" userId="S::rizwan.rashid@comsats.edu.pk::12b6bffb-8fd7-410a-bd1e-f473b901c3a4" providerId="AD" clId="Web-{BC98CDB1-9189-2B28-DBDA-902CDAD7CF6F}" dt="2023-04-02T19:32:14.102" v="5"/>
          <ac:spMkLst>
            <pc:docMk/>
            <pc:sldMk cId="1652810489" sldId="278"/>
            <ac:spMk id="5" creationId="{56CBAC06-7D12-FC5D-5DB5-A590EE4376D3}"/>
          </ac:spMkLst>
        </pc:spChg>
        <pc:picChg chg="add mod ord">
          <ac:chgData name="Rizwan Rashid" userId="S::rizwan.rashid@comsats.edu.pk::12b6bffb-8fd7-410a-bd1e-f473b901c3a4" providerId="AD" clId="Web-{BC98CDB1-9189-2B28-DBDA-902CDAD7CF6F}" dt="2023-04-02T20:08:49.228" v="6"/>
          <ac:picMkLst>
            <pc:docMk/>
            <pc:sldMk cId="1652810489" sldId="278"/>
            <ac:picMk id="4" creationId="{A2CD3D4E-3EEB-4B78-98EF-4C586D9FE2D4}"/>
          </ac:picMkLst>
        </pc:picChg>
      </pc:sldChg>
      <pc:sldChg chg="modSp new">
        <pc:chgData name="Rizwan Rashid" userId="S::rizwan.rashid@comsats.edu.pk::12b6bffb-8fd7-410a-bd1e-f473b901c3a4" providerId="AD" clId="Web-{BC98CDB1-9189-2B28-DBDA-902CDAD7CF6F}" dt="2023-04-02T20:48:06.794" v="366" actId="20577"/>
        <pc:sldMkLst>
          <pc:docMk/>
          <pc:sldMk cId="3841986795" sldId="279"/>
        </pc:sldMkLst>
        <pc:spChg chg="mod">
          <ac:chgData name="Rizwan Rashid" userId="S::rizwan.rashid@comsats.edu.pk::12b6bffb-8fd7-410a-bd1e-f473b901c3a4" providerId="AD" clId="Web-{BC98CDB1-9189-2B28-DBDA-902CDAD7CF6F}" dt="2023-04-02T20:09:30.761" v="20" actId="20577"/>
          <ac:spMkLst>
            <pc:docMk/>
            <pc:sldMk cId="3841986795" sldId="279"/>
            <ac:spMk id="2" creationId="{1C90B81C-932C-1FA1-D6BD-BDAFD3D4BC81}"/>
          </ac:spMkLst>
        </pc:spChg>
        <pc:spChg chg="mod">
          <ac:chgData name="Rizwan Rashid" userId="S::rizwan.rashid@comsats.edu.pk::12b6bffb-8fd7-410a-bd1e-f473b901c3a4" providerId="AD" clId="Web-{BC98CDB1-9189-2B28-DBDA-902CDAD7CF6F}" dt="2023-04-02T20:48:06.794" v="366" actId="20577"/>
          <ac:spMkLst>
            <pc:docMk/>
            <pc:sldMk cId="3841986795" sldId="279"/>
            <ac:spMk id="3" creationId="{50B00E51-B206-200C-70A8-E38B091F325A}"/>
          </ac:spMkLst>
        </pc:spChg>
      </pc:sldChg>
      <pc:sldChg chg="addSp modSp new">
        <pc:chgData name="Rizwan Rashid" userId="S::rizwan.rashid@comsats.edu.pk::12b6bffb-8fd7-410a-bd1e-f473b901c3a4" providerId="AD" clId="Web-{BC98CDB1-9189-2B28-DBDA-902CDAD7CF6F}" dt="2023-04-02T20:50:48.237" v="460" actId="1076"/>
        <pc:sldMkLst>
          <pc:docMk/>
          <pc:sldMk cId="3942880366" sldId="280"/>
        </pc:sldMkLst>
        <pc:spChg chg="mod">
          <ac:chgData name="Rizwan Rashid" userId="S::rizwan.rashid@comsats.edu.pk::12b6bffb-8fd7-410a-bd1e-f473b901c3a4" providerId="AD" clId="Web-{BC98CDB1-9189-2B28-DBDA-902CDAD7CF6F}" dt="2023-04-02T20:20:47.252" v="144" actId="20577"/>
          <ac:spMkLst>
            <pc:docMk/>
            <pc:sldMk cId="3942880366" sldId="280"/>
            <ac:spMk id="2" creationId="{E18431FC-F964-91DF-3861-FCF38C55D5E3}"/>
          </ac:spMkLst>
        </pc:spChg>
        <pc:spChg chg="mod">
          <ac:chgData name="Rizwan Rashid" userId="S::rizwan.rashid@comsats.edu.pk::12b6bffb-8fd7-410a-bd1e-f473b901c3a4" providerId="AD" clId="Web-{BC98CDB1-9189-2B28-DBDA-902CDAD7CF6F}" dt="2023-04-02T20:21:17.394" v="149" actId="20577"/>
          <ac:spMkLst>
            <pc:docMk/>
            <pc:sldMk cId="3942880366" sldId="280"/>
            <ac:spMk id="3" creationId="{9664DD42-8425-1B31-9748-07131A06DD7E}"/>
          </ac:spMkLst>
        </pc:spChg>
        <pc:spChg chg="add">
          <ac:chgData name="Rizwan Rashid" userId="S::rizwan.rashid@comsats.edu.pk::12b6bffb-8fd7-410a-bd1e-f473b901c3a4" providerId="AD" clId="Web-{BC98CDB1-9189-2B28-DBDA-902CDAD7CF6F}" dt="2023-04-02T20:50:45.237" v="459"/>
          <ac:spMkLst>
            <pc:docMk/>
            <pc:sldMk cId="3942880366" sldId="280"/>
            <ac:spMk id="6" creationId="{1EF7698C-3C17-E350-9627-3DD61D93128E}"/>
          </ac:spMkLst>
        </pc:spChg>
        <pc:spChg chg="add">
          <ac:chgData name="Rizwan Rashid" userId="S::rizwan.rashid@comsats.edu.pk::12b6bffb-8fd7-410a-bd1e-f473b901c3a4" providerId="AD" clId="Web-{BC98CDB1-9189-2B28-DBDA-902CDAD7CF6F}" dt="2023-04-02T20:50:45.237" v="459"/>
          <ac:spMkLst>
            <pc:docMk/>
            <pc:sldMk cId="3942880366" sldId="280"/>
            <ac:spMk id="8" creationId="{F8A32788-623B-5848-C92F-0FC9FA9B7D17}"/>
          </ac:spMkLst>
        </pc:spChg>
        <pc:spChg chg="add">
          <ac:chgData name="Rizwan Rashid" userId="S::rizwan.rashid@comsats.edu.pk::12b6bffb-8fd7-410a-bd1e-f473b901c3a4" providerId="AD" clId="Web-{BC98CDB1-9189-2B28-DBDA-902CDAD7CF6F}" dt="2023-04-02T20:50:45.237" v="459"/>
          <ac:spMkLst>
            <pc:docMk/>
            <pc:sldMk cId="3942880366" sldId="280"/>
            <ac:spMk id="9" creationId="{FBDCF17B-30D1-0F01-3D21-31B0F7BBC8CE}"/>
          </ac:spMkLst>
        </pc:spChg>
        <pc:grpChg chg="add mod">
          <ac:chgData name="Rizwan Rashid" userId="S::rizwan.rashid@comsats.edu.pk::12b6bffb-8fd7-410a-bd1e-f473b901c3a4" providerId="AD" clId="Web-{BC98CDB1-9189-2B28-DBDA-902CDAD7CF6F}" dt="2023-04-02T20:50:48.237" v="460" actId="1076"/>
          <ac:grpSpMkLst>
            <pc:docMk/>
            <pc:sldMk cId="3942880366" sldId="280"/>
            <ac:grpSpMk id="5" creationId="{ADD8AB11-D754-7FB2-FC0F-8706991E3A44}"/>
          </ac:grpSpMkLst>
        </pc:grpChg>
        <pc:cxnChg chg="add">
          <ac:chgData name="Rizwan Rashid" userId="S::rizwan.rashid@comsats.edu.pk::12b6bffb-8fd7-410a-bd1e-f473b901c3a4" providerId="AD" clId="Web-{BC98CDB1-9189-2B28-DBDA-902CDAD7CF6F}" dt="2023-04-02T20:50:45.237" v="459"/>
          <ac:cxnSpMkLst>
            <pc:docMk/>
            <pc:sldMk cId="3942880366" sldId="280"/>
            <ac:cxnSpMk id="7" creationId="{6D72A005-D3B5-1AB7-3556-E6F5C2214335}"/>
          </ac:cxnSpMkLst>
        </pc:cxnChg>
      </pc:sldChg>
      <pc:sldChg chg="addSp delSp modSp new">
        <pc:chgData name="Rizwan Rashid" userId="S::rizwan.rashid@comsats.edu.pk::12b6bffb-8fd7-410a-bd1e-f473b901c3a4" providerId="AD" clId="Web-{BC98CDB1-9189-2B28-DBDA-902CDAD7CF6F}" dt="2023-04-02T20:53:26.383" v="474" actId="1076"/>
        <pc:sldMkLst>
          <pc:docMk/>
          <pc:sldMk cId="1283913959" sldId="281"/>
        </pc:sldMkLst>
        <pc:spChg chg="del">
          <ac:chgData name="Rizwan Rashid" userId="S::rizwan.rashid@comsats.edu.pk::12b6bffb-8fd7-410a-bd1e-f473b901c3a4" providerId="AD" clId="Web-{BC98CDB1-9189-2B28-DBDA-902CDAD7CF6F}" dt="2023-04-02T20:37:07.691" v="174"/>
          <ac:spMkLst>
            <pc:docMk/>
            <pc:sldMk cId="1283913959" sldId="281"/>
            <ac:spMk id="2" creationId="{81ADD413-0015-AECD-053B-7B2867DA50C5}"/>
          </ac:spMkLst>
        </pc:spChg>
        <pc:spChg chg="del">
          <ac:chgData name="Rizwan Rashid" userId="S::rizwan.rashid@comsats.edu.pk::12b6bffb-8fd7-410a-bd1e-f473b901c3a4" providerId="AD" clId="Web-{BC98CDB1-9189-2B28-DBDA-902CDAD7CF6F}" dt="2023-04-02T20:22:12.631" v="161"/>
          <ac:spMkLst>
            <pc:docMk/>
            <pc:sldMk cId="1283913959" sldId="281"/>
            <ac:spMk id="3" creationId="{D03FC12B-4540-C50F-4D97-8F12A2A3A78E}"/>
          </ac:spMkLst>
        </pc:spChg>
        <pc:spChg chg="add del mod">
          <ac:chgData name="Rizwan Rashid" userId="S::rizwan.rashid@comsats.edu.pk::12b6bffb-8fd7-410a-bd1e-f473b901c3a4" providerId="AD" clId="Web-{BC98CDB1-9189-2B28-DBDA-902CDAD7CF6F}" dt="2023-04-02T20:36:40.597" v="164"/>
          <ac:spMkLst>
            <pc:docMk/>
            <pc:sldMk cId="1283913959" sldId="281"/>
            <ac:spMk id="5" creationId="{DB70DF39-CD4B-36C1-4EBD-8D0E007DA1A5}"/>
          </ac:spMkLst>
        </pc:spChg>
        <pc:spChg chg="add mod">
          <ac:chgData name="Rizwan Rashid" userId="S::rizwan.rashid@comsats.edu.pk::12b6bffb-8fd7-410a-bd1e-f473b901c3a4" providerId="AD" clId="Web-{BC98CDB1-9189-2B28-DBDA-902CDAD7CF6F}" dt="2023-04-02T20:37:04.660" v="173" actId="14100"/>
          <ac:spMkLst>
            <pc:docMk/>
            <pc:sldMk cId="1283913959" sldId="281"/>
            <ac:spMk id="6" creationId="{1B595D3A-8681-7FFA-4E2D-21A2CB9569F7}"/>
          </ac:spMkLst>
        </pc:spChg>
        <pc:spChg chg="add mod">
          <ac:chgData name="Rizwan Rashid" userId="S::rizwan.rashid@comsats.edu.pk::12b6bffb-8fd7-410a-bd1e-f473b901c3a4" providerId="AD" clId="Web-{BC98CDB1-9189-2B28-DBDA-902CDAD7CF6F}" dt="2023-04-02T20:53:26.383" v="474" actId="1076"/>
          <ac:spMkLst>
            <pc:docMk/>
            <pc:sldMk cId="1283913959" sldId="281"/>
            <ac:spMk id="7" creationId="{55F32B08-A077-C27C-072F-94244BEB7F8D}"/>
          </ac:spMkLst>
        </pc:spChg>
        <pc:spChg chg="add del mod">
          <ac:chgData name="Rizwan Rashid" userId="S::rizwan.rashid@comsats.edu.pk::12b6bffb-8fd7-410a-bd1e-f473b901c3a4" providerId="AD" clId="Web-{BC98CDB1-9189-2B28-DBDA-902CDAD7CF6F}" dt="2023-04-02T20:38:38.226" v="204"/>
          <ac:spMkLst>
            <pc:docMk/>
            <pc:sldMk cId="1283913959" sldId="281"/>
            <ac:spMk id="8" creationId="{4508D589-6B04-D822-2453-6F78AAD57AE9}"/>
          </ac:spMkLst>
        </pc:spChg>
      </pc:sldChg>
      <pc:sldChg chg="addSp delSp modSp new">
        <pc:chgData name="Rizwan Rashid" userId="S::rizwan.rashid@comsats.edu.pk::12b6bffb-8fd7-410a-bd1e-f473b901c3a4" providerId="AD" clId="Web-{BC98CDB1-9189-2B28-DBDA-902CDAD7CF6F}" dt="2023-04-02T20:50:42.799" v="458"/>
        <pc:sldMkLst>
          <pc:docMk/>
          <pc:sldMk cId="2601961741" sldId="282"/>
        </pc:sldMkLst>
        <pc:spChg chg="del">
          <ac:chgData name="Rizwan Rashid" userId="S::rizwan.rashid@comsats.edu.pk::12b6bffb-8fd7-410a-bd1e-f473b901c3a4" providerId="AD" clId="Web-{BC98CDB1-9189-2B28-DBDA-902CDAD7CF6F}" dt="2023-04-02T20:38:22.366" v="198"/>
          <ac:spMkLst>
            <pc:docMk/>
            <pc:sldMk cId="2601961741" sldId="282"/>
            <ac:spMk id="2" creationId="{E279DDEC-396F-FCDE-78F4-608F5394A44B}"/>
          </ac:spMkLst>
        </pc:spChg>
        <pc:spChg chg="del">
          <ac:chgData name="Rizwan Rashid" userId="S::rizwan.rashid@comsats.edu.pk::12b6bffb-8fd7-410a-bd1e-f473b901c3a4" providerId="AD" clId="Web-{BC98CDB1-9189-2B28-DBDA-902CDAD7CF6F}" dt="2023-04-02T20:38:23.584" v="199"/>
          <ac:spMkLst>
            <pc:docMk/>
            <pc:sldMk cId="2601961741" sldId="282"/>
            <ac:spMk id="3" creationId="{7D896967-46C1-20F3-BD4C-F8CB0EAF10C3}"/>
          </ac:spMkLst>
        </pc:spChg>
        <pc:spChg chg="add mod">
          <ac:chgData name="Rizwan Rashid" userId="S::rizwan.rashid@comsats.edu.pk::12b6bffb-8fd7-410a-bd1e-f473b901c3a4" providerId="AD" clId="Web-{BC98CDB1-9189-2B28-DBDA-902CDAD7CF6F}" dt="2023-04-02T20:38:48.132" v="207" actId="1076"/>
          <ac:spMkLst>
            <pc:docMk/>
            <pc:sldMk cId="2601961741" sldId="282"/>
            <ac:spMk id="5" creationId="{7555CB0A-0DB2-03E9-0BEC-5D1C1DAE1DB6}"/>
          </ac:spMkLst>
        </pc:spChg>
        <pc:spChg chg="add mod">
          <ac:chgData name="Rizwan Rashid" userId="S::rizwan.rashid@comsats.edu.pk::12b6bffb-8fd7-410a-bd1e-f473b901c3a4" providerId="AD" clId="Web-{BC98CDB1-9189-2B28-DBDA-902CDAD7CF6F}" dt="2023-04-02T20:38:43.257" v="206" actId="1076"/>
          <ac:spMkLst>
            <pc:docMk/>
            <pc:sldMk cId="2601961741" sldId="282"/>
            <ac:spMk id="6" creationId="{8A7F42D0-8B31-DFFD-02AB-94B28FCD47A8}"/>
          </ac:spMkLst>
        </pc:spChg>
        <pc:spChg chg="add mod">
          <ac:chgData name="Rizwan Rashid" userId="S::rizwan.rashid@comsats.edu.pk::12b6bffb-8fd7-410a-bd1e-f473b901c3a4" providerId="AD" clId="Web-{BC98CDB1-9189-2B28-DBDA-902CDAD7CF6F}" dt="2023-04-02T20:42:24.249" v="223" actId="20577"/>
          <ac:spMkLst>
            <pc:docMk/>
            <pc:sldMk cId="2601961741" sldId="282"/>
            <ac:spMk id="7" creationId="{77517BB0-59BC-47DD-6D0A-59B1DE65C7C9}"/>
          </ac:spMkLst>
        </pc:spChg>
        <pc:spChg chg="add mod">
          <ac:chgData name="Rizwan Rashid" userId="S::rizwan.rashid@comsats.edu.pk::12b6bffb-8fd7-410a-bd1e-f473b901c3a4" providerId="AD" clId="Web-{BC98CDB1-9189-2B28-DBDA-902CDAD7CF6F}" dt="2023-04-02T20:42:13.076" v="216"/>
          <ac:spMkLst>
            <pc:docMk/>
            <pc:sldMk cId="2601961741" sldId="282"/>
            <ac:spMk id="9" creationId="{BE58334B-32CA-EB1E-099E-8D30CEC83561}"/>
          </ac:spMkLst>
        </pc:spChg>
        <pc:spChg chg="add mod">
          <ac:chgData name="Rizwan Rashid" userId="S::rizwan.rashid@comsats.edu.pk::12b6bffb-8fd7-410a-bd1e-f473b901c3a4" providerId="AD" clId="Web-{BC98CDB1-9189-2B28-DBDA-902CDAD7CF6F}" dt="2023-04-02T20:42:27.796" v="225" actId="20577"/>
          <ac:spMkLst>
            <pc:docMk/>
            <pc:sldMk cId="2601961741" sldId="282"/>
            <ac:spMk id="10" creationId="{58927BB0-2224-2B44-4760-691C867B1ED0}"/>
          </ac:spMkLst>
        </pc:spChg>
        <pc:grpChg chg="add del mod">
          <ac:chgData name="Rizwan Rashid" userId="S::rizwan.rashid@comsats.edu.pk::12b6bffb-8fd7-410a-bd1e-f473b901c3a4" providerId="AD" clId="Web-{BC98CDB1-9189-2B28-DBDA-902CDAD7CF6F}" dt="2023-04-02T20:50:42.799" v="458"/>
          <ac:grpSpMkLst>
            <pc:docMk/>
            <pc:sldMk cId="2601961741" sldId="282"/>
            <ac:grpSpMk id="11" creationId="{AD9CC7B8-DDD1-8F7A-E190-7A4F0F7F8116}"/>
          </ac:grpSpMkLst>
        </pc:grpChg>
        <pc:cxnChg chg="add mod">
          <ac:chgData name="Rizwan Rashid" userId="S::rizwan.rashid@comsats.edu.pk::12b6bffb-8fd7-410a-bd1e-f473b901c3a4" providerId="AD" clId="Web-{BC98CDB1-9189-2B28-DBDA-902CDAD7CF6F}" dt="2023-04-02T20:42:06.029" v="215" actId="1076"/>
          <ac:cxnSpMkLst>
            <pc:docMk/>
            <pc:sldMk cId="2601961741" sldId="282"/>
            <ac:cxnSpMk id="8" creationId="{E357543B-BBA0-4A19-212B-33E5B90C0DDD}"/>
          </ac:cxnSpMkLst>
        </pc:cxnChg>
      </pc:sldChg>
      <pc:sldChg chg="addSp modSp new">
        <pc:chgData name="Rizwan Rashid" userId="S::rizwan.rashid@comsats.edu.pk::12b6bffb-8fd7-410a-bd1e-f473b901c3a4" providerId="AD" clId="Web-{BC98CDB1-9189-2B28-DBDA-902CDAD7CF6F}" dt="2023-04-02T20:51:22.988" v="473"/>
        <pc:sldMkLst>
          <pc:docMk/>
          <pc:sldMk cId="3094194458" sldId="283"/>
        </pc:sldMkLst>
        <pc:spChg chg="mod">
          <ac:chgData name="Rizwan Rashid" userId="S::rizwan.rashid@comsats.edu.pk::12b6bffb-8fd7-410a-bd1e-f473b901c3a4" providerId="AD" clId="Web-{BC98CDB1-9189-2B28-DBDA-902CDAD7CF6F}" dt="2023-04-02T20:46:23.337" v="296" actId="20577"/>
          <ac:spMkLst>
            <pc:docMk/>
            <pc:sldMk cId="3094194458" sldId="283"/>
            <ac:spMk id="2" creationId="{5EC78FA6-9821-10A1-F5F6-44FFD6E9F3A4}"/>
          </ac:spMkLst>
        </pc:spChg>
        <pc:spChg chg="mod">
          <ac:chgData name="Rizwan Rashid" userId="S::rizwan.rashid@comsats.edu.pk::12b6bffb-8fd7-410a-bd1e-f473b901c3a4" providerId="AD" clId="Web-{BC98CDB1-9189-2B28-DBDA-902CDAD7CF6F}" dt="2023-04-02T20:50:37.283" v="457" actId="20577"/>
          <ac:spMkLst>
            <pc:docMk/>
            <pc:sldMk cId="3094194458" sldId="283"/>
            <ac:spMk id="3" creationId="{0D39EC40-DBBC-4CD7-A9B5-58B07BE209DE}"/>
          </ac:spMkLst>
        </pc:spChg>
        <pc:spChg chg="mod">
          <ac:chgData name="Rizwan Rashid" userId="S::rizwan.rashid@comsats.edu.pk::12b6bffb-8fd7-410a-bd1e-f473b901c3a4" providerId="AD" clId="Web-{BC98CDB1-9189-2B28-DBDA-902CDAD7CF6F}" dt="2023-04-02T20:51:10.019" v="470" actId="20577"/>
          <ac:spMkLst>
            <pc:docMk/>
            <pc:sldMk cId="3094194458" sldId="283"/>
            <ac:spMk id="6" creationId="{05BF2C31-26E8-2B04-97D2-4F043C69BE95}"/>
          </ac:spMkLst>
        </pc:spChg>
        <pc:spChg chg="mod">
          <ac:chgData name="Rizwan Rashid" userId="S::rizwan.rashid@comsats.edu.pk::12b6bffb-8fd7-410a-bd1e-f473b901c3a4" providerId="AD" clId="Web-{BC98CDB1-9189-2B28-DBDA-902CDAD7CF6F}" dt="2023-04-02T20:51:22.988" v="473"/>
          <ac:spMkLst>
            <pc:docMk/>
            <pc:sldMk cId="3094194458" sldId="283"/>
            <ac:spMk id="9" creationId="{568FEA04-A942-C801-8FC4-F9B46537C111}"/>
          </ac:spMkLst>
        </pc:spChg>
        <pc:grpChg chg="add mod">
          <ac:chgData name="Rizwan Rashid" userId="S::rizwan.rashid@comsats.edu.pk::12b6bffb-8fd7-410a-bd1e-f473b901c3a4" providerId="AD" clId="Web-{BC98CDB1-9189-2B28-DBDA-902CDAD7CF6F}" dt="2023-04-02T20:51:14.675" v="472" actId="1076"/>
          <ac:grpSpMkLst>
            <pc:docMk/>
            <pc:sldMk cId="3094194458" sldId="283"/>
            <ac:grpSpMk id="10" creationId="{C1BAD7ED-4E85-8350-76A9-67EA88E01101}"/>
          </ac:grpSpMkLst>
        </pc:grpChg>
      </pc:sldChg>
      <pc:sldChg chg="modSp new">
        <pc:chgData name="Rizwan Rashid" userId="S::rizwan.rashid@comsats.edu.pk::12b6bffb-8fd7-410a-bd1e-f473b901c3a4" providerId="AD" clId="Web-{BC98CDB1-9189-2B28-DBDA-902CDAD7CF6F}" dt="2023-04-02T20:57:38.750" v="530"/>
        <pc:sldMkLst>
          <pc:docMk/>
          <pc:sldMk cId="3789719861" sldId="284"/>
        </pc:sldMkLst>
        <pc:spChg chg="mod">
          <ac:chgData name="Rizwan Rashid" userId="S::rizwan.rashid@comsats.edu.pk::12b6bffb-8fd7-410a-bd1e-f473b901c3a4" providerId="AD" clId="Web-{BC98CDB1-9189-2B28-DBDA-902CDAD7CF6F}" dt="2023-04-02T20:55:08.245" v="481" actId="20577"/>
          <ac:spMkLst>
            <pc:docMk/>
            <pc:sldMk cId="3789719861" sldId="284"/>
            <ac:spMk id="2" creationId="{CDABA402-09D9-6988-B5FB-77E9252E4207}"/>
          </ac:spMkLst>
        </pc:spChg>
        <pc:spChg chg="mod">
          <ac:chgData name="Rizwan Rashid" userId="S::rizwan.rashid@comsats.edu.pk::12b6bffb-8fd7-410a-bd1e-f473b901c3a4" providerId="AD" clId="Web-{BC98CDB1-9189-2B28-DBDA-902CDAD7CF6F}" dt="2023-04-02T20:57:38.750" v="530"/>
          <ac:spMkLst>
            <pc:docMk/>
            <pc:sldMk cId="3789719861" sldId="284"/>
            <ac:spMk id="3" creationId="{56892759-F388-FCFD-1A97-F3762CE52F16}"/>
          </ac:spMkLst>
        </pc:spChg>
      </pc:sldChg>
      <pc:sldChg chg="addSp modSp new">
        <pc:chgData name="Rizwan Rashid" userId="S::rizwan.rashid@comsats.edu.pk::12b6bffb-8fd7-410a-bd1e-f473b901c3a4" providerId="AD" clId="Web-{BC98CDB1-9189-2B28-DBDA-902CDAD7CF6F}" dt="2023-04-02T21:29:07.955" v="625" actId="20577"/>
        <pc:sldMkLst>
          <pc:docMk/>
          <pc:sldMk cId="1828009872" sldId="285"/>
        </pc:sldMkLst>
        <pc:spChg chg="mod">
          <ac:chgData name="Rizwan Rashid" userId="S::rizwan.rashid@comsats.edu.pk::12b6bffb-8fd7-410a-bd1e-f473b901c3a4" providerId="AD" clId="Web-{BC98CDB1-9189-2B28-DBDA-902CDAD7CF6F}" dt="2023-04-02T21:00:14.974" v="540" actId="20577"/>
          <ac:spMkLst>
            <pc:docMk/>
            <pc:sldMk cId="1828009872" sldId="285"/>
            <ac:spMk id="2" creationId="{FF7F71C6-54C7-348C-8711-050C9DF757A3}"/>
          </ac:spMkLst>
        </pc:spChg>
        <pc:spChg chg="mod">
          <ac:chgData name="Rizwan Rashid" userId="S::rizwan.rashid@comsats.edu.pk::12b6bffb-8fd7-410a-bd1e-f473b901c3a4" providerId="AD" clId="Web-{BC98CDB1-9189-2B28-DBDA-902CDAD7CF6F}" dt="2023-04-02T21:27:20.637" v="597" actId="20577"/>
          <ac:spMkLst>
            <pc:docMk/>
            <pc:sldMk cId="1828009872" sldId="285"/>
            <ac:spMk id="3" creationId="{2D2E2043-2AC3-DDB9-A6D3-7968C8D2220B}"/>
          </ac:spMkLst>
        </pc:spChg>
        <pc:spChg chg="add mod">
          <ac:chgData name="Rizwan Rashid" userId="S::rizwan.rashid@comsats.edu.pk::12b6bffb-8fd7-410a-bd1e-f473b901c3a4" providerId="AD" clId="Web-{BC98CDB1-9189-2B28-DBDA-902CDAD7CF6F}" dt="2023-04-02T20:58:58.815" v="538" actId="1076"/>
          <ac:spMkLst>
            <pc:docMk/>
            <pc:sldMk cId="1828009872" sldId="285"/>
            <ac:spMk id="5" creationId="{291215FC-D454-768D-801D-EB26CECEB8F7}"/>
          </ac:spMkLst>
        </pc:spChg>
        <pc:spChg chg="mod">
          <ac:chgData name="Rizwan Rashid" userId="S::rizwan.rashid@comsats.edu.pk::12b6bffb-8fd7-410a-bd1e-f473b901c3a4" providerId="AD" clId="Web-{BC98CDB1-9189-2B28-DBDA-902CDAD7CF6F}" dt="2023-04-02T21:27:31.763" v="598"/>
          <ac:spMkLst>
            <pc:docMk/>
            <pc:sldMk cId="1828009872" sldId="285"/>
            <ac:spMk id="9" creationId="{8AEA03BE-9462-F571-C697-432DCF5EFC85}"/>
          </ac:spMkLst>
        </pc:spChg>
        <pc:spChg chg="mod">
          <ac:chgData name="Rizwan Rashid" userId="S::rizwan.rashid@comsats.edu.pk::12b6bffb-8fd7-410a-bd1e-f473b901c3a4" providerId="AD" clId="Web-{BC98CDB1-9189-2B28-DBDA-902CDAD7CF6F}" dt="2023-04-02T21:28:31.187" v="616" actId="20577"/>
          <ac:spMkLst>
            <pc:docMk/>
            <pc:sldMk cId="1828009872" sldId="285"/>
            <ac:spMk id="13" creationId="{F906171A-F380-1DF4-3DFD-C7E0E408ED22}"/>
          </ac:spMkLst>
        </pc:spChg>
        <pc:spChg chg="mod">
          <ac:chgData name="Rizwan Rashid" userId="S::rizwan.rashid@comsats.edu.pk::12b6bffb-8fd7-410a-bd1e-f473b901c3a4" providerId="AD" clId="Web-{BC98CDB1-9189-2B28-DBDA-902CDAD7CF6F}" dt="2023-04-02T21:28:38.374" v="617"/>
          <ac:spMkLst>
            <pc:docMk/>
            <pc:sldMk cId="1828009872" sldId="285"/>
            <ac:spMk id="16" creationId="{BC509BAB-68DA-D696-D880-BBFC30F5D026}"/>
          </ac:spMkLst>
        </pc:spChg>
        <pc:spChg chg="mod">
          <ac:chgData name="Rizwan Rashid" userId="S::rizwan.rashid@comsats.edu.pk::12b6bffb-8fd7-410a-bd1e-f473b901c3a4" providerId="AD" clId="Web-{BC98CDB1-9189-2B28-DBDA-902CDAD7CF6F}" dt="2023-04-02T21:29:02.752" v="622" actId="20577"/>
          <ac:spMkLst>
            <pc:docMk/>
            <pc:sldMk cId="1828009872" sldId="285"/>
            <ac:spMk id="18" creationId="{B4ADEB09-652D-64EC-E221-D3F04E720E5F}"/>
          </ac:spMkLst>
        </pc:spChg>
        <pc:spChg chg="mod">
          <ac:chgData name="Rizwan Rashid" userId="S::rizwan.rashid@comsats.edu.pk::12b6bffb-8fd7-410a-bd1e-f473b901c3a4" providerId="AD" clId="Web-{BC98CDB1-9189-2B28-DBDA-902CDAD7CF6F}" dt="2023-04-02T21:29:07.955" v="625" actId="20577"/>
          <ac:spMkLst>
            <pc:docMk/>
            <pc:sldMk cId="1828009872" sldId="285"/>
            <ac:spMk id="21" creationId="{EB126500-4B30-3028-AB3E-25175A0719C0}"/>
          </ac:spMkLst>
        </pc:spChg>
        <pc:grpChg chg="add mod">
          <ac:chgData name="Rizwan Rashid" userId="S::rizwan.rashid@comsats.edu.pk::12b6bffb-8fd7-410a-bd1e-f473b901c3a4" providerId="AD" clId="Web-{BC98CDB1-9189-2B28-DBDA-902CDAD7CF6F}" dt="2023-04-02T21:28:15.608" v="612" actId="14100"/>
          <ac:grpSpMkLst>
            <pc:docMk/>
            <pc:sldMk cId="1828009872" sldId="285"/>
            <ac:grpSpMk id="11" creationId="{DD08867F-F14A-E1D2-DA64-45D4E9717735}"/>
          </ac:grpSpMkLst>
        </pc:grpChg>
        <pc:grpChg chg="add mod">
          <ac:chgData name="Rizwan Rashid" userId="S::rizwan.rashid@comsats.edu.pk::12b6bffb-8fd7-410a-bd1e-f473b901c3a4" providerId="AD" clId="Web-{BC98CDB1-9189-2B28-DBDA-902CDAD7CF6F}" dt="2023-04-02T21:28:25.405" v="613" actId="14100"/>
          <ac:grpSpMkLst>
            <pc:docMk/>
            <pc:sldMk cId="1828009872" sldId="285"/>
            <ac:grpSpMk id="12" creationId="{55D1FA09-4C27-53B8-E55E-D065DEDD7FE7}"/>
          </ac:grpSpMkLst>
        </pc:grpChg>
        <pc:grpChg chg="add mod">
          <ac:chgData name="Rizwan Rashid" userId="S::rizwan.rashid@comsats.edu.pk::12b6bffb-8fd7-410a-bd1e-f473b901c3a4" providerId="AD" clId="Web-{BC98CDB1-9189-2B28-DBDA-902CDAD7CF6F}" dt="2023-04-02T21:28:43.984" v="619" actId="1076"/>
          <ac:grpSpMkLst>
            <pc:docMk/>
            <pc:sldMk cId="1828009872" sldId="285"/>
            <ac:grpSpMk id="17" creationId="{8DA99798-BCA1-EE94-7DD6-16B20EEEB37D}"/>
          </ac:grpSpMkLst>
        </pc:grpChg>
        <pc:cxnChg chg="mod">
          <ac:chgData name="Rizwan Rashid" userId="S::rizwan.rashid@comsats.edu.pk::12b6bffb-8fd7-410a-bd1e-f473b901c3a4" providerId="AD" clId="Web-{BC98CDB1-9189-2B28-DBDA-902CDAD7CF6F}" dt="2023-04-02T21:27:41.060" v="600"/>
          <ac:cxnSpMkLst>
            <pc:docMk/>
            <pc:sldMk cId="1828009872" sldId="285"/>
            <ac:cxnSpMk id="14" creationId="{10F7A208-61F7-6A1A-B371-CCAAC111620F}"/>
          </ac:cxnSpMkLst>
        </pc:cxnChg>
        <pc:cxnChg chg="mod">
          <ac:chgData name="Rizwan Rashid" userId="S::rizwan.rashid@comsats.edu.pk::12b6bffb-8fd7-410a-bd1e-f473b901c3a4" providerId="AD" clId="Web-{BC98CDB1-9189-2B28-DBDA-902CDAD7CF6F}" dt="2023-04-02T21:28:41.015" v="618"/>
          <ac:cxnSpMkLst>
            <pc:docMk/>
            <pc:sldMk cId="1828009872" sldId="285"/>
            <ac:cxnSpMk id="19" creationId="{982720F5-1192-91D3-9EA7-B58BAFDEA156}"/>
          </ac:cxnSpMkLst>
        </pc:cxnChg>
      </pc:sldChg>
      <pc:sldChg chg="addSp delSp modSp new mod modClrScheme chgLayout">
        <pc:chgData name="Rizwan Rashid" userId="S::rizwan.rashid@comsats.edu.pk::12b6bffb-8fd7-410a-bd1e-f473b901c3a4" providerId="AD" clId="Web-{BC98CDB1-9189-2B28-DBDA-902CDAD7CF6F}" dt="2023-04-02T21:26:55.637" v="591" actId="1076"/>
        <pc:sldMkLst>
          <pc:docMk/>
          <pc:sldMk cId="1975213770" sldId="286"/>
        </pc:sldMkLst>
        <pc:spChg chg="del">
          <ac:chgData name="Rizwan Rashid" userId="S::rizwan.rashid@comsats.edu.pk::12b6bffb-8fd7-410a-bd1e-f473b901c3a4" providerId="AD" clId="Web-{BC98CDB1-9189-2B28-DBDA-902CDAD7CF6F}" dt="2023-04-02T21:25:54.963" v="565"/>
          <ac:spMkLst>
            <pc:docMk/>
            <pc:sldMk cId="1975213770" sldId="286"/>
            <ac:spMk id="2" creationId="{C99B7247-FF1F-A5EA-293F-AEAA8A527F96}"/>
          </ac:spMkLst>
        </pc:spChg>
        <pc:spChg chg="del">
          <ac:chgData name="Rizwan Rashid" userId="S::rizwan.rashid@comsats.edu.pk::12b6bffb-8fd7-410a-bd1e-f473b901c3a4" providerId="AD" clId="Web-{BC98CDB1-9189-2B28-DBDA-902CDAD7CF6F}" dt="2023-04-02T21:25:54.963" v="565"/>
          <ac:spMkLst>
            <pc:docMk/>
            <pc:sldMk cId="1975213770" sldId="286"/>
            <ac:spMk id="3" creationId="{29F8887D-C847-68F5-E97C-B4DA910E91A5}"/>
          </ac:spMkLst>
        </pc:spChg>
        <pc:spChg chg="mod ord">
          <ac:chgData name="Rizwan Rashid" userId="S::rizwan.rashid@comsats.edu.pk::12b6bffb-8fd7-410a-bd1e-f473b901c3a4" providerId="AD" clId="Web-{BC98CDB1-9189-2B28-DBDA-902CDAD7CF6F}" dt="2023-04-02T21:25:54.963" v="565"/>
          <ac:spMkLst>
            <pc:docMk/>
            <pc:sldMk cId="1975213770" sldId="286"/>
            <ac:spMk id="4" creationId="{6857034F-16BD-29F5-11FA-574F60289A16}"/>
          </ac:spMkLst>
        </pc:spChg>
        <pc:spChg chg="add mod">
          <ac:chgData name="Rizwan Rashid" userId="S::rizwan.rashid@comsats.edu.pk::12b6bffb-8fd7-410a-bd1e-f473b901c3a4" providerId="AD" clId="Web-{BC98CDB1-9189-2B28-DBDA-902CDAD7CF6F}" dt="2023-04-02T21:26:32.542" v="586" actId="14100"/>
          <ac:spMkLst>
            <pc:docMk/>
            <pc:sldMk cId="1975213770" sldId="286"/>
            <ac:spMk id="5" creationId="{F20A2679-615C-DA27-1906-2AB0A813584A}"/>
          </ac:spMkLst>
        </pc:spChg>
        <pc:spChg chg="add mod">
          <ac:chgData name="Rizwan Rashid" userId="S::rizwan.rashid@comsats.edu.pk::12b6bffb-8fd7-410a-bd1e-f473b901c3a4" providerId="AD" clId="Web-{BC98CDB1-9189-2B28-DBDA-902CDAD7CF6F}" dt="2023-04-02T21:26:55.637" v="591" actId="1076"/>
          <ac:spMkLst>
            <pc:docMk/>
            <pc:sldMk cId="1975213770" sldId="286"/>
            <ac:spMk id="6" creationId="{8B80DD86-5F12-9DD1-865D-E7C6A15BF286}"/>
          </ac:spMkLst>
        </pc:spChg>
      </pc:sldChg>
      <pc:sldChg chg="addSp modSp new">
        <pc:chgData name="Rizwan Rashid" userId="S::rizwan.rashid@comsats.edu.pk::12b6bffb-8fd7-410a-bd1e-f473b901c3a4" providerId="AD" clId="Web-{BC98CDB1-9189-2B28-DBDA-902CDAD7CF6F}" dt="2023-04-02T21:30:14.551" v="641" actId="1076"/>
        <pc:sldMkLst>
          <pc:docMk/>
          <pc:sldMk cId="3574240524" sldId="287"/>
        </pc:sldMkLst>
        <pc:spChg chg="add mod">
          <ac:chgData name="Rizwan Rashid" userId="S::rizwan.rashid@comsats.edu.pk::12b6bffb-8fd7-410a-bd1e-f473b901c3a4" providerId="AD" clId="Web-{BC98CDB1-9189-2B28-DBDA-902CDAD7CF6F}" dt="2023-04-02T21:30:11.644" v="640" actId="14100"/>
          <ac:spMkLst>
            <pc:docMk/>
            <pc:sldMk cId="3574240524" sldId="287"/>
            <ac:spMk id="3" creationId="{8A9D70DF-D123-C2BB-FA5C-B996CB2EE390}"/>
          </ac:spMkLst>
        </pc:spChg>
        <pc:spChg chg="add mod">
          <ac:chgData name="Rizwan Rashid" userId="S::rizwan.rashid@comsats.edu.pk::12b6bffb-8fd7-410a-bd1e-f473b901c3a4" providerId="AD" clId="Web-{BC98CDB1-9189-2B28-DBDA-902CDAD7CF6F}" dt="2023-04-02T21:30:14.551" v="641" actId="1076"/>
          <ac:spMkLst>
            <pc:docMk/>
            <pc:sldMk cId="3574240524" sldId="287"/>
            <ac:spMk id="4" creationId="{0B6FCC18-867F-EA19-F4F3-89E145243CD9}"/>
          </ac:spMkLst>
        </pc:spChg>
      </pc:sldChg>
    </pc:docChg>
  </pc:docChgLst>
  <pc:docChgLst>
    <pc:chgData name="Rizwan Rashid" userId="S::rizwan.rashid@comsats.edu.pk::12b6bffb-8fd7-410a-bd1e-f473b901c3a4" providerId="AD" clId="Web-{63DC8344-F2CB-674E-BC98-FB0E350E4847}"/>
    <pc:docChg chg="delSld modSld">
      <pc:chgData name="Rizwan Rashid" userId="S::rizwan.rashid@comsats.edu.pk::12b6bffb-8fd7-410a-bd1e-f473b901c3a4" providerId="AD" clId="Web-{63DC8344-F2CB-674E-BC98-FB0E350E4847}" dt="2023-02-26T15:21:13.005" v="2" actId="20577"/>
      <pc:docMkLst>
        <pc:docMk/>
      </pc:docMkLst>
      <pc:sldChg chg="del">
        <pc:chgData name="Rizwan Rashid" userId="S::rizwan.rashid@comsats.edu.pk::12b6bffb-8fd7-410a-bd1e-f473b901c3a4" providerId="AD" clId="Web-{63DC8344-F2CB-674E-BC98-FB0E350E4847}" dt="2023-02-26T15:21:03.551" v="0"/>
        <pc:sldMkLst>
          <pc:docMk/>
          <pc:sldMk cId="2313877662" sldId="305"/>
        </pc:sldMkLst>
      </pc:sldChg>
      <pc:sldChg chg="modSp">
        <pc:chgData name="Rizwan Rashid" userId="S::rizwan.rashid@comsats.edu.pk::12b6bffb-8fd7-410a-bd1e-f473b901c3a4" providerId="AD" clId="Web-{63DC8344-F2CB-674E-BC98-FB0E350E4847}" dt="2023-02-26T15:21:13.005" v="2" actId="20577"/>
        <pc:sldMkLst>
          <pc:docMk/>
          <pc:sldMk cId="1561124475" sldId="307"/>
        </pc:sldMkLst>
        <pc:spChg chg="mod">
          <ac:chgData name="Rizwan Rashid" userId="S::rizwan.rashid@comsats.edu.pk::12b6bffb-8fd7-410a-bd1e-f473b901c3a4" providerId="AD" clId="Web-{63DC8344-F2CB-674E-BC98-FB0E350E4847}" dt="2023-02-26T15:21:13.005" v="2" actId="20577"/>
          <ac:spMkLst>
            <pc:docMk/>
            <pc:sldMk cId="1561124475" sldId="307"/>
            <ac:spMk id="3" creationId="{274ECC47-B470-C4D4-2792-520CF1A72723}"/>
          </ac:spMkLst>
        </pc:spChg>
      </pc:sldChg>
    </pc:docChg>
  </pc:docChgLst>
  <pc:docChgLst>
    <pc:chgData name="Rizwan Rashid" userId="S::rizwan.rashid@comsats.edu.pk::12b6bffb-8fd7-410a-bd1e-f473b901c3a4" providerId="AD" clId="Web-{20DC463C-785E-62EB-8123-E28B13FD4775}"/>
    <pc:docChg chg="modSld">
      <pc:chgData name="Rizwan Rashid" userId="S::rizwan.rashid@comsats.edu.pk::12b6bffb-8fd7-410a-bd1e-f473b901c3a4" providerId="AD" clId="Web-{20DC463C-785E-62EB-8123-E28B13FD4775}" dt="2023-12-17T12:47:58.751" v="5" actId="1076"/>
      <pc:docMkLst>
        <pc:docMk/>
      </pc:docMkLst>
      <pc:sldChg chg="modSp">
        <pc:chgData name="Rizwan Rashid" userId="S::rizwan.rashid@comsats.edu.pk::12b6bffb-8fd7-410a-bd1e-f473b901c3a4" providerId="AD" clId="Web-{20DC463C-785E-62EB-8123-E28B13FD4775}" dt="2023-12-17T12:47:58.751" v="5" actId="1076"/>
        <pc:sldMkLst>
          <pc:docMk/>
          <pc:sldMk cId="2076334799" sldId="298"/>
        </pc:sldMkLst>
        <pc:spChg chg="mod">
          <ac:chgData name="Rizwan Rashid" userId="S::rizwan.rashid@comsats.edu.pk::12b6bffb-8fd7-410a-bd1e-f473b901c3a4" providerId="AD" clId="Web-{20DC463C-785E-62EB-8123-E28B13FD4775}" dt="2023-12-17T12:47:54.704" v="4" actId="20577"/>
          <ac:spMkLst>
            <pc:docMk/>
            <pc:sldMk cId="2076334799" sldId="298"/>
            <ac:spMk id="3" creationId="{00000000-0000-0000-0000-000000000000}"/>
          </ac:spMkLst>
        </pc:spChg>
        <pc:spChg chg="mod">
          <ac:chgData name="Rizwan Rashid" userId="S::rizwan.rashid@comsats.edu.pk::12b6bffb-8fd7-410a-bd1e-f473b901c3a4" providerId="AD" clId="Web-{20DC463C-785E-62EB-8123-E28B13FD4775}" dt="2023-12-17T12:47:58.751" v="5" actId="1076"/>
          <ac:spMkLst>
            <pc:docMk/>
            <pc:sldMk cId="2076334799" sldId="298"/>
            <ac:spMk id="6" creationId="{00000000-0000-0000-0000-000000000000}"/>
          </ac:spMkLst>
        </pc:spChg>
      </pc:sldChg>
    </pc:docChg>
  </pc:docChgLst>
  <pc:docChgLst>
    <pc:chgData name="Rizwan Rashid" userId="12b6bffb-8fd7-410a-bd1e-f473b901c3a4" providerId="ADAL" clId="{CF2EB370-3B6A-44B8-9278-D8889A7D7E0F}"/>
    <pc:docChg chg="delSld">
      <pc:chgData name="Rizwan Rashid" userId="12b6bffb-8fd7-410a-bd1e-f473b901c3a4" providerId="ADAL" clId="{CF2EB370-3B6A-44B8-9278-D8889A7D7E0F}" dt="2023-03-03T12:03:23.266" v="1" actId="47"/>
      <pc:docMkLst>
        <pc:docMk/>
      </pc:docMkLst>
      <pc:sldChg chg="del">
        <pc:chgData name="Rizwan Rashid" userId="12b6bffb-8fd7-410a-bd1e-f473b901c3a4" providerId="ADAL" clId="{CF2EB370-3B6A-44B8-9278-D8889A7D7E0F}" dt="2023-03-03T12:03:23.266" v="1" actId="47"/>
        <pc:sldMkLst>
          <pc:docMk/>
          <pc:sldMk cId="4032960252" sldId="298"/>
        </pc:sldMkLst>
      </pc:sldChg>
      <pc:sldChg chg="del">
        <pc:chgData name="Rizwan Rashid" userId="12b6bffb-8fd7-410a-bd1e-f473b901c3a4" providerId="ADAL" clId="{CF2EB370-3B6A-44B8-9278-D8889A7D7E0F}" dt="2023-03-03T12:03:20.187" v="0" actId="47"/>
        <pc:sldMkLst>
          <pc:docMk/>
          <pc:sldMk cId="3705881816" sldId="299"/>
        </pc:sldMkLst>
      </pc:sldChg>
    </pc:docChg>
  </pc:docChgLst>
  <pc:docChgLst>
    <pc:chgData name="Rizwan Rashid" userId="S::rizwan.rashid@comsats.edu.pk::12b6bffb-8fd7-410a-bd1e-f473b901c3a4" providerId="AD" clId="Web-{0DF03030-3555-3ECF-427D-3249983CB785}"/>
    <pc:docChg chg="modSld">
      <pc:chgData name="Rizwan Rashid" userId="S::rizwan.rashid@comsats.edu.pk::12b6bffb-8fd7-410a-bd1e-f473b901c3a4" providerId="AD" clId="Web-{0DF03030-3555-3ECF-427D-3249983CB785}" dt="2023-12-17T16:39:35.961" v="5" actId="20577"/>
      <pc:docMkLst>
        <pc:docMk/>
      </pc:docMkLst>
      <pc:sldChg chg="delSp modSp">
        <pc:chgData name="Rizwan Rashid" userId="S::rizwan.rashid@comsats.edu.pk::12b6bffb-8fd7-410a-bd1e-f473b901c3a4" providerId="AD" clId="Web-{0DF03030-3555-3ECF-427D-3249983CB785}" dt="2023-12-17T16:34:57.805" v="3"/>
        <pc:sldMkLst>
          <pc:docMk/>
          <pc:sldMk cId="994541958" sldId="278"/>
        </pc:sldMkLst>
        <pc:spChg chg="del mod">
          <ac:chgData name="Rizwan Rashid" userId="S::rizwan.rashid@comsats.edu.pk::12b6bffb-8fd7-410a-bd1e-f473b901c3a4" providerId="AD" clId="Web-{0DF03030-3555-3ECF-427D-3249983CB785}" dt="2023-12-17T16:34:57.805" v="3"/>
          <ac:spMkLst>
            <pc:docMk/>
            <pc:sldMk cId="994541958" sldId="278"/>
            <ac:spMk id="9221" creationId="{6E65C8B7-AD4C-6AAF-FC0C-4AF0B64BDF68}"/>
          </ac:spMkLst>
        </pc:spChg>
      </pc:sldChg>
      <pc:sldChg chg="modSp">
        <pc:chgData name="Rizwan Rashid" userId="S::rizwan.rashid@comsats.edu.pk::12b6bffb-8fd7-410a-bd1e-f473b901c3a4" providerId="AD" clId="Web-{0DF03030-3555-3ECF-427D-3249983CB785}" dt="2023-12-17T16:39:35.961" v="5" actId="20577"/>
        <pc:sldMkLst>
          <pc:docMk/>
          <pc:sldMk cId="1702886737" sldId="290"/>
        </pc:sldMkLst>
        <pc:spChg chg="mod">
          <ac:chgData name="Rizwan Rashid" userId="S::rizwan.rashid@comsats.edu.pk::12b6bffb-8fd7-410a-bd1e-f473b901c3a4" providerId="AD" clId="Web-{0DF03030-3555-3ECF-427D-3249983CB785}" dt="2023-12-17T16:39:35.961" v="5" actId="20577"/>
          <ac:spMkLst>
            <pc:docMk/>
            <pc:sldMk cId="1702886737" sldId="290"/>
            <ac:spMk id="5" creationId="{00000000-0000-0000-0000-000000000000}"/>
          </ac:spMkLst>
        </pc:spChg>
      </pc:sldChg>
    </pc:docChg>
  </pc:docChgLst>
  <pc:docChgLst>
    <pc:chgData clId="Web-{26A49499-C9AD-3981-6C62-4E42E46314C6}"/>
    <pc:docChg chg="modSld">
      <pc:chgData name="" userId="" providerId="" clId="Web-{26A49499-C9AD-3981-6C62-4E42E46314C6}" dt="2023-04-02T13:03:36.807" v="0" actId="20577"/>
      <pc:docMkLst>
        <pc:docMk/>
      </pc:docMkLst>
      <pc:sldChg chg="modSp">
        <pc:chgData name="" userId="" providerId="" clId="Web-{26A49499-C9AD-3981-6C62-4E42E46314C6}" dt="2023-04-02T13:03:36.807" v="0" actId="20577"/>
        <pc:sldMkLst>
          <pc:docMk/>
          <pc:sldMk cId="3759789600" sldId="275"/>
        </pc:sldMkLst>
        <pc:spChg chg="mod">
          <ac:chgData name="" userId="" providerId="" clId="Web-{26A49499-C9AD-3981-6C62-4E42E46314C6}" dt="2023-04-02T13:03:36.807" v="0" actId="20577"/>
          <ac:spMkLst>
            <pc:docMk/>
            <pc:sldMk cId="3759789600" sldId="275"/>
            <ac:spMk id="15361" creationId="{00000000-0000-0000-0000-000000000000}"/>
          </ac:spMkLst>
        </pc:spChg>
      </pc:sldChg>
    </pc:docChg>
  </pc:docChgLst>
  <pc:docChgLst>
    <pc:chgData name="Rizwan Rashid" userId="S::rizwan.rashid@comsats.edu.pk::12b6bffb-8fd7-410a-bd1e-f473b901c3a4" providerId="AD" clId="Web-{11546615-7687-B620-C47F-021F23C225A4}"/>
    <pc:docChg chg="addSld modSld">
      <pc:chgData name="Rizwan Rashid" userId="S::rizwan.rashid@comsats.edu.pk::12b6bffb-8fd7-410a-bd1e-f473b901c3a4" providerId="AD" clId="Web-{11546615-7687-B620-C47F-021F23C225A4}" dt="2023-02-26T15:08:53.833" v="79" actId="20577"/>
      <pc:docMkLst>
        <pc:docMk/>
      </pc:docMkLst>
      <pc:sldChg chg="new">
        <pc:chgData name="Rizwan Rashid" userId="S::rizwan.rashid@comsats.edu.pk::12b6bffb-8fd7-410a-bd1e-f473b901c3a4" providerId="AD" clId="Web-{11546615-7687-B620-C47F-021F23C225A4}" dt="2023-02-26T15:02:07.443" v="0"/>
        <pc:sldMkLst>
          <pc:docMk/>
          <pc:sldMk cId="2313877662" sldId="305"/>
        </pc:sldMkLst>
      </pc:sldChg>
      <pc:sldChg chg="addSp modSp new">
        <pc:chgData name="Rizwan Rashid" userId="S::rizwan.rashid@comsats.edu.pk::12b6bffb-8fd7-410a-bd1e-f473b901c3a4" providerId="AD" clId="Web-{11546615-7687-B620-C47F-021F23C225A4}" dt="2023-02-26T15:06:05.655" v="58" actId="1076"/>
        <pc:sldMkLst>
          <pc:docMk/>
          <pc:sldMk cId="1886531944" sldId="306"/>
        </pc:sldMkLst>
        <pc:spChg chg="mod">
          <ac:chgData name="Rizwan Rashid" userId="S::rizwan.rashid@comsats.edu.pk::12b6bffb-8fd7-410a-bd1e-f473b901c3a4" providerId="AD" clId="Web-{11546615-7687-B620-C47F-021F23C225A4}" dt="2023-02-26T15:02:54.741" v="5" actId="20577"/>
          <ac:spMkLst>
            <pc:docMk/>
            <pc:sldMk cId="1886531944" sldId="306"/>
            <ac:spMk id="2" creationId="{8AB4EC92-496F-4048-4F37-24E21EDFAF78}"/>
          </ac:spMkLst>
        </pc:spChg>
        <pc:spChg chg="mod">
          <ac:chgData name="Rizwan Rashid" userId="S::rizwan.rashid@comsats.edu.pk::12b6bffb-8fd7-410a-bd1e-f473b901c3a4" providerId="AD" clId="Web-{11546615-7687-B620-C47F-021F23C225A4}" dt="2023-02-26T15:05:57.654" v="55" actId="20577"/>
          <ac:spMkLst>
            <pc:docMk/>
            <pc:sldMk cId="1886531944" sldId="306"/>
            <ac:spMk id="3" creationId="{8FCF2B46-0998-4CED-C6EC-C8AC3407C163}"/>
          </ac:spMkLst>
        </pc:spChg>
        <pc:spChg chg="add mod">
          <ac:chgData name="Rizwan Rashid" userId="S::rizwan.rashid@comsats.edu.pk::12b6bffb-8fd7-410a-bd1e-f473b901c3a4" providerId="AD" clId="Web-{11546615-7687-B620-C47F-021F23C225A4}" dt="2023-02-26T15:05:28.153" v="46" actId="1076"/>
          <ac:spMkLst>
            <pc:docMk/>
            <pc:sldMk cId="1886531944" sldId="306"/>
            <ac:spMk id="6" creationId="{57CA94A3-A454-4B80-919D-FF8D9B1C5BB4}"/>
          </ac:spMkLst>
        </pc:spChg>
        <pc:spChg chg="add mod">
          <ac:chgData name="Rizwan Rashid" userId="S::rizwan.rashid@comsats.edu.pk::12b6bffb-8fd7-410a-bd1e-f473b901c3a4" providerId="AD" clId="Web-{11546615-7687-B620-C47F-021F23C225A4}" dt="2023-02-26T15:05:33.982" v="47" actId="1076"/>
          <ac:spMkLst>
            <pc:docMk/>
            <pc:sldMk cId="1886531944" sldId="306"/>
            <ac:spMk id="7" creationId="{49D2B2F0-E716-5E2D-15D7-09675D369B97}"/>
          </ac:spMkLst>
        </pc:spChg>
        <pc:spChg chg="add mod">
          <ac:chgData name="Rizwan Rashid" userId="S::rizwan.rashid@comsats.edu.pk::12b6bffb-8fd7-410a-bd1e-f473b901c3a4" providerId="AD" clId="Web-{11546615-7687-B620-C47F-021F23C225A4}" dt="2023-02-26T15:06:05.655" v="58" actId="1076"/>
          <ac:spMkLst>
            <pc:docMk/>
            <pc:sldMk cId="1886531944" sldId="306"/>
            <ac:spMk id="8" creationId="{4AA818D0-58C7-A8FF-C9AA-1941D638C034}"/>
          </ac:spMkLst>
        </pc:spChg>
      </pc:sldChg>
      <pc:sldChg chg="modSp new">
        <pc:chgData name="Rizwan Rashid" userId="S::rizwan.rashid@comsats.edu.pk::12b6bffb-8fd7-410a-bd1e-f473b901c3a4" providerId="AD" clId="Web-{11546615-7687-B620-C47F-021F23C225A4}" dt="2023-02-26T15:08:53.833" v="79" actId="20577"/>
        <pc:sldMkLst>
          <pc:docMk/>
          <pc:sldMk cId="1561124475" sldId="307"/>
        </pc:sldMkLst>
        <pc:spChg chg="mod">
          <ac:chgData name="Rizwan Rashid" userId="S::rizwan.rashid@comsats.edu.pk::12b6bffb-8fd7-410a-bd1e-f473b901c3a4" providerId="AD" clId="Web-{11546615-7687-B620-C47F-021F23C225A4}" dt="2023-02-26T15:06:58.922" v="63" actId="20577"/>
          <ac:spMkLst>
            <pc:docMk/>
            <pc:sldMk cId="1561124475" sldId="307"/>
            <ac:spMk id="2" creationId="{F1B37B7D-118B-E61A-1A0F-B8D4DDBEAFE4}"/>
          </ac:spMkLst>
        </pc:spChg>
        <pc:spChg chg="mod">
          <ac:chgData name="Rizwan Rashid" userId="S::rizwan.rashid@comsats.edu.pk::12b6bffb-8fd7-410a-bd1e-f473b901c3a4" providerId="AD" clId="Web-{11546615-7687-B620-C47F-021F23C225A4}" dt="2023-02-26T15:08:53.833" v="79" actId="20577"/>
          <ac:spMkLst>
            <pc:docMk/>
            <pc:sldMk cId="1561124475" sldId="307"/>
            <ac:spMk id="3" creationId="{274ECC47-B470-C4D4-2792-520CF1A72723}"/>
          </ac:spMkLst>
        </pc:spChg>
      </pc:sldChg>
    </pc:docChg>
  </pc:docChgLst>
  <pc:docChgLst>
    <pc:chgData name="Rizwan Rashid" userId="S::rizwan.rashid@comsats.edu.pk::12b6bffb-8fd7-410a-bd1e-f473b901c3a4" providerId="AD" clId="Web-{720DF1F6-7572-5E84-00A7-FEB14811C905}"/>
    <pc:docChg chg="addSld delSld modSld">
      <pc:chgData name="Rizwan Rashid" userId="S::rizwan.rashid@comsats.edu.pk::12b6bffb-8fd7-410a-bd1e-f473b901c3a4" providerId="AD" clId="Web-{720DF1F6-7572-5E84-00A7-FEB14811C905}" dt="2023-03-18T18:51:56.126" v="37" actId="14100"/>
      <pc:docMkLst>
        <pc:docMk/>
      </pc:docMkLst>
      <pc:sldChg chg="modSp">
        <pc:chgData name="Rizwan Rashid" userId="S::rizwan.rashid@comsats.edu.pk::12b6bffb-8fd7-410a-bd1e-f473b901c3a4" providerId="AD" clId="Web-{720DF1F6-7572-5E84-00A7-FEB14811C905}" dt="2023-03-18T15:17:19.306" v="12" actId="20577"/>
        <pc:sldMkLst>
          <pc:docMk/>
          <pc:sldMk cId="3759789600" sldId="275"/>
        </pc:sldMkLst>
        <pc:spChg chg="mod">
          <ac:chgData name="Rizwan Rashid" userId="S::rizwan.rashid@comsats.edu.pk::12b6bffb-8fd7-410a-bd1e-f473b901c3a4" providerId="AD" clId="Web-{720DF1F6-7572-5E84-00A7-FEB14811C905}" dt="2023-03-18T15:17:19.306" v="12" actId="20577"/>
          <ac:spMkLst>
            <pc:docMk/>
            <pc:sldMk cId="3759789600" sldId="275"/>
            <ac:spMk id="3" creationId="{00000000-0000-0000-0000-000000000000}"/>
          </ac:spMkLst>
        </pc:spChg>
        <pc:spChg chg="mod">
          <ac:chgData name="Rizwan Rashid" userId="S::rizwan.rashid@comsats.edu.pk::12b6bffb-8fd7-410a-bd1e-f473b901c3a4" providerId="AD" clId="Web-{720DF1F6-7572-5E84-00A7-FEB14811C905}" dt="2023-03-18T15:17:12.931" v="1" actId="20577"/>
          <ac:spMkLst>
            <pc:docMk/>
            <pc:sldMk cId="3759789600" sldId="275"/>
            <ac:spMk id="15361" creationId="{00000000-0000-0000-0000-000000000000}"/>
          </ac:spMkLst>
        </pc:spChg>
      </pc:sldChg>
      <pc:sldChg chg="del">
        <pc:chgData name="Rizwan Rashid" userId="S::rizwan.rashid@comsats.edu.pk::12b6bffb-8fd7-410a-bd1e-f473b901c3a4" providerId="AD" clId="Web-{720DF1F6-7572-5E84-00A7-FEB14811C905}" dt="2023-03-18T15:17:28.291" v="28"/>
        <pc:sldMkLst>
          <pc:docMk/>
          <pc:sldMk cId="3050707806" sldId="276"/>
        </pc:sldMkLst>
      </pc:sldChg>
      <pc:sldChg chg="add">
        <pc:chgData name="Rizwan Rashid" userId="S::rizwan.rashid@comsats.edu.pk::12b6bffb-8fd7-410a-bd1e-f473b901c3a4" providerId="AD" clId="Web-{720DF1F6-7572-5E84-00A7-FEB14811C905}" dt="2023-03-18T18:51:32.641" v="29"/>
        <pc:sldMkLst>
          <pc:docMk/>
          <pc:sldMk cId="3396534122" sldId="276"/>
        </pc:sldMkLst>
      </pc:sldChg>
      <pc:sldChg chg="add">
        <pc:chgData name="Rizwan Rashid" userId="S::rizwan.rashid@comsats.edu.pk::12b6bffb-8fd7-410a-bd1e-f473b901c3a4" providerId="AD" clId="Web-{720DF1F6-7572-5E84-00A7-FEB14811C905}" dt="2023-03-18T18:51:32.704" v="30"/>
        <pc:sldMkLst>
          <pc:docMk/>
          <pc:sldMk cId="2265212252" sldId="277"/>
        </pc:sldMkLst>
      </pc:sldChg>
      <pc:sldChg chg="del">
        <pc:chgData name="Rizwan Rashid" userId="S::rizwan.rashid@comsats.edu.pk::12b6bffb-8fd7-410a-bd1e-f473b901c3a4" providerId="AD" clId="Web-{720DF1F6-7572-5E84-00A7-FEB14811C905}" dt="2023-03-18T15:17:28.291" v="27"/>
        <pc:sldMkLst>
          <pc:docMk/>
          <pc:sldMk cId="3357100696" sldId="277"/>
        </pc:sldMkLst>
      </pc:sldChg>
      <pc:sldChg chg="del">
        <pc:chgData name="Rizwan Rashid" userId="S::rizwan.rashid@comsats.edu.pk::12b6bffb-8fd7-410a-bd1e-f473b901c3a4" providerId="AD" clId="Web-{720DF1F6-7572-5E84-00A7-FEB14811C905}" dt="2023-03-18T15:17:28.291" v="26"/>
        <pc:sldMkLst>
          <pc:docMk/>
          <pc:sldMk cId="1748918378" sldId="278"/>
        </pc:sldMkLst>
      </pc:sldChg>
      <pc:sldChg chg="modSp add mod modShow">
        <pc:chgData name="Rizwan Rashid" userId="S::rizwan.rashid@comsats.edu.pk::12b6bffb-8fd7-410a-bd1e-f473b901c3a4" providerId="AD" clId="Web-{720DF1F6-7572-5E84-00A7-FEB14811C905}" dt="2023-03-18T18:51:56.126" v="37" actId="14100"/>
        <pc:sldMkLst>
          <pc:docMk/>
          <pc:sldMk cId="3998530891" sldId="278"/>
        </pc:sldMkLst>
        <pc:spChg chg="mod">
          <ac:chgData name="Rizwan Rashid" userId="S::rizwan.rashid@comsats.edu.pk::12b6bffb-8fd7-410a-bd1e-f473b901c3a4" providerId="AD" clId="Web-{720DF1F6-7572-5E84-00A7-FEB14811C905}" dt="2023-03-18T18:51:56.126" v="37" actId="14100"/>
          <ac:spMkLst>
            <pc:docMk/>
            <pc:sldMk cId="3998530891" sldId="278"/>
            <ac:spMk id="3" creationId="{00000000-0000-0000-0000-000000000000}"/>
          </ac:spMkLst>
        </pc:spChg>
      </pc:sldChg>
      <pc:sldChg chg="add">
        <pc:chgData name="Rizwan Rashid" userId="S::rizwan.rashid@comsats.edu.pk::12b6bffb-8fd7-410a-bd1e-f473b901c3a4" providerId="AD" clId="Web-{720DF1F6-7572-5E84-00A7-FEB14811C905}" dt="2023-03-18T18:51:32.844" v="32"/>
        <pc:sldMkLst>
          <pc:docMk/>
          <pc:sldMk cId="1638688824" sldId="279"/>
        </pc:sldMkLst>
      </pc:sldChg>
      <pc:sldChg chg="del">
        <pc:chgData name="Rizwan Rashid" userId="S::rizwan.rashid@comsats.edu.pk::12b6bffb-8fd7-410a-bd1e-f473b901c3a4" providerId="AD" clId="Web-{720DF1F6-7572-5E84-00A7-FEB14811C905}" dt="2023-03-18T15:17:28.291" v="25"/>
        <pc:sldMkLst>
          <pc:docMk/>
          <pc:sldMk cId="4268559702" sldId="279"/>
        </pc:sldMkLst>
      </pc:sldChg>
      <pc:sldChg chg="add">
        <pc:chgData name="Rizwan Rashid" userId="S::rizwan.rashid@comsats.edu.pk::12b6bffb-8fd7-410a-bd1e-f473b901c3a4" providerId="AD" clId="Web-{720DF1F6-7572-5E84-00A7-FEB14811C905}" dt="2023-03-18T18:51:32.876" v="33"/>
        <pc:sldMkLst>
          <pc:docMk/>
          <pc:sldMk cId="1082597294" sldId="280"/>
        </pc:sldMkLst>
      </pc:sldChg>
      <pc:sldChg chg="del">
        <pc:chgData name="Rizwan Rashid" userId="S::rizwan.rashid@comsats.edu.pk::12b6bffb-8fd7-410a-bd1e-f473b901c3a4" providerId="AD" clId="Web-{720DF1F6-7572-5E84-00A7-FEB14811C905}" dt="2023-03-18T15:17:28.291" v="24"/>
        <pc:sldMkLst>
          <pc:docMk/>
          <pc:sldMk cId="1485912887" sldId="280"/>
        </pc:sldMkLst>
      </pc:sldChg>
      <pc:sldChg chg="del">
        <pc:chgData name="Rizwan Rashid" userId="S::rizwan.rashid@comsats.edu.pk::12b6bffb-8fd7-410a-bd1e-f473b901c3a4" providerId="AD" clId="Web-{720DF1F6-7572-5E84-00A7-FEB14811C905}" dt="2023-03-18T15:17:28.291" v="23"/>
        <pc:sldMkLst>
          <pc:docMk/>
          <pc:sldMk cId="3463794225" sldId="281"/>
        </pc:sldMkLst>
      </pc:sldChg>
      <pc:sldChg chg="del">
        <pc:chgData name="Rizwan Rashid" userId="S::rizwan.rashid@comsats.edu.pk::12b6bffb-8fd7-410a-bd1e-f473b901c3a4" providerId="AD" clId="Web-{720DF1F6-7572-5E84-00A7-FEB14811C905}" dt="2023-03-18T15:17:28.291" v="22"/>
        <pc:sldMkLst>
          <pc:docMk/>
          <pc:sldMk cId="1222195488" sldId="282"/>
        </pc:sldMkLst>
      </pc:sldChg>
      <pc:sldChg chg="del">
        <pc:chgData name="Rizwan Rashid" userId="S::rizwan.rashid@comsats.edu.pk::12b6bffb-8fd7-410a-bd1e-f473b901c3a4" providerId="AD" clId="Web-{720DF1F6-7572-5E84-00A7-FEB14811C905}" dt="2023-03-18T15:17:28.291" v="21"/>
        <pc:sldMkLst>
          <pc:docMk/>
          <pc:sldMk cId="1906325941" sldId="283"/>
        </pc:sldMkLst>
      </pc:sldChg>
      <pc:sldChg chg="del">
        <pc:chgData name="Rizwan Rashid" userId="S::rizwan.rashid@comsats.edu.pk::12b6bffb-8fd7-410a-bd1e-f473b901c3a4" providerId="AD" clId="Web-{720DF1F6-7572-5E84-00A7-FEB14811C905}" dt="2023-03-18T15:17:28.291" v="19"/>
        <pc:sldMkLst>
          <pc:docMk/>
          <pc:sldMk cId="2581762178" sldId="284"/>
        </pc:sldMkLst>
      </pc:sldChg>
      <pc:sldChg chg="del">
        <pc:chgData name="Rizwan Rashid" userId="S::rizwan.rashid@comsats.edu.pk::12b6bffb-8fd7-410a-bd1e-f473b901c3a4" providerId="AD" clId="Web-{720DF1F6-7572-5E84-00A7-FEB14811C905}" dt="2023-03-18T15:17:28.291" v="20"/>
        <pc:sldMkLst>
          <pc:docMk/>
          <pc:sldMk cId="485645909" sldId="285"/>
        </pc:sldMkLst>
      </pc:sldChg>
      <pc:sldChg chg="del">
        <pc:chgData name="Rizwan Rashid" userId="S::rizwan.rashid@comsats.edu.pk::12b6bffb-8fd7-410a-bd1e-f473b901c3a4" providerId="AD" clId="Web-{720DF1F6-7572-5E84-00A7-FEB14811C905}" dt="2023-03-18T15:17:28.275" v="13"/>
        <pc:sldMkLst>
          <pc:docMk/>
          <pc:sldMk cId="3382260489" sldId="286"/>
        </pc:sldMkLst>
      </pc:sldChg>
      <pc:sldChg chg="del">
        <pc:chgData name="Rizwan Rashid" userId="S::rizwan.rashid@comsats.edu.pk::12b6bffb-8fd7-410a-bd1e-f473b901c3a4" providerId="AD" clId="Web-{720DF1F6-7572-5E84-00A7-FEB14811C905}" dt="2023-03-18T15:17:28.275" v="14"/>
        <pc:sldMkLst>
          <pc:docMk/>
          <pc:sldMk cId="235764960" sldId="287"/>
        </pc:sldMkLst>
      </pc:sldChg>
      <pc:sldChg chg="del">
        <pc:chgData name="Rizwan Rashid" userId="S::rizwan.rashid@comsats.edu.pk::12b6bffb-8fd7-410a-bd1e-f473b901c3a4" providerId="AD" clId="Web-{720DF1F6-7572-5E84-00A7-FEB14811C905}" dt="2023-03-18T15:17:28.275" v="15"/>
        <pc:sldMkLst>
          <pc:docMk/>
          <pc:sldMk cId="1877508029" sldId="288"/>
        </pc:sldMkLst>
      </pc:sldChg>
      <pc:sldChg chg="del">
        <pc:chgData name="Rizwan Rashid" userId="S::rizwan.rashid@comsats.edu.pk::12b6bffb-8fd7-410a-bd1e-f473b901c3a4" providerId="AD" clId="Web-{720DF1F6-7572-5E84-00A7-FEB14811C905}" dt="2023-03-18T15:17:28.291" v="18"/>
        <pc:sldMkLst>
          <pc:docMk/>
          <pc:sldMk cId="2835391841" sldId="289"/>
        </pc:sldMkLst>
      </pc:sldChg>
      <pc:sldChg chg="del">
        <pc:chgData name="Rizwan Rashid" userId="S::rizwan.rashid@comsats.edu.pk::12b6bffb-8fd7-410a-bd1e-f473b901c3a4" providerId="AD" clId="Web-{720DF1F6-7572-5E84-00A7-FEB14811C905}" dt="2023-03-18T15:17:28.291" v="17"/>
        <pc:sldMkLst>
          <pc:docMk/>
          <pc:sldMk cId="1541621828" sldId="290"/>
        </pc:sldMkLst>
      </pc:sldChg>
      <pc:sldChg chg="del">
        <pc:chgData name="Rizwan Rashid" userId="S::rizwan.rashid@comsats.edu.pk::12b6bffb-8fd7-410a-bd1e-f473b901c3a4" providerId="AD" clId="Web-{720DF1F6-7572-5E84-00A7-FEB14811C905}" dt="2023-03-18T15:17:28.275" v="16"/>
        <pc:sldMkLst>
          <pc:docMk/>
          <pc:sldMk cId="570939183" sldId="291"/>
        </pc:sldMkLst>
      </pc:sldChg>
    </pc:docChg>
  </pc:docChgLst>
  <pc:docChgLst>
    <pc:chgData name="Rizwan Rashid" userId="S::rizwan.rashid@comsats.edu.pk::12b6bffb-8fd7-410a-bd1e-f473b901c3a4" providerId="AD" clId="Web-{76F29E95-FFFC-A866-A8F9-B22F28778647}"/>
    <pc:docChg chg="addSld delSld modSld">
      <pc:chgData name="Rizwan Rashid" userId="S::rizwan.rashid@comsats.edu.pk::12b6bffb-8fd7-410a-bd1e-f473b901c3a4" providerId="AD" clId="Web-{76F29E95-FFFC-A866-A8F9-B22F28778647}" dt="2023-04-07T20:37:34.793" v="439" actId="14100"/>
      <pc:docMkLst>
        <pc:docMk/>
      </pc:docMkLst>
      <pc:sldChg chg="modSp mod modClrScheme chgLayout">
        <pc:chgData name="Rizwan Rashid" userId="S::rizwan.rashid@comsats.edu.pk::12b6bffb-8fd7-410a-bd1e-f473b901c3a4" providerId="AD" clId="Web-{76F29E95-FFFC-A866-A8F9-B22F28778647}" dt="2023-04-07T19:37:33.342" v="19"/>
        <pc:sldMkLst>
          <pc:docMk/>
          <pc:sldMk cId="3759789600" sldId="275"/>
        </pc:sldMkLst>
        <pc:spChg chg="mod ord">
          <ac:chgData name="Rizwan Rashid" userId="S::rizwan.rashid@comsats.edu.pk::12b6bffb-8fd7-410a-bd1e-f473b901c3a4" providerId="AD" clId="Web-{76F29E95-FFFC-A866-A8F9-B22F28778647}" dt="2023-04-07T19:37:33.342" v="19"/>
          <ac:spMkLst>
            <pc:docMk/>
            <pc:sldMk cId="3759789600" sldId="275"/>
            <ac:spMk id="3" creationId="{00000000-0000-0000-0000-000000000000}"/>
          </ac:spMkLst>
        </pc:spChg>
        <pc:spChg chg="mod ord">
          <ac:chgData name="Rizwan Rashid" userId="S::rizwan.rashid@comsats.edu.pk::12b6bffb-8fd7-410a-bd1e-f473b901c3a4" providerId="AD" clId="Web-{76F29E95-FFFC-A866-A8F9-B22F28778647}" dt="2023-04-07T19:37:33.342" v="19"/>
          <ac:spMkLst>
            <pc:docMk/>
            <pc:sldMk cId="3759789600" sldId="275"/>
            <ac:spMk id="15361" creationId="{00000000-0000-0000-0000-000000000000}"/>
          </ac:spMkLst>
        </pc:spChg>
      </pc:sldChg>
      <pc:sldChg chg="del">
        <pc:chgData name="Rizwan Rashid" userId="S::rizwan.rashid@comsats.edu.pk::12b6bffb-8fd7-410a-bd1e-f473b901c3a4" providerId="AD" clId="Web-{76F29E95-FFFC-A866-A8F9-B22F28778647}" dt="2023-04-07T19:37:15.232" v="17"/>
        <pc:sldMkLst>
          <pc:docMk/>
          <pc:sldMk cId="1560131990" sldId="276"/>
        </pc:sldMkLst>
      </pc:sldChg>
      <pc:sldChg chg="addSp delSp modSp new">
        <pc:chgData name="Rizwan Rashid" userId="S::rizwan.rashid@comsats.edu.pk::12b6bffb-8fd7-410a-bd1e-f473b901c3a4" providerId="AD" clId="Web-{76F29E95-FFFC-A866-A8F9-B22F28778647}" dt="2023-04-07T19:54:41.208" v="246"/>
        <pc:sldMkLst>
          <pc:docMk/>
          <pc:sldMk cId="4102888493" sldId="276"/>
        </pc:sldMkLst>
        <pc:spChg chg="mod">
          <ac:chgData name="Rizwan Rashid" userId="S::rizwan.rashid@comsats.edu.pk::12b6bffb-8fd7-410a-bd1e-f473b901c3a4" providerId="AD" clId="Web-{76F29E95-FFFC-A866-A8F9-B22F28778647}" dt="2023-04-07T19:38:18.109" v="31" actId="20577"/>
          <ac:spMkLst>
            <pc:docMk/>
            <pc:sldMk cId="4102888493" sldId="276"/>
            <ac:spMk id="2" creationId="{9270F429-F5A4-74A2-7AF4-A862B833C305}"/>
          </ac:spMkLst>
        </pc:spChg>
        <pc:spChg chg="mod">
          <ac:chgData name="Rizwan Rashid" userId="S::rizwan.rashid@comsats.edu.pk::12b6bffb-8fd7-410a-bd1e-f473b901c3a4" providerId="AD" clId="Web-{76F29E95-FFFC-A866-A8F9-B22F28778647}" dt="2023-04-07T19:52:50.674" v="218" actId="20577"/>
          <ac:spMkLst>
            <pc:docMk/>
            <pc:sldMk cId="4102888493" sldId="276"/>
            <ac:spMk id="3" creationId="{76CA6E01-EEE5-4382-E1CD-F72923ED3FFF}"/>
          </ac:spMkLst>
        </pc:spChg>
        <pc:spChg chg="add mod">
          <ac:chgData name="Rizwan Rashid" userId="S::rizwan.rashid@comsats.edu.pk::12b6bffb-8fd7-410a-bd1e-f473b901c3a4" providerId="AD" clId="Web-{76F29E95-FFFC-A866-A8F9-B22F28778647}" dt="2023-04-07T19:38:21.828" v="33" actId="20577"/>
          <ac:spMkLst>
            <pc:docMk/>
            <pc:sldMk cId="4102888493" sldId="276"/>
            <ac:spMk id="5" creationId="{6BFC4FE6-5854-491F-899C-18F413AC9627}"/>
          </ac:spMkLst>
        </pc:spChg>
        <pc:spChg chg="add mod">
          <ac:chgData name="Rizwan Rashid" userId="S::rizwan.rashid@comsats.edu.pk::12b6bffb-8fd7-410a-bd1e-f473b901c3a4" providerId="AD" clId="Web-{76F29E95-FFFC-A866-A8F9-B22F28778647}" dt="2023-04-07T19:43:38.383" v="128" actId="1076"/>
          <ac:spMkLst>
            <pc:docMk/>
            <pc:sldMk cId="4102888493" sldId="276"/>
            <ac:spMk id="6" creationId="{3F3FFE43-6EDC-76AE-2ED4-001805AEA7AD}"/>
          </ac:spMkLst>
        </pc:spChg>
        <pc:spChg chg="add mod">
          <ac:chgData name="Rizwan Rashid" userId="S::rizwan.rashid@comsats.edu.pk::12b6bffb-8fd7-410a-bd1e-f473b901c3a4" providerId="AD" clId="Web-{76F29E95-FFFC-A866-A8F9-B22F28778647}" dt="2023-04-07T19:44:24.040" v="134" actId="1076"/>
          <ac:spMkLst>
            <pc:docMk/>
            <pc:sldMk cId="4102888493" sldId="276"/>
            <ac:spMk id="7" creationId="{A78C03AF-3118-DEAA-4566-BB9BAC48BF29}"/>
          </ac:spMkLst>
        </pc:spChg>
        <pc:spChg chg="add del">
          <ac:chgData name="Rizwan Rashid" userId="S::rizwan.rashid@comsats.edu.pk::12b6bffb-8fd7-410a-bd1e-f473b901c3a4" providerId="AD" clId="Web-{76F29E95-FFFC-A866-A8F9-B22F28778647}" dt="2023-04-07T19:43:33.992" v="126"/>
          <ac:spMkLst>
            <pc:docMk/>
            <pc:sldMk cId="4102888493" sldId="276"/>
            <ac:spMk id="8" creationId="{BE1D175E-4E62-9256-96E8-B9BF340B62C8}"/>
          </ac:spMkLst>
        </pc:spChg>
        <pc:spChg chg="add del mod">
          <ac:chgData name="Rizwan Rashid" userId="S::rizwan.rashid@comsats.edu.pk::12b6bffb-8fd7-410a-bd1e-f473b901c3a4" providerId="AD" clId="Web-{76F29E95-FFFC-A866-A8F9-B22F28778647}" dt="2023-04-07T19:54:11.879" v="237"/>
          <ac:spMkLst>
            <pc:docMk/>
            <pc:sldMk cId="4102888493" sldId="276"/>
            <ac:spMk id="11" creationId="{3A1A09A8-6223-8358-20A1-C067774432D3}"/>
          </ac:spMkLst>
        </pc:spChg>
        <pc:spChg chg="add del mod">
          <ac:chgData name="Rizwan Rashid" userId="S::rizwan.rashid@comsats.edu.pk::12b6bffb-8fd7-410a-bd1e-f473b901c3a4" providerId="AD" clId="Web-{76F29E95-FFFC-A866-A8F9-B22F28778647}" dt="2023-04-07T19:54:41.208" v="246"/>
          <ac:spMkLst>
            <pc:docMk/>
            <pc:sldMk cId="4102888493" sldId="276"/>
            <ac:spMk id="12" creationId="{AA5332E1-FC7E-8279-007D-6D73C52A493E}"/>
          </ac:spMkLst>
        </pc:spChg>
        <pc:grpChg chg="add del mod">
          <ac:chgData name="Rizwan Rashid" userId="S::rizwan.rashid@comsats.edu.pk::12b6bffb-8fd7-410a-bd1e-f473b901c3a4" providerId="AD" clId="Web-{76F29E95-FFFC-A866-A8F9-B22F28778647}" dt="2023-04-07T19:52:52.361" v="219"/>
          <ac:grpSpMkLst>
            <pc:docMk/>
            <pc:sldMk cId="4102888493" sldId="276"/>
            <ac:grpSpMk id="10" creationId="{5F0B8C6F-F072-153D-EE2D-D5AAB61A3F45}"/>
          </ac:grpSpMkLst>
        </pc:grpChg>
        <pc:cxnChg chg="add mod">
          <ac:chgData name="Rizwan Rashid" userId="S::rizwan.rashid@comsats.edu.pk::12b6bffb-8fd7-410a-bd1e-f473b901c3a4" providerId="AD" clId="Web-{76F29E95-FFFC-A866-A8F9-B22F28778647}" dt="2023-04-07T19:50:33.809" v="204"/>
          <ac:cxnSpMkLst>
            <pc:docMk/>
            <pc:sldMk cId="4102888493" sldId="276"/>
            <ac:cxnSpMk id="9" creationId="{ACD6DAC1-7C4F-36CB-E95F-8FFF73B5D06D}"/>
          </ac:cxnSpMkLst>
        </pc:cxnChg>
      </pc:sldChg>
      <pc:sldChg chg="addSp delSp modSp new">
        <pc:chgData name="Rizwan Rashid" userId="S::rizwan.rashid@comsats.edu.pk::12b6bffb-8fd7-410a-bd1e-f473b901c3a4" providerId="AD" clId="Web-{76F29E95-FFFC-A866-A8F9-B22F28778647}" dt="2023-04-07T20:08:19.216" v="401" actId="1076"/>
        <pc:sldMkLst>
          <pc:docMk/>
          <pc:sldMk cId="1376988799" sldId="277"/>
        </pc:sldMkLst>
        <pc:spChg chg="mod">
          <ac:chgData name="Rizwan Rashid" userId="S::rizwan.rashid@comsats.edu.pk::12b6bffb-8fd7-410a-bd1e-f473b901c3a4" providerId="AD" clId="Web-{76F29E95-FFFC-A866-A8F9-B22F28778647}" dt="2023-04-07T19:53:59.707" v="233" actId="20577"/>
          <ac:spMkLst>
            <pc:docMk/>
            <pc:sldMk cId="1376988799" sldId="277"/>
            <ac:spMk id="2" creationId="{92149DD8-02A6-D83C-40FF-AE9F5C956363}"/>
          </ac:spMkLst>
        </pc:spChg>
        <pc:spChg chg="del">
          <ac:chgData name="Rizwan Rashid" userId="S::rizwan.rashid@comsats.edu.pk::12b6bffb-8fd7-410a-bd1e-f473b901c3a4" providerId="AD" clId="Web-{76F29E95-FFFC-A866-A8F9-B22F28778647}" dt="2023-04-07T19:49:54.621" v="198"/>
          <ac:spMkLst>
            <pc:docMk/>
            <pc:sldMk cId="1376988799" sldId="277"/>
            <ac:spMk id="3" creationId="{72EBA319-63EB-AEF4-7FC9-9811487E5F06}"/>
          </ac:spMkLst>
        </pc:spChg>
        <pc:spChg chg="add topLvl">
          <ac:chgData name="Rizwan Rashid" userId="S::rizwan.rashid@comsats.edu.pk::12b6bffb-8fd7-410a-bd1e-f473b901c3a4" providerId="AD" clId="Web-{76F29E95-FFFC-A866-A8F9-B22F28778647}" dt="2023-04-07T19:58:46.136" v="291"/>
          <ac:spMkLst>
            <pc:docMk/>
            <pc:sldMk cId="1376988799" sldId="277"/>
            <ac:spMk id="7" creationId="{A4F24C3A-B6C0-27E3-87D8-6F04E4CDAC64}"/>
          </ac:spMkLst>
        </pc:spChg>
        <pc:spChg chg="add topLvl">
          <ac:chgData name="Rizwan Rashid" userId="S::rizwan.rashid@comsats.edu.pk::12b6bffb-8fd7-410a-bd1e-f473b901c3a4" providerId="AD" clId="Web-{76F29E95-FFFC-A866-A8F9-B22F28778647}" dt="2023-04-07T19:58:46.136" v="291"/>
          <ac:spMkLst>
            <pc:docMk/>
            <pc:sldMk cId="1376988799" sldId="277"/>
            <ac:spMk id="8" creationId="{1A679B92-0E75-F3ED-B7B0-895F41651C2B}"/>
          </ac:spMkLst>
        </pc:spChg>
        <pc:spChg chg="add mod">
          <ac:chgData name="Rizwan Rashid" userId="S::rizwan.rashid@comsats.edu.pk::12b6bffb-8fd7-410a-bd1e-f473b901c3a4" providerId="AD" clId="Web-{76F29E95-FFFC-A866-A8F9-B22F28778647}" dt="2023-04-07T20:07:48.684" v="398" actId="20577"/>
          <ac:spMkLst>
            <pc:docMk/>
            <pc:sldMk cId="1376988799" sldId="277"/>
            <ac:spMk id="11" creationId="{C2A67F16-7A3F-6658-BE5B-24628DFEF90D}"/>
          </ac:spMkLst>
        </pc:spChg>
        <pc:spChg chg="add mod">
          <ac:chgData name="Rizwan Rashid" userId="S::rizwan.rashid@comsats.edu.pk::12b6bffb-8fd7-410a-bd1e-f473b901c3a4" providerId="AD" clId="Web-{76F29E95-FFFC-A866-A8F9-B22F28778647}" dt="2023-04-07T19:55:31.787" v="257" actId="14100"/>
          <ac:spMkLst>
            <pc:docMk/>
            <pc:sldMk cId="1376988799" sldId="277"/>
            <ac:spMk id="12" creationId="{8176494F-4465-7334-DEC1-B1BE7EC532F8}"/>
          </ac:spMkLst>
        </pc:spChg>
        <pc:spChg chg="add mod">
          <ac:chgData name="Rizwan Rashid" userId="S::rizwan.rashid@comsats.edu.pk::12b6bffb-8fd7-410a-bd1e-f473b901c3a4" providerId="AD" clId="Web-{76F29E95-FFFC-A866-A8F9-B22F28778647}" dt="2023-04-07T19:54:53.755" v="250" actId="14100"/>
          <ac:spMkLst>
            <pc:docMk/>
            <pc:sldMk cId="1376988799" sldId="277"/>
            <ac:spMk id="13" creationId="{68827750-265A-7DED-CF3C-59625042C15C}"/>
          </ac:spMkLst>
        </pc:spChg>
        <pc:spChg chg="add mod">
          <ac:chgData name="Rizwan Rashid" userId="S::rizwan.rashid@comsats.edu.pk::12b6bffb-8fd7-410a-bd1e-f473b901c3a4" providerId="AD" clId="Web-{76F29E95-FFFC-A866-A8F9-B22F28778647}" dt="2023-04-07T20:08:19.216" v="401" actId="1076"/>
          <ac:spMkLst>
            <pc:docMk/>
            <pc:sldMk cId="1376988799" sldId="277"/>
            <ac:spMk id="14" creationId="{4FEB2F7A-BA20-5EDA-DC63-A426B8A6B5EF}"/>
          </ac:spMkLst>
        </pc:spChg>
        <pc:spChg chg="add mod">
          <ac:chgData name="Rizwan Rashid" userId="S::rizwan.rashid@comsats.edu.pk::12b6bffb-8fd7-410a-bd1e-f473b901c3a4" providerId="AD" clId="Web-{76F29E95-FFFC-A866-A8F9-B22F28778647}" dt="2023-04-07T20:00:38.095" v="295"/>
          <ac:spMkLst>
            <pc:docMk/>
            <pc:sldMk cId="1376988799" sldId="277"/>
            <ac:spMk id="16" creationId="{7C037A91-5153-31A6-66B4-D335E3B19F5B}"/>
          </ac:spMkLst>
        </pc:spChg>
        <pc:spChg chg="add del mod">
          <ac:chgData name="Rizwan Rashid" userId="S::rizwan.rashid@comsats.edu.pk::12b6bffb-8fd7-410a-bd1e-f473b901c3a4" providerId="AD" clId="Web-{76F29E95-FFFC-A866-A8F9-B22F28778647}" dt="2023-04-07T20:07:28.434" v="391"/>
          <ac:spMkLst>
            <pc:docMk/>
            <pc:sldMk cId="1376988799" sldId="277"/>
            <ac:spMk id="18" creationId="{E870CE80-A509-C5F8-8646-1E3805B965C1}"/>
          </ac:spMkLst>
        </pc:spChg>
        <pc:grpChg chg="add del mod">
          <ac:chgData name="Rizwan Rashid" userId="S::rizwan.rashid@comsats.edu.pk::12b6bffb-8fd7-410a-bd1e-f473b901c3a4" providerId="AD" clId="Web-{76F29E95-FFFC-A866-A8F9-B22F28778647}" dt="2023-04-07T19:58:46.136" v="291"/>
          <ac:grpSpMkLst>
            <pc:docMk/>
            <pc:sldMk cId="1376988799" sldId="277"/>
            <ac:grpSpMk id="6" creationId="{E1E42386-50DA-E669-2125-754C5757D5BE}"/>
          </ac:grpSpMkLst>
        </pc:grpChg>
        <pc:grpChg chg="add">
          <ac:chgData name="Rizwan Rashid" userId="S::rizwan.rashid@comsats.edu.pk::12b6bffb-8fd7-410a-bd1e-f473b901c3a4" providerId="AD" clId="Web-{76F29E95-FFFC-A866-A8F9-B22F28778647}" dt="2023-04-07T20:00:47.752" v="296"/>
          <ac:grpSpMkLst>
            <pc:docMk/>
            <pc:sldMk cId="1376988799" sldId="277"/>
            <ac:grpSpMk id="17" creationId="{7F2C144B-730B-9EF1-E73E-ED9C7D21BF92}"/>
          </ac:grpSpMkLst>
        </pc:grpChg>
        <pc:grpChg chg="add mod">
          <ac:chgData name="Rizwan Rashid" userId="S::rizwan.rashid@comsats.edu.pk::12b6bffb-8fd7-410a-bd1e-f473b901c3a4" providerId="AD" clId="Web-{76F29E95-FFFC-A866-A8F9-B22F28778647}" dt="2023-04-07T20:08:11.216" v="400" actId="1076"/>
          <ac:grpSpMkLst>
            <pc:docMk/>
            <pc:sldMk cId="1376988799" sldId="277"/>
            <ac:grpSpMk id="19" creationId="{1600B148-9FCF-8A90-BEDF-DA75FD3026ED}"/>
          </ac:grpSpMkLst>
        </pc:grpChg>
        <pc:picChg chg="add del mod ord">
          <ac:chgData name="Rizwan Rashid" userId="S::rizwan.rashid@comsats.edu.pk::12b6bffb-8fd7-410a-bd1e-f473b901c3a4" providerId="AD" clId="Web-{76F29E95-FFFC-A866-A8F9-B22F28778647}" dt="2023-04-07T19:53:43.628" v="222"/>
          <ac:picMkLst>
            <pc:docMk/>
            <pc:sldMk cId="1376988799" sldId="277"/>
            <ac:picMk id="5" creationId="{9508C448-EB8B-D45F-4973-D8D87645689C}"/>
          </ac:picMkLst>
        </pc:picChg>
        <pc:picChg chg="add del mod">
          <ac:chgData name="Rizwan Rashid" userId="S::rizwan.rashid@comsats.edu.pk::12b6bffb-8fd7-410a-bd1e-f473b901c3a4" providerId="AD" clId="Web-{76F29E95-FFFC-A866-A8F9-B22F28778647}" dt="2023-04-07T20:06:59.933" v="385"/>
          <ac:picMkLst>
            <pc:docMk/>
            <pc:sldMk cId="1376988799" sldId="277"/>
            <ac:picMk id="15" creationId="{1E53D888-BC4B-B749-77C8-54A40158DC13}"/>
          </ac:picMkLst>
        </pc:picChg>
        <pc:cxnChg chg="add topLvl">
          <ac:chgData name="Rizwan Rashid" userId="S::rizwan.rashid@comsats.edu.pk::12b6bffb-8fd7-410a-bd1e-f473b901c3a4" providerId="AD" clId="Web-{76F29E95-FFFC-A866-A8F9-B22F28778647}" dt="2023-04-07T19:58:46.136" v="291"/>
          <ac:cxnSpMkLst>
            <pc:docMk/>
            <pc:sldMk cId="1376988799" sldId="277"/>
            <ac:cxnSpMk id="9" creationId="{64BFE5CB-8D1C-36CA-31DC-515514D027F0}"/>
          </ac:cxnSpMkLst>
        </pc:cxnChg>
      </pc:sldChg>
      <pc:sldChg chg="del">
        <pc:chgData name="Rizwan Rashid" userId="S::rizwan.rashid@comsats.edu.pk::12b6bffb-8fd7-410a-bd1e-f473b901c3a4" providerId="AD" clId="Web-{76F29E95-FFFC-A866-A8F9-B22F28778647}" dt="2023-04-07T19:37:15.232" v="16"/>
        <pc:sldMkLst>
          <pc:docMk/>
          <pc:sldMk cId="1463831886" sldId="277"/>
        </pc:sldMkLst>
      </pc:sldChg>
      <pc:sldChg chg="del">
        <pc:chgData name="Rizwan Rashid" userId="S::rizwan.rashid@comsats.edu.pk::12b6bffb-8fd7-410a-bd1e-f473b901c3a4" providerId="AD" clId="Web-{76F29E95-FFFC-A866-A8F9-B22F28778647}" dt="2023-04-07T19:37:15.232" v="15"/>
        <pc:sldMkLst>
          <pc:docMk/>
          <pc:sldMk cId="1652810489" sldId="278"/>
        </pc:sldMkLst>
      </pc:sldChg>
      <pc:sldChg chg="addSp delSp modSp new mod modClrScheme chgLayout">
        <pc:chgData name="Rizwan Rashid" userId="S::rizwan.rashid@comsats.edu.pk::12b6bffb-8fd7-410a-bd1e-f473b901c3a4" providerId="AD" clId="Web-{76F29E95-FFFC-A866-A8F9-B22F28778647}" dt="2023-04-07T20:09:10.937" v="410" actId="1076"/>
        <pc:sldMkLst>
          <pc:docMk/>
          <pc:sldMk cId="3512611806" sldId="278"/>
        </pc:sldMkLst>
        <pc:spChg chg="mod">
          <ac:chgData name="Rizwan Rashid" userId="S::rizwan.rashid@comsats.edu.pk::12b6bffb-8fd7-410a-bd1e-f473b901c3a4" providerId="AD" clId="Web-{76F29E95-FFFC-A866-A8F9-B22F28778647}" dt="2023-04-07T20:07:16.418" v="389"/>
          <ac:spMkLst>
            <pc:docMk/>
            <pc:sldMk cId="3512611806" sldId="278"/>
            <ac:spMk id="2" creationId="{FAA0AEF8-BA4F-D711-096C-A2ACA902953C}"/>
          </ac:spMkLst>
        </pc:spChg>
        <pc:spChg chg="del">
          <ac:chgData name="Rizwan Rashid" userId="S::rizwan.rashid@comsats.edu.pk::12b6bffb-8fd7-410a-bd1e-f473b901c3a4" providerId="AD" clId="Web-{76F29E95-FFFC-A866-A8F9-B22F28778647}" dt="2023-04-07T20:06:20.041" v="364"/>
          <ac:spMkLst>
            <pc:docMk/>
            <pc:sldMk cId="3512611806" sldId="278"/>
            <ac:spMk id="3" creationId="{C2900AE0-67D6-0EEA-0D2D-B521B2C0CCE7}"/>
          </ac:spMkLst>
        </pc:spChg>
        <pc:spChg chg="mod ord">
          <ac:chgData name="Rizwan Rashid" userId="S::rizwan.rashid@comsats.edu.pk::12b6bffb-8fd7-410a-bd1e-f473b901c3a4" providerId="AD" clId="Web-{76F29E95-FFFC-A866-A8F9-B22F28778647}" dt="2023-04-07T20:07:16.418" v="389"/>
          <ac:spMkLst>
            <pc:docMk/>
            <pc:sldMk cId="3512611806" sldId="278"/>
            <ac:spMk id="4" creationId="{3BD79C5A-133F-E206-A454-7FA83D1BBFBF}"/>
          </ac:spMkLst>
        </pc:spChg>
        <pc:spChg chg="add mod">
          <ac:chgData name="Rizwan Rashid" userId="S::rizwan.rashid@comsats.edu.pk::12b6bffb-8fd7-410a-bd1e-f473b901c3a4" providerId="AD" clId="Web-{76F29E95-FFFC-A866-A8F9-B22F28778647}" dt="2023-04-07T20:07:25.028" v="390" actId="1076"/>
          <ac:spMkLst>
            <pc:docMk/>
            <pc:sldMk cId="3512611806" sldId="278"/>
            <ac:spMk id="5" creationId="{841E3F86-929E-4A93-EFBE-6BE34CC149BD}"/>
          </ac:spMkLst>
        </pc:spChg>
        <pc:spChg chg="add mod">
          <ac:chgData name="Rizwan Rashid" userId="S::rizwan.rashid@comsats.edu.pk::12b6bffb-8fd7-410a-bd1e-f473b901c3a4" providerId="AD" clId="Web-{76F29E95-FFFC-A866-A8F9-B22F28778647}" dt="2023-04-07T20:07:34.715" v="393" actId="1076"/>
          <ac:spMkLst>
            <pc:docMk/>
            <pc:sldMk cId="3512611806" sldId="278"/>
            <ac:spMk id="7" creationId="{592438F6-70DF-E16E-1DF0-C314C961CBDC}"/>
          </ac:spMkLst>
        </pc:spChg>
        <pc:spChg chg="add mod">
          <ac:chgData name="Rizwan Rashid" userId="S::rizwan.rashid@comsats.edu.pk::12b6bffb-8fd7-410a-bd1e-f473b901c3a4" providerId="AD" clId="Web-{76F29E95-FFFC-A866-A8F9-B22F28778647}" dt="2023-04-07T20:09:10.937" v="410" actId="1076"/>
          <ac:spMkLst>
            <pc:docMk/>
            <pc:sldMk cId="3512611806" sldId="278"/>
            <ac:spMk id="8" creationId="{B9156628-7E45-7A68-2EAA-D5EA27E5D829}"/>
          </ac:spMkLst>
        </pc:spChg>
        <pc:picChg chg="add mod">
          <ac:chgData name="Rizwan Rashid" userId="S::rizwan.rashid@comsats.edu.pk::12b6bffb-8fd7-410a-bd1e-f473b901c3a4" providerId="AD" clId="Web-{76F29E95-FFFC-A866-A8F9-B22F28778647}" dt="2023-04-07T20:07:16.418" v="389"/>
          <ac:picMkLst>
            <pc:docMk/>
            <pc:sldMk cId="3512611806" sldId="278"/>
            <ac:picMk id="6" creationId="{805EB43E-C419-7FC3-632C-56174266F5CD}"/>
          </ac:picMkLst>
        </pc:picChg>
      </pc:sldChg>
      <pc:sldChg chg="delSp modSp new del">
        <pc:chgData name="Rizwan Rashid" userId="S::rizwan.rashid@comsats.edu.pk::12b6bffb-8fd7-410a-bd1e-f473b901c3a4" providerId="AD" clId="Web-{76F29E95-FFFC-A866-A8F9-B22F28778647}" dt="2023-04-07T20:12:18.317" v="427"/>
        <pc:sldMkLst>
          <pc:docMk/>
          <pc:sldMk cId="917970209" sldId="279"/>
        </pc:sldMkLst>
        <pc:spChg chg="mod">
          <ac:chgData name="Rizwan Rashid" userId="S::rizwan.rashid@comsats.edu.pk::12b6bffb-8fd7-410a-bd1e-f473b901c3a4" providerId="AD" clId="Web-{76F29E95-FFFC-A866-A8F9-B22F28778647}" dt="2023-04-07T20:12:01.582" v="420" actId="20577"/>
          <ac:spMkLst>
            <pc:docMk/>
            <pc:sldMk cId="917970209" sldId="279"/>
            <ac:spMk id="2" creationId="{22AA1EB0-3B2A-32E2-D0D1-D7AEDB3DFB92}"/>
          </ac:spMkLst>
        </pc:spChg>
        <pc:spChg chg="del">
          <ac:chgData name="Rizwan Rashid" userId="S::rizwan.rashid@comsats.edu.pk::12b6bffb-8fd7-410a-bd1e-f473b901c3a4" providerId="AD" clId="Web-{76F29E95-FFFC-A866-A8F9-B22F28778647}" dt="2023-04-07T20:11:18.925" v="416"/>
          <ac:spMkLst>
            <pc:docMk/>
            <pc:sldMk cId="917970209" sldId="279"/>
            <ac:spMk id="3" creationId="{1109C2C2-20D4-5B60-DBEF-DC8BF8DBF7DB}"/>
          </ac:spMkLst>
        </pc:spChg>
      </pc:sldChg>
      <pc:sldChg chg="del">
        <pc:chgData name="Rizwan Rashid" userId="S::rizwan.rashid@comsats.edu.pk::12b6bffb-8fd7-410a-bd1e-f473b901c3a4" providerId="AD" clId="Web-{76F29E95-FFFC-A866-A8F9-B22F28778647}" dt="2023-04-07T19:37:15.232" v="14"/>
        <pc:sldMkLst>
          <pc:docMk/>
          <pc:sldMk cId="3841986795" sldId="279"/>
        </pc:sldMkLst>
      </pc:sldChg>
      <pc:sldChg chg="addSp delSp modSp add">
        <pc:chgData name="Rizwan Rashid" userId="S::rizwan.rashid@comsats.edu.pk::12b6bffb-8fd7-410a-bd1e-f473b901c3a4" providerId="AD" clId="Web-{76F29E95-FFFC-A866-A8F9-B22F28778647}" dt="2023-04-07T20:12:14.552" v="426" actId="14100"/>
        <pc:sldMkLst>
          <pc:docMk/>
          <pc:sldMk cId="2774530384" sldId="280"/>
        </pc:sldMkLst>
        <pc:spChg chg="add mod">
          <ac:chgData name="Rizwan Rashid" userId="S::rizwan.rashid@comsats.edu.pk::12b6bffb-8fd7-410a-bd1e-f473b901c3a4" providerId="AD" clId="Web-{76F29E95-FFFC-A866-A8F9-B22F28778647}" dt="2023-04-07T20:12:08.161" v="423" actId="20577"/>
          <ac:spMkLst>
            <pc:docMk/>
            <pc:sldMk cId="2774530384" sldId="280"/>
            <ac:spMk id="3" creationId="{E04742AC-F76E-26E0-060D-EFB82895DD2A}"/>
          </ac:spMkLst>
        </pc:spChg>
        <pc:spChg chg="del">
          <ac:chgData name="Rizwan Rashid" userId="S::rizwan.rashid@comsats.edu.pk::12b6bffb-8fd7-410a-bd1e-f473b901c3a4" providerId="AD" clId="Web-{76F29E95-FFFC-A866-A8F9-B22F28778647}" dt="2023-04-07T20:11:52.863" v="418"/>
          <ac:spMkLst>
            <pc:docMk/>
            <pc:sldMk cId="2774530384" sldId="280"/>
            <ac:spMk id="941058" creationId="{31086CEA-A01D-D519-440A-96DF74A639C2}"/>
          </ac:spMkLst>
        </pc:spChg>
        <pc:graphicFrameChg chg="mod">
          <ac:chgData name="Rizwan Rashid" userId="S::rizwan.rashid@comsats.edu.pk::12b6bffb-8fd7-410a-bd1e-f473b901c3a4" providerId="AD" clId="Web-{76F29E95-FFFC-A866-A8F9-B22F28778647}" dt="2023-04-07T20:12:14.552" v="426" actId="14100"/>
          <ac:graphicFrameMkLst>
            <pc:docMk/>
            <pc:sldMk cId="2774530384" sldId="280"/>
            <ac:graphicFrameMk id="21507" creationId="{3803B7A9-A394-D15F-E5D9-7A904FCE097C}"/>
          </ac:graphicFrameMkLst>
        </pc:graphicFrameChg>
      </pc:sldChg>
      <pc:sldChg chg="del">
        <pc:chgData name="Rizwan Rashid" userId="S::rizwan.rashid@comsats.edu.pk::12b6bffb-8fd7-410a-bd1e-f473b901c3a4" providerId="AD" clId="Web-{76F29E95-FFFC-A866-A8F9-B22F28778647}" dt="2023-04-07T19:37:15.232" v="12"/>
        <pc:sldMkLst>
          <pc:docMk/>
          <pc:sldMk cId="3942880366" sldId="280"/>
        </pc:sldMkLst>
      </pc:sldChg>
      <pc:sldChg chg="del">
        <pc:chgData name="Rizwan Rashid" userId="S::rizwan.rashid@comsats.edu.pk::12b6bffb-8fd7-410a-bd1e-f473b901c3a4" providerId="AD" clId="Web-{76F29E95-FFFC-A866-A8F9-B22F28778647}" dt="2023-04-07T19:37:15.232" v="11"/>
        <pc:sldMkLst>
          <pc:docMk/>
          <pc:sldMk cId="1283913959" sldId="281"/>
        </pc:sldMkLst>
      </pc:sldChg>
      <pc:sldChg chg="new">
        <pc:chgData name="Rizwan Rashid" userId="S::rizwan.rashid@comsats.edu.pk::12b6bffb-8fd7-410a-bd1e-f473b901c3a4" providerId="AD" clId="Web-{76F29E95-FFFC-A866-A8F9-B22F28778647}" dt="2023-04-07T20:36:34.088" v="428"/>
        <pc:sldMkLst>
          <pc:docMk/>
          <pc:sldMk cId="2712783076" sldId="281"/>
        </pc:sldMkLst>
      </pc:sldChg>
      <pc:sldChg chg="delSp modSp add">
        <pc:chgData name="Rizwan Rashid" userId="S::rizwan.rashid@comsats.edu.pk::12b6bffb-8fd7-410a-bd1e-f473b901c3a4" providerId="AD" clId="Web-{76F29E95-FFFC-A866-A8F9-B22F28778647}" dt="2023-04-07T20:37:34.793" v="439" actId="14100"/>
        <pc:sldMkLst>
          <pc:docMk/>
          <pc:sldMk cId="2554451700" sldId="282"/>
        </pc:sldMkLst>
        <pc:spChg chg="del">
          <ac:chgData name="Rizwan Rashid" userId="S::rizwan.rashid@comsats.edu.pk::12b6bffb-8fd7-410a-bd1e-f473b901c3a4" providerId="AD" clId="Web-{76F29E95-FFFC-A866-A8F9-B22F28778647}" dt="2023-04-07T20:37:04.229" v="432"/>
          <ac:spMkLst>
            <pc:docMk/>
            <pc:sldMk cId="2554451700" sldId="282"/>
            <ac:spMk id="27653" creationId="{8898CA80-C74F-4FE5-3BBF-0503CE24F2CB}"/>
          </ac:spMkLst>
        </pc:spChg>
        <pc:spChg chg="del">
          <ac:chgData name="Rizwan Rashid" userId="S::rizwan.rashid@comsats.edu.pk::12b6bffb-8fd7-410a-bd1e-f473b901c3a4" providerId="AD" clId="Web-{76F29E95-FFFC-A866-A8F9-B22F28778647}" dt="2023-04-07T20:37:05.261" v="433"/>
          <ac:spMkLst>
            <pc:docMk/>
            <pc:sldMk cId="2554451700" sldId="282"/>
            <ac:spMk id="27654" creationId="{77314121-68A0-3D11-C058-FA531FFAA883}"/>
          </ac:spMkLst>
        </pc:spChg>
        <pc:spChg chg="del">
          <ac:chgData name="Rizwan Rashid" userId="S::rizwan.rashid@comsats.edu.pk::12b6bffb-8fd7-410a-bd1e-f473b901c3a4" providerId="AD" clId="Web-{76F29E95-FFFC-A866-A8F9-B22F28778647}" dt="2023-04-07T20:37:06.011" v="434"/>
          <ac:spMkLst>
            <pc:docMk/>
            <pc:sldMk cId="2554451700" sldId="282"/>
            <ac:spMk id="27655" creationId="{86FFFE4A-D8B2-00EB-CE3C-FBB62C37E263}"/>
          </ac:spMkLst>
        </pc:spChg>
        <pc:spChg chg="del">
          <ac:chgData name="Rizwan Rashid" userId="S::rizwan.rashid@comsats.edu.pk::12b6bffb-8fd7-410a-bd1e-f473b901c3a4" providerId="AD" clId="Web-{76F29E95-FFFC-A866-A8F9-B22F28778647}" dt="2023-04-07T20:37:07.886" v="435"/>
          <ac:spMkLst>
            <pc:docMk/>
            <pc:sldMk cId="2554451700" sldId="282"/>
            <ac:spMk id="27656" creationId="{BB62394E-E8C0-FCB0-60B0-3B9C82AF4F41}"/>
          </ac:spMkLst>
        </pc:spChg>
        <pc:spChg chg="del">
          <ac:chgData name="Rizwan Rashid" userId="S::rizwan.rashid@comsats.edu.pk::12b6bffb-8fd7-410a-bd1e-f473b901c3a4" providerId="AD" clId="Web-{76F29E95-FFFC-A866-A8F9-B22F28778647}" dt="2023-04-07T20:37:09.573" v="436"/>
          <ac:spMkLst>
            <pc:docMk/>
            <pc:sldMk cId="2554451700" sldId="282"/>
            <ac:spMk id="27657" creationId="{A57D361B-6EC4-EB7B-C59D-BDF2B377BB54}"/>
          </ac:spMkLst>
        </pc:spChg>
        <pc:graphicFrameChg chg="mod">
          <ac:chgData name="Rizwan Rashid" userId="S::rizwan.rashid@comsats.edu.pk::12b6bffb-8fd7-410a-bd1e-f473b901c3a4" providerId="AD" clId="Web-{76F29E95-FFFC-A866-A8F9-B22F28778647}" dt="2023-04-07T20:37:34.793" v="439" actId="14100"/>
          <ac:graphicFrameMkLst>
            <pc:docMk/>
            <pc:sldMk cId="2554451700" sldId="282"/>
            <ac:graphicFrameMk id="27659" creationId="{8DA25550-81AF-5AA8-E475-A4AE693F5085}"/>
          </ac:graphicFrameMkLst>
        </pc:graphicFrameChg>
      </pc:sldChg>
      <pc:sldChg chg="del">
        <pc:chgData name="Rizwan Rashid" userId="S::rizwan.rashid@comsats.edu.pk::12b6bffb-8fd7-410a-bd1e-f473b901c3a4" providerId="AD" clId="Web-{76F29E95-FFFC-A866-A8F9-B22F28778647}" dt="2023-04-07T19:37:15.232" v="10"/>
        <pc:sldMkLst>
          <pc:docMk/>
          <pc:sldMk cId="2601961741" sldId="282"/>
        </pc:sldMkLst>
      </pc:sldChg>
      <pc:sldChg chg="del">
        <pc:chgData name="Rizwan Rashid" userId="S::rizwan.rashid@comsats.edu.pk::12b6bffb-8fd7-410a-bd1e-f473b901c3a4" providerId="AD" clId="Web-{76F29E95-FFFC-A866-A8F9-B22F28778647}" dt="2023-04-07T19:37:15.232" v="13"/>
        <pc:sldMkLst>
          <pc:docMk/>
          <pc:sldMk cId="3094194458" sldId="283"/>
        </pc:sldMkLst>
      </pc:sldChg>
      <pc:sldChg chg="del">
        <pc:chgData name="Rizwan Rashid" userId="S::rizwan.rashid@comsats.edu.pk::12b6bffb-8fd7-410a-bd1e-f473b901c3a4" providerId="AD" clId="Web-{76F29E95-FFFC-A866-A8F9-B22F28778647}" dt="2023-04-07T19:37:15.216" v="9"/>
        <pc:sldMkLst>
          <pc:docMk/>
          <pc:sldMk cId="3789719861" sldId="284"/>
        </pc:sldMkLst>
      </pc:sldChg>
      <pc:sldChg chg="del">
        <pc:chgData name="Rizwan Rashid" userId="S::rizwan.rashid@comsats.edu.pk::12b6bffb-8fd7-410a-bd1e-f473b901c3a4" providerId="AD" clId="Web-{76F29E95-FFFC-A866-A8F9-B22F28778647}" dt="2023-04-07T19:37:15.216" v="8"/>
        <pc:sldMkLst>
          <pc:docMk/>
          <pc:sldMk cId="1828009872" sldId="285"/>
        </pc:sldMkLst>
      </pc:sldChg>
      <pc:sldChg chg="del">
        <pc:chgData name="Rizwan Rashid" userId="S::rizwan.rashid@comsats.edu.pk::12b6bffb-8fd7-410a-bd1e-f473b901c3a4" providerId="AD" clId="Web-{76F29E95-FFFC-A866-A8F9-B22F28778647}" dt="2023-04-07T19:37:15.216" v="7"/>
        <pc:sldMkLst>
          <pc:docMk/>
          <pc:sldMk cId="1975213770" sldId="286"/>
        </pc:sldMkLst>
      </pc:sldChg>
      <pc:sldChg chg="del">
        <pc:chgData name="Rizwan Rashid" userId="S::rizwan.rashid@comsats.edu.pk::12b6bffb-8fd7-410a-bd1e-f473b901c3a4" providerId="AD" clId="Web-{76F29E95-FFFC-A866-A8F9-B22F28778647}" dt="2023-04-07T19:37:15.216" v="6"/>
        <pc:sldMkLst>
          <pc:docMk/>
          <pc:sldMk cId="3574240524" sldId="287"/>
        </pc:sldMkLst>
      </pc:sldChg>
    </pc:docChg>
  </pc:docChgLst>
  <pc:docChgLst>
    <pc:chgData name="Rizwan Rashid" userId="S::rizwan.rashid@comsats.edu.pk::12b6bffb-8fd7-410a-bd1e-f473b901c3a4" providerId="AD" clId="Web-{7FCA9964-7C4F-8F92-E9FF-7066504B815A}"/>
    <pc:docChg chg="addSld modSld sldOrd">
      <pc:chgData name="Rizwan Rashid" userId="S::rizwan.rashid@comsats.edu.pk::12b6bffb-8fd7-410a-bd1e-f473b901c3a4" providerId="AD" clId="Web-{7FCA9964-7C4F-8F92-E9FF-7066504B815A}" dt="2023-03-18T14:25:59.842" v="153" actId="20577"/>
      <pc:docMkLst>
        <pc:docMk/>
      </pc:docMkLst>
      <pc:sldChg chg="modSp">
        <pc:chgData name="Rizwan Rashid" userId="S::rizwan.rashid@comsats.edu.pk::12b6bffb-8fd7-410a-bd1e-f473b901c3a4" providerId="AD" clId="Web-{7FCA9964-7C4F-8F92-E9FF-7066504B815A}" dt="2023-03-18T11:47:56.874" v="8" actId="14100"/>
        <pc:sldMkLst>
          <pc:docMk/>
          <pc:sldMk cId="4268559702" sldId="279"/>
        </pc:sldMkLst>
        <pc:spChg chg="mod">
          <ac:chgData name="Rizwan Rashid" userId="S::rizwan.rashid@comsats.edu.pk::12b6bffb-8fd7-410a-bd1e-f473b901c3a4" providerId="AD" clId="Web-{7FCA9964-7C4F-8F92-E9FF-7066504B815A}" dt="2023-03-18T11:47:56.874" v="8" actId="14100"/>
          <ac:spMkLst>
            <pc:docMk/>
            <pc:sldMk cId="4268559702" sldId="279"/>
            <ac:spMk id="2" creationId="{5454BD87-6591-19F8-89E8-68F27B0A504D}"/>
          </ac:spMkLst>
        </pc:spChg>
        <pc:spChg chg="mod">
          <ac:chgData name="Rizwan Rashid" userId="S::rizwan.rashid@comsats.edu.pk::12b6bffb-8fd7-410a-bd1e-f473b901c3a4" providerId="AD" clId="Web-{7FCA9964-7C4F-8F92-E9FF-7066504B815A}" dt="2023-03-18T11:47:35.716" v="5" actId="20577"/>
          <ac:spMkLst>
            <pc:docMk/>
            <pc:sldMk cId="4268559702" sldId="279"/>
            <ac:spMk id="5" creationId="{56D251B9-7FC6-2482-6DC2-4A661958FF34}"/>
          </ac:spMkLst>
        </pc:spChg>
        <pc:spChg chg="mod">
          <ac:chgData name="Rizwan Rashid" userId="S::rizwan.rashid@comsats.edu.pk::12b6bffb-8fd7-410a-bd1e-f473b901c3a4" providerId="AD" clId="Web-{7FCA9964-7C4F-8F92-E9FF-7066504B815A}" dt="2023-03-18T11:47:45.154" v="7" actId="14100"/>
          <ac:spMkLst>
            <pc:docMk/>
            <pc:sldMk cId="4268559702" sldId="279"/>
            <ac:spMk id="6" creationId="{E627915E-6480-D34A-8751-09EEAC427569}"/>
          </ac:spMkLst>
        </pc:spChg>
      </pc:sldChg>
      <pc:sldChg chg="modSp">
        <pc:chgData name="Rizwan Rashid" userId="S::rizwan.rashid@comsats.edu.pk::12b6bffb-8fd7-410a-bd1e-f473b901c3a4" providerId="AD" clId="Web-{7FCA9964-7C4F-8F92-E9FF-7066504B815A}" dt="2023-03-18T11:48:44.377" v="10"/>
        <pc:sldMkLst>
          <pc:docMk/>
          <pc:sldMk cId="3463794225" sldId="281"/>
        </pc:sldMkLst>
        <pc:spChg chg="mod">
          <ac:chgData name="Rizwan Rashid" userId="S::rizwan.rashid@comsats.edu.pk::12b6bffb-8fd7-410a-bd1e-f473b901c3a4" providerId="AD" clId="Web-{7FCA9964-7C4F-8F92-E9FF-7066504B815A}" dt="2023-03-18T11:48:44.377" v="10"/>
          <ac:spMkLst>
            <pc:docMk/>
            <pc:sldMk cId="3463794225" sldId="281"/>
            <ac:spMk id="420867" creationId="{00000000-0000-0000-0000-000000000000}"/>
          </ac:spMkLst>
        </pc:spChg>
      </pc:sldChg>
      <pc:sldChg chg="modSp">
        <pc:chgData name="Rizwan Rashid" userId="S::rizwan.rashid@comsats.edu.pk::12b6bffb-8fd7-410a-bd1e-f473b901c3a4" providerId="AD" clId="Web-{7FCA9964-7C4F-8F92-E9FF-7066504B815A}" dt="2023-03-18T14:25:59.842" v="153" actId="20577"/>
        <pc:sldMkLst>
          <pc:docMk/>
          <pc:sldMk cId="1222195488" sldId="282"/>
        </pc:sldMkLst>
        <pc:spChg chg="mod">
          <ac:chgData name="Rizwan Rashid" userId="S::rizwan.rashid@comsats.edu.pk::12b6bffb-8fd7-410a-bd1e-f473b901c3a4" providerId="AD" clId="Web-{7FCA9964-7C4F-8F92-E9FF-7066504B815A}" dt="2023-03-18T14:25:59.842" v="153" actId="20577"/>
          <ac:spMkLst>
            <pc:docMk/>
            <pc:sldMk cId="1222195488" sldId="282"/>
            <ac:spMk id="3" creationId="{00000000-0000-0000-0000-000000000000}"/>
          </ac:spMkLst>
        </pc:spChg>
      </pc:sldChg>
      <pc:sldChg chg="modSp ord">
        <pc:chgData name="Rizwan Rashid" userId="S::rizwan.rashid@comsats.edu.pk::12b6bffb-8fd7-410a-bd1e-f473b901c3a4" providerId="AD" clId="Web-{7FCA9964-7C4F-8F92-E9FF-7066504B815A}" dt="2023-03-18T12:08:07.476" v="55"/>
        <pc:sldMkLst>
          <pc:docMk/>
          <pc:sldMk cId="1906325941" sldId="283"/>
        </pc:sldMkLst>
        <pc:spChg chg="mod">
          <ac:chgData name="Rizwan Rashid" userId="S::rizwan.rashid@comsats.edu.pk::12b6bffb-8fd7-410a-bd1e-f473b901c3a4" providerId="AD" clId="Web-{7FCA9964-7C4F-8F92-E9FF-7066504B815A}" dt="2023-03-18T11:54:09.369" v="14" actId="20577"/>
          <ac:spMkLst>
            <pc:docMk/>
            <pc:sldMk cId="1906325941" sldId="283"/>
            <ac:spMk id="481283" creationId="{00000000-0000-0000-0000-000000000000}"/>
          </ac:spMkLst>
        </pc:spChg>
      </pc:sldChg>
      <pc:sldChg chg="addSp delSp modSp new">
        <pc:chgData name="Rizwan Rashid" userId="S::rizwan.rashid@comsats.edu.pk::12b6bffb-8fd7-410a-bd1e-f473b901c3a4" providerId="AD" clId="Web-{7FCA9964-7C4F-8F92-E9FF-7066504B815A}" dt="2023-03-18T12:16:04.010" v="112" actId="1076"/>
        <pc:sldMkLst>
          <pc:docMk/>
          <pc:sldMk cId="2581762178" sldId="284"/>
        </pc:sldMkLst>
        <pc:spChg chg="mod">
          <ac:chgData name="Rizwan Rashid" userId="S::rizwan.rashid@comsats.edu.pk::12b6bffb-8fd7-410a-bd1e-f473b901c3a4" providerId="AD" clId="Web-{7FCA9964-7C4F-8F92-E9FF-7066504B815A}" dt="2023-03-18T12:14:57.552" v="103" actId="20577"/>
          <ac:spMkLst>
            <pc:docMk/>
            <pc:sldMk cId="2581762178" sldId="284"/>
            <ac:spMk id="2" creationId="{FED0EFEA-198E-FFDE-3E0D-8B840EAB7227}"/>
          </ac:spMkLst>
        </pc:spChg>
        <pc:spChg chg="del">
          <ac:chgData name="Rizwan Rashid" userId="S::rizwan.rashid@comsats.edu.pk::12b6bffb-8fd7-410a-bd1e-f473b901c3a4" providerId="AD" clId="Web-{7FCA9964-7C4F-8F92-E9FF-7066504B815A}" dt="2023-03-18T12:01:16.243" v="16"/>
          <ac:spMkLst>
            <pc:docMk/>
            <pc:sldMk cId="2581762178" sldId="284"/>
            <ac:spMk id="3" creationId="{184F4818-A1BB-10EA-61CF-5EFF9E5F2BB1}"/>
          </ac:spMkLst>
        </pc:spChg>
        <pc:spChg chg="add mod">
          <ac:chgData name="Rizwan Rashid" userId="S::rizwan.rashid@comsats.edu.pk::12b6bffb-8fd7-410a-bd1e-f473b901c3a4" providerId="AD" clId="Web-{7FCA9964-7C4F-8F92-E9FF-7066504B815A}" dt="2023-03-18T12:16:04.010" v="112" actId="1076"/>
          <ac:spMkLst>
            <pc:docMk/>
            <pc:sldMk cId="2581762178" sldId="284"/>
            <ac:spMk id="6" creationId="{D47F2484-BF2F-843D-D56F-3162FD4C4C9C}"/>
          </ac:spMkLst>
        </pc:spChg>
        <pc:picChg chg="add mod ord">
          <ac:chgData name="Rizwan Rashid" userId="S::rizwan.rashid@comsats.edu.pk::12b6bffb-8fd7-410a-bd1e-f473b901c3a4" providerId="AD" clId="Web-{7FCA9964-7C4F-8F92-E9FF-7066504B815A}" dt="2023-03-18T12:15:04.443" v="105" actId="14100"/>
          <ac:picMkLst>
            <pc:docMk/>
            <pc:sldMk cId="2581762178" sldId="284"/>
            <ac:picMk id="5" creationId="{D5F1F0DC-0B07-2595-BF01-52FD1AC9D30B}"/>
          </ac:picMkLst>
        </pc:picChg>
      </pc:sldChg>
      <pc:sldChg chg="addSp delSp modSp new ord">
        <pc:chgData name="Rizwan Rashid" userId="S::rizwan.rashid@comsats.edu.pk::12b6bffb-8fd7-410a-bd1e-f473b901c3a4" providerId="AD" clId="Web-{7FCA9964-7C4F-8F92-E9FF-7066504B815A}" dt="2023-03-18T12:14:51.598" v="95" actId="20577"/>
        <pc:sldMkLst>
          <pc:docMk/>
          <pc:sldMk cId="485645909" sldId="285"/>
        </pc:sldMkLst>
        <pc:spChg chg="del">
          <ac:chgData name="Rizwan Rashid" userId="S::rizwan.rashid@comsats.edu.pk::12b6bffb-8fd7-410a-bd1e-f473b901c3a4" providerId="AD" clId="Web-{7FCA9964-7C4F-8F92-E9FF-7066504B815A}" dt="2023-03-18T12:02:00.512" v="22"/>
          <ac:spMkLst>
            <pc:docMk/>
            <pc:sldMk cId="485645909" sldId="285"/>
            <ac:spMk id="2" creationId="{790D6ED2-3044-B555-426D-B7C67733B57B}"/>
          </ac:spMkLst>
        </pc:spChg>
        <pc:spChg chg="del">
          <ac:chgData name="Rizwan Rashid" userId="S::rizwan.rashid@comsats.edu.pk::12b6bffb-8fd7-410a-bd1e-f473b901c3a4" providerId="AD" clId="Web-{7FCA9964-7C4F-8F92-E9FF-7066504B815A}" dt="2023-03-18T12:01:59.293" v="21"/>
          <ac:spMkLst>
            <pc:docMk/>
            <pc:sldMk cId="485645909" sldId="285"/>
            <ac:spMk id="3" creationId="{A285DCA0-49D9-16EC-7C88-46FECBD42457}"/>
          </ac:spMkLst>
        </pc:spChg>
        <pc:spChg chg="add mod">
          <ac:chgData name="Rizwan Rashid" userId="S::rizwan.rashid@comsats.edu.pk::12b6bffb-8fd7-410a-bd1e-f473b901c3a4" providerId="AD" clId="Web-{7FCA9964-7C4F-8F92-E9FF-7066504B815A}" dt="2023-03-18T12:14:20.627" v="88" actId="20577"/>
          <ac:spMkLst>
            <pc:docMk/>
            <pc:sldMk cId="485645909" sldId="285"/>
            <ac:spMk id="6" creationId="{FB3A9E26-28FC-02E9-64FA-0CBFC642C829}"/>
          </ac:spMkLst>
        </pc:spChg>
        <pc:spChg chg="add mod">
          <ac:chgData name="Rizwan Rashid" userId="S::rizwan.rashid@comsats.edu.pk::12b6bffb-8fd7-410a-bd1e-f473b901c3a4" providerId="AD" clId="Web-{7FCA9964-7C4F-8F92-E9FF-7066504B815A}" dt="2023-03-18T12:14:26.050" v="89"/>
          <ac:spMkLst>
            <pc:docMk/>
            <pc:sldMk cId="485645909" sldId="285"/>
            <ac:spMk id="8" creationId="{51BDCD1E-79D7-E139-C16B-4E506BD23601}"/>
          </ac:spMkLst>
        </pc:spChg>
        <pc:spChg chg="add mod">
          <ac:chgData name="Rizwan Rashid" userId="S::rizwan.rashid@comsats.edu.pk::12b6bffb-8fd7-410a-bd1e-f473b901c3a4" providerId="AD" clId="Web-{7FCA9964-7C4F-8F92-E9FF-7066504B815A}" dt="2023-03-18T12:14:51.598" v="95" actId="20577"/>
          <ac:spMkLst>
            <pc:docMk/>
            <pc:sldMk cId="485645909" sldId="285"/>
            <ac:spMk id="10" creationId="{6260D867-E201-E44A-58C3-D6F4DCFABADA}"/>
          </ac:spMkLst>
        </pc:spChg>
      </pc:sldChg>
      <pc:sldChg chg="modSp add">
        <pc:chgData name="Rizwan Rashid" userId="S::rizwan.rashid@comsats.edu.pk::12b6bffb-8fd7-410a-bd1e-f473b901c3a4" providerId="AD" clId="Web-{7FCA9964-7C4F-8F92-E9FF-7066504B815A}" dt="2023-03-18T14:23:28.885" v="150" actId="20577"/>
        <pc:sldMkLst>
          <pc:docMk/>
          <pc:sldMk cId="3382260489" sldId="286"/>
        </pc:sldMkLst>
        <pc:spChg chg="mod">
          <ac:chgData name="Rizwan Rashid" userId="S::rizwan.rashid@comsats.edu.pk::12b6bffb-8fd7-410a-bd1e-f473b901c3a4" providerId="AD" clId="Web-{7FCA9964-7C4F-8F92-E9FF-7066504B815A}" dt="2023-03-18T14:23:28.885" v="150" actId="20577"/>
          <ac:spMkLst>
            <pc:docMk/>
            <pc:sldMk cId="3382260489" sldId="286"/>
            <ac:spMk id="3" creationId="{00000000-0000-0000-0000-000000000000}"/>
          </ac:spMkLst>
        </pc:spChg>
      </pc:sldChg>
      <pc:sldChg chg="modSp add">
        <pc:chgData name="Rizwan Rashid" userId="S::rizwan.rashid@comsats.edu.pk::12b6bffb-8fd7-410a-bd1e-f473b901c3a4" providerId="AD" clId="Web-{7FCA9964-7C4F-8F92-E9FF-7066504B815A}" dt="2023-03-18T14:23:12.134" v="147" actId="20577"/>
        <pc:sldMkLst>
          <pc:docMk/>
          <pc:sldMk cId="235764960" sldId="287"/>
        </pc:sldMkLst>
        <pc:spChg chg="mod">
          <ac:chgData name="Rizwan Rashid" userId="S::rizwan.rashid@comsats.edu.pk::12b6bffb-8fd7-410a-bd1e-f473b901c3a4" providerId="AD" clId="Web-{7FCA9964-7C4F-8F92-E9FF-7066504B815A}" dt="2023-03-18T12:16:41.981" v="119" actId="20577"/>
          <ac:spMkLst>
            <pc:docMk/>
            <pc:sldMk cId="235764960" sldId="287"/>
            <ac:spMk id="2" creationId="{00000000-0000-0000-0000-000000000000}"/>
          </ac:spMkLst>
        </pc:spChg>
        <pc:spChg chg="mod">
          <ac:chgData name="Rizwan Rashid" userId="S::rizwan.rashid@comsats.edu.pk::12b6bffb-8fd7-410a-bd1e-f473b901c3a4" providerId="AD" clId="Web-{7FCA9964-7C4F-8F92-E9FF-7066504B815A}" dt="2023-03-18T14:23:12.134" v="147" actId="20577"/>
          <ac:spMkLst>
            <pc:docMk/>
            <pc:sldMk cId="235764960" sldId="287"/>
            <ac:spMk id="3" creationId="{00000000-0000-0000-0000-000000000000}"/>
          </ac:spMkLst>
        </pc:spChg>
      </pc:sldChg>
      <pc:sldChg chg="modSp add">
        <pc:chgData name="Rizwan Rashid" userId="S::rizwan.rashid@comsats.edu.pk::12b6bffb-8fd7-410a-bd1e-f473b901c3a4" providerId="AD" clId="Web-{7FCA9964-7C4F-8F92-E9FF-7066504B815A}" dt="2023-03-18T14:22:35.836" v="139" actId="20577"/>
        <pc:sldMkLst>
          <pc:docMk/>
          <pc:sldMk cId="1877508029" sldId="288"/>
        </pc:sldMkLst>
        <pc:spChg chg="mod">
          <ac:chgData name="Rizwan Rashid" userId="S::rizwan.rashid@comsats.edu.pk::12b6bffb-8fd7-410a-bd1e-f473b901c3a4" providerId="AD" clId="Web-{7FCA9964-7C4F-8F92-E9FF-7066504B815A}" dt="2023-03-18T14:22:35.836" v="139" actId="20577"/>
          <ac:spMkLst>
            <pc:docMk/>
            <pc:sldMk cId="1877508029" sldId="288"/>
            <ac:spMk id="3" creationId="{00000000-0000-0000-0000-000000000000}"/>
          </ac:spMkLst>
        </pc:spChg>
      </pc:sldChg>
    </pc:docChg>
  </pc:docChgLst>
  <pc:docChgLst>
    <pc:chgData name="Rizwan Rashid" userId="12b6bffb-8fd7-410a-bd1e-f473b901c3a4" providerId="ADAL" clId="{4FDA428F-D320-4C35-94B5-F6DFE015717F}"/>
    <pc:docChg chg="undo custSel addSld delSld modSld delMainMaster">
      <pc:chgData name="Rizwan Rashid" userId="12b6bffb-8fd7-410a-bd1e-f473b901c3a4" providerId="ADAL" clId="{4FDA428F-D320-4C35-94B5-F6DFE015717F}" dt="2023-03-10T11:35:52.455" v="260" actId="108"/>
      <pc:docMkLst>
        <pc:docMk/>
      </pc:docMkLst>
      <pc:sldChg chg="modSp mod">
        <pc:chgData name="Rizwan Rashid" userId="12b6bffb-8fd7-410a-bd1e-f473b901c3a4" providerId="ADAL" clId="{4FDA428F-D320-4C35-94B5-F6DFE015717F}" dt="2023-03-10T09:13:50.234" v="14" actId="20577"/>
        <pc:sldMkLst>
          <pc:docMk/>
          <pc:sldMk cId="3759789600" sldId="275"/>
        </pc:sldMkLst>
        <pc:spChg chg="mod">
          <ac:chgData name="Rizwan Rashid" userId="12b6bffb-8fd7-410a-bd1e-f473b901c3a4" providerId="ADAL" clId="{4FDA428F-D320-4C35-94B5-F6DFE015717F}" dt="2023-03-10T09:13:50.234" v="14" actId="20577"/>
          <ac:spMkLst>
            <pc:docMk/>
            <pc:sldMk cId="3759789600" sldId="275"/>
            <ac:spMk id="3" creationId="{00000000-0000-0000-0000-000000000000}"/>
          </ac:spMkLst>
        </pc:spChg>
        <pc:spChg chg="mod">
          <ac:chgData name="Rizwan Rashid" userId="12b6bffb-8fd7-410a-bd1e-f473b901c3a4" providerId="ADAL" clId="{4FDA428F-D320-4C35-94B5-F6DFE015717F}" dt="2023-03-10T09:13:45.703" v="1" actId="20577"/>
          <ac:spMkLst>
            <pc:docMk/>
            <pc:sldMk cId="3759789600" sldId="275"/>
            <ac:spMk id="15361" creationId="{00000000-0000-0000-0000-000000000000}"/>
          </ac:spMkLst>
        </pc:spChg>
      </pc:sldChg>
      <pc:sldChg chg="addSp modSp new mod modClrScheme chgLayout">
        <pc:chgData name="Rizwan Rashid" userId="12b6bffb-8fd7-410a-bd1e-f473b901c3a4" providerId="ADAL" clId="{4FDA428F-D320-4C35-94B5-F6DFE015717F}" dt="2023-03-10T11:01:11.399" v="96"/>
        <pc:sldMkLst>
          <pc:docMk/>
          <pc:sldMk cId="3173815683" sldId="276"/>
        </pc:sldMkLst>
        <pc:spChg chg="mod">
          <ac:chgData name="Rizwan Rashid" userId="12b6bffb-8fd7-410a-bd1e-f473b901c3a4" providerId="ADAL" clId="{4FDA428F-D320-4C35-94B5-F6DFE015717F}" dt="2023-03-10T11:00:20.577" v="81" actId="26606"/>
          <ac:spMkLst>
            <pc:docMk/>
            <pc:sldMk cId="3173815683" sldId="276"/>
            <ac:spMk id="2" creationId="{FB9F8C37-24F4-B4A2-897E-C69A13D2B2FF}"/>
          </ac:spMkLst>
        </pc:spChg>
        <pc:spChg chg="mod">
          <ac:chgData name="Rizwan Rashid" userId="12b6bffb-8fd7-410a-bd1e-f473b901c3a4" providerId="ADAL" clId="{4FDA428F-D320-4C35-94B5-F6DFE015717F}" dt="2023-03-10T11:01:11.399" v="96"/>
          <ac:spMkLst>
            <pc:docMk/>
            <pc:sldMk cId="3173815683" sldId="276"/>
            <ac:spMk id="3" creationId="{A74AE75F-F408-E491-10EC-EA562248531D}"/>
          </ac:spMkLst>
        </pc:spChg>
        <pc:spChg chg="mod ord">
          <ac:chgData name="Rizwan Rashid" userId="12b6bffb-8fd7-410a-bd1e-f473b901c3a4" providerId="ADAL" clId="{4FDA428F-D320-4C35-94B5-F6DFE015717F}" dt="2023-03-10T11:00:20.577" v="81" actId="26606"/>
          <ac:spMkLst>
            <pc:docMk/>
            <pc:sldMk cId="3173815683" sldId="276"/>
            <ac:spMk id="4" creationId="{B4F4B0A4-C0D7-6436-D989-42C831AE6F94}"/>
          </ac:spMkLst>
        </pc:spChg>
        <pc:picChg chg="add mod">
          <ac:chgData name="Rizwan Rashid" userId="12b6bffb-8fd7-410a-bd1e-f473b901c3a4" providerId="ADAL" clId="{4FDA428F-D320-4C35-94B5-F6DFE015717F}" dt="2023-03-10T11:00:37.428" v="87" actId="26606"/>
          <ac:picMkLst>
            <pc:docMk/>
            <pc:sldMk cId="3173815683" sldId="276"/>
            <ac:picMk id="1026" creationId="{9042947B-93BA-303E-1C00-E0AA79814196}"/>
          </ac:picMkLst>
        </pc:picChg>
      </pc:sldChg>
      <pc:sldChg chg="addSp delSp modSp new mod modClrScheme chgLayout">
        <pc:chgData name="Rizwan Rashid" userId="12b6bffb-8fd7-410a-bd1e-f473b901c3a4" providerId="ADAL" clId="{4FDA428F-D320-4C35-94B5-F6DFE015717F}" dt="2023-03-10T11:35:52.455" v="260" actId="108"/>
        <pc:sldMkLst>
          <pc:docMk/>
          <pc:sldMk cId="1144330755" sldId="277"/>
        </pc:sldMkLst>
        <pc:spChg chg="del mod ord">
          <ac:chgData name="Rizwan Rashid" userId="12b6bffb-8fd7-410a-bd1e-f473b901c3a4" providerId="ADAL" clId="{4FDA428F-D320-4C35-94B5-F6DFE015717F}" dt="2023-03-10T11:26:57.373" v="98" actId="700"/>
          <ac:spMkLst>
            <pc:docMk/>
            <pc:sldMk cId="1144330755" sldId="277"/>
            <ac:spMk id="2" creationId="{19D3F38B-6B79-EA9E-A441-7D53049B774F}"/>
          </ac:spMkLst>
        </pc:spChg>
        <pc:spChg chg="del mod ord">
          <ac:chgData name="Rizwan Rashid" userId="12b6bffb-8fd7-410a-bd1e-f473b901c3a4" providerId="ADAL" clId="{4FDA428F-D320-4C35-94B5-F6DFE015717F}" dt="2023-03-10T11:26:57.373" v="98" actId="700"/>
          <ac:spMkLst>
            <pc:docMk/>
            <pc:sldMk cId="1144330755" sldId="277"/>
            <ac:spMk id="3" creationId="{A7795A1C-5AD4-864C-BE89-DB52101CFBF1}"/>
          </ac:spMkLst>
        </pc:spChg>
        <pc:spChg chg="del">
          <ac:chgData name="Rizwan Rashid" userId="12b6bffb-8fd7-410a-bd1e-f473b901c3a4" providerId="ADAL" clId="{4FDA428F-D320-4C35-94B5-F6DFE015717F}" dt="2023-03-10T11:26:57.373" v="98" actId="700"/>
          <ac:spMkLst>
            <pc:docMk/>
            <pc:sldMk cId="1144330755" sldId="277"/>
            <ac:spMk id="4" creationId="{C006A73C-C8CD-B841-44A6-25BFC7F52E66}"/>
          </ac:spMkLst>
        </pc:spChg>
        <pc:spChg chg="mod ord">
          <ac:chgData name="Rizwan Rashid" userId="12b6bffb-8fd7-410a-bd1e-f473b901c3a4" providerId="ADAL" clId="{4FDA428F-D320-4C35-94B5-F6DFE015717F}" dt="2023-03-10T11:26:57.373" v="98" actId="700"/>
          <ac:spMkLst>
            <pc:docMk/>
            <pc:sldMk cId="1144330755" sldId="277"/>
            <ac:spMk id="5" creationId="{4D13B4F8-7FBC-713B-3405-2AC81A518B63}"/>
          </ac:spMkLst>
        </pc:spChg>
        <pc:spChg chg="add mod ord">
          <ac:chgData name="Rizwan Rashid" userId="12b6bffb-8fd7-410a-bd1e-f473b901c3a4" providerId="ADAL" clId="{4FDA428F-D320-4C35-94B5-F6DFE015717F}" dt="2023-03-10T11:30:46.754" v="156" actId="14100"/>
          <ac:spMkLst>
            <pc:docMk/>
            <pc:sldMk cId="1144330755" sldId="277"/>
            <ac:spMk id="6" creationId="{A30554BD-3E18-5D5D-CE72-FACDF8B9394C}"/>
          </ac:spMkLst>
        </pc:spChg>
        <pc:spChg chg="add del mod ord">
          <ac:chgData name="Rizwan Rashid" userId="12b6bffb-8fd7-410a-bd1e-f473b901c3a4" providerId="ADAL" clId="{4FDA428F-D320-4C35-94B5-F6DFE015717F}" dt="2023-03-10T11:27:36.462" v="99" actId="478"/>
          <ac:spMkLst>
            <pc:docMk/>
            <pc:sldMk cId="1144330755" sldId="277"/>
            <ac:spMk id="7" creationId="{AFB3504E-86F1-1F14-4CEC-D2D88996C145}"/>
          </ac:spMkLst>
        </pc:spChg>
        <pc:spChg chg="add mod">
          <ac:chgData name="Rizwan Rashid" userId="12b6bffb-8fd7-410a-bd1e-f473b901c3a4" providerId="ADAL" clId="{4FDA428F-D320-4C35-94B5-F6DFE015717F}" dt="2023-03-10T11:30:49.410" v="157" actId="1076"/>
          <ac:spMkLst>
            <pc:docMk/>
            <pc:sldMk cId="1144330755" sldId="277"/>
            <ac:spMk id="9" creationId="{263DE0C0-2864-3DEF-E29D-D09615AB706C}"/>
          </ac:spMkLst>
        </pc:spChg>
        <pc:spChg chg="add mod">
          <ac:chgData name="Rizwan Rashid" userId="12b6bffb-8fd7-410a-bd1e-f473b901c3a4" providerId="ADAL" clId="{4FDA428F-D320-4C35-94B5-F6DFE015717F}" dt="2023-03-10T11:30:58.086" v="158" actId="164"/>
          <ac:spMkLst>
            <pc:docMk/>
            <pc:sldMk cId="1144330755" sldId="277"/>
            <ac:spMk id="11" creationId="{0EABFD01-8C6F-CC75-774C-5AF60FF98042}"/>
          </ac:spMkLst>
        </pc:spChg>
        <pc:spChg chg="add mod">
          <ac:chgData name="Rizwan Rashid" userId="12b6bffb-8fd7-410a-bd1e-f473b901c3a4" providerId="ADAL" clId="{4FDA428F-D320-4C35-94B5-F6DFE015717F}" dt="2023-03-10T11:30:58.086" v="158" actId="164"/>
          <ac:spMkLst>
            <pc:docMk/>
            <pc:sldMk cId="1144330755" sldId="277"/>
            <ac:spMk id="13" creationId="{E4BB52C5-CD10-3D17-8D29-BC0ACEC1B0DA}"/>
          </ac:spMkLst>
        </pc:spChg>
        <pc:spChg chg="add mod">
          <ac:chgData name="Rizwan Rashid" userId="12b6bffb-8fd7-410a-bd1e-f473b901c3a4" providerId="ADAL" clId="{4FDA428F-D320-4C35-94B5-F6DFE015717F}" dt="2023-03-10T11:30:58.086" v="158" actId="164"/>
          <ac:spMkLst>
            <pc:docMk/>
            <pc:sldMk cId="1144330755" sldId="277"/>
            <ac:spMk id="15" creationId="{806D7587-34C7-C4EA-EE5B-0950426EBF01}"/>
          </ac:spMkLst>
        </pc:spChg>
        <pc:spChg chg="add mod">
          <ac:chgData name="Rizwan Rashid" userId="12b6bffb-8fd7-410a-bd1e-f473b901c3a4" providerId="ADAL" clId="{4FDA428F-D320-4C35-94B5-F6DFE015717F}" dt="2023-03-10T11:30:58.086" v="158" actId="164"/>
          <ac:spMkLst>
            <pc:docMk/>
            <pc:sldMk cId="1144330755" sldId="277"/>
            <ac:spMk id="16" creationId="{1073A500-9102-2B6C-4622-76817327B9E8}"/>
          </ac:spMkLst>
        </pc:spChg>
        <pc:spChg chg="add mod">
          <ac:chgData name="Rizwan Rashid" userId="12b6bffb-8fd7-410a-bd1e-f473b901c3a4" providerId="ADAL" clId="{4FDA428F-D320-4C35-94B5-F6DFE015717F}" dt="2023-03-10T11:31:37.800" v="173" actId="20577"/>
          <ac:spMkLst>
            <pc:docMk/>
            <pc:sldMk cId="1144330755" sldId="277"/>
            <ac:spMk id="18" creationId="{8E5AE1DB-1385-FBDB-F013-608FE1A07620}"/>
          </ac:spMkLst>
        </pc:spChg>
        <pc:spChg chg="add mod">
          <ac:chgData name="Rizwan Rashid" userId="12b6bffb-8fd7-410a-bd1e-f473b901c3a4" providerId="ADAL" clId="{4FDA428F-D320-4C35-94B5-F6DFE015717F}" dt="2023-03-10T11:32:18.795" v="181"/>
          <ac:spMkLst>
            <pc:docMk/>
            <pc:sldMk cId="1144330755" sldId="277"/>
            <ac:spMk id="21" creationId="{C40F6CA1-8F7B-DA60-E3A4-81A8E867960D}"/>
          </ac:spMkLst>
        </pc:spChg>
        <pc:spChg chg="add mod">
          <ac:chgData name="Rizwan Rashid" userId="12b6bffb-8fd7-410a-bd1e-f473b901c3a4" providerId="ADAL" clId="{4FDA428F-D320-4C35-94B5-F6DFE015717F}" dt="2023-03-10T11:32:31.565" v="185" actId="1076"/>
          <ac:spMkLst>
            <pc:docMk/>
            <pc:sldMk cId="1144330755" sldId="277"/>
            <ac:spMk id="23" creationId="{36E13CCC-97D0-C950-24FB-2875B2309D73}"/>
          </ac:spMkLst>
        </pc:spChg>
        <pc:spChg chg="add mod">
          <ac:chgData name="Rizwan Rashid" userId="12b6bffb-8fd7-410a-bd1e-f473b901c3a4" providerId="ADAL" clId="{4FDA428F-D320-4C35-94B5-F6DFE015717F}" dt="2023-03-10T11:33:34.283" v="190" actId="113"/>
          <ac:spMkLst>
            <pc:docMk/>
            <pc:sldMk cId="1144330755" sldId="277"/>
            <ac:spMk id="25" creationId="{3E625EE5-363B-961A-F9A1-5168D3331AAA}"/>
          </ac:spMkLst>
        </pc:spChg>
        <pc:spChg chg="add mod">
          <ac:chgData name="Rizwan Rashid" userId="12b6bffb-8fd7-410a-bd1e-f473b901c3a4" providerId="ADAL" clId="{4FDA428F-D320-4C35-94B5-F6DFE015717F}" dt="2023-03-10T11:35:52.455" v="260" actId="108"/>
          <ac:spMkLst>
            <pc:docMk/>
            <pc:sldMk cId="1144330755" sldId="277"/>
            <ac:spMk id="27" creationId="{2FC6213A-4A94-1B6D-853A-AE2B0070CEC5}"/>
          </ac:spMkLst>
        </pc:spChg>
        <pc:grpChg chg="add mod">
          <ac:chgData name="Rizwan Rashid" userId="12b6bffb-8fd7-410a-bd1e-f473b901c3a4" providerId="ADAL" clId="{4FDA428F-D320-4C35-94B5-F6DFE015717F}" dt="2023-03-10T11:31:01.304" v="159" actId="1076"/>
          <ac:grpSpMkLst>
            <pc:docMk/>
            <pc:sldMk cId="1144330755" sldId="277"/>
            <ac:grpSpMk id="19" creationId="{276618A3-7515-06CD-56AD-0784227DC92B}"/>
          </ac:grpSpMkLst>
        </pc:grpChg>
        <pc:picChg chg="add mod">
          <ac:chgData name="Rizwan Rashid" userId="12b6bffb-8fd7-410a-bd1e-f473b901c3a4" providerId="ADAL" clId="{4FDA428F-D320-4C35-94B5-F6DFE015717F}" dt="2023-03-10T11:34:02.504" v="196" actId="1076"/>
          <ac:picMkLst>
            <pc:docMk/>
            <pc:sldMk cId="1144330755" sldId="277"/>
            <ac:picMk id="2050" creationId="{27C15019-17D1-67C6-37B6-53FBACBF6218}"/>
          </ac:picMkLst>
        </pc:picChg>
      </pc:sldChg>
      <pc:sldChg chg="del">
        <pc:chgData name="Rizwan Rashid" userId="12b6bffb-8fd7-410a-bd1e-f473b901c3a4" providerId="ADAL" clId="{4FDA428F-D320-4C35-94B5-F6DFE015717F}" dt="2023-03-10T09:13:55.687" v="15" actId="47"/>
        <pc:sldMkLst>
          <pc:docMk/>
          <pc:sldMk cId="466966198" sldId="282"/>
        </pc:sldMkLst>
      </pc:sldChg>
      <pc:sldChg chg="del">
        <pc:chgData name="Rizwan Rashid" userId="12b6bffb-8fd7-410a-bd1e-f473b901c3a4" providerId="ADAL" clId="{4FDA428F-D320-4C35-94B5-F6DFE015717F}" dt="2023-03-10T09:13:55.687" v="15" actId="47"/>
        <pc:sldMkLst>
          <pc:docMk/>
          <pc:sldMk cId="3431449325" sldId="283"/>
        </pc:sldMkLst>
      </pc:sldChg>
      <pc:sldChg chg="del">
        <pc:chgData name="Rizwan Rashid" userId="12b6bffb-8fd7-410a-bd1e-f473b901c3a4" providerId="ADAL" clId="{4FDA428F-D320-4C35-94B5-F6DFE015717F}" dt="2023-03-10T09:13:55.687" v="15" actId="47"/>
        <pc:sldMkLst>
          <pc:docMk/>
          <pc:sldMk cId="1257545278" sldId="284"/>
        </pc:sldMkLst>
      </pc:sldChg>
      <pc:sldChg chg="del">
        <pc:chgData name="Rizwan Rashid" userId="12b6bffb-8fd7-410a-bd1e-f473b901c3a4" providerId="ADAL" clId="{4FDA428F-D320-4C35-94B5-F6DFE015717F}" dt="2023-03-10T09:13:55.687" v="15" actId="47"/>
        <pc:sldMkLst>
          <pc:docMk/>
          <pc:sldMk cId="1566197747" sldId="285"/>
        </pc:sldMkLst>
      </pc:sldChg>
      <pc:sldChg chg="del">
        <pc:chgData name="Rizwan Rashid" userId="12b6bffb-8fd7-410a-bd1e-f473b901c3a4" providerId="ADAL" clId="{4FDA428F-D320-4C35-94B5-F6DFE015717F}" dt="2023-03-10T09:13:55.687" v="15" actId="47"/>
        <pc:sldMkLst>
          <pc:docMk/>
          <pc:sldMk cId="1724956274" sldId="287"/>
        </pc:sldMkLst>
      </pc:sldChg>
      <pc:sldChg chg="del">
        <pc:chgData name="Rizwan Rashid" userId="12b6bffb-8fd7-410a-bd1e-f473b901c3a4" providerId="ADAL" clId="{4FDA428F-D320-4C35-94B5-F6DFE015717F}" dt="2023-03-10T09:13:55.687" v="15" actId="47"/>
        <pc:sldMkLst>
          <pc:docMk/>
          <pc:sldMk cId="309736740" sldId="300"/>
        </pc:sldMkLst>
      </pc:sldChg>
      <pc:sldChg chg="del">
        <pc:chgData name="Rizwan Rashid" userId="12b6bffb-8fd7-410a-bd1e-f473b901c3a4" providerId="ADAL" clId="{4FDA428F-D320-4C35-94B5-F6DFE015717F}" dt="2023-03-10T09:13:55.687" v="15" actId="47"/>
        <pc:sldMkLst>
          <pc:docMk/>
          <pc:sldMk cId="4283146656" sldId="301"/>
        </pc:sldMkLst>
      </pc:sldChg>
      <pc:sldChg chg="del">
        <pc:chgData name="Rizwan Rashid" userId="12b6bffb-8fd7-410a-bd1e-f473b901c3a4" providerId="ADAL" clId="{4FDA428F-D320-4C35-94B5-F6DFE015717F}" dt="2023-03-10T09:13:55.687" v="15" actId="47"/>
        <pc:sldMkLst>
          <pc:docMk/>
          <pc:sldMk cId="1632256336" sldId="302"/>
        </pc:sldMkLst>
      </pc:sldChg>
      <pc:sldChg chg="del">
        <pc:chgData name="Rizwan Rashid" userId="12b6bffb-8fd7-410a-bd1e-f473b901c3a4" providerId="ADAL" clId="{4FDA428F-D320-4C35-94B5-F6DFE015717F}" dt="2023-03-10T09:13:55.687" v="15" actId="47"/>
        <pc:sldMkLst>
          <pc:docMk/>
          <pc:sldMk cId="396960561" sldId="303"/>
        </pc:sldMkLst>
      </pc:sldChg>
      <pc:sldChg chg="del">
        <pc:chgData name="Rizwan Rashid" userId="12b6bffb-8fd7-410a-bd1e-f473b901c3a4" providerId="ADAL" clId="{4FDA428F-D320-4C35-94B5-F6DFE015717F}" dt="2023-03-10T09:13:55.687" v="15" actId="47"/>
        <pc:sldMkLst>
          <pc:docMk/>
          <pc:sldMk cId="1356119526" sldId="304"/>
        </pc:sldMkLst>
      </pc:sldChg>
      <pc:sldChg chg="del">
        <pc:chgData name="Rizwan Rashid" userId="12b6bffb-8fd7-410a-bd1e-f473b901c3a4" providerId="ADAL" clId="{4FDA428F-D320-4C35-94B5-F6DFE015717F}" dt="2023-03-10T09:13:55.687" v="15" actId="47"/>
        <pc:sldMkLst>
          <pc:docMk/>
          <pc:sldMk cId="1886531944" sldId="306"/>
        </pc:sldMkLst>
      </pc:sldChg>
      <pc:sldChg chg="del">
        <pc:chgData name="Rizwan Rashid" userId="12b6bffb-8fd7-410a-bd1e-f473b901c3a4" providerId="ADAL" clId="{4FDA428F-D320-4C35-94B5-F6DFE015717F}" dt="2023-03-10T09:13:55.687" v="15" actId="47"/>
        <pc:sldMkLst>
          <pc:docMk/>
          <pc:sldMk cId="1561124475" sldId="307"/>
        </pc:sldMkLst>
      </pc:sldChg>
      <pc:sldChg chg="del">
        <pc:chgData name="Rizwan Rashid" userId="12b6bffb-8fd7-410a-bd1e-f473b901c3a4" providerId="ADAL" clId="{4FDA428F-D320-4C35-94B5-F6DFE015717F}" dt="2023-03-10T09:13:55.687" v="15" actId="47"/>
        <pc:sldMkLst>
          <pc:docMk/>
          <pc:sldMk cId="99516440" sldId="308"/>
        </pc:sldMkLst>
      </pc:sldChg>
      <pc:sldChg chg="del">
        <pc:chgData name="Rizwan Rashid" userId="12b6bffb-8fd7-410a-bd1e-f473b901c3a4" providerId="ADAL" clId="{4FDA428F-D320-4C35-94B5-F6DFE015717F}" dt="2023-03-10T09:13:55.687" v="15" actId="47"/>
        <pc:sldMkLst>
          <pc:docMk/>
          <pc:sldMk cId="1778858543" sldId="309"/>
        </pc:sldMkLst>
      </pc:sldChg>
      <pc:sldChg chg="del">
        <pc:chgData name="Rizwan Rashid" userId="12b6bffb-8fd7-410a-bd1e-f473b901c3a4" providerId="ADAL" clId="{4FDA428F-D320-4C35-94B5-F6DFE015717F}" dt="2023-03-10T09:13:55.687" v="15" actId="47"/>
        <pc:sldMkLst>
          <pc:docMk/>
          <pc:sldMk cId="702244827" sldId="310"/>
        </pc:sldMkLst>
      </pc:sldChg>
      <pc:sldChg chg="del">
        <pc:chgData name="Rizwan Rashid" userId="12b6bffb-8fd7-410a-bd1e-f473b901c3a4" providerId="ADAL" clId="{4FDA428F-D320-4C35-94B5-F6DFE015717F}" dt="2023-03-10T09:13:55.687" v="15" actId="47"/>
        <pc:sldMkLst>
          <pc:docMk/>
          <pc:sldMk cId="200090698" sldId="311"/>
        </pc:sldMkLst>
      </pc:sldChg>
      <pc:sldChg chg="del">
        <pc:chgData name="Rizwan Rashid" userId="12b6bffb-8fd7-410a-bd1e-f473b901c3a4" providerId="ADAL" clId="{4FDA428F-D320-4C35-94B5-F6DFE015717F}" dt="2023-03-10T09:13:55.687" v="15" actId="47"/>
        <pc:sldMkLst>
          <pc:docMk/>
          <pc:sldMk cId="1297377133" sldId="313"/>
        </pc:sldMkLst>
      </pc:sldChg>
      <pc:sldChg chg="del">
        <pc:chgData name="Rizwan Rashid" userId="12b6bffb-8fd7-410a-bd1e-f473b901c3a4" providerId="ADAL" clId="{4FDA428F-D320-4C35-94B5-F6DFE015717F}" dt="2023-03-10T09:13:55.687" v="15" actId="47"/>
        <pc:sldMkLst>
          <pc:docMk/>
          <pc:sldMk cId="670954015" sldId="314"/>
        </pc:sldMkLst>
      </pc:sldChg>
      <pc:sldMasterChg chg="del delSldLayout">
        <pc:chgData name="Rizwan Rashid" userId="12b6bffb-8fd7-410a-bd1e-f473b901c3a4" providerId="ADAL" clId="{4FDA428F-D320-4C35-94B5-F6DFE015717F}" dt="2023-03-10T11:26:57.373" v="98" actId="700"/>
        <pc:sldMasterMkLst>
          <pc:docMk/>
          <pc:sldMasterMk cId="0" sldId="2147483648"/>
        </pc:sldMasterMkLst>
        <pc:sldLayoutChg chg="del">
          <pc:chgData name="Rizwan Rashid" userId="12b6bffb-8fd7-410a-bd1e-f473b901c3a4" providerId="ADAL" clId="{4FDA428F-D320-4C35-94B5-F6DFE015717F}" dt="2023-03-10T11:26:57.373" v="98" actId="700"/>
          <pc:sldLayoutMkLst>
            <pc:docMk/>
            <pc:sldMasterMk cId="0" sldId="2147483648"/>
            <pc:sldLayoutMk cId="0" sldId="2147483673"/>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74"/>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75"/>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76"/>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77"/>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78"/>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79"/>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80"/>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81"/>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82"/>
          </pc:sldLayoutMkLst>
        </pc:sldLayoutChg>
        <pc:sldLayoutChg chg="del">
          <pc:chgData name="Rizwan Rashid" userId="12b6bffb-8fd7-410a-bd1e-f473b901c3a4" providerId="ADAL" clId="{4FDA428F-D320-4C35-94B5-F6DFE015717F}" dt="2023-03-10T11:26:57.373" v="98" actId="700"/>
          <pc:sldLayoutMkLst>
            <pc:docMk/>
            <pc:sldMasterMk cId="0" sldId="2147483648"/>
            <pc:sldLayoutMk cId="0" sldId="2147483683"/>
          </pc:sldLayoutMkLst>
        </pc:sldLayoutChg>
      </pc:sldMasterChg>
      <pc:sldMasterChg chg="del delSldLayout">
        <pc:chgData name="Rizwan Rashid" userId="12b6bffb-8fd7-410a-bd1e-f473b901c3a4" providerId="ADAL" clId="{4FDA428F-D320-4C35-94B5-F6DFE015717F}" dt="2023-03-10T11:26:57.373" v="98" actId="700"/>
        <pc:sldMasterMkLst>
          <pc:docMk/>
          <pc:sldMasterMk cId="2460954070" sldId="2147483684"/>
        </pc:sldMasterMkLst>
        <pc:sldLayoutChg chg="del">
          <pc:chgData name="Rizwan Rashid" userId="12b6bffb-8fd7-410a-bd1e-f473b901c3a4" providerId="ADAL" clId="{4FDA428F-D320-4C35-94B5-F6DFE015717F}" dt="2023-03-10T11:26:57.373" v="98" actId="700"/>
          <pc:sldLayoutMkLst>
            <pc:docMk/>
            <pc:sldMasterMk cId="2460954070" sldId="2147483684"/>
            <pc:sldLayoutMk cId="3479445657" sldId="2147483672"/>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2385387890" sldId="2147483685"/>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949138452" sldId="2147483686"/>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2591524520" sldId="2147483687"/>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1203092039" sldId="2147483688"/>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3733172339" sldId="2147483689"/>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3210312558" sldId="2147483690"/>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3146388984" sldId="2147483691"/>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3171841454" sldId="2147483692"/>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1718958274" sldId="2147483693"/>
          </pc:sldLayoutMkLst>
        </pc:sldLayoutChg>
        <pc:sldLayoutChg chg="del">
          <pc:chgData name="Rizwan Rashid" userId="12b6bffb-8fd7-410a-bd1e-f473b901c3a4" providerId="ADAL" clId="{4FDA428F-D320-4C35-94B5-F6DFE015717F}" dt="2023-03-10T11:26:57.373" v="98" actId="700"/>
          <pc:sldLayoutMkLst>
            <pc:docMk/>
            <pc:sldMasterMk cId="2460954070" sldId="2147483684"/>
            <pc:sldLayoutMk cId="2202905451" sldId="2147483694"/>
          </pc:sldLayoutMkLst>
        </pc:sldLayoutChg>
      </pc:sldMasterChg>
      <pc:sldMasterChg chg="del delSldLayout">
        <pc:chgData name="Rizwan Rashid" userId="12b6bffb-8fd7-410a-bd1e-f473b901c3a4" providerId="ADAL" clId="{4FDA428F-D320-4C35-94B5-F6DFE015717F}" dt="2023-03-10T09:13:55.687" v="15" actId="47"/>
        <pc:sldMasterMkLst>
          <pc:docMk/>
          <pc:sldMasterMk cId="0" sldId="2147483695"/>
        </pc:sldMasterMkLst>
        <pc:sldLayoutChg chg="del">
          <pc:chgData name="Rizwan Rashid" userId="12b6bffb-8fd7-410a-bd1e-f473b901c3a4" providerId="ADAL" clId="{4FDA428F-D320-4C35-94B5-F6DFE015717F}" dt="2023-03-10T09:13:55.687" v="15" actId="47"/>
          <pc:sldLayoutMkLst>
            <pc:docMk/>
            <pc:sldMasterMk cId="0" sldId="2147483695"/>
            <pc:sldLayoutMk cId="0" sldId="2147483696"/>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697"/>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698"/>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699"/>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700"/>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701"/>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702"/>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703"/>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704"/>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705"/>
          </pc:sldLayoutMkLst>
        </pc:sldLayoutChg>
        <pc:sldLayoutChg chg="del">
          <pc:chgData name="Rizwan Rashid" userId="12b6bffb-8fd7-410a-bd1e-f473b901c3a4" providerId="ADAL" clId="{4FDA428F-D320-4C35-94B5-F6DFE015717F}" dt="2023-03-10T09:13:55.687" v="15" actId="47"/>
          <pc:sldLayoutMkLst>
            <pc:docMk/>
            <pc:sldMasterMk cId="0" sldId="2147483695"/>
            <pc:sldLayoutMk cId="0" sldId="2147483706"/>
          </pc:sldLayoutMkLst>
        </pc:sldLayoutChg>
      </pc:sldMasterChg>
    </pc:docChg>
  </pc:docChgLst>
  <pc:docChgLst>
    <pc:chgData name="Rizwan Rashid" userId="S::rizwan.rashid@comsats.edu.pk::12b6bffb-8fd7-410a-bd1e-f473b901c3a4" providerId="AD" clId="Web-{6B906AB8-812E-8B54-178E-9FCF4BA3DD97}"/>
    <pc:docChg chg="addSld delSld modSld">
      <pc:chgData name="Rizwan Rashid" userId="S::rizwan.rashid@comsats.edu.pk::12b6bffb-8fd7-410a-bd1e-f473b901c3a4" providerId="AD" clId="Web-{6B906AB8-812E-8B54-178E-9FCF4BA3DD97}" dt="2023-03-05T17:30:51.272" v="551" actId="20577"/>
      <pc:docMkLst>
        <pc:docMk/>
      </pc:docMkLst>
      <pc:sldChg chg="modSp">
        <pc:chgData name="Rizwan Rashid" userId="S::rizwan.rashid@comsats.edu.pk::12b6bffb-8fd7-410a-bd1e-f473b901c3a4" providerId="AD" clId="Web-{6B906AB8-812E-8B54-178E-9FCF4BA3DD97}" dt="2023-03-05T14:17:01.333" v="10" actId="20577"/>
        <pc:sldMkLst>
          <pc:docMk/>
          <pc:sldMk cId="3759789600" sldId="275"/>
        </pc:sldMkLst>
        <pc:spChg chg="mod">
          <ac:chgData name="Rizwan Rashid" userId="S::rizwan.rashid@comsats.edu.pk::12b6bffb-8fd7-410a-bd1e-f473b901c3a4" providerId="AD" clId="Web-{6B906AB8-812E-8B54-178E-9FCF4BA3DD97}" dt="2023-03-05T14:17:01.333" v="10" actId="20577"/>
          <ac:spMkLst>
            <pc:docMk/>
            <pc:sldMk cId="3759789600" sldId="275"/>
            <ac:spMk id="3" creationId="{00000000-0000-0000-0000-000000000000}"/>
          </ac:spMkLst>
        </pc:spChg>
        <pc:spChg chg="mod">
          <ac:chgData name="Rizwan Rashid" userId="S::rizwan.rashid@comsats.edu.pk::12b6bffb-8fd7-410a-bd1e-f473b901c3a4" providerId="AD" clId="Web-{6B906AB8-812E-8B54-178E-9FCF4BA3DD97}" dt="2023-03-05T14:16:54.598" v="2" actId="20577"/>
          <ac:spMkLst>
            <pc:docMk/>
            <pc:sldMk cId="3759789600" sldId="275"/>
            <ac:spMk id="15361" creationId="{00000000-0000-0000-0000-000000000000}"/>
          </ac:spMkLst>
        </pc:spChg>
      </pc:sldChg>
      <pc:sldChg chg="del">
        <pc:chgData name="Rizwan Rashid" userId="S::rizwan.rashid@comsats.edu.pk::12b6bffb-8fd7-410a-bd1e-f473b901c3a4" providerId="AD" clId="Web-{6B906AB8-812E-8B54-178E-9FCF4BA3DD97}" dt="2023-03-05T16:34:08.935" v="257"/>
        <pc:sldMkLst>
          <pc:docMk/>
          <pc:sldMk cId="1764550574" sldId="277"/>
        </pc:sldMkLst>
      </pc:sldChg>
      <pc:sldChg chg="del">
        <pc:chgData name="Rizwan Rashid" userId="S::rizwan.rashid@comsats.edu.pk::12b6bffb-8fd7-410a-bd1e-f473b901c3a4" providerId="AD" clId="Web-{6B906AB8-812E-8B54-178E-9FCF4BA3DD97}" dt="2023-03-05T16:34:08.935" v="258"/>
        <pc:sldMkLst>
          <pc:docMk/>
          <pc:sldMk cId="265050139" sldId="278"/>
        </pc:sldMkLst>
      </pc:sldChg>
      <pc:sldChg chg="add del">
        <pc:chgData name="Rizwan Rashid" userId="S::rizwan.rashid@comsats.edu.pk::12b6bffb-8fd7-410a-bd1e-f473b901c3a4" providerId="AD" clId="Web-{6B906AB8-812E-8B54-178E-9FCF4BA3DD97}" dt="2023-03-05T16:04:10.612" v="105"/>
        <pc:sldMkLst>
          <pc:docMk/>
          <pc:sldMk cId="4122765759" sldId="279"/>
        </pc:sldMkLst>
      </pc:sldChg>
      <pc:sldChg chg="add del">
        <pc:chgData name="Rizwan Rashid" userId="S::rizwan.rashid@comsats.edu.pk::12b6bffb-8fd7-410a-bd1e-f473b901c3a4" providerId="AD" clId="Web-{6B906AB8-812E-8B54-178E-9FCF4BA3DD97}" dt="2023-03-05T16:04:10.612" v="106"/>
        <pc:sldMkLst>
          <pc:docMk/>
          <pc:sldMk cId="1736788800" sldId="280"/>
        </pc:sldMkLst>
      </pc:sldChg>
      <pc:sldChg chg="del">
        <pc:chgData name="Rizwan Rashid" userId="S::rizwan.rashid@comsats.edu.pk::12b6bffb-8fd7-410a-bd1e-f473b901c3a4" providerId="AD" clId="Web-{6B906AB8-812E-8B54-178E-9FCF4BA3DD97}" dt="2023-03-05T16:34:08.935" v="259"/>
        <pc:sldMkLst>
          <pc:docMk/>
          <pc:sldMk cId="1271110865" sldId="281"/>
        </pc:sldMkLst>
      </pc:sldChg>
      <pc:sldChg chg="modSp">
        <pc:chgData name="Rizwan Rashid" userId="S::rizwan.rashid@comsats.edu.pk::12b6bffb-8fd7-410a-bd1e-f473b901c3a4" providerId="AD" clId="Web-{6B906AB8-812E-8B54-178E-9FCF4BA3DD97}" dt="2023-03-05T14:29:28.227" v="77" actId="20577"/>
        <pc:sldMkLst>
          <pc:docMk/>
          <pc:sldMk cId="1257545278" sldId="284"/>
        </pc:sldMkLst>
        <pc:spChg chg="mod">
          <ac:chgData name="Rizwan Rashid" userId="S::rizwan.rashid@comsats.edu.pk::12b6bffb-8fd7-410a-bd1e-f473b901c3a4" providerId="AD" clId="Web-{6B906AB8-812E-8B54-178E-9FCF4BA3DD97}" dt="2023-03-05T14:29:28.227" v="77" actId="20577"/>
          <ac:spMkLst>
            <pc:docMk/>
            <pc:sldMk cId="1257545278" sldId="284"/>
            <ac:spMk id="100353" creationId="{00000000-0000-0000-0000-000000000000}"/>
          </ac:spMkLst>
        </pc:spChg>
      </pc:sldChg>
      <pc:sldChg chg="addSp modSp">
        <pc:chgData name="Rizwan Rashid" userId="S::rizwan.rashid@comsats.edu.pk::12b6bffb-8fd7-410a-bd1e-f473b901c3a4" providerId="AD" clId="Web-{6B906AB8-812E-8B54-178E-9FCF4BA3DD97}" dt="2023-03-05T15:55:04.162" v="100"/>
        <pc:sldMkLst>
          <pc:docMk/>
          <pc:sldMk cId="1566197747" sldId="285"/>
        </pc:sldMkLst>
        <pc:spChg chg="add mod">
          <ac:chgData name="Rizwan Rashid" userId="S::rizwan.rashid@comsats.edu.pk::12b6bffb-8fd7-410a-bd1e-f473b901c3a4" providerId="AD" clId="Web-{6B906AB8-812E-8B54-178E-9FCF4BA3DD97}" dt="2023-03-05T15:54:52.256" v="99" actId="1076"/>
          <ac:spMkLst>
            <pc:docMk/>
            <pc:sldMk cId="1566197747" sldId="285"/>
            <ac:spMk id="2" creationId="{7D4E871B-6513-321C-162F-5F3E7685BC3B}"/>
          </ac:spMkLst>
        </pc:spChg>
        <pc:spChg chg="mod">
          <ac:chgData name="Rizwan Rashid" userId="S::rizwan.rashid@comsats.edu.pk::12b6bffb-8fd7-410a-bd1e-f473b901c3a4" providerId="AD" clId="Web-{6B906AB8-812E-8B54-178E-9FCF4BA3DD97}" dt="2023-03-05T14:29:03.226" v="65" actId="20577"/>
          <ac:spMkLst>
            <pc:docMk/>
            <pc:sldMk cId="1566197747" sldId="285"/>
            <ac:spMk id="98305" creationId="{00000000-0000-0000-0000-000000000000}"/>
          </ac:spMkLst>
        </pc:spChg>
        <pc:grpChg chg="add">
          <ac:chgData name="Rizwan Rashid" userId="S::rizwan.rashid@comsats.edu.pk::12b6bffb-8fd7-410a-bd1e-f473b901c3a4" providerId="AD" clId="Web-{6B906AB8-812E-8B54-178E-9FCF4BA3DD97}" dt="2023-03-05T15:55:04.162" v="100"/>
          <ac:grpSpMkLst>
            <pc:docMk/>
            <pc:sldMk cId="1566197747" sldId="285"/>
            <ac:grpSpMk id="3" creationId="{EDAEDDB5-9B70-0289-79F1-768F4E29C62F}"/>
          </ac:grpSpMkLst>
        </pc:grpChg>
        <pc:picChg chg="mod">
          <ac:chgData name="Rizwan Rashid" userId="S::rizwan.rashid@comsats.edu.pk::12b6bffb-8fd7-410a-bd1e-f473b901c3a4" providerId="AD" clId="Web-{6B906AB8-812E-8B54-178E-9FCF4BA3DD97}" dt="2023-03-05T15:45:24.633" v="79" actId="14100"/>
          <ac:picMkLst>
            <pc:docMk/>
            <pc:sldMk cId="1566197747" sldId="285"/>
            <ac:picMk id="98306" creationId="{00000000-0000-0000-0000-000000000000}"/>
          </ac:picMkLst>
        </pc:picChg>
      </pc:sldChg>
      <pc:sldChg chg="modSp del">
        <pc:chgData name="Rizwan Rashid" userId="S::rizwan.rashid@comsats.edu.pk::12b6bffb-8fd7-410a-bd1e-f473b901c3a4" providerId="AD" clId="Web-{6B906AB8-812E-8B54-178E-9FCF4BA3DD97}" dt="2023-03-05T14:28:11.443" v="54"/>
        <pc:sldMkLst>
          <pc:docMk/>
          <pc:sldMk cId="2612299855" sldId="286"/>
        </pc:sldMkLst>
        <pc:spChg chg="mod">
          <ac:chgData name="Rizwan Rashid" userId="S::rizwan.rashid@comsats.edu.pk::12b6bffb-8fd7-410a-bd1e-f473b901c3a4" providerId="AD" clId="Web-{6B906AB8-812E-8B54-178E-9FCF4BA3DD97}" dt="2023-03-05T14:23:24.539" v="30" actId="20577"/>
          <ac:spMkLst>
            <pc:docMk/>
            <pc:sldMk cId="2612299855" sldId="286"/>
            <ac:spMk id="96258" creationId="{00000000-0000-0000-0000-000000000000}"/>
          </ac:spMkLst>
        </pc:spChg>
      </pc:sldChg>
      <pc:sldChg chg="modSp">
        <pc:chgData name="Rizwan Rashid" userId="S::rizwan.rashid@comsats.edu.pk::12b6bffb-8fd7-410a-bd1e-f473b901c3a4" providerId="AD" clId="Web-{6B906AB8-812E-8B54-178E-9FCF4BA3DD97}" dt="2023-03-05T16:46:01.413" v="399" actId="20577"/>
        <pc:sldMkLst>
          <pc:docMk/>
          <pc:sldMk cId="1724956274" sldId="287"/>
        </pc:sldMkLst>
        <pc:spChg chg="mod">
          <ac:chgData name="Rizwan Rashid" userId="S::rizwan.rashid@comsats.edu.pk::12b6bffb-8fd7-410a-bd1e-f473b901c3a4" providerId="AD" clId="Web-{6B906AB8-812E-8B54-178E-9FCF4BA3DD97}" dt="2023-03-05T14:28:42.428" v="56" actId="20577"/>
          <ac:spMkLst>
            <pc:docMk/>
            <pc:sldMk cId="1724956274" sldId="287"/>
            <ac:spMk id="94209" creationId="{00000000-0000-0000-0000-000000000000}"/>
          </ac:spMkLst>
        </pc:spChg>
        <pc:spChg chg="mod">
          <ac:chgData name="Rizwan Rashid" userId="S::rizwan.rashid@comsats.edu.pk::12b6bffb-8fd7-410a-bd1e-f473b901c3a4" providerId="AD" clId="Web-{6B906AB8-812E-8B54-178E-9FCF4BA3DD97}" dt="2023-03-05T16:46:01.413" v="399" actId="20577"/>
          <ac:spMkLst>
            <pc:docMk/>
            <pc:sldMk cId="1724956274" sldId="287"/>
            <ac:spMk id="94210" creationId="{00000000-0000-0000-0000-000000000000}"/>
          </ac:spMkLst>
        </pc:spChg>
      </pc:sldChg>
      <pc:sldChg chg="del">
        <pc:chgData name="Rizwan Rashid" userId="S::rizwan.rashid@comsats.edu.pk::12b6bffb-8fd7-410a-bd1e-f473b901c3a4" providerId="AD" clId="Web-{6B906AB8-812E-8B54-178E-9FCF4BA3DD97}" dt="2023-03-05T14:17:34.757" v="16"/>
        <pc:sldMkLst>
          <pc:docMk/>
          <pc:sldMk cId="1855495916" sldId="288"/>
        </pc:sldMkLst>
      </pc:sldChg>
      <pc:sldChg chg="del">
        <pc:chgData name="Rizwan Rashid" userId="S::rizwan.rashid@comsats.edu.pk::12b6bffb-8fd7-410a-bd1e-f473b901c3a4" providerId="AD" clId="Web-{6B906AB8-812E-8B54-178E-9FCF4BA3DD97}" dt="2023-03-05T14:17:34.757" v="17"/>
        <pc:sldMkLst>
          <pc:docMk/>
          <pc:sldMk cId="451748010" sldId="289"/>
        </pc:sldMkLst>
      </pc:sldChg>
      <pc:sldChg chg="del">
        <pc:chgData name="Rizwan Rashid" userId="S::rizwan.rashid@comsats.edu.pk::12b6bffb-8fd7-410a-bd1e-f473b901c3a4" providerId="AD" clId="Web-{6B906AB8-812E-8B54-178E-9FCF4BA3DD97}" dt="2023-03-05T14:17:34.757" v="18"/>
        <pc:sldMkLst>
          <pc:docMk/>
          <pc:sldMk cId="1760992607" sldId="290"/>
        </pc:sldMkLst>
      </pc:sldChg>
      <pc:sldChg chg="del">
        <pc:chgData name="Rizwan Rashid" userId="S::rizwan.rashid@comsats.edu.pk::12b6bffb-8fd7-410a-bd1e-f473b901c3a4" providerId="AD" clId="Web-{6B906AB8-812E-8B54-178E-9FCF4BA3DD97}" dt="2023-03-05T14:17:34.772" v="20"/>
        <pc:sldMkLst>
          <pc:docMk/>
          <pc:sldMk cId="4097799513" sldId="291"/>
        </pc:sldMkLst>
      </pc:sldChg>
      <pc:sldChg chg="del">
        <pc:chgData name="Rizwan Rashid" userId="S::rizwan.rashid@comsats.edu.pk::12b6bffb-8fd7-410a-bd1e-f473b901c3a4" providerId="AD" clId="Web-{6B906AB8-812E-8B54-178E-9FCF4BA3DD97}" dt="2023-03-05T14:17:34.772" v="21"/>
        <pc:sldMkLst>
          <pc:docMk/>
          <pc:sldMk cId="3289657998" sldId="292"/>
        </pc:sldMkLst>
      </pc:sldChg>
      <pc:sldChg chg="del">
        <pc:chgData name="Rizwan Rashid" userId="S::rizwan.rashid@comsats.edu.pk::12b6bffb-8fd7-410a-bd1e-f473b901c3a4" providerId="AD" clId="Web-{6B906AB8-812E-8B54-178E-9FCF4BA3DD97}" dt="2023-03-05T14:17:34.772" v="22"/>
        <pc:sldMkLst>
          <pc:docMk/>
          <pc:sldMk cId="504409996" sldId="294"/>
        </pc:sldMkLst>
      </pc:sldChg>
      <pc:sldChg chg="del">
        <pc:chgData name="Rizwan Rashid" userId="S::rizwan.rashid@comsats.edu.pk::12b6bffb-8fd7-410a-bd1e-f473b901c3a4" providerId="AD" clId="Web-{6B906AB8-812E-8B54-178E-9FCF4BA3DD97}" dt="2023-03-05T14:17:34.788" v="23"/>
        <pc:sldMkLst>
          <pc:docMk/>
          <pc:sldMk cId="2830719269" sldId="295"/>
        </pc:sldMkLst>
      </pc:sldChg>
      <pc:sldChg chg="del">
        <pc:chgData name="Rizwan Rashid" userId="S::rizwan.rashid@comsats.edu.pk::12b6bffb-8fd7-410a-bd1e-f473b901c3a4" providerId="AD" clId="Web-{6B906AB8-812E-8B54-178E-9FCF4BA3DD97}" dt="2023-03-05T14:17:34.788" v="24"/>
        <pc:sldMkLst>
          <pc:docMk/>
          <pc:sldMk cId="1347984950" sldId="296"/>
        </pc:sldMkLst>
      </pc:sldChg>
      <pc:sldChg chg="del">
        <pc:chgData name="Rizwan Rashid" userId="S::rizwan.rashid@comsats.edu.pk::12b6bffb-8fd7-410a-bd1e-f473b901c3a4" providerId="AD" clId="Web-{6B906AB8-812E-8B54-178E-9FCF4BA3DD97}" dt="2023-03-05T14:17:34.788" v="25"/>
        <pc:sldMkLst>
          <pc:docMk/>
          <pc:sldMk cId="2899825618" sldId="297"/>
        </pc:sldMkLst>
      </pc:sldChg>
      <pc:sldChg chg="modSp">
        <pc:chgData name="Rizwan Rashid" userId="S::rizwan.rashid@comsats.edu.pk::12b6bffb-8fd7-410a-bd1e-f473b901c3a4" providerId="AD" clId="Web-{6B906AB8-812E-8B54-178E-9FCF4BA3DD97}" dt="2023-03-05T17:26:43.888" v="538" actId="20577"/>
        <pc:sldMkLst>
          <pc:docMk/>
          <pc:sldMk cId="309736740" sldId="300"/>
        </pc:sldMkLst>
        <pc:spChg chg="mod">
          <ac:chgData name="Rizwan Rashid" userId="S::rizwan.rashid@comsats.edu.pk::12b6bffb-8fd7-410a-bd1e-f473b901c3a4" providerId="AD" clId="Web-{6B906AB8-812E-8B54-178E-9FCF4BA3DD97}" dt="2023-03-05T17:26:43.888" v="538" actId="20577"/>
          <ac:spMkLst>
            <pc:docMk/>
            <pc:sldMk cId="309736740" sldId="300"/>
            <ac:spMk id="120834" creationId="{00000000-0000-0000-0000-000000000000}"/>
          </ac:spMkLst>
        </pc:spChg>
      </pc:sldChg>
      <pc:sldChg chg="modSp">
        <pc:chgData name="Rizwan Rashid" userId="S::rizwan.rashid@comsats.edu.pk::12b6bffb-8fd7-410a-bd1e-f473b901c3a4" providerId="AD" clId="Web-{6B906AB8-812E-8B54-178E-9FCF4BA3DD97}" dt="2023-03-05T17:27:33.484" v="545" actId="1076"/>
        <pc:sldMkLst>
          <pc:docMk/>
          <pc:sldMk cId="1632256336" sldId="302"/>
        </pc:sldMkLst>
        <pc:spChg chg="mod">
          <ac:chgData name="Rizwan Rashid" userId="S::rizwan.rashid@comsats.edu.pk::12b6bffb-8fd7-410a-bd1e-f473b901c3a4" providerId="AD" clId="Web-{6B906AB8-812E-8B54-178E-9FCF4BA3DD97}" dt="2023-03-05T17:27:19.280" v="542" actId="20577"/>
          <ac:spMkLst>
            <pc:docMk/>
            <pc:sldMk cId="1632256336" sldId="302"/>
            <ac:spMk id="122881" creationId="{00000000-0000-0000-0000-000000000000}"/>
          </ac:spMkLst>
        </pc:spChg>
        <pc:spChg chg="mod">
          <ac:chgData name="Rizwan Rashid" userId="S::rizwan.rashid@comsats.edu.pk::12b6bffb-8fd7-410a-bd1e-f473b901c3a4" providerId="AD" clId="Web-{6B906AB8-812E-8B54-178E-9FCF4BA3DD97}" dt="2023-03-05T17:27:30.749" v="544" actId="20577"/>
          <ac:spMkLst>
            <pc:docMk/>
            <pc:sldMk cId="1632256336" sldId="302"/>
            <ac:spMk id="122882" creationId="{00000000-0000-0000-0000-000000000000}"/>
          </ac:spMkLst>
        </pc:spChg>
        <pc:grpChg chg="mod">
          <ac:chgData name="Rizwan Rashid" userId="S::rizwan.rashid@comsats.edu.pk::12b6bffb-8fd7-410a-bd1e-f473b901c3a4" providerId="AD" clId="Web-{6B906AB8-812E-8B54-178E-9FCF4BA3DD97}" dt="2023-03-05T17:27:33.484" v="545" actId="1076"/>
          <ac:grpSpMkLst>
            <pc:docMk/>
            <pc:sldMk cId="1632256336" sldId="302"/>
            <ac:grpSpMk id="5" creationId="{FB72CBCA-A160-7D02-CD4D-FB5A0633EF4B}"/>
          </ac:grpSpMkLst>
        </pc:grpChg>
      </pc:sldChg>
      <pc:sldChg chg="modSp add">
        <pc:chgData name="Rizwan Rashid" userId="S::rizwan.rashid@comsats.edu.pk::12b6bffb-8fd7-410a-bd1e-f473b901c3a4" providerId="AD" clId="Web-{6B906AB8-812E-8B54-178E-9FCF4BA3DD97}" dt="2023-03-05T14:26:12.968" v="38" actId="14100"/>
        <pc:sldMkLst>
          <pc:docMk/>
          <pc:sldMk cId="99516440" sldId="308"/>
        </pc:sldMkLst>
        <pc:spChg chg="mod">
          <ac:chgData name="Rizwan Rashid" userId="S::rizwan.rashid@comsats.edu.pk::12b6bffb-8fd7-410a-bd1e-f473b901c3a4" providerId="AD" clId="Web-{6B906AB8-812E-8B54-178E-9FCF4BA3DD97}" dt="2023-03-05T14:26:12.968" v="38" actId="14100"/>
          <ac:spMkLst>
            <pc:docMk/>
            <pc:sldMk cId="99516440" sldId="308"/>
            <ac:spMk id="79875" creationId="{00000000-0000-0000-0000-000000000000}"/>
          </ac:spMkLst>
        </pc:spChg>
      </pc:sldChg>
      <pc:sldChg chg="del">
        <pc:chgData name="Rizwan Rashid" userId="S::rizwan.rashid@comsats.edu.pk::12b6bffb-8fd7-410a-bd1e-f473b901c3a4" providerId="AD" clId="Web-{6B906AB8-812E-8B54-178E-9FCF4BA3DD97}" dt="2023-03-05T14:17:34.757" v="19"/>
        <pc:sldMkLst>
          <pc:docMk/>
          <pc:sldMk cId="2305902872" sldId="308"/>
        </pc:sldMkLst>
      </pc:sldChg>
      <pc:sldChg chg="del">
        <pc:chgData name="Rizwan Rashid" userId="S::rizwan.rashid@comsats.edu.pk::12b6bffb-8fd7-410a-bd1e-f473b901c3a4" providerId="AD" clId="Web-{6B906AB8-812E-8B54-178E-9FCF4BA3DD97}" dt="2023-03-05T14:17:34.741" v="11"/>
        <pc:sldMkLst>
          <pc:docMk/>
          <pc:sldMk cId="1237226634" sldId="309"/>
        </pc:sldMkLst>
      </pc:sldChg>
      <pc:sldChg chg="addSp delSp modSp new mod modClrScheme chgLayout">
        <pc:chgData name="Rizwan Rashid" userId="S::rizwan.rashid@comsats.edu.pk::12b6bffb-8fd7-410a-bd1e-f473b901c3a4" providerId="AD" clId="Web-{6B906AB8-812E-8B54-178E-9FCF4BA3DD97}" dt="2023-03-05T16:42:56.485" v="370"/>
        <pc:sldMkLst>
          <pc:docMk/>
          <pc:sldMk cId="1778858543" sldId="309"/>
        </pc:sldMkLst>
        <pc:spChg chg="del">
          <ac:chgData name="Rizwan Rashid" userId="S::rizwan.rashid@comsats.edu.pk::12b6bffb-8fd7-410a-bd1e-f473b901c3a4" providerId="AD" clId="Web-{6B906AB8-812E-8B54-178E-9FCF4BA3DD97}" dt="2023-03-05T16:05:00.879" v="112"/>
          <ac:spMkLst>
            <pc:docMk/>
            <pc:sldMk cId="1778858543" sldId="309"/>
            <ac:spMk id="2" creationId="{BF8F8FD6-1F8C-E398-B0A2-C7F738A351FF}"/>
          </ac:spMkLst>
        </pc:spChg>
        <pc:spChg chg="del">
          <ac:chgData name="Rizwan Rashid" userId="S::rizwan.rashid@comsats.edu.pk::12b6bffb-8fd7-410a-bd1e-f473b901c3a4" providerId="AD" clId="Web-{6B906AB8-812E-8B54-178E-9FCF4BA3DD97}" dt="2023-03-05T16:05:00.879" v="112"/>
          <ac:spMkLst>
            <pc:docMk/>
            <pc:sldMk cId="1778858543" sldId="309"/>
            <ac:spMk id="3" creationId="{3385ECE3-C1CC-152F-9639-C30A624ECC31}"/>
          </ac:spMkLst>
        </pc:spChg>
        <pc:spChg chg="mod ord">
          <ac:chgData name="Rizwan Rashid" userId="S::rizwan.rashid@comsats.edu.pk::12b6bffb-8fd7-410a-bd1e-f473b901c3a4" providerId="AD" clId="Web-{6B906AB8-812E-8B54-178E-9FCF4BA3DD97}" dt="2023-03-05T16:05:00.879" v="112"/>
          <ac:spMkLst>
            <pc:docMk/>
            <pc:sldMk cId="1778858543" sldId="309"/>
            <ac:spMk id="4" creationId="{7726EF68-A509-DEA1-9954-9B9704AFC23F}"/>
          </ac:spMkLst>
        </pc:spChg>
        <pc:spChg chg="del mod ord">
          <ac:chgData name="Rizwan Rashid" userId="S::rizwan.rashid@comsats.edu.pk::12b6bffb-8fd7-410a-bd1e-f473b901c3a4" providerId="AD" clId="Web-{6B906AB8-812E-8B54-178E-9FCF4BA3DD97}" dt="2023-03-05T16:06:57.975" v="158"/>
          <ac:spMkLst>
            <pc:docMk/>
            <pc:sldMk cId="1778858543" sldId="309"/>
            <ac:spMk id="5" creationId="{885013F6-6EC5-1C81-C923-2E6AA97947CD}"/>
          </ac:spMkLst>
        </pc:spChg>
        <pc:spChg chg="add del mod">
          <ac:chgData name="Rizwan Rashid" userId="S::rizwan.rashid@comsats.edu.pk::12b6bffb-8fd7-410a-bd1e-f473b901c3a4" providerId="AD" clId="Web-{6B906AB8-812E-8B54-178E-9FCF4BA3DD97}" dt="2023-03-05T16:09:28.619" v="223"/>
          <ac:spMkLst>
            <pc:docMk/>
            <pc:sldMk cId="1778858543" sldId="309"/>
            <ac:spMk id="6" creationId="{FFAD272C-8128-DFFA-0569-3B9650518887}"/>
          </ac:spMkLst>
        </pc:spChg>
        <pc:spChg chg="add mod">
          <ac:chgData name="Rizwan Rashid" userId="S::rizwan.rashid@comsats.edu.pk::12b6bffb-8fd7-410a-bd1e-f473b901c3a4" providerId="AD" clId="Web-{6B906AB8-812E-8B54-178E-9FCF4BA3DD97}" dt="2023-03-05T16:08:03.055" v="191" actId="20577"/>
          <ac:spMkLst>
            <pc:docMk/>
            <pc:sldMk cId="1778858543" sldId="309"/>
            <ac:spMk id="7" creationId="{D8ADDC34-FA4E-E138-98CD-1FFF05116397}"/>
          </ac:spMkLst>
        </pc:spChg>
        <pc:spChg chg="add mod">
          <ac:chgData name="Rizwan Rashid" userId="S::rizwan.rashid@comsats.edu.pk::12b6bffb-8fd7-410a-bd1e-f473b901c3a4" providerId="AD" clId="Web-{6B906AB8-812E-8B54-178E-9FCF4BA3DD97}" dt="2023-03-05T16:42:56.485" v="370"/>
          <ac:spMkLst>
            <pc:docMk/>
            <pc:sldMk cId="1778858543" sldId="309"/>
            <ac:spMk id="8" creationId="{FDB3D56C-AA3E-6035-28F0-7CC3F4943924}"/>
          </ac:spMkLst>
        </pc:spChg>
      </pc:sldChg>
      <pc:sldChg chg="del">
        <pc:chgData name="Rizwan Rashid" userId="S::rizwan.rashid@comsats.edu.pk::12b6bffb-8fd7-410a-bd1e-f473b901c3a4" providerId="AD" clId="Web-{6B906AB8-812E-8B54-178E-9FCF4BA3DD97}" dt="2023-03-05T14:17:34.757" v="12"/>
        <pc:sldMkLst>
          <pc:docMk/>
          <pc:sldMk cId="638677986" sldId="310"/>
        </pc:sldMkLst>
      </pc:sldChg>
      <pc:sldChg chg="addSp delSp modSp new">
        <pc:chgData name="Rizwan Rashid" userId="S::rizwan.rashid@comsats.edu.pk::12b6bffb-8fd7-410a-bd1e-f473b901c3a4" providerId="AD" clId="Web-{6B906AB8-812E-8B54-178E-9FCF4BA3DD97}" dt="2023-03-05T16:39:58.775" v="359"/>
        <pc:sldMkLst>
          <pc:docMk/>
          <pc:sldMk cId="702244827" sldId="310"/>
        </pc:sldMkLst>
        <pc:spChg chg="mod">
          <ac:chgData name="Rizwan Rashid" userId="S::rizwan.rashid@comsats.edu.pk::12b6bffb-8fd7-410a-bd1e-f473b901c3a4" providerId="AD" clId="Web-{6B906AB8-812E-8B54-178E-9FCF4BA3DD97}" dt="2023-03-05T16:37:30.192" v="315" actId="1076"/>
          <ac:spMkLst>
            <pc:docMk/>
            <pc:sldMk cId="702244827" sldId="310"/>
            <ac:spMk id="2" creationId="{FD2026D5-E0E9-1A3D-FC83-8023BDC34D60}"/>
          </ac:spMkLst>
        </pc:spChg>
        <pc:spChg chg="del">
          <ac:chgData name="Rizwan Rashid" userId="S::rizwan.rashid@comsats.edu.pk::12b6bffb-8fd7-410a-bd1e-f473b901c3a4" providerId="AD" clId="Web-{6B906AB8-812E-8B54-178E-9FCF4BA3DD97}" dt="2023-03-05T16:34:46.233" v="287"/>
          <ac:spMkLst>
            <pc:docMk/>
            <pc:sldMk cId="702244827" sldId="310"/>
            <ac:spMk id="3" creationId="{9E1F0049-A447-27A7-6A69-11396B397D8B}"/>
          </ac:spMkLst>
        </pc:spChg>
        <pc:spChg chg="del">
          <ac:chgData name="Rizwan Rashid" userId="S::rizwan.rashid@comsats.edu.pk::12b6bffb-8fd7-410a-bd1e-f473b901c3a4" providerId="AD" clId="Web-{6B906AB8-812E-8B54-178E-9FCF4BA3DD97}" dt="2023-03-05T16:34:49.624" v="288"/>
          <ac:spMkLst>
            <pc:docMk/>
            <pc:sldMk cId="702244827" sldId="310"/>
            <ac:spMk id="5" creationId="{555EFB54-7B2B-02B2-87B4-02EA659248A3}"/>
          </ac:spMkLst>
        </pc:spChg>
        <pc:spChg chg="add mod">
          <ac:chgData name="Rizwan Rashid" userId="S::rizwan.rashid@comsats.edu.pk::12b6bffb-8fd7-410a-bd1e-f473b901c3a4" providerId="AD" clId="Web-{6B906AB8-812E-8B54-178E-9FCF4BA3DD97}" dt="2023-03-05T16:37:19.738" v="313" actId="14100"/>
          <ac:spMkLst>
            <pc:docMk/>
            <pc:sldMk cId="702244827" sldId="310"/>
            <ac:spMk id="6" creationId="{92112969-B6F2-BBE6-715A-3B8F80D1AC1F}"/>
          </ac:spMkLst>
        </pc:spChg>
        <pc:spChg chg="add mod">
          <ac:chgData name="Rizwan Rashid" userId="S::rizwan.rashid@comsats.edu.pk::12b6bffb-8fd7-410a-bd1e-f473b901c3a4" providerId="AD" clId="Web-{6B906AB8-812E-8B54-178E-9FCF4BA3DD97}" dt="2023-03-05T16:39:18.399" v="351" actId="20577"/>
          <ac:spMkLst>
            <pc:docMk/>
            <pc:sldMk cId="702244827" sldId="310"/>
            <ac:spMk id="7" creationId="{85071184-638D-C8F5-5E1A-0174D2B6AF4F}"/>
          </ac:spMkLst>
        </pc:spChg>
        <pc:spChg chg="add mod">
          <ac:chgData name="Rizwan Rashid" userId="S::rizwan.rashid@comsats.edu.pk::12b6bffb-8fd7-410a-bd1e-f473b901c3a4" providerId="AD" clId="Web-{6B906AB8-812E-8B54-178E-9FCF4BA3DD97}" dt="2023-03-05T16:38:36.226" v="344" actId="1076"/>
          <ac:spMkLst>
            <pc:docMk/>
            <pc:sldMk cId="702244827" sldId="310"/>
            <ac:spMk id="8" creationId="{C61203ED-B1B9-1292-4501-B915ABF5CE86}"/>
          </ac:spMkLst>
        </pc:spChg>
        <pc:spChg chg="add mod">
          <ac:chgData name="Rizwan Rashid" userId="S::rizwan.rashid@comsats.edu.pk::12b6bffb-8fd7-410a-bd1e-f473b901c3a4" providerId="AD" clId="Web-{6B906AB8-812E-8B54-178E-9FCF4BA3DD97}" dt="2023-03-05T16:39:58.775" v="359"/>
          <ac:spMkLst>
            <pc:docMk/>
            <pc:sldMk cId="702244827" sldId="310"/>
            <ac:spMk id="9" creationId="{5130BF17-04C6-7733-EBD0-2982DED16DDC}"/>
          </ac:spMkLst>
        </pc:spChg>
      </pc:sldChg>
      <pc:sldChg chg="add del replId">
        <pc:chgData name="Rizwan Rashid" userId="S::rizwan.rashid@comsats.edu.pk::12b6bffb-8fd7-410a-bd1e-f473b901c3a4" providerId="AD" clId="Web-{6B906AB8-812E-8B54-178E-9FCF4BA3DD97}" dt="2023-03-05T16:11:15.247" v="256"/>
        <pc:sldMkLst>
          <pc:docMk/>
          <pc:sldMk cId="1454104331" sldId="310"/>
        </pc:sldMkLst>
      </pc:sldChg>
      <pc:sldChg chg="addSp delSp modSp add">
        <pc:chgData name="Rizwan Rashid" userId="S::rizwan.rashid@comsats.edu.pk::12b6bffb-8fd7-410a-bd1e-f473b901c3a4" providerId="AD" clId="Web-{6B906AB8-812E-8B54-178E-9FCF4BA3DD97}" dt="2023-03-05T17:20:35.470" v="489"/>
        <pc:sldMkLst>
          <pc:docMk/>
          <pc:sldMk cId="200090698" sldId="311"/>
        </pc:sldMkLst>
        <pc:spChg chg="del">
          <ac:chgData name="Rizwan Rashid" userId="S::rizwan.rashid@comsats.edu.pk::12b6bffb-8fd7-410a-bd1e-f473b901c3a4" providerId="AD" clId="Web-{6B906AB8-812E-8B54-178E-9FCF4BA3DD97}" dt="2023-03-05T17:15:18.647" v="411"/>
          <ac:spMkLst>
            <pc:docMk/>
            <pc:sldMk cId="200090698" sldId="311"/>
            <ac:spMk id="2" creationId="{00000000-0000-0000-0000-000000000000}"/>
          </ac:spMkLst>
        </pc:spChg>
        <pc:spChg chg="add del mod">
          <ac:chgData name="Rizwan Rashid" userId="S::rizwan.rashid@comsats.edu.pk::12b6bffb-8fd7-410a-bd1e-f473b901c3a4" providerId="AD" clId="Web-{6B906AB8-812E-8B54-178E-9FCF4BA3DD97}" dt="2023-03-05T17:20:35.470" v="489"/>
          <ac:spMkLst>
            <pc:docMk/>
            <pc:sldMk cId="200090698" sldId="311"/>
            <ac:spMk id="3" creationId="{9465E72E-EB7E-3D0F-31C8-69045686D881}"/>
          </ac:spMkLst>
        </pc:spChg>
      </pc:sldChg>
      <pc:sldChg chg="addSp modSp new del">
        <pc:chgData name="Rizwan Rashid" userId="S::rizwan.rashid@comsats.edu.pk::12b6bffb-8fd7-410a-bd1e-f473b901c3a4" providerId="AD" clId="Web-{6B906AB8-812E-8B54-178E-9FCF4BA3DD97}" dt="2023-03-05T16:44:15.972" v="379"/>
        <pc:sldMkLst>
          <pc:docMk/>
          <pc:sldMk cId="3986416612" sldId="311"/>
        </pc:sldMkLst>
        <pc:spChg chg="add mod">
          <ac:chgData name="Rizwan Rashid" userId="S::rizwan.rashid@comsats.edu.pk::12b6bffb-8fd7-410a-bd1e-f473b901c3a4" providerId="AD" clId="Web-{6B906AB8-812E-8B54-178E-9FCF4BA3DD97}" dt="2023-03-05T16:44:12.862" v="378"/>
          <ac:spMkLst>
            <pc:docMk/>
            <pc:sldMk cId="3986416612" sldId="311"/>
            <ac:spMk id="6" creationId="{C9D343A6-CF16-D43E-37EB-10C2EC70134C}"/>
          </ac:spMkLst>
        </pc:spChg>
      </pc:sldChg>
      <pc:sldChg chg="del">
        <pc:chgData name="Rizwan Rashid" userId="S::rizwan.rashid@comsats.edu.pk::12b6bffb-8fd7-410a-bd1e-f473b901c3a4" providerId="AD" clId="Web-{6B906AB8-812E-8B54-178E-9FCF4BA3DD97}" dt="2023-03-05T14:17:34.757" v="15"/>
        <pc:sldMkLst>
          <pc:docMk/>
          <pc:sldMk cId="410574454" sldId="312"/>
        </pc:sldMkLst>
      </pc:sldChg>
      <pc:sldChg chg="add del">
        <pc:chgData name="Rizwan Rashid" userId="S::rizwan.rashid@comsats.edu.pk::12b6bffb-8fd7-410a-bd1e-f473b901c3a4" providerId="AD" clId="Web-{6B906AB8-812E-8B54-178E-9FCF4BA3DD97}" dt="2023-03-05T17:23:37.398" v="524"/>
        <pc:sldMkLst>
          <pc:docMk/>
          <pc:sldMk cId="2657335517" sldId="312"/>
        </pc:sldMkLst>
      </pc:sldChg>
      <pc:sldChg chg="addSp delSp modSp add">
        <pc:chgData name="Rizwan Rashid" userId="S::rizwan.rashid@comsats.edu.pk::12b6bffb-8fd7-410a-bd1e-f473b901c3a4" providerId="AD" clId="Web-{6B906AB8-812E-8B54-178E-9FCF4BA3DD97}" dt="2023-03-05T17:25:23.714" v="536" actId="1076"/>
        <pc:sldMkLst>
          <pc:docMk/>
          <pc:sldMk cId="1297377133" sldId="313"/>
        </pc:sldMkLst>
        <pc:spChg chg="del mod">
          <ac:chgData name="Rizwan Rashid" userId="S::rizwan.rashid@comsats.edu.pk::12b6bffb-8fd7-410a-bd1e-f473b901c3a4" providerId="AD" clId="Web-{6B906AB8-812E-8B54-178E-9FCF4BA3DD97}" dt="2023-03-05T17:16:43.759" v="412"/>
          <ac:spMkLst>
            <pc:docMk/>
            <pc:sldMk cId="1297377133" sldId="313"/>
            <ac:spMk id="3" creationId="{00000000-0000-0000-0000-000000000000}"/>
          </ac:spMkLst>
        </pc:spChg>
        <pc:spChg chg="add del mod">
          <ac:chgData name="Rizwan Rashid" userId="S::rizwan.rashid@comsats.edu.pk::12b6bffb-8fd7-410a-bd1e-f473b901c3a4" providerId="AD" clId="Web-{6B906AB8-812E-8B54-178E-9FCF4BA3DD97}" dt="2023-03-05T17:16:48.243" v="413"/>
          <ac:spMkLst>
            <pc:docMk/>
            <pc:sldMk cId="1297377133" sldId="313"/>
            <ac:spMk id="4" creationId="{D2CF83C2-7301-6598-CDA0-40202BE19C84}"/>
          </ac:spMkLst>
        </pc:spChg>
        <pc:spChg chg="add del mod">
          <ac:chgData name="Rizwan Rashid" userId="S::rizwan.rashid@comsats.edu.pk::12b6bffb-8fd7-410a-bd1e-f473b901c3a4" providerId="AD" clId="Web-{6B906AB8-812E-8B54-178E-9FCF4BA3DD97}" dt="2023-03-05T17:17:06.135" v="418"/>
          <ac:spMkLst>
            <pc:docMk/>
            <pc:sldMk cId="1297377133" sldId="313"/>
            <ac:spMk id="5" creationId="{02036F98-B86B-80BF-B2BF-6FC47AAAEF6C}"/>
          </ac:spMkLst>
        </pc:spChg>
        <pc:spChg chg="add del mod">
          <ac:chgData name="Rizwan Rashid" userId="S::rizwan.rashid@comsats.edu.pk::12b6bffb-8fd7-410a-bd1e-f473b901c3a4" providerId="AD" clId="Web-{6B906AB8-812E-8B54-178E-9FCF4BA3DD97}" dt="2023-03-05T17:17:21.057" v="422"/>
          <ac:spMkLst>
            <pc:docMk/>
            <pc:sldMk cId="1297377133" sldId="313"/>
            <ac:spMk id="6" creationId="{CD3FFDB8-D904-2683-05B5-DB81055DE6F6}"/>
          </ac:spMkLst>
        </pc:spChg>
        <pc:spChg chg="add mod">
          <ac:chgData name="Rizwan Rashid" userId="S::rizwan.rashid@comsats.edu.pk::12b6bffb-8fd7-410a-bd1e-f473b901c3a4" providerId="AD" clId="Web-{6B906AB8-812E-8B54-178E-9FCF4BA3DD97}" dt="2023-03-05T17:19:05.748" v="451" actId="14100"/>
          <ac:spMkLst>
            <pc:docMk/>
            <pc:sldMk cId="1297377133" sldId="313"/>
            <ac:spMk id="7" creationId="{3C67898D-4CE9-B799-29FE-45B1A292EE3F}"/>
          </ac:spMkLst>
        </pc:spChg>
        <pc:spChg chg="add mod">
          <ac:chgData name="Rizwan Rashid" userId="S::rizwan.rashid@comsats.edu.pk::12b6bffb-8fd7-410a-bd1e-f473b901c3a4" providerId="AD" clId="Web-{6B906AB8-812E-8B54-178E-9FCF4BA3DD97}" dt="2023-03-05T17:20:09.610" v="473" actId="20577"/>
          <ac:spMkLst>
            <pc:docMk/>
            <pc:sldMk cId="1297377133" sldId="313"/>
            <ac:spMk id="8" creationId="{ECF6C3B1-17DA-E229-4E8B-450087415481}"/>
          </ac:spMkLst>
        </pc:spChg>
        <pc:spChg chg="add mod">
          <ac:chgData name="Rizwan Rashid" userId="S::rizwan.rashid@comsats.edu.pk::12b6bffb-8fd7-410a-bd1e-f473b901c3a4" providerId="AD" clId="Web-{6B906AB8-812E-8B54-178E-9FCF4BA3DD97}" dt="2023-03-05T17:20:27.313" v="485"/>
          <ac:spMkLst>
            <pc:docMk/>
            <pc:sldMk cId="1297377133" sldId="313"/>
            <ac:spMk id="9" creationId="{AE802390-91A1-BEE2-9BA3-6058DEB0FC71}"/>
          </ac:spMkLst>
        </pc:spChg>
        <pc:spChg chg="add mod">
          <ac:chgData name="Rizwan Rashid" userId="S::rizwan.rashid@comsats.edu.pk::12b6bffb-8fd7-410a-bd1e-f473b901c3a4" providerId="AD" clId="Web-{6B906AB8-812E-8B54-178E-9FCF4BA3DD97}" dt="2023-03-05T17:25:19.870" v="535" actId="1076"/>
          <ac:spMkLst>
            <pc:docMk/>
            <pc:sldMk cId="1297377133" sldId="313"/>
            <ac:spMk id="14" creationId="{DED7730D-EE35-B259-7C50-DBAE7E70D31D}"/>
          </ac:spMkLst>
        </pc:spChg>
        <pc:spChg chg="add mod">
          <ac:chgData name="Rizwan Rashid" userId="S::rizwan.rashid@comsats.edu.pk::12b6bffb-8fd7-410a-bd1e-f473b901c3a4" providerId="AD" clId="Web-{6B906AB8-812E-8B54-178E-9FCF4BA3DD97}" dt="2023-03-05T17:25:23.714" v="536" actId="1076"/>
          <ac:spMkLst>
            <pc:docMk/>
            <pc:sldMk cId="1297377133" sldId="313"/>
            <ac:spMk id="15" creationId="{8CA34B49-EA5E-8D79-060C-02C6B6D7F3A4}"/>
          </ac:spMkLst>
        </pc:spChg>
        <pc:spChg chg="add mod">
          <ac:chgData name="Rizwan Rashid" userId="S::rizwan.rashid@comsats.edu.pk::12b6bffb-8fd7-410a-bd1e-f473b901c3a4" providerId="AD" clId="Web-{6B906AB8-812E-8B54-178E-9FCF4BA3DD97}" dt="2023-03-05T17:25:06.291" v="534"/>
          <ac:spMkLst>
            <pc:docMk/>
            <pc:sldMk cId="1297377133" sldId="313"/>
            <ac:spMk id="16" creationId="{38C890F3-9600-E1F3-FE3D-9CB60A9794BE}"/>
          </ac:spMkLst>
        </pc:spChg>
        <pc:grpChg chg="add mod">
          <ac:chgData name="Rizwan Rashid" userId="S::rizwan.rashid@comsats.edu.pk::12b6bffb-8fd7-410a-bd1e-f473b901c3a4" providerId="AD" clId="Web-{6B906AB8-812E-8B54-178E-9FCF4BA3DD97}" dt="2023-03-05T17:21:19.487" v="497" actId="1076"/>
          <ac:grpSpMkLst>
            <pc:docMk/>
            <pc:sldMk cId="1297377133" sldId="313"/>
            <ac:grpSpMk id="12" creationId="{B060D72E-016F-DC72-CD51-CA83631B9682}"/>
          </ac:grpSpMkLst>
        </pc:grpChg>
        <pc:grpChg chg="add">
          <ac:chgData name="Rizwan Rashid" userId="S::rizwan.rashid@comsats.edu.pk::12b6bffb-8fd7-410a-bd1e-f473b901c3a4" providerId="AD" clId="Web-{6B906AB8-812E-8B54-178E-9FCF4BA3DD97}" dt="2023-03-05T17:21:24.081" v="498"/>
          <ac:grpSpMkLst>
            <pc:docMk/>
            <pc:sldMk cId="1297377133" sldId="313"/>
            <ac:grpSpMk id="13" creationId="{FBEF341E-C43A-3CCA-3873-38B628262A83}"/>
          </ac:grpSpMkLst>
        </pc:grpChg>
        <pc:picChg chg="add del mod">
          <ac:chgData name="Rizwan Rashid" userId="S::rizwan.rashid@comsats.edu.pk::12b6bffb-8fd7-410a-bd1e-f473b901c3a4" providerId="AD" clId="Web-{6B906AB8-812E-8B54-178E-9FCF4BA3DD97}" dt="2023-03-05T17:20:56.502" v="495"/>
          <ac:picMkLst>
            <pc:docMk/>
            <pc:sldMk cId="1297377133" sldId="313"/>
            <ac:picMk id="11" creationId="{E95889E8-21C3-71FC-0B28-46EDC6DF8C3F}"/>
          </ac:picMkLst>
        </pc:picChg>
      </pc:sldChg>
      <pc:sldChg chg="del">
        <pc:chgData name="Rizwan Rashid" userId="S::rizwan.rashid@comsats.edu.pk::12b6bffb-8fd7-410a-bd1e-f473b901c3a4" providerId="AD" clId="Web-{6B906AB8-812E-8B54-178E-9FCF4BA3DD97}" dt="2023-03-05T14:17:34.757" v="14"/>
        <pc:sldMkLst>
          <pc:docMk/>
          <pc:sldMk cId="3135257175" sldId="313"/>
        </pc:sldMkLst>
      </pc:sldChg>
      <pc:sldChg chg="del">
        <pc:chgData name="Rizwan Rashid" userId="S::rizwan.rashid@comsats.edu.pk::12b6bffb-8fd7-410a-bd1e-f473b901c3a4" providerId="AD" clId="Web-{6B906AB8-812E-8B54-178E-9FCF4BA3DD97}" dt="2023-03-05T14:17:34.757" v="13"/>
        <pc:sldMkLst>
          <pc:docMk/>
          <pc:sldMk cId="661391512" sldId="314"/>
        </pc:sldMkLst>
      </pc:sldChg>
      <pc:sldChg chg="modSp add">
        <pc:chgData name="Rizwan Rashid" userId="S::rizwan.rashid@comsats.edu.pk::12b6bffb-8fd7-410a-bd1e-f473b901c3a4" providerId="AD" clId="Web-{6B906AB8-812E-8B54-178E-9FCF4BA3DD97}" dt="2023-03-05T17:30:51.272" v="551" actId="20577"/>
        <pc:sldMkLst>
          <pc:docMk/>
          <pc:sldMk cId="670954015" sldId="314"/>
        </pc:sldMkLst>
        <pc:spChg chg="mod">
          <ac:chgData name="Rizwan Rashid" userId="S::rizwan.rashid@comsats.edu.pk::12b6bffb-8fd7-410a-bd1e-f473b901c3a4" providerId="AD" clId="Web-{6B906AB8-812E-8B54-178E-9FCF4BA3DD97}" dt="2023-03-05T17:30:51.272" v="551" actId="20577"/>
          <ac:spMkLst>
            <pc:docMk/>
            <pc:sldMk cId="670954015" sldId="314"/>
            <ac:spMk id="3" creationId="{00000000-0000-0000-0000-000000000000}"/>
          </ac:spMkLst>
        </pc:spChg>
      </pc:sldChg>
      <pc:sldChg chg="new del">
        <pc:chgData name="Rizwan Rashid" userId="S::rizwan.rashid@comsats.edu.pk::12b6bffb-8fd7-410a-bd1e-f473b901c3a4" providerId="AD" clId="Web-{6B906AB8-812E-8B54-178E-9FCF4BA3DD97}" dt="2023-03-05T17:25:32.792" v="537"/>
        <pc:sldMkLst>
          <pc:docMk/>
          <pc:sldMk cId="3276646880" sldId="314"/>
        </pc:sldMkLst>
      </pc:sldChg>
    </pc:docChg>
  </pc:docChgLst>
  <pc:docChgLst>
    <pc:chgData name="Rizwan Rashid" userId="S::rizwan.rashid@comsats.edu.pk::12b6bffb-8fd7-410a-bd1e-f473b901c3a4" providerId="AD" clId="Web-{428A155C-0F8F-464B-ACEA-FC72D3167498}"/>
    <pc:docChg chg="addSld delSld modSld addMainMaster delMainMaster modMainMaster">
      <pc:chgData name="Rizwan Rashid" userId="S::rizwan.rashid@comsats.edu.pk::12b6bffb-8fd7-410a-bd1e-f473b901c3a4" providerId="AD" clId="Web-{428A155C-0F8F-464B-ACEA-FC72D3167498}" dt="2023-02-26T13:19:48.156" v="175"/>
      <pc:docMkLst>
        <pc:docMk/>
      </pc:docMkLst>
      <pc:sldChg chg="addSp delSp modSp del mod setBg modClrScheme addAnim delAnim chgLayout">
        <pc:chgData name="Rizwan Rashid" userId="S::rizwan.rashid@comsats.edu.pk::12b6bffb-8fd7-410a-bd1e-f473b901c3a4" providerId="AD" clId="Web-{428A155C-0F8F-464B-ACEA-FC72D3167498}" dt="2023-02-26T09:01:31.299" v="31"/>
        <pc:sldMkLst>
          <pc:docMk/>
          <pc:sldMk cId="109857222" sldId="256"/>
        </pc:sldMkLst>
        <pc:spChg chg="mod">
          <ac:chgData name="Rizwan Rashid" userId="S::rizwan.rashid@comsats.edu.pk::12b6bffb-8fd7-410a-bd1e-f473b901c3a4" providerId="AD" clId="Web-{428A155C-0F8F-464B-ACEA-FC72D3167498}" dt="2023-02-26T09:00:47.314" v="30"/>
          <ac:spMkLst>
            <pc:docMk/>
            <pc:sldMk cId="109857222" sldId="256"/>
            <ac:spMk id="2" creationId="{00000000-0000-0000-0000-000000000000}"/>
          </ac:spMkLst>
        </pc:spChg>
        <pc:spChg chg="mod">
          <ac:chgData name="Rizwan Rashid" userId="S::rizwan.rashid@comsats.edu.pk::12b6bffb-8fd7-410a-bd1e-f473b901c3a4" providerId="AD" clId="Web-{428A155C-0F8F-464B-ACEA-FC72D3167498}" dt="2023-02-26T09:00:47.314" v="30"/>
          <ac:spMkLst>
            <pc:docMk/>
            <pc:sldMk cId="109857222" sldId="256"/>
            <ac:spMk id="3" creationId="{00000000-0000-0000-0000-000000000000}"/>
          </ac:spMkLst>
        </pc:spChg>
        <pc:spChg chg="add del">
          <ac:chgData name="Rizwan Rashid" userId="S::rizwan.rashid@comsats.edu.pk::12b6bffb-8fd7-410a-bd1e-f473b901c3a4" providerId="AD" clId="Web-{428A155C-0F8F-464B-ACEA-FC72D3167498}" dt="2023-02-26T09:00:21.891" v="24"/>
          <ac:spMkLst>
            <pc:docMk/>
            <pc:sldMk cId="109857222" sldId="256"/>
            <ac:spMk id="9" creationId="{FDE3B669-D0C6-43C4-9D0E-ED152B12DA46}"/>
          </ac:spMkLst>
        </pc:spChg>
        <pc:spChg chg="add del">
          <ac:chgData name="Rizwan Rashid" userId="S::rizwan.rashid@comsats.edu.pk::12b6bffb-8fd7-410a-bd1e-f473b901c3a4" providerId="AD" clId="Web-{428A155C-0F8F-464B-ACEA-FC72D3167498}" dt="2023-02-26T09:00:21.891" v="24"/>
          <ac:spMkLst>
            <pc:docMk/>
            <pc:sldMk cId="109857222" sldId="256"/>
            <ac:spMk id="11" creationId="{DF3EB82E-2C98-4DF3-A47D-8C0E5CEBBDE9}"/>
          </ac:spMkLst>
        </pc:spChg>
        <pc:spChg chg="add del">
          <ac:chgData name="Rizwan Rashid" userId="S::rizwan.rashid@comsats.edu.pk::12b6bffb-8fd7-410a-bd1e-f473b901c3a4" providerId="AD" clId="Web-{428A155C-0F8F-464B-ACEA-FC72D3167498}" dt="2023-02-26T09:00:21.891" v="24"/>
          <ac:spMkLst>
            <pc:docMk/>
            <pc:sldMk cId="109857222" sldId="256"/>
            <ac:spMk id="13" creationId="{4D169092-DCBB-417F-A67D-ADE032800617}"/>
          </ac:spMkLst>
        </pc:spChg>
        <pc:spChg chg="add del">
          <ac:chgData name="Rizwan Rashid" userId="S::rizwan.rashid@comsats.edu.pk::12b6bffb-8fd7-410a-bd1e-f473b901c3a4" providerId="AD" clId="Web-{428A155C-0F8F-464B-ACEA-FC72D3167498}" dt="2023-02-26T09:00:21.891" v="24"/>
          <ac:spMkLst>
            <pc:docMk/>
            <pc:sldMk cId="109857222" sldId="256"/>
            <ac:spMk id="15" creationId="{C6D1572E-35F2-4C21-AA69-B57A24824991}"/>
          </ac:spMkLst>
        </pc:spChg>
        <pc:spChg chg="add del">
          <ac:chgData name="Rizwan Rashid" userId="S::rizwan.rashid@comsats.edu.pk::12b6bffb-8fd7-410a-bd1e-f473b901c3a4" providerId="AD" clId="Web-{428A155C-0F8F-464B-ACEA-FC72D3167498}" dt="2023-02-26T09:00:47.314" v="30"/>
          <ac:spMkLst>
            <pc:docMk/>
            <pc:sldMk cId="109857222" sldId="256"/>
            <ac:spMk id="17" creationId="{9B37791B-B040-4694-BFDC-8DD132D86E8E}"/>
          </ac:spMkLst>
        </pc:spChg>
        <pc:grpChg chg="add del">
          <ac:chgData name="Rizwan Rashid" userId="S::rizwan.rashid@comsats.edu.pk::12b6bffb-8fd7-410a-bd1e-f473b901c3a4" providerId="AD" clId="Web-{428A155C-0F8F-464B-ACEA-FC72D3167498}" dt="2023-02-26T09:00:47.314" v="30"/>
          <ac:grpSpMkLst>
            <pc:docMk/>
            <pc:sldMk cId="109857222" sldId="256"/>
            <ac:grpSpMk id="19" creationId="{A7900967-84CA-47B4-9F1C-E787BAC1496A}"/>
          </ac:grpSpMkLst>
        </pc:grpChg>
        <pc:picChg chg="add del">
          <ac:chgData name="Rizwan Rashid" userId="S::rizwan.rashid@comsats.edu.pk::12b6bffb-8fd7-410a-bd1e-f473b901c3a4" providerId="AD" clId="Web-{428A155C-0F8F-464B-ACEA-FC72D3167498}" dt="2023-02-26T09:00:21.891" v="24"/>
          <ac:picMkLst>
            <pc:docMk/>
            <pc:sldMk cId="109857222" sldId="256"/>
            <ac:picMk id="4" creationId="{474E665C-E602-10E4-8BBA-B4C7E068DED6}"/>
          </ac:picMkLst>
        </pc:picChg>
        <pc:picChg chg="add del">
          <ac:chgData name="Rizwan Rashid" userId="S::rizwan.rashid@comsats.edu.pk::12b6bffb-8fd7-410a-bd1e-f473b901c3a4" providerId="AD" clId="Web-{428A155C-0F8F-464B-ACEA-FC72D3167498}" dt="2023-02-26T09:00:47.314" v="30"/>
          <ac:picMkLst>
            <pc:docMk/>
            <pc:sldMk cId="109857222" sldId="256"/>
            <ac:picMk id="18" creationId="{DBE254A3-DD34-B185-5C0D-66D8F27B6947}"/>
          </ac:picMkLst>
        </pc:picChg>
      </pc:sldChg>
      <pc:sldChg chg="add del">
        <pc:chgData name="Rizwan Rashid" userId="S::rizwan.rashid@comsats.edu.pk::12b6bffb-8fd7-410a-bd1e-f473b901c3a4" providerId="AD" clId="Web-{428A155C-0F8F-464B-ACEA-FC72D3167498}" dt="2023-02-26T09:02:03.940" v="52"/>
        <pc:sldMkLst>
          <pc:docMk/>
          <pc:sldMk cId="3427086122" sldId="256"/>
        </pc:sldMkLst>
      </pc:sldChg>
      <pc:sldChg chg="add del">
        <pc:chgData name="Rizwan Rashid" userId="S::rizwan.rashid@comsats.edu.pk::12b6bffb-8fd7-410a-bd1e-f473b901c3a4" providerId="AD" clId="Web-{428A155C-0F8F-464B-ACEA-FC72D3167498}" dt="2023-02-26T09:02:03.940" v="53"/>
        <pc:sldMkLst>
          <pc:docMk/>
          <pc:sldMk cId="381604689" sldId="257"/>
        </pc:sldMkLst>
      </pc:sldChg>
      <pc:sldChg chg="add del">
        <pc:chgData name="Rizwan Rashid" userId="S::rizwan.rashid@comsats.edu.pk::12b6bffb-8fd7-410a-bd1e-f473b901c3a4" providerId="AD" clId="Web-{428A155C-0F8F-464B-ACEA-FC72D3167498}" dt="2023-02-26T09:02:03.940" v="54"/>
        <pc:sldMkLst>
          <pc:docMk/>
          <pc:sldMk cId="4289819878" sldId="258"/>
        </pc:sldMkLst>
      </pc:sldChg>
      <pc:sldChg chg="add del">
        <pc:chgData name="Rizwan Rashid" userId="S::rizwan.rashid@comsats.edu.pk::12b6bffb-8fd7-410a-bd1e-f473b901c3a4" providerId="AD" clId="Web-{428A155C-0F8F-464B-ACEA-FC72D3167498}" dt="2023-02-26T09:02:03.940" v="55"/>
        <pc:sldMkLst>
          <pc:docMk/>
          <pc:sldMk cId="2150935657" sldId="259"/>
        </pc:sldMkLst>
      </pc:sldChg>
      <pc:sldChg chg="add del">
        <pc:chgData name="Rizwan Rashid" userId="S::rizwan.rashid@comsats.edu.pk::12b6bffb-8fd7-410a-bd1e-f473b901c3a4" providerId="AD" clId="Web-{428A155C-0F8F-464B-ACEA-FC72D3167498}" dt="2023-02-26T09:02:03.940" v="56"/>
        <pc:sldMkLst>
          <pc:docMk/>
          <pc:sldMk cId="1315522726" sldId="260"/>
        </pc:sldMkLst>
      </pc:sldChg>
      <pc:sldChg chg="add del">
        <pc:chgData name="Rizwan Rashid" userId="S::rizwan.rashid@comsats.edu.pk::12b6bffb-8fd7-410a-bd1e-f473b901c3a4" providerId="AD" clId="Web-{428A155C-0F8F-464B-ACEA-FC72D3167498}" dt="2023-02-26T09:02:03.940" v="57"/>
        <pc:sldMkLst>
          <pc:docMk/>
          <pc:sldMk cId="866884974" sldId="261"/>
        </pc:sldMkLst>
      </pc:sldChg>
      <pc:sldChg chg="add del">
        <pc:chgData name="Rizwan Rashid" userId="S::rizwan.rashid@comsats.edu.pk::12b6bffb-8fd7-410a-bd1e-f473b901c3a4" providerId="AD" clId="Web-{428A155C-0F8F-464B-ACEA-FC72D3167498}" dt="2023-02-26T09:02:03.940" v="58"/>
        <pc:sldMkLst>
          <pc:docMk/>
          <pc:sldMk cId="3964013923" sldId="262"/>
        </pc:sldMkLst>
      </pc:sldChg>
      <pc:sldChg chg="add del">
        <pc:chgData name="Rizwan Rashid" userId="S::rizwan.rashid@comsats.edu.pk::12b6bffb-8fd7-410a-bd1e-f473b901c3a4" providerId="AD" clId="Web-{428A155C-0F8F-464B-ACEA-FC72D3167498}" dt="2023-02-26T09:02:03.940" v="59"/>
        <pc:sldMkLst>
          <pc:docMk/>
          <pc:sldMk cId="1907603209" sldId="263"/>
        </pc:sldMkLst>
      </pc:sldChg>
      <pc:sldChg chg="add del">
        <pc:chgData name="Rizwan Rashid" userId="S::rizwan.rashid@comsats.edu.pk::12b6bffb-8fd7-410a-bd1e-f473b901c3a4" providerId="AD" clId="Web-{428A155C-0F8F-464B-ACEA-FC72D3167498}" dt="2023-02-26T09:02:03.940" v="60"/>
        <pc:sldMkLst>
          <pc:docMk/>
          <pc:sldMk cId="969457100" sldId="264"/>
        </pc:sldMkLst>
      </pc:sldChg>
      <pc:sldChg chg="add del">
        <pc:chgData name="Rizwan Rashid" userId="S::rizwan.rashid@comsats.edu.pk::12b6bffb-8fd7-410a-bd1e-f473b901c3a4" providerId="AD" clId="Web-{428A155C-0F8F-464B-ACEA-FC72D3167498}" dt="2023-02-26T09:02:03.956" v="61"/>
        <pc:sldMkLst>
          <pc:docMk/>
          <pc:sldMk cId="2057200506" sldId="265"/>
        </pc:sldMkLst>
      </pc:sldChg>
      <pc:sldChg chg="add del">
        <pc:chgData name="Rizwan Rashid" userId="S::rizwan.rashid@comsats.edu.pk::12b6bffb-8fd7-410a-bd1e-f473b901c3a4" providerId="AD" clId="Web-{428A155C-0F8F-464B-ACEA-FC72D3167498}" dt="2023-02-26T09:02:03.956" v="62"/>
        <pc:sldMkLst>
          <pc:docMk/>
          <pc:sldMk cId="1491540757" sldId="266"/>
        </pc:sldMkLst>
      </pc:sldChg>
      <pc:sldChg chg="add del">
        <pc:chgData name="Rizwan Rashid" userId="S::rizwan.rashid@comsats.edu.pk::12b6bffb-8fd7-410a-bd1e-f473b901c3a4" providerId="AD" clId="Web-{428A155C-0F8F-464B-ACEA-FC72D3167498}" dt="2023-02-26T09:02:03.956" v="63"/>
        <pc:sldMkLst>
          <pc:docMk/>
          <pc:sldMk cId="841362093" sldId="267"/>
        </pc:sldMkLst>
      </pc:sldChg>
      <pc:sldChg chg="add del">
        <pc:chgData name="Rizwan Rashid" userId="S::rizwan.rashid@comsats.edu.pk::12b6bffb-8fd7-410a-bd1e-f473b901c3a4" providerId="AD" clId="Web-{428A155C-0F8F-464B-ACEA-FC72D3167498}" dt="2023-02-26T09:02:03.956" v="64"/>
        <pc:sldMkLst>
          <pc:docMk/>
          <pc:sldMk cId="2144357339" sldId="268"/>
        </pc:sldMkLst>
      </pc:sldChg>
      <pc:sldChg chg="add del">
        <pc:chgData name="Rizwan Rashid" userId="S::rizwan.rashid@comsats.edu.pk::12b6bffb-8fd7-410a-bd1e-f473b901c3a4" providerId="AD" clId="Web-{428A155C-0F8F-464B-ACEA-FC72D3167498}" dt="2023-02-26T09:02:03.956" v="65"/>
        <pc:sldMkLst>
          <pc:docMk/>
          <pc:sldMk cId="503804510" sldId="269"/>
        </pc:sldMkLst>
      </pc:sldChg>
      <pc:sldChg chg="add del">
        <pc:chgData name="Rizwan Rashid" userId="S::rizwan.rashid@comsats.edu.pk::12b6bffb-8fd7-410a-bd1e-f473b901c3a4" providerId="AD" clId="Web-{428A155C-0F8F-464B-ACEA-FC72D3167498}" dt="2023-02-26T09:02:03.956" v="66"/>
        <pc:sldMkLst>
          <pc:docMk/>
          <pc:sldMk cId="182253873" sldId="270"/>
        </pc:sldMkLst>
      </pc:sldChg>
      <pc:sldChg chg="add del">
        <pc:chgData name="Rizwan Rashid" userId="S::rizwan.rashid@comsats.edu.pk::12b6bffb-8fd7-410a-bd1e-f473b901c3a4" providerId="AD" clId="Web-{428A155C-0F8F-464B-ACEA-FC72D3167498}" dt="2023-02-26T09:02:03.956" v="67"/>
        <pc:sldMkLst>
          <pc:docMk/>
          <pc:sldMk cId="3615528794" sldId="271"/>
        </pc:sldMkLst>
      </pc:sldChg>
      <pc:sldChg chg="add del">
        <pc:chgData name="Rizwan Rashid" userId="S::rizwan.rashid@comsats.edu.pk::12b6bffb-8fd7-410a-bd1e-f473b901c3a4" providerId="AD" clId="Web-{428A155C-0F8F-464B-ACEA-FC72D3167498}" dt="2023-02-26T09:02:03.956" v="68"/>
        <pc:sldMkLst>
          <pc:docMk/>
          <pc:sldMk cId="1334799637" sldId="272"/>
        </pc:sldMkLst>
      </pc:sldChg>
      <pc:sldChg chg="add del">
        <pc:chgData name="Rizwan Rashid" userId="S::rizwan.rashid@comsats.edu.pk::12b6bffb-8fd7-410a-bd1e-f473b901c3a4" providerId="AD" clId="Web-{428A155C-0F8F-464B-ACEA-FC72D3167498}" dt="2023-02-26T09:02:03.956" v="69"/>
        <pc:sldMkLst>
          <pc:docMk/>
          <pc:sldMk cId="3762849016" sldId="273"/>
        </pc:sldMkLst>
      </pc:sldChg>
      <pc:sldChg chg="add del">
        <pc:chgData name="Rizwan Rashid" userId="S::rizwan.rashid@comsats.edu.pk::12b6bffb-8fd7-410a-bd1e-f473b901c3a4" providerId="AD" clId="Web-{428A155C-0F8F-464B-ACEA-FC72D3167498}" dt="2023-02-26T09:02:03.956" v="70"/>
        <pc:sldMkLst>
          <pc:docMk/>
          <pc:sldMk cId="1740302303" sldId="274"/>
        </pc:sldMkLst>
      </pc:sldChg>
      <pc:sldChg chg="modSp add">
        <pc:chgData name="Rizwan Rashid" userId="S::rizwan.rashid@comsats.edu.pk::12b6bffb-8fd7-410a-bd1e-f473b901c3a4" providerId="AD" clId="Web-{428A155C-0F8F-464B-ACEA-FC72D3167498}" dt="2023-02-26T09:02:42.473" v="84" actId="20577"/>
        <pc:sldMkLst>
          <pc:docMk/>
          <pc:sldMk cId="3759789600" sldId="275"/>
        </pc:sldMkLst>
        <pc:spChg chg="mod">
          <ac:chgData name="Rizwan Rashid" userId="S::rizwan.rashid@comsats.edu.pk::12b6bffb-8fd7-410a-bd1e-f473b901c3a4" providerId="AD" clId="Web-{428A155C-0F8F-464B-ACEA-FC72D3167498}" dt="2023-02-26T09:02:42.473" v="84" actId="20577"/>
          <ac:spMkLst>
            <pc:docMk/>
            <pc:sldMk cId="3759789600" sldId="275"/>
            <ac:spMk id="3" creationId="{00000000-0000-0000-0000-000000000000}"/>
          </ac:spMkLst>
        </pc:spChg>
        <pc:spChg chg="mod">
          <ac:chgData name="Rizwan Rashid" userId="S::rizwan.rashid@comsats.edu.pk::12b6bffb-8fd7-410a-bd1e-f473b901c3a4" providerId="AD" clId="Web-{428A155C-0F8F-464B-ACEA-FC72D3167498}" dt="2023-02-26T09:02:11.800" v="71" actId="20577"/>
          <ac:spMkLst>
            <pc:docMk/>
            <pc:sldMk cId="3759789600" sldId="275"/>
            <ac:spMk id="15361" creationId="{00000000-0000-0000-0000-000000000000}"/>
          </ac:spMkLst>
        </pc:spChg>
      </pc:sldChg>
      <pc:sldChg chg="add del">
        <pc:chgData name="Rizwan Rashid" userId="S::rizwan.rashid@comsats.edu.pk::12b6bffb-8fd7-410a-bd1e-f473b901c3a4" providerId="AD" clId="Web-{428A155C-0F8F-464B-ACEA-FC72D3167498}" dt="2023-02-26T10:09:46.153" v="131"/>
        <pc:sldMkLst>
          <pc:docMk/>
          <pc:sldMk cId="4012559335" sldId="276"/>
        </pc:sldMkLst>
      </pc:sldChg>
      <pc:sldChg chg="add">
        <pc:chgData name="Rizwan Rashid" userId="S::rizwan.rashid@comsats.edu.pk::12b6bffb-8fd7-410a-bd1e-f473b901c3a4" providerId="AD" clId="Web-{428A155C-0F8F-464B-ACEA-FC72D3167498}" dt="2023-02-26T09:19:48.832" v="86"/>
        <pc:sldMkLst>
          <pc:docMk/>
          <pc:sldMk cId="1764550574" sldId="277"/>
        </pc:sldMkLst>
      </pc:sldChg>
      <pc:sldChg chg="add">
        <pc:chgData name="Rizwan Rashid" userId="S::rizwan.rashid@comsats.edu.pk::12b6bffb-8fd7-410a-bd1e-f473b901c3a4" providerId="AD" clId="Web-{428A155C-0F8F-464B-ACEA-FC72D3167498}" dt="2023-02-26T09:19:48.894" v="87"/>
        <pc:sldMkLst>
          <pc:docMk/>
          <pc:sldMk cId="265050139" sldId="278"/>
        </pc:sldMkLst>
      </pc:sldChg>
      <pc:sldChg chg="add">
        <pc:chgData name="Rizwan Rashid" userId="S::rizwan.rashid@comsats.edu.pk::12b6bffb-8fd7-410a-bd1e-f473b901c3a4" providerId="AD" clId="Web-{428A155C-0F8F-464B-ACEA-FC72D3167498}" dt="2023-02-26T09:19:48.941" v="88"/>
        <pc:sldMkLst>
          <pc:docMk/>
          <pc:sldMk cId="4122765759" sldId="279"/>
        </pc:sldMkLst>
      </pc:sldChg>
      <pc:sldChg chg="add">
        <pc:chgData name="Rizwan Rashid" userId="S::rizwan.rashid@comsats.edu.pk::12b6bffb-8fd7-410a-bd1e-f473b901c3a4" providerId="AD" clId="Web-{428A155C-0F8F-464B-ACEA-FC72D3167498}" dt="2023-02-26T09:19:49.019" v="89"/>
        <pc:sldMkLst>
          <pc:docMk/>
          <pc:sldMk cId="1736788800" sldId="280"/>
        </pc:sldMkLst>
      </pc:sldChg>
      <pc:sldChg chg="add">
        <pc:chgData name="Rizwan Rashid" userId="S::rizwan.rashid@comsats.edu.pk::12b6bffb-8fd7-410a-bd1e-f473b901c3a4" providerId="AD" clId="Web-{428A155C-0F8F-464B-ACEA-FC72D3167498}" dt="2023-02-26T09:19:49.066" v="90"/>
        <pc:sldMkLst>
          <pc:docMk/>
          <pc:sldMk cId="1271110865" sldId="281"/>
        </pc:sldMkLst>
      </pc:sldChg>
      <pc:sldChg chg="add">
        <pc:chgData name="Rizwan Rashid" userId="S::rizwan.rashid@comsats.edu.pk::12b6bffb-8fd7-410a-bd1e-f473b901c3a4" providerId="AD" clId="Web-{428A155C-0F8F-464B-ACEA-FC72D3167498}" dt="2023-02-26T09:19:49.128" v="91"/>
        <pc:sldMkLst>
          <pc:docMk/>
          <pc:sldMk cId="466966198" sldId="282"/>
        </pc:sldMkLst>
      </pc:sldChg>
      <pc:sldChg chg="add">
        <pc:chgData name="Rizwan Rashid" userId="S::rizwan.rashid@comsats.edu.pk::12b6bffb-8fd7-410a-bd1e-f473b901c3a4" providerId="AD" clId="Web-{428A155C-0F8F-464B-ACEA-FC72D3167498}" dt="2023-02-26T09:19:49.191" v="92"/>
        <pc:sldMkLst>
          <pc:docMk/>
          <pc:sldMk cId="3431449325" sldId="283"/>
        </pc:sldMkLst>
      </pc:sldChg>
      <pc:sldChg chg="add">
        <pc:chgData name="Rizwan Rashid" userId="S::rizwan.rashid@comsats.edu.pk::12b6bffb-8fd7-410a-bd1e-f473b901c3a4" providerId="AD" clId="Web-{428A155C-0F8F-464B-ACEA-FC72D3167498}" dt="2023-02-26T09:19:49.269" v="93"/>
        <pc:sldMkLst>
          <pc:docMk/>
          <pc:sldMk cId="1257545278" sldId="284"/>
        </pc:sldMkLst>
      </pc:sldChg>
      <pc:sldChg chg="add">
        <pc:chgData name="Rizwan Rashid" userId="S::rizwan.rashid@comsats.edu.pk::12b6bffb-8fd7-410a-bd1e-f473b901c3a4" providerId="AD" clId="Web-{428A155C-0F8F-464B-ACEA-FC72D3167498}" dt="2023-02-26T09:19:49.332" v="94"/>
        <pc:sldMkLst>
          <pc:docMk/>
          <pc:sldMk cId="1566197747" sldId="285"/>
        </pc:sldMkLst>
      </pc:sldChg>
      <pc:sldChg chg="modSp add">
        <pc:chgData name="Rizwan Rashid" userId="S::rizwan.rashid@comsats.edu.pk::12b6bffb-8fd7-410a-bd1e-f473b901c3a4" providerId="AD" clId="Web-{428A155C-0F8F-464B-ACEA-FC72D3167498}" dt="2023-02-26T09:27:06.947" v="130"/>
        <pc:sldMkLst>
          <pc:docMk/>
          <pc:sldMk cId="2612299855" sldId="286"/>
        </pc:sldMkLst>
        <pc:spChg chg="mod">
          <ac:chgData name="Rizwan Rashid" userId="S::rizwan.rashid@comsats.edu.pk::12b6bffb-8fd7-410a-bd1e-f473b901c3a4" providerId="AD" clId="Web-{428A155C-0F8F-464B-ACEA-FC72D3167498}" dt="2023-02-26T09:27:06.947" v="130"/>
          <ac:spMkLst>
            <pc:docMk/>
            <pc:sldMk cId="2612299855" sldId="286"/>
            <ac:spMk id="96258" creationId="{00000000-0000-0000-0000-000000000000}"/>
          </ac:spMkLst>
        </pc:spChg>
      </pc:sldChg>
      <pc:sldChg chg="modSp add">
        <pc:chgData name="Rizwan Rashid" userId="S::rizwan.rashid@comsats.edu.pk::12b6bffb-8fd7-410a-bd1e-f473b901c3a4" providerId="AD" clId="Web-{428A155C-0F8F-464B-ACEA-FC72D3167498}" dt="2023-02-26T09:26:32.181" v="126" actId="14100"/>
        <pc:sldMkLst>
          <pc:docMk/>
          <pc:sldMk cId="1724956274" sldId="287"/>
        </pc:sldMkLst>
        <pc:spChg chg="mod">
          <ac:chgData name="Rizwan Rashid" userId="S::rizwan.rashid@comsats.edu.pk::12b6bffb-8fd7-410a-bd1e-f473b901c3a4" providerId="AD" clId="Web-{428A155C-0F8F-464B-ACEA-FC72D3167498}" dt="2023-02-26T09:26:32.181" v="126" actId="14100"/>
          <ac:spMkLst>
            <pc:docMk/>
            <pc:sldMk cId="1724956274" sldId="287"/>
            <ac:spMk id="94210" creationId="{00000000-0000-0000-0000-000000000000}"/>
          </ac:spMkLst>
        </pc:spChg>
      </pc:sldChg>
      <pc:sldChg chg="add">
        <pc:chgData name="Rizwan Rashid" userId="S::rizwan.rashid@comsats.edu.pk::12b6bffb-8fd7-410a-bd1e-f473b901c3a4" providerId="AD" clId="Web-{428A155C-0F8F-464B-ACEA-FC72D3167498}" dt="2023-02-26T09:19:49.519" v="97"/>
        <pc:sldMkLst>
          <pc:docMk/>
          <pc:sldMk cId="1855495916" sldId="288"/>
        </pc:sldMkLst>
      </pc:sldChg>
      <pc:sldChg chg="add">
        <pc:chgData name="Rizwan Rashid" userId="S::rizwan.rashid@comsats.edu.pk::12b6bffb-8fd7-410a-bd1e-f473b901c3a4" providerId="AD" clId="Web-{428A155C-0F8F-464B-ACEA-FC72D3167498}" dt="2023-02-26T09:19:49.582" v="98"/>
        <pc:sldMkLst>
          <pc:docMk/>
          <pc:sldMk cId="451748010" sldId="289"/>
        </pc:sldMkLst>
      </pc:sldChg>
      <pc:sldChg chg="add">
        <pc:chgData name="Rizwan Rashid" userId="S::rizwan.rashid@comsats.edu.pk::12b6bffb-8fd7-410a-bd1e-f473b901c3a4" providerId="AD" clId="Web-{428A155C-0F8F-464B-ACEA-FC72D3167498}" dt="2023-02-26T09:19:49.644" v="99"/>
        <pc:sldMkLst>
          <pc:docMk/>
          <pc:sldMk cId="1760992607" sldId="290"/>
        </pc:sldMkLst>
      </pc:sldChg>
      <pc:sldChg chg="add">
        <pc:chgData name="Rizwan Rashid" userId="S::rizwan.rashid@comsats.edu.pk::12b6bffb-8fd7-410a-bd1e-f473b901c3a4" providerId="AD" clId="Web-{428A155C-0F8F-464B-ACEA-FC72D3167498}" dt="2023-02-26T09:19:49.738" v="100"/>
        <pc:sldMkLst>
          <pc:docMk/>
          <pc:sldMk cId="4097799513" sldId="291"/>
        </pc:sldMkLst>
      </pc:sldChg>
      <pc:sldChg chg="add">
        <pc:chgData name="Rizwan Rashid" userId="S::rizwan.rashid@comsats.edu.pk::12b6bffb-8fd7-410a-bd1e-f473b901c3a4" providerId="AD" clId="Web-{428A155C-0F8F-464B-ACEA-FC72D3167498}" dt="2023-02-26T09:19:49.816" v="101"/>
        <pc:sldMkLst>
          <pc:docMk/>
          <pc:sldMk cId="3289657998" sldId="292"/>
        </pc:sldMkLst>
      </pc:sldChg>
      <pc:sldChg chg="modSp add">
        <pc:chgData name="Rizwan Rashid" userId="S::rizwan.rashid@comsats.edu.pk::12b6bffb-8fd7-410a-bd1e-f473b901c3a4" providerId="AD" clId="Web-{428A155C-0F8F-464B-ACEA-FC72D3167498}" dt="2023-02-26T09:23:43.065" v="120" actId="20577"/>
        <pc:sldMkLst>
          <pc:docMk/>
          <pc:sldMk cId="2028077673" sldId="293"/>
        </pc:sldMkLst>
        <pc:spChg chg="mod">
          <ac:chgData name="Rizwan Rashid" userId="S::rizwan.rashid@comsats.edu.pk::12b6bffb-8fd7-410a-bd1e-f473b901c3a4" providerId="AD" clId="Web-{428A155C-0F8F-464B-ACEA-FC72D3167498}" dt="2023-02-26T09:23:43.065" v="120" actId="20577"/>
          <ac:spMkLst>
            <pc:docMk/>
            <pc:sldMk cId="2028077673" sldId="293"/>
            <ac:spMk id="81922" creationId="{00000000-0000-0000-0000-000000000000}"/>
          </ac:spMkLst>
        </pc:spChg>
      </pc:sldChg>
      <pc:sldChg chg="modSp add">
        <pc:chgData name="Rizwan Rashid" userId="S::rizwan.rashid@comsats.edu.pk::12b6bffb-8fd7-410a-bd1e-f473b901c3a4" providerId="AD" clId="Web-{428A155C-0F8F-464B-ACEA-FC72D3167498}" dt="2023-02-26T09:22:30.391" v="115"/>
        <pc:sldMkLst>
          <pc:docMk/>
          <pc:sldMk cId="504409996" sldId="294"/>
        </pc:sldMkLst>
        <pc:spChg chg="mod">
          <ac:chgData name="Rizwan Rashid" userId="S::rizwan.rashid@comsats.edu.pk::12b6bffb-8fd7-410a-bd1e-f473b901c3a4" providerId="AD" clId="Web-{428A155C-0F8F-464B-ACEA-FC72D3167498}" dt="2023-02-26T09:22:30.391" v="115"/>
          <ac:spMkLst>
            <pc:docMk/>
            <pc:sldMk cId="504409996" sldId="294"/>
            <ac:spMk id="79874" creationId="{00000000-0000-0000-0000-000000000000}"/>
          </ac:spMkLst>
        </pc:spChg>
      </pc:sldChg>
      <pc:sldChg chg="modSp add">
        <pc:chgData name="Rizwan Rashid" userId="S::rizwan.rashid@comsats.edu.pk::12b6bffb-8fd7-410a-bd1e-f473b901c3a4" providerId="AD" clId="Web-{428A155C-0F8F-464B-ACEA-FC72D3167498}" dt="2023-02-26T09:22:01.139" v="113"/>
        <pc:sldMkLst>
          <pc:docMk/>
          <pc:sldMk cId="2830719269" sldId="295"/>
        </pc:sldMkLst>
        <pc:spChg chg="mod">
          <ac:chgData name="Rizwan Rashid" userId="S::rizwan.rashid@comsats.edu.pk::12b6bffb-8fd7-410a-bd1e-f473b901c3a4" providerId="AD" clId="Web-{428A155C-0F8F-464B-ACEA-FC72D3167498}" dt="2023-02-26T09:22:01.139" v="113"/>
          <ac:spMkLst>
            <pc:docMk/>
            <pc:sldMk cId="2830719269" sldId="295"/>
            <ac:spMk id="77826" creationId="{00000000-0000-0000-0000-000000000000}"/>
          </ac:spMkLst>
        </pc:spChg>
      </pc:sldChg>
      <pc:sldChg chg="add">
        <pc:chgData name="Rizwan Rashid" userId="S::rizwan.rashid@comsats.edu.pk::12b6bffb-8fd7-410a-bd1e-f473b901c3a4" providerId="AD" clId="Web-{428A155C-0F8F-464B-ACEA-FC72D3167498}" dt="2023-02-26T09:19:50.019" v="105"/>
        <pc:sldMkLst>
          <pc:docMk/>
          <pc:sldMk cId="1347984950" sldId="296"/>
        </pc:sldMkLst>
      </pc:sldChg>
      <pc:sldChg chg="modSp add">
        <pc:chgData name="Rizwan Rashid" userId="S::rizwan.rashid@comsats.edu.pk::12b6bffb-8fd7-410a-bd1e-f473b901c3a4" providerId="AD" clId="Web-{428A155C-0F8F-464B-ACEA-FC72D3167498}" dt="2023-02-26T09:20:48.193" v="112"/>
        <pc:sldMkLst>
          <pc:docMk/>
          <pc:sldMk cId="2899825618" sldId="297"/>
        </pc:sldMkLst>
        <pc:spChg chg="mod">
          <ac:chgData name="Rizwan Rashid" userId="S::rizwan.rashid@comsats.edu.pk::12b6bffb-8fd7-410a-bd1e-f473b901c3a4" providerId="AD" clId="Web-{428A155C-0F8F-464B-ACEA-FC72D3167498}" dt="2023-02-26T09:20:48.193" v="112"/>
          <ac:spMkLst>
            <pc:docMk/>
            <pc:sldMk cId="2899825618" sldId="297"/>
            <ac:spMk id="73730" creationId="{00000000-0000-0000-0000-000000000000}"/>
          </ac:spMkLst>
        </pc:spChg>
      </pc:sldChg>
      <pc:sldChg chg="modSp add">
        <pc:chgData name="Rizwan Rashid" userId="S::rizwan.rashid@comsats.edu.pk::12b6bffb-8fd7-410a-bd1e-f473b901c3a4" providerId="AD" clId="Web-{428A155C-0F8F-464B-ACEA-FC72D3167498}" dt="2023-02-26T09:20:43.584" v="111"/>
        <pc:sldMkLst>
          <pc:docMk/>
          <pc:sldMk cId="4032960252" sldId="298"/>
        </pc:sldMkLst>
        <pc:spChg chg="mod">
          <ac:chgData name="Rizwan Rashid" userId="S::rizwan.rashid@comsats.edu.pk::12b6bffb-8fd7-410a-bd1e-f473b901c3a4" providerId="AD" clId="Web-{428A155C-0F8F-464B-ACEA-FC72D3167498}" dt="2023-02-26T09:20:43.584" v="111"/>
          <ac:spMkLst>
            <pc:docMk/>
            <pc:sldMk cId="4032960252" sldId="298"/>
            <ac:spMk id="71682" creationId="{00000000-0000-0000-0000-000000000000}"/>
          </ac:spMkLst>
        </pc:spChg>
      </pc:sldChg>
      <pc:sldChg chg="modSp add">
        <pc:chgData name="Rizwan Rashid" userId="S::rizwan.rashid@comsats.edu.pk::12b6bffb-8fd7-410a-bd1e-f473b901c3a4" providerId="AD" clId="Web-{428A155C-0F8F-464B-ACEA-FC72D3167498}" dt="2023-02-26T09:20:39.865" v="110"/>
        <pc:sldMkLst>
          <pc:docMk/>
          <pc:sldMk cId="3705881816" sldId="299"/>
        </pc:sldMkLst>
        <pc:spChg chg="mod">
          <ac:chgData name="Rizwan Rashid" userId="S::rizwan.rashid@comsats.edu.pk::12b6bffb-8fd7-410a-bd1e-f473b901c3a4" providerId="AD" clId="Web-{428A155C-0F8F-464B-ACEA-FC72D3167498}" dt="2023-02-26T09:20:39.865" v="110"/>
          <ac:spMkLst>
            <pc:docMk/>
            <pc:sldMk cId="3705881816" sldId="299"/>
            <ac:spMk id="69634" creationId="{00000000-0000-0000-0000-000000000000}"/>
          </ac:spMkLst>
        </pc:spChg>
      </pc:sldChg>
      <pc:sldChg chg="add">
        <pc:chgData name="Rizwan Rashid" userId="S::rizwan.rashid@comsats.edu.pk::12b6bffb-8fd7-410a-bd1e-f473b901c3a4" providerId="AD" clId="Web-{428A155C-0F8F-464B-ACEA-FC72D3167498}" dt="2023-02-26T13:14:19.164" v="132"/>
        <pc:sldMkLst>
          <pc:docMk/>
          <pc:sldMk cId="309736740" sldId="300"/>
        </pc:sldMkLst>
      </pc:sldChg>
      <pc:sldChg chg="modSp add">
        <pc:chgData name="Rizwan Rashid" userId="S::rizwan.rashid@comsats.edu.pk::12b6bffb-8fd7-410a-bd1e-f473b901c3a4" providerId="AD" clId="Web-{428A155C-0F8F-464B-ACEA-FC72D3167498}" dt="2023-02-26T13:19:32.609" v="174" actId="20577"/>
        <pc:sldMkLst>
          <pc:docMk/>
          <pc:sldMk cId="4283146656" sldId="301"/>
        </pc:sldMkLst>
        <pc:spChg chg="mod">
          <ac:chgData name="Rizwan Rashid" userId="S::rizwan.rashid@comsats.edu.pk::12b6bffb-8fd7-410a-bd1e-f473b901c3a4" providerId="AD" clId="Web-{428A155C-0F8F-464B-ACEA-FC72D3167498}" dt="2023-02-26T13:19:32.609" v="174" actId="20577"/>
          <ac:spMkLst>
            <pc:docMk/>
            <pc:sldMk cId="4283146656" sldId="301"/>
            <ac:spMk id="118786" creationId="{00000000-0000-0000-0000-000000000000}"/>
          </ac:spMkLst>
        </pc:spChg>
      </pc:sldChg>
      <pc:sldChg chg="addSp modSp add">
        <pc:chgData name="Rizwan Rashid" userId="S::rizwan.rashid@comsats.edu.pk::12b6bffb-8fd7-410a-bd1e-f473b901c3a4" providerId="AD" clId="Web-{428A155C-0F8F-464B-ACEA-FC72D3167498}" dt="2023-02-26T13:18:42.827" v="168"/>
        <pc:sldMkLst>
          <pc:docMk/>
          <pc:sldMk cId="1632256336" sldId="302"/>
        </pc:sldMkLst>
        <pc:spChg chg="add mod">
          <ac:chgData name="Rizwan Rashid" userId="S::rizwan.rashid@comsats.edu.pk::12b6bffb-8fd7-410a-bd1e-f473b901c3a4" providerId="AD" clId="Web-{428A155C-0F8F-464B-ACEA-FC72D3167498}" dt="2023-02-26T13:18:18.060" v="167" actId="20577"/>
          <ac:spMkLst>
            <pc:docMk/>
            <pc:sldMk cId="1632256336" sldId="302"/>
            <ac:spMk id="2" creationId="{B5C2C85C-8CDE-99F0-CA7A-F6D6A5B9A86F}"/>
          </ac:spMkLst>
        </pc:spChg>
        <pc:spChg chg="add mod">
          <ac:chgData name="Rizwan Rashid" userId="S::rizwan.rashid@comsats.edu.pk::12b6bffb-8fd7-410a-bd1e-f473b901c3a4" providerId="AD" clId="Web-{428A155C-0F8F-464B-ACEA-FC72D3167498}" dt="2023-02-26T13:17:24.856" v="160" actId="1076"/>
          <ac:spMkLst>
            <pc:docMk/>
            <pc:sldMk cId="1632256336" sldId="302"/>
            <ac:spMk id="3" creationId="{49C6E205-86F7-CA66-6E8E-196D7EA70A4E}"/>
          </ac:spMkLst>
        </pc:spChg>
        <pc:spChg chg="add mod">
          <ac:chgData name="Rizwan Rashid" userId="S::rizwan.rashid@comsats.edu.pk::12b6bffb-8fd7-410a-bd1e-f473b901c3a4" providerId="AD" clId="Web-{428A155C-0F8F-464B-ACEA-FC72D3167498}" dt="2023-02-26T13:18:07.076" v="166" actId="1076"/>
          <ac:spMkLst>
            <pc:docMk/>
            <pc:sldMk cId="1632256336" sldId="302"/>
            <ac:spMk id="4" creationId="{F1E75B28-44C0-DF2A-4212-1BE49F5FDB5B}"/>
          </ac:spMkLst>
        </pc:spChg>
        <pc:grpChg chg="add">
          <ac:chgData name="Rizwan Rashid" userId="S::rizwan.rashid@comsats.edu.pk::12b6bffb-8fd7-410a-bd1e-f473b901c3a4" providerId="AD" clId="Web-{428A155C-0F8F-464B-ACEA-FC72D3167498}" dt="2023-02-26T13:18:42.827" v="168"/>
          <ac:grpSpMkLst>
            <pc:docMk/>
            <pc:sldMk cId="1632256336" sldId="302"/>
            <ac:grpSpMk id="5" creationId="{FB72CBCA-A160-7D02-CD4D-FB5A0633EF4B}"/>
          </ac:grpSpMkLst>
        </pc:grpChg>
      </pc:sldChg>
      <pc:sldChg chg="new">
        <pc:chgData name="Rizwan Rashid" userId="S::rizwan.rashid@comsats.edu.pk::12b6bffb-8fd7-410a-bd1e-f473b901c3a4" providerId="AD" clId="Web-{428A155C-0F8F-464B-ACEA-FC72D3167498}" dt="2023-02-26T13:19:48.156" v="175"/>
        <pc:sldMkLst>
          <pc:docMk/>
          <pc:sldMk cId="396960561" sldId="303"/>
        </pc:sldMkLst>
      </pc:sldChg>
      <pc:sldMasterChg chg="add addSldLayout">
        <pc:chgData name="Rizwan Rashid" userId="S::rizwan.rashid@comsats.edu.pk::12b6bffb-8fd7-410a-bd1e-f473b901c3a4" providerId="AD" clId="Web-{428A155C-0F8F-464B-ACEA-FC72D3167498}" dt="2023-02-26T09:01:34.299" v="42"/>
        <pc:sldMasterMkLst>
          <pc:docMk/>
          <pc:sldMasterMk cId="0" sldId="2147483648"/>
        </pc:sldMasterMkLst>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73"/>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74"/>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75"/>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76"/>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77"/>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78"/>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79"/>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80"/>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81"/>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82"/>
          </pc:sldLayoutMkLst>
        </pc:sldLayoutChg>
        <pc:sldLayoutChg chg="add">
          <pc:chgData name="Rizwan Rashid" userId="S::rizwan.rashid@comsats.edu.pk::12b6bffb-8fd7-410a-bd1e-f473b901c3a4" providerId="AD" clId="Web-{428A155C-0F8F-464B-ACEA-FC72D3167498}" dt="2023-02-26T09:01:34.299" v="42"/>
          <pc:sldLayoutMkLst>
            <pc:docMk/>
            <pc:sldMasterMk cId="0" sldId="2147483648"/>
            <pc:sldLayoutMk cId="0" sldId="2147483683"/>
          </pc:sldLayoutMkLst>
        </pc:sldLayoutChg>
      </pc:sldMasterChg>
      <pc:sldMasterChg chg="add addSldLayout">
        <pc:chgData name="Rizwan Rashid" userId="S::rizwan.rashid@comsats.edu.pk::12b6bffb-8fd7-410a-bd1e-f473b901c3a4" providerId="AD" clId="Web-{428A155C-0F8F-464B-ACEA-FC72D3167498}" dt="2023-02-26T09:01:33.737" v="32"/>
        <pc:sldMasterMkLst>
          <pc:docMk/>
          <pc:sldMasterMk cId="0" sldId="2147483671"/>
        </pc:sldMasterMkLst>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0"/>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1"/>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2"/>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3"/>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4"/>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5"/>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6"/>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7"/>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8"/>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69"/>
          </pc:sldLayoutMkLst>
        </pc:sldLayoutChg>
        <pc:sldLayoutChg chg="add">
          <pc:chgData name="Rizwan Rashid" userId="S::rizwan.rashid@comsats.edu.pk::12b6bffb-8fd7-410a-bd1e-f473b901c3a4" providerId="AD" clId="Web-{428A155C-0F8F-464B-ACEA-FC72D3167498}" dt="2023-02-26T09:01:33.737" v="32"/>
          <pc:sldLayoutMkLst>
            <pc:docMk/>
            <pc:sldMasterMk cId="0" sldId="2147483671"/>
            <pc:sldLayoutMk cId="0" sldId="2147483670"/>
          </pc:sldLayoutMkLst>
        </pc:sldLayoutChg>
      </pc:sldMasterChg>
      <pc:sldMasterChg chg="add del replId addSldLayout delSldLayout">
        <pc:chgData name="Rizwan Rashid" userId="S::rizwan.rashid@comsats.edu.pk::12b6bffb-8fd7-410a-bd1e-f473b901c3a4" providerId="AD" clId="Web-{428A155C-0F8F-464B-ACEA-FC72D3167498}" dt="2023-02-26T09:00:21.891" v="24"/>
        <pc:sldMasterMkLst>
          <pc:docMk/>
          <pc:sldMasterMk cId="492981417" sldId="2147483672"/>
        </pc:sldMasterMkLst>
        <pc:sldLayoutChg chg="add del">
          <pc:chgData name="Rizwan Rashid" userId="S::rizwan.rashid@comsats.edu.pk::12b6bffb-8fd7-410a-bd1e-f473b901c3a4" providerId="AD" clId="Web-{428A155C-0F8F-464B-ACEA-FC72D3167498}" dt="2023-02-26T09:00:21.891" v="24"/>
          <pc:sldLayoutMkLst>
            <pc:docMk/>
            <pc:sldMasterMk cId="492981417" sldId="2147483672"/>
            <pc:sldLayoutMk cId="2821321726" sldId="2147483673"/>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2360877154" sldId="2147483674"/>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977103444" sldId="2147483675"/>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3034889359" sldId="2147483676"/>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673447054" sldId="2147483677"/>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3365588820" sldId="2147483678"/>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3812003225" sldId="2147483679"/>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2088760946" sldId="2147483680"/>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3903927942" sldId="2147483681"/>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1869354826" sldId="2147483682"/>
          </pc:sldLayoutMkLst>
        </pc:sldLayoutChg>
        <pc:sldLayoutChg chg="add del replId">
          <pc:chgData name="Rizwan Rashid" userId="S::rizwan.rashid@comsats.edu.pk::12b6bffb-8fd7-410a-bd1e-f473b901c3a4" providerId="AD" clId="Web-{428A155C-0F8F-464B-ACEA-FC72D3167498}" dt="2023-02-26T09:00:21.891" v="24"/>
          <pc:sldLayoutMkLst>
            <pc:docMk/>
            <pc:sldMasterMk cId="492981417" sldId="2147483672"/>
            <pc:sldLayoutMk cId="3312577658" sldId="2147483683"/>
          </pc:sldLayoutMkLst>
        </pc:sldLayoutChg>
      </pc:sldMasterChg>
      <pc:sldMasterChg chg="add del replId addSldLayout delSldLayout modSldLayout">
        <pc:chgData name="Rizwan Rashid" userId="S::rizwan.rashid@comsats.edu.pk::12b6bffb-8fd7-410a-bd1e-f473b901c3a4" providerId="AD" clId="Web-{428A155C-0F8F-464B-ACEA-FC72D3167498}" dt="2023-02-26T09:01:34.299" v="42"/>
        <pc:sldMasterMkLst>
          <pc:docMk/>
          <pc:sldMasterMk cId="2460954070" sldId="2147483684"/>
        </pc:sldMasterMkLst>
        <pc:sldLayoutChg chg="add del replId">
          <pc:chgData name="Rizwan Rashid" userId="S::rizwan.rashid@comsats.edu.pk::12b6bffb-8fd7-410a-bd1e-f473b901c3a4" providerId="AD" clId="Web-{428A155C-0F8F-464B-ACEA-FC72D3167498}" dt="2023-02-26T09:01:33.737" v="32"/>
          <pc:sldLayoutMkLst>
            <pc:docMk/>
            <pc:sldMasterMk cId="2460954070" sldId="2147483684"/>
            <pc:sldLayoutMk cId="3479445657" sldId="2147483672"/>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2385387890" sldId="2147483685"/>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949138452" sldId="2147483686"/>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2591524520" sldId="2147483687"/>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1203092039" sldId="2147483688"/>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3733172339" sldId="2147483689"/>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3210312558" sldId="2147483690"/>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3146388984" sldId="2147483691"/>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3171841454" sldId="2147483692"/>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1718958274" sldId="2147483693"/>
          </pc:sldLayoutMkLst>
        </pc:sldLayoutChg>
        <pc:sldLayoutChg chg="add del replId">
          <pc:chgData name="Rizwan Rashid" userId="S::rizwan.rashid@comsats.edu.pk::12b6bffb-8fd7-410a-bd1e-f473b901c3a4" providerId="AD" clId="Web-{428A155C-0F8F-464B-ACEA-FC72D3167498}" dt="2023-02-26T09:01:34.299" v="42"/>
          <pc:sldLayoutMkLst>
            <pc:docMk/>
            <pc:sldMasterMk cId="2460954070" sldId="2147483684"/>
            <pc:sldLayoutMk cId="2202905451" sldId="2147483694"/>
          </pc:sldLayoutMkLst>
        </pc:sldLayoutChg>
      </pc:sldMasterChg>
      <pc:sldMasterChg chg="add addSldLayout">
        <pc:chgData name="Rizwan Rashid" userId="S::rizwan.rashid@comsats.edu.pk::12b6bffb-8fd7-410a-bd1e-f473b901c3a4" providerId="AD" clId="Web-{428A155C-0F8F-464B-ACEA-FC72D3167498}" dt="2023-02-26T09:19:48.738" v="85"/>
        <pc:sldMasterMkLst>
          <pc:docMk/>
          <pc:sldMasterMk cId="0" sldId="2147483695"/>
        </pc:sldMasterMkLst>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696"/>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697"/>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698"/>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699"/>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700"/>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701"/>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702"/>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703"/>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704"/>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705"/>
          </pc:sldLayoutMkLst>
        </pc:sldLayoutChg>
        <pc:sldLayoutChg chg="add">
          <pc:chgData name="Rizwan Rashid" userId="S::rizwan.rashid@comsats.edu.pk::12b6bffb-8fd7-410a-bd1e-f473b901c3a4" providerId="AD" clId="Web-{428A155C-0F8F-464B-ACEA-FC72D3167498}" dt="2023-02-26T09:19:48.738" v="85"/>
          <pc:sldLayoutMkLst>
            <pc:docMk/>
            <pc:sldMasterMk cId="0" sldId="2147483695"/>
            <pc:sldLayoutMk cId="0" sldId="2147483706"/>
          </pc:sldLayoutMkLst>
        </pc:sldLayoutChg>
      </pc:sldMasterChg>
      <pc:sldMasterChg chg="add del addSldLayout delSldLayout">
        <pc:chgData name="Rizwan Rashid" userId="S::rizwan.rashid@comsats.edu.pk::12b6bffb-8fd7-410a-bd1e-f473b901c3a4" providerId="AD" clId="Web-{428A155C-0F8F-464B-ACEA-FC72D3167498}" dt="2023-02-26T09:00:47.314" v="30"/>
        <pc:sldMasterMkLst>
          <pc:docMk/>
          <pc:sldMasterMk cId="1427635479" sldId="2147483698"/>
        </pc:sldMasterMkLst>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1739021965" sldId="2147483687"/>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2880377355" sldId="2147483688"/>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1768800860" sldId="2147483689"/>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807308283" sldId="2147483690"/>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2055833500" sldId="2147483691"/>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730179457" sldId="2147483692"/>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1411128663" sldId="2147483693"/>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2316483616" sldId="2147483694"/>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2431143279" sldId="2147483695"/>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3435311922" sldId="2147483696"/>
          </pc:sldLayoutMkLst>
        </pc:sldLayoutChg>
        <pc:sldLayoutChg chg="add del">
          <pc:chgData name="Rizwan Rashid" userId="S::rizwan.rashid@comsats.edu.pk::12b6bffb-8fd7-410a-bd1e-f473b901c3a4" providerId="AD" clId="Web-{428A155C-0F8F-464B-ACEA-FC72D3167498}" dt="2023-02-26T09:00:47.314" v="30"/>
          <pc:sldLayoutMkLst>
            <pc:docMk/>
            <pc:sldMasterMk cId="1427635479" sldId="2147483698"/>
            <pc:sldLayoutMk cId="2073617085" sldId="2147483697"/>
          </pc:sldLayoutMkLst>
        </pc:sldLayoutChg>
      </pc:sldMasterChg>
    </pc:docChg>
  </pc:docChgLst>
  <pc:docChgLst>
    <pc:chgData name="Rizwan Rashid" userId="S::rizwan.rashid@comsats.edu.pk::12b6bffb-8fd7-410a-bd1e-f473b901c3a4" providerId="AD" clId="Web-{BF1D73A6-5977-ACE5-115E-B1C15F8806EC}"/>
    <pc:docChg chg="addSld modSld">
      <pc:chgData name="Rizwan Rashid" userId="S::rizwan.rashid@comsats.edu.pk::12b6bffb-8fd7-410a-bd1e-f473b901c3a4" providerId="AD" clId="Web-{BF1D73A6-5977-ACE5-115E-B1C15F8806EC}" dt="2023-03-05T14:07:58.498" v="7"/>
      <pc:docMkLst>
        <pc:docMk/>
      </pc:docMkLst>
      <pc:sldChg chg="modSp">
        <pc:chgData name="Rizwan Rashid" userId="S::rizwan.rashid@comsats.edu.pk::12b6bffb-8fd7-410a-bd1e-f473b901c3a4" providerId="AD" clId="Web-{BF1D73A6-5977-ACE5-115E-B1C15F8806EC}" dt="2023-03-05T14:04:15.709" v="5"/>
        <pc:sldMkLst>
          <pc:docMk/>
          <pc:sldMk cId="3135257175" sldId="313"/>
        </pc:sldMkLst>
        <pc:spChg chg="mod">
          <ac:chgData name="Rizwan Rashid" userId="S::rizwan.rashid@comsats.edu.pk::12b6bffb-8fd7-410a-bd1e-f473b901c3a4" providerId="AD" clId="Web-{BF1D73A6-5977-ACE5-115E-B1C15F8806EC}" dt="2023-03-05T14:04:15.709" v="5"/>
          <ac:spMkLst>
            <pc:docMk/>
            <pc:sldMk cId="3135257175" sldId="313"/>
            <ac:spMk id="93185" creationId="{00000000-0000-0000-0000-000000000000}"/>
          </ac:spMkLst>
        </pc:spChg>
        <pc:spChg chg="ord">
          <ac:chgData name="Rizwan Rashid" userId="S::rizwan.rashid@comsats.edu.pk::12b6bffb-8fd7-410a-bd1e-f473b901c3a4" providerId="AD" clId="Web-{BF1D73A6-5977-ACE5-115E-B1C15F8806EC}" dt="2023-03-05T14:04:09.584" v="2"/>
          <ac:spMkLst>
            <pc:docMk/>
            <pc:sldMk cId="3135257175" sldId="313"/>
            <ac:spMk id="93186" creationId="{00000000-0000-0000-0000-000000000000}"/>
          </ac:spMkLst>
        </pc:spChg>
      </pc:sldChg>
      <pc:sldChg chg="modSp add mod modClrScheme chgLayout">
        <pc:chgData name="Rizwan Rashid" userId="S::rizwan.rashid@comsats.edu.pk::12b6bffb-8fd7-410a-bd1e-f473b901c3a4" providerId="AD" clId="Web-{BF1D73A6-5977-ACE5-115E-B1C15F8806EC}" dt="2023-03-05T14:07:58.498" v="7"/>
        <pc:sldMkLst>
          <pc:docMk/>
          <pc:sldMk cId="661391512" sldId="314"/>
        </pc:sldMkLst>
        <pc:spChg chg="mod ord">
          <ac:chgData name="Rizwan Rashid" userId="S::rizwan.rashid@comsats.edu.pk::12b6bffb-8fd7-410a-bd1e-f473b901c3a4" providerId="AD" clId="Web-{BF1D73A6-5977-ACE5-115E-B1C15F8806EC}" dt="2023-03-05T14:07:58.498" v="7"/>
          <ac:spMkLst>
            <pc:docMk/>
            <pc:sldMk cId="661391512" sldId="314"/>
            <ac:spMk id="4" creationId="{00000000-0000-0000-0000-000000000000}"/>
          </ac:spMkLst>
        </pc:spChg>
        <pc:spChg chg="mod ord">
          <ac:chgData name="Rizwan Rashid" userId="S::rizwan.rashid@comsats.edu.pk::12b6bffb-8fd7-410a-bd1e-f473b901c3a4" providerId="AD" clId="Web-{BF1D73A6-5977-ACE5-115E-B1C15F8806EC}" dt="2023-03-05T14:07:58.498" v="7"/>
          <ac:spMkLst>
            <pc:docMk/>
            <pc:sldMk cId="661391512" sldId="314"/>
            <ac:spMk id="29699" creationId="{00000000-0000-0000-0000-000000000000}"/>
          </ac:spMkLst>
        </pc:spChg>
        <pc:spChg chg="mod ord">
          <ac:chgData name="Rizwan Rashid" userId="S::rizwan.rashid@comsats.edu.pk::12b6bffb-8fd7-410a-bd1e-f473b901c3a4" providerId="AD" clId="Web-{BF1D73A6-5977-ACE5-115E-B1C15F8806EC}" dt="2023-03-05T14:07:58.498" v="7"/>
          <ac:spMkLst>
            <pc:docMk/>
            <pc:sldMk cId="661391512" sldId="314"/>
            <ac:spMk id="29700" creationId="{00000000-0000-0000-0000-000000000000}"/>
          </ac:spMkLst>
        </pc:spChg>
      </pc:sldChg>
    </pc:docChg>
  </pc:docChgLst>
  <pc:docChgLst>
    <pc:chgData name="Rizwan Rashid" userId="S::rizwan.rashid@comsats.edu.pk::12b6bffb-8fd7-410a-bd1e-f473b901c3a4" providerId="AD" clId="Web-{270873DF-3517-0E18-660E-566D9E72B619}"/>
    <pc:docChg chg="modSld">
      <pc:chgData name="Rizwan Rashid" userId="S::rizwan.rashid@comsats.edu.pk::12b6bffb-8fd7-410a-bd1e-f473b901c3a4" providerId="AD" clId="Web-{270873DF-3517-0E18-660E-566D9E72B619}" dt="2023-03-12T12:20:08.426" v="11" actId="1076"/>
      <pc:docMkLst>
        <pc:docMk/>
      </pc:docMkLst>
      <pc:sldChg chg="modSp">
        <pc:chgData name="Rizwan Rashid" userId="S::rizwan.rashid@comsats.edu.pk::12b6bffb-8fd7-410a-bd1e-f473b901c3a4" providerId="AD" clId="Web-{270873DF-3517-0E18-660E-566D9E72B619}" dt="2023-03-12T12:20:08.426" v="11" actId="1076"/>
        <pc:sldMkLst>
          <pc:docMk/>
          <pc:sldMk cId="1144330755" sldId="277"/>
        </pc:sldMkLst>
        <pc:spChg chg="mod">
          <ac:chgData name="Rizwan Rashid" userId="S::rizwan.rashid@comsats.edu.pk::12b6bffb-8fd7-410a-bd1e-f473b901c3a4" providerId="AD" clId="Web-{270873DF-3517-0E18-660E-566D9E72B619}" dt="2023-03-12T12:19:00.362" v="0" actId="1076"/>
          <ac:spMkLst>
            <pc:docMk/>
            <pc:sldMk cId="1144330755" sldId="277"/>
            <ac:spMk id="11" creationId="{0EABFD01-8C6F-CC75-774C-5AF60FF98042}"/>
          </ac:spMkLst>
        </pc:spChg>
        <pc:spChg chg="mod">
          <ac:chgData name="Rizwan Rashid" userId="S::rizwan.rashid@comsats.edu.pk::12b6bffb-8fd7-410a-bd1e-f473b901c3a4" providerId="AD" clId="Web-{270873DF-3517-0E18-660E-566D9E72B619}" dt="2023-03-12T12:19:06.440" v="2" actId="1076"/>
          <ac:spMkLst>
            <pc:docMk/>
            <pc:sldMk cId="1144330755" sldId="277"/>
            <ac:spMk id="18" creationId="{8E5AE1DB-1385-FBDB-F013-608FE1A07620}"/>
          </ac:spMkLst>
        </pc:spChg>
        <pc:spChg chg="mod">
          <ac:chgData name="Rizwan Rashid" userId="S::rizwan.rashid@comsats.edu.pk::12b6bffb-8fd7-410a-bd1e-f473b901c3a4" providerId="AD" clId="Web-{270873DF-3517-0E18-660E-566D9E72B619}" dt="2023-03-12T12:19:32.910" v="9" actId="1076"/>
          <ac:spMkLst>
            <pc:docMk/>
            <pc:sldMk cId="1144330755" sldId="277"/>
            <ac:spMk id="21" creationId="{C40F6CA1-8F7B-DA60-E3A4-81A8E867960D}"/>
          </ac:spMkLst>
        </pc:spChg>
        <pc:spChg chg="mod">
          <ac:chgData name="Rizwan Rashid" userId="S::rizwan.rashid@comsats.edu.pk::12b6bffb-8fd7-410a-bd1e-f473b901c3a4" providerId="AD" clId="Web-{270873DF-3517-0E18-660E-566D9E72B619}" dt="2023-03-12T12:19:28.831" v="8" actId="1076"/>
          <ac:spMkLst>
            <pc:docMk/>
            <pc:sldMk cId="1144330755" sldId="277"/>
            <ac:spMk id="23" creationId="{36E13CCC-97D0-C950-24FB-2875B2309D73}"/>
          </ac:spMkLst>
        </pc:spChg>
        <pc:spChg chg="mod">
          <ac:chgData name="Rizwan Rashid" userId="S::rizwan.rashid@comsats.edu.pk::12b6bffb-8fd7-410a-bd1e-f473b901c3a4" providerId="AD" clId="Web-{270873DF-3517-0E18-660E-566D9E72B619}" dt="2023-03-12T12:20:03.176" v="10" actId="1076"/>
          <ac:spMkLst>
            <pc:docMk/>
            <pc:sldMk cId="1144330755" sldId="277"/>
            <ac:spMk id="27" creationId="{2FC6213A-4A94-1B6D-853A-AE2B0070CEC5}"/>
          </ac:spMkLst>
        </pc:spChg>
        <pc:grpChg chg="mod">
          <ac:chgData name="Rizwan Rashid" userId="S::rizwan.rashid@comsats.edu.pk::12b6bffb-8fd7-410a-bd1e-f473b901c3a4" providerId="AD" clId="Web-{270873DF-3517-0E18-660E-566D9E72B619}" dt="2023-03-12T12:19:11.612" v="4" actId="14100"/>
          <ac:grpSpMkLst>
            <pc:docMk/>
            <pc:sldMk cId="1144330755" sldId="277"/>
            <ac:grpSpMk id="19" creationId="{276618A3-7515-06CD-56AD-0784227DC92B}"/>
          </ac:grpSpMkLst>
        </pc:grpChg>
        <pc:picChg chg="mod">
          <ac:chgData name="Rizwan Rashid" userId="S::rizwan.rashid@comsats.edu.pk::12b6bffb-8fd7-410a-bd1e-f473b901c3a4" providerId="AD" clId="Web-{270873DF-3517-0E18-660E-566D9E72B619}" dt="2023-03-12T12:20:08.426" v="11" actId="1076"/>
          <ac:picMkLst>
            <pc:docMk/>
            <pc:sldMk cId="1144330755" sldId="277"/>
            <ac:picMk id="2050" creationId="{27C15019-17D1-67C6-37B6-53FBACBF6218}"/>
          </ac:picMkLst>
        </pc:picChg>
      </pc:sldChg>
    </pc:docChg>
  </pc:docChgLst>
  <pc:docChgLst>
    <pc:chgData name="Rizwan Rashid" userId="12b6bffb-8fd7-410a-bd1e-f473b901c3a4" providerId="ADAL" clId="{977FC3FF-5A63-4908-9759-237395E64471}"/>
    <pc:docChg chg="custSel modSld">
      <pc:chgData name="Rizwan Rashid" userId="12b6bffb-8fd7-410a-bd1e-f473b901c3a4" providerId="ADAL" clId="{977FC3FF-5A63-4908-9759-237395E64471}" dt="2023-03-10T08:39:49.221" v="3" actId="27636"/>
      <pc:docMkLst>
        <pc:docMk/>
      </pc:docMkLst>
      <pc:sldChg chg="modSp mod">
        <pc:chgData name="Rizwan Rashid" userId="12b6bffb-8fd7-410a-bd1e-f473b901c3a4" providerId="ADAL" clId="{977FC3FF-5A63-4908-9759-237395E64471}" dt="2023-03-10T08:38:44.244" v="1" actId="313"/>
        <pc:sldMkLst>
          <pc:docMk/>
          <pc:sldMk cId="1297377133" sldId="313"/>
        </pc:sldMkLst>
        <pc:spChg chg="mod">
          <ac:chgData name="Rizwan Rashid" userId="12b6bffb-8fd7-410a-bd1e-f473b901c3a4" providerId="ADAL" clId="{977FC3FF-5A63-4908-9759-237395E64471}" dt="2023-03-10T08:38:44.244" v="1" actId="313"/>
          <ac:spMkLst>
            <pc:docMk/>
            <pc:sldMk cId="1297377133" sldId="313"/>
            <ac:spMk id="14" creationId="{DED7730D-EE35-B259-7C50-DBAE7E70D31D}"/>
          </ac:spMkLst>
        </pc:spChg>
      </pc:sldChg>
      <pc:sldChg chg="modSp mod">
        <pc:chgData name="Rizwan Rashid" userId="12b6bffb-8fd7-410a-bd1e-f473b901c3a4" providerId="ADAL" clId="{977FC3FF-5A63-4908-9759-237395E64471}" dt="2023-03-10T08:39:49.221" v="3" actId="27636"/>
        <pc:sldMkLst>
          <pc:docMk/>
          <pc:sldMk cId="670954015" sldId="314"/>
        </pc:sldMkLst>
        <pc:spChg chg="mod">
          <ac:chgData name="Rizwan Rashid" userId="12b6bffb-8fd7-410a-bd1e-f473b901c3a4" providerId="ADAL" clId="{977FC3FF-5A63-4908-9759-237395E64471}" dt="2023-03-10T08:39:49.221" v="3" actId="27636"/>
          <ac:spMkLst>
            <pc:docMk/>
            <pc:sldMk cId="670954015" sldId="314"/>
            <ac:spMk id="3" creationId="{00000000-0000-0000-0000-000000000000}"/>
          </ac:spMkLst>
        </pc:spChg>
      </pc:sldChg>
    </pc:docChg>
  </pc:docChgLst>
  <pc:docChgLst>
    <pc:chgData name="Rizwan Rashid" userId="S::rizwan.rashid@comsats.edu.pk::12b6bffb-8fd7-410a-bd1e-f473b901c3a4" providerId="AD" clId="Web-{EF5EF4CC-FADC-84B1-6A09-3E51101B2E69}"/>
    <pc:docChg chg="addSld delSld modSld sldOrd addMainMaster delMainMaster">
      <pc:chgData name="Rizwan Rashid" userId="S::rizwan.rashid@comsats.edu.pk::12b6bffb-8fd7-410a-bd1e-f473b901c3a4" providerId="AD" clId="Web-{EF5EF4CC-FADC-84B1-6A09-3E51101B2E69}" dt="2023-03-04T19:34:15.371" v="220"/>
      <pc:docMkLst>
        <pc:docMk/>
      </pc:docMkLst>
      <pc:sldChg chg="modTransition">
        <pc:chgData name="Rizwan Rashid" userId="S::rizwan.rashid@comsats.edu.pk::12b6bffb-8fd7-410a-bd1e-f473b901c3a4" providerId="AD" clId="Web-{EF5EF4CC-FADC-84B1-6A09-3E51101B2E69}" dt="2023-03-04T19:34:15.371" v="217"/>
        <pc:sldMkLst>
          <pc:docMk/>
          <pc:sldMk cId="1764550574" sldId="277"/>
        </pc:sldMkLst>
      </pc:sldChg>
      <pc:sldChg chg="modTransition">
        <pc:chgData name="Rizwan Rashid" userId="S::rizwan.rashid@comsats.edu.pk::12b6bffb-8fd7-410a-bd1e-f473b901c3a4" providerId="AD" clId="Web-{EF5EF4CC-FADC-84B1-6A09-3E51101B2E69}" dt="2023-03-04T19:34:15.371" v="216"/>
        <pc:sldMkLst>
          <pc:docMk/>
          <pc:sldMk cId="265050139" sldId="278"/>
        </pc:sldMkLst>
      </pc:sldChg>
      <pc:sldChg chg="modTransition">
        <pc:chgData name="Rizwan Rashid" userId="S::rizwan.rashid@comsats.edu.pk::12b6bffb-8fd7-410a-bd1e-f473b901c3a4" providerId="AD" clId="Web-{EF5EF4CC-FADC-84B1-6A09-3E51101B2E69}" dt="2023-03-04T19:34:15.371" v="215"/>
        <pc:sldMkLst>
          <pc:docMk/>
          <pc:sldMk cId="4122765759" sldId="279"/>
        </pc:sldMkLst>
      </pc:sldChg>
      <pc:sldChg chg="modTransition">
        <pc:chgData name="Rizwan Rashid" userId="S::rizwan.rashid@comsats.edu.pk::12b6bffb-8fd7-410a-bd1e-f473b901c3a4" providerId="AD" clId="Web-{EF5EF4CC-FADC-84B1-6A09-3E51101B2E69}" dt="2023-03-04T19:34:15.371" v="214"/>
        <pc:sldMkLst>
          <pc:docMk/>
          <pc:sldMk cId="1736788800" sldId="280"/>
        </pc:sldMkLst>
      </pc:sldChg>
      <pc:sldChg chg="modTransition">
        <pc:chgData name="Rizwan Rashid" userId="S::rizwan.rashid@comsats.edu.pk::12b6bffb-8fd7-410a-bd1e-f473b901c3a4" providerId="AD" clId="Web-{EF5EF4CC-FADC-84B1-6A09-3E51101B2E69}" dt="2023-03-04T19:34:15.371" v="213"/>
        <pc:sldMkLst>
          <pc:docMk/>
          <pc:sldMk cId="1271110865" sldId="281"/>
        </pc:sldMkLst>
      </pc:sldChg>
      <pc:sldChg chg="modTransition">
        <pc:chgData name="Rizwan Rashid" userId="S::rizwan.rashid@comsats.edu.pk::12b6bffb-8fd7-410a-bd1e-f473b901c3a4" providerId="AD" clId="Web-{EF5EF4CC-FADC-84B1-6A09-3E51101B2E69}" dt="2023-03-04T19:34:15.371" v="212"/>
        <pc:sldMkLst>
          <pc:docMk/>
          <pc:sldMk cId="466966198" sldId="282"/>
        </pc:sldMkLst>
      </pc:sldChg>
      <pc:sldChg chg="modTransition">
        <pc:chgData name="Rizwan Rashid" userId="S::rizwan.rashid@comsats.edu.pk::12b6bffb-8fd7-410a-bd1e-f473b901c3a4" providerId="AD" clId="Web-{EF5EF4CC-FADC-84B1-6A09-3E51101B2E69}" dt="2023-03-04T19:34:15.371" v="211"/>
        <pc:sldMkLst>
          <pc:docMk/>
          <pc:sldMk cId="3431449325" sldId="283"/>
        </pc:sldMkLst>
      </pc:sldChg>
      <pc:sldChg chg="modTransition">
        <pc:chgData name="Rizwan Rashid" userId="S::rizwan.rashid@comsats.edu.pk::12b6bffb-8fd7-410a-bd1e-f473b901c3a4" providerId="AD" clId="Web-{EF5EF4CC-FADC-84B1-6A09-3E51101B2E69}" dt="2023-03-04T19:34:15.371" v="210"/>
        <pc:sldMkLst>
          <pc:docMk/>
          <pc:sldMk cId="1257545278" sldId="284"/>
        </pc:sldMkLst>
      </pc:sldChg>
      <pc:sldChg chg="modTransition">
        <pc:chgData name="Rizwan Rashid" userId="S::rizwan.rashid@comsats.edu.pk::12b6bffb-8fd7-410a-bd1e-f473b901c3a4" providerId="AD" clId="Web-{EF5EF4CC-FADC-84B1-6A09-3E51101B2E69}" dt="2023-03-04T19:34:15.371" v="209"/>
        <pc:sldMkLst>
          <pc:docMk/>
          <pc:sldMk cId="1566197747" sldId="285"/>
        </pc:sldMkLst>
      </pc:sldChg>
      <pc:sldChg chg="modTransition">
        <pc:chgData name="Rizwan Rashid" userId="S::rizwan.rashid@comsats.edu.pk::12b6bffb-8fd7-410a-bd1e-f473b901c3a4" providerId="AD" clId="Web-{EF5EF4CC-FADC-84B1-6A09-3E51101B2E69}" dt="2023-03-04T19:34:15.371" v="208"/>
        <pc:sldMkLst>
          <pc:docMk/>
          <pc:sldMk cId="2612299855" sldId="286"/>
        </pc:sldMkLst>
      </pc:sldChg>
      <pc:sldChg chg="modTransition">
        <pc:chgData name="Rizwan Rashid" userId="S::rizwan.rashid@comsats.edu.pk::12b6bffb-8fd7-410a-bd1e-f473b901c3a4" providerId="AD" clId="Web-{EF5EF4CC-FADC-84B1-6A09-3E51101B2E69}" dt="2023-03-04T19:34:15.371" v="207"/>
        <pc:sldMkLst>
          <pc:docMk/>
          <pc:sldMk cId="1724956274" sldId="287"/>
        </pc:sldMkLst>
      </pc:sldChg>
      <pc:sldChg chg="modTransition">
        <pc:chgData name="Rizwan Rashid" userId="S::rizwan.rashid@comsats.edu.pk::12b6bffb-8fd7-410a-bd1e-f473b901c3a4" providerId="AD" clId="Web-{EF5EF4CC-FADC-84B1-6A09-3E51101B2E69}" dt="2023-03-04T19:34:15.371" v="206"/>
        <pc:sldMkLst>
          <pc:docMk/>
          <pc:sldMk cId="1855495916" sldId="288"/>
        </pc:sldMkLst>
      </pc:sldChg>
      <pc:sldChg chg="modTransition">
        <pc:chgData name="Rizwan Rashid" userId="S::rizwan.rashid@comsats.edu.pk::12b6bffb-8fd7-410a-bd1e-f473b901c3a4" providerId="AD" clId="Web-{EF5EF4CC-FADC-84B1-6A09-3E51101B2E69}" dt="2023-03-04T19:34:15.371" v="205"/>
        <pc:sldMkLst>
          <pc:docMk/>
          <pc:sldMk cId="451748010" sldId="289"/>
        </pc:sldMkLst>
      </pc:sldChg>
      <pc:sldChg chg="modTransition">
        <pc:chgData name="Rizwan Rashid" userId="S::rizwan.rashid@comsats.edu.pk::12b6bffb-8fd7-410a-bd1e-f473b901c3a4" providerId="AD" clId="Web-{EF5EF4CC-FADC-84B1-6A09-3E51101B2E69}" dt="2023-03-04T19:34:15.371" v="204"/>
        <pc:sldMkLst>
          <pc:docMk/>
          <pc:sldMk cId="1760992607" sldId="290"/>
        </pc:sldMkLst>
      </pc:sldChg>
      <pc:sldChg chg="modTransition">
        <pc:chgData name="Rizwan Rashid" userId="S::rizwan.rashid@comsats.edu.pk::12b6bffb-8fd7-410a-bd1e-f473b901c3a4" providerId="AD" clId="Web-{EF5EF4CC-FADC-84B1-6A09-3E51101B2E69}" dt="2023-03-04T19:34:15.371" v="202"/>
        <pc:sldMkLst>
          <pc:docMk/>
          <pc:sldMk cId="4097799513" sldId="291"/>
        </pc:sldMkLst>
      </pc:sldChg>
      <pc:sldChg chg="modTransition">
        <pc:chgData name="Rizwan Rashid" userId="S::rizwan.rashid@comsats.edu.pk::12b6bffb-8fd7-410a-bd1e-f473b901c3a4" providerId="AD" clId="Web-{EF5EF4CC-FADC-84B1-6A09-3E51101B2E69}" dt="2023-03-04T19:34:15.371" v="201"/>
        <pc:sldMkLst>
          <pc:docMk/>
          <pc:sldMk cId="3289657998" sldId="292"/>
        </pc:sldMkLst>
      </pc:sldChg>
      <pc:sldChg chg="del">
        <pc:chgData name="Rizwan Rashid" userId="S::rizwan.rashid@comsats.edu.pk::12b6bffb-8fd7-410a-bd1e-f473b901c3a4" providerId="AD" clId="Web-{EF5EF4CC-FADC-84B1-6A09-3E51101B2E69}" dt="2023-03-04T15:17:47.188" v="98"/>
        <pc:sldMkLst>
          <pc:docMk/>
          <pc:sldMk cId="2028077673" sldId="293"/>
        </pc:sldMkLst>
      </pc:sldChg>
      <pc:sldChg chg="modTransition">
        <pc:chgData name="Rizwan Rashid" userId="S::rizwan.rashid@comsats.edu.pk::12b6bffb-8fd7-410a-bd1e-f473b901c3a4" providerId="AD" clId="Web-{EF5EF4CC-FADC-84B1-6A09-3E51101B2E69}" dt="2023-03-04T19:34:15.371" v="200"/>
        <pc:sldMkLst>
          <pc:docMk/>
          <pc:sldMk cId="504409996" sldId="294"/>
        </pc:sldMkLst>
      </pc:sldChg>
      <pc:sldChg chg="addSp modSp modTransition">
        <pc:chgData name="Rizwan Rashid" userId="S::rizwan.rashid@comsats.edu.pk::12b6bffb-8fd7-410a-bd1e-f473b901c3a4" providerId="AD" clId="Web-{EF5EF4CC-FADC-84B1-6A09-3E51101B2E69}" dt="2023-03-04T19:34:15.371" v="199"/>
        <pc:sldMkLst>
          <pc:docMk/>
          <pc:sldMk cId="2830719269" sldId="295"/>
        </pc:sldMkLst>
        <pc:spChg chg="add mod">
          <ac:chgData name="Rizwan Rashid" userId="S::rizwan.rashid@comsats.edu.pk::12b6bffb-8fd7-410a-bd1e-f473b901c3a4" providerId="AD" clId="Web-{EF5EF4CC-FADC-84B1-6A09-3E51101B2E69}" dt="2023-03-04T15:16:35.232" v="91" actId="1076"/>
          <ac:spMkLst>
            <pc:docMk/>
            <pc:sldMk cId="2830719269" sldId="295"/>
            <ac:spMk id="2" creationId="{260E6704-34D5-3EDB-50D1-2CC20656C9A2}"/>
          </ac:spMkLst>
        </pc:spChg>
        <pc:spChg chg="add mod">
          <ac:chgData name="Rizwan Rashid" userId="S::rizwan.rashid@comsats.edu.pk::12b6bffb-8fd7-410a-bd1e-f473b901c3a4" providerId="AD" clId="Web-{EF5EF4CC-FADC-84B1-6A09-3E51101B2E69}" dt="2023-03-04T15:16:35.248" v="92" actId="1076"/>
          <ac:spMkLst>
            <pc:docMk/>
            <pc:sldMk cId="2830719269" sldId="295"/>
            <ac:spMk id="3" creationId="{3C51717A-1488-B7B4-F542-2399E3B64FE8}"/>
          </ac:spMkLst>
        </pc:spChg>
        <pc:spChg chg="add mod">
          <ac:chgData name="Rizwan Rashid" userId="S::rizwan.rashid@comsats.edu.pk::12b6bffb-8fd7-410a-bd1e-f473b901c3a4" providerId="AD" clId="Web-{EF5EF4CC-FADC-84B1-6A09-3E51101B2E69}" dt="2023-03-04T15:16:35.248" v="93" actId="1076"/>
          <ac:spMkLst>
            <pc:docMk/>
            <pc:sldMk cId="2830719269" sldId="295"/>
            <ac:spMk id="4" creationId="{40477420-17A8-60F0-4740-F6D0CBEF3EE3}"/>
          </ac:spMkLst>
        </pc:spChg>
        <pc:spChg chg="add mod">
          <ac:chgData name="Rizwan Rashid" userId="S::rizwan.rashid@comsats.edu.pk::12b6bffb-8fd7-410a-bd1e-f473b901c3a4" providerId="AD" clId="Web-{EF5EF4CC-FADC-84B1-6A09-3E51101B2E69}" dt="2023-03-04T15:16:29.904" v="90" actId="1076"/>
          <ac:spMkLst>
            <pc:docMk/>
            <pc:sldMk cId="2830719269" sldId="295"/>
            <ac:spMk id="7" creationId="{BB7CDC91-23F5-F3F3-152D-0C0B0F9256DB}"/>
          </ac:spMkLst>
        </pc:spChg>
        <pc:spChg chg="add mod">
          <ac:chgData name="Rizwan Rashid" userId="S::rizwan.rashid@comsats.edu.pk::12b6bffb-8fd7-410a-bd1e-f473b901c3a4" providerId="AD" clId="Web-{EF5EF4CC-FADC-84B1-6A09-3E51101B2E69}" dt="2023-03-04T15:16:14.856" v="86" actId="1076"/>
          <ac:spMkLst>
            <pc:docMk/>
            <pc:sldMk cId="2830719269" sldId="295"/>
            <ac:spMk id="8" creationId="{E818649D-768A-B72E-901E-0C8A6F24B0B6}"/>
          </ac:spMkLst>
        </pc:spChg>
        <pc:spChg chg="mod">
          <ac:chgData name="Rizwan Rashid" userId="S::rizwan.rashid@comsats.edu.pk::12b6bffb-8fd7-410a-bd1e-f473b901c3a4" providerId="AD" clId="Web-{EF5EF4CC-FADC-84B1-6A09-3E51101B2E69}" dt="2023-03-04T15:09:41.529" v="1" actId="14100"/>
          <ac:spMkLst>
            <pc:docMk/>
            <pc:sldMk cId="2830719269" sldId="295"/>
            <ac:spMk id="77826" creationId="{00000000-0000-0000-0000-000000000000}"/>
          </ac:spMkLst>
        </pc:spChg>
        <pc:grpChg chg="add mod">
          <ac:chgData name="Rizwan Rashid" userId="S::rizwan.rashid@comsats.edu.pk::12b6bffb-8fd7-410a-bd1e-f473b901c3a4" providerId="AD" clId="Web-{EF5EF4CC-FADC-84B1-6A09-3E51101B2E69}" dt="2023-03-04T15:16:51.983" v="96" actId="1076"/>
          <ac:grpSpMkLst>
            <pc:docMk/>
            <pc:sldMk cId="2830719269" sldId="295"/>
            <ac:grpSpMk id="9" creationId="{153BD5D1-2153-1BA7-65E8-4564F795C6CD}"/>
          </ac:grpSpMkLst>
        </pc:grpChg>
        <pc:grpChg chg="add">
          <ac:chgData name="Rizwan Rashid" userId="S::rizwan.rashid@comsats.edu.pk::12b6bffb-8fd7-410a-bd1e-f473b901c3a4" providerId="AD" clId="Web-{EF5EF4CC-FADC-84B1-6A09-3E51101B2E69}" dt="2023-03-04T15:16:57.467" v="97"/>
          <ac:grpSpMkLst>
            <pc:docMk/>
            <pc:sldMk cId="2830719269" sldId="295"/>
            <ac:grpSpMk id="10" creationId="{9D49D384-8EF8-A2C5-D819-CF15B9209FE2}"/>
          </ac:grpSpMkLst>
        </pc:grpChg>
        <pc:graphicFrameChg chg="add mod modGraphic">
          <ac:chgData name="Rizwan Rashid" userId="S::rizwan.rashid@comsats.edu.pk::12b6bffb-8fd7-410a-bd1e-f473b901c3a4" providerId="AD" clId="Web-{EF5EF4CC-FADC-84B1-6A09-3E51101B2E69}" dt="2023-03-04T15:16:48.529" v="95" actId="1076"/>
          <ac:graphicFrameMkLst>
            <pc:docMk/>
            <pc:sldMk cId="2830719269" sldId="295"/>
            <ac:graphicFrameMk id="5" creationId="{D5D75C41-49D9-D931-39AA-9110DBD399DB}"/>
          </ac:graphicFrameMkLst>
        </pc:graphicFrameChg>
      </pc:sldChg>
      <pc:sldChg chg="modTransition">
        <pc:chgData name="Rizwan Rashid" userId="S::rizwan.rashid@comsats.edu.pk::12b6bffb-8fd7-410a-bd1e-f473b901c3a4" providerId="AD" clId="Web-{EF5EF4CC-FADC-84B1-6A09-3E51101B2E69}" dt="2023-03-04T19:34:15.371" v="198"/>
        <pc:sldMkLst>
          <pc:docMk/>
          <pc:sldMk cId="1347984950" sldId="296"/>
        </pc:sldMkLst>
      </pc:sldChg>
      <pc:sldChg chg="modTransition">
        <pc:chgData name="Rizwan Rashid" userId="S::rizwan.rashid@comsats.edu.pk::12b6bffb-8fd7-410a-bd1e-f473b901c3a4" providerId="AD" clId="Web-{EF5EF4CC-FADC-84B1-6A09-3E51101B2E69}" dt="2023-03-04T19:34:15.371" v="197"/>
        <pc:sldMkLst>
          <pc:docMk/>
          <pc:sldMk cId="2899825618" sldId="297"/>
        </pc:sldMkLst>
      </pc:sldChg>
      <pc:sldChg chg="modTransition">
        <pc:chgData name="Rizwan Rashid" userId="S::rizwan.rashid@comsats.edu.pk::12b6bffb-8fd7-410a-bd1e-f473b901c3a4" providerId="AD" clId="Web-{EF5EF4CC-FADC-84B1-6A09-3E51101B2E69}" dt="2023-03-04T19:34:15.371" v="219"/>
        <pc:sldMkLst>
          <pc:docMk/>
          <pc:sldMk cId="309736740" sldId="300"/>
        </pc:sldMkLst>
      </pc:sldChg>
      <pc:sldChg chg="modTransition">
        <pc:chgData name="Rizwan Rashid" userId="S::rizwan.rashid@comsats.edu.pk::12b6bffb-8fd7-410a-bd1e-f473b901c3a4" providerId="AD" clId="Web-{EF5EF4CC-FADC-84B1-6A09-3E51101B2E69}" dt="2023-03-04T19:34:15.371" v="218"/>
        <pc:sldMkLst>
          <pc:docMk/>
          <pc:sldMk cId="4283146656" sldId="301"/>
        </pc:sldMkLst>
      </pc:sldChg>
      <pc:sldChg chg="modTransition">
        <pc:chgData name="Rizwan Rashid" userId="S::rizwan.rashid@comsats.edu.pk::12b6bffb-8fd7-410a-bd1e-f473b901c3a4" providerId="AD" clId="Web-{EF5EF4CC-FADC-84B1-6A09-3E51101B2E69}" dt="2023-03-04T19:34:15.371" v="220"/>
        <pc:sldMkLst>
          <pc:docMk/>
          <pc:sldMk cId="1632256336" sldId="302"/>
        </pc:sldMkLst>
      </pc:sldChg>
      <pc:sldChg chg="modSp add ord modTransition">
        <pc:chgData name="Rizwan Rashid" userId="S::rizwan.rashid@comsats.edu.pk::12b6bffb-8fd7-410a-bd1e-f473b901c3a4" providerId="AD" clId="Web-{EF5EF4CC-FADC-84B1-6A09-3E51101B2E69}" dt="2023-03-04T19:34:15.371" v="203"/>
        <pc:sldMkLst>
          <pc:docMk/>
          <pc:sldMk cId="2305902872" sldId="308"/>
        </pc:sldMkLst>
        <pc:spChg chg="mod">
          <ac:chgData name="Rizwan Rashid" userId="S::rizwan.rashid@comsats.edu.pk::12b6bffb-8fd7-410a-bd1e-f473b901c3a4" providerId="AD" clId="Web-{EF5EF4CC-FADC-84B1-6A09-3E51101B2E69}" dt="2023-03-04T15:20:57.898" v="103" actId="20577"/>
          <ac:spMkLst>
            <pc:docMk/>
            <pc:sldMk cId="2305902872" sldId="308"/>
            <ac:spMk id="81921" creationId="{00000000-0000-0000-0000-000000000000}"/>
          </ac:spMkLst>
        </pc:spChg>
        <pc:spChg chg="mod">
          <ac:chgData name="Rizwan Rashid" userId="S::rizwan.rashid@comsats.edu.pk::12b6bffb-8fd7-410a-bd1e-f473b901c3a4" providerId="AD" clId="Web-{EF5EF4CC-FADC-84B1-6A09-3E51101B2E69}" dt="2023-03-04T18:08:43.805" v="189" actId="20577"/>
          <ac:spMkLst>
            <pc:docMk/>
            <pc:sldMk cId="2305902872" sldId="308"/>
            <ac:spMk id="81922" creationId="{00000000-0000-0000-0000-000000000000}"/>
          </ac:spMkLst>
        </pc:spChg>
      </pc:sldChg>
      <pc:sldChg chg="modSp add mod modClrScheme chgLayout">
        <pc:chgData name="Rizwan Rashid" userId="S::rizwan.rashid@comsats.edu.pk::12b6bffb-8fd7-410a-bd1e-f473b901c3a4" providerId="AD" clId="Web-{EF5EF4CC-FADC-84B1-6A09-3E51101B2E69}" dt="2023-03-04T18:06:28.253" v="187" actId="20577"/>
        <pc:sldMkLst>
          <pc:docMk/>
          <pc:sldMk cId="1237226634" sldId="309"/>
        </pc:sldMkLst>
        <pc:spChg chg="mod ord">
          <ac:chgData name="Rizwan Rashid" userId="S::rizwan.rashid@comsats.edu.pk::12b6bffb-8fd7-410a-bd1e-f473b901c3a4" providerId="AD" clId="Web-{EF5EF4CC-FADC-84B1-6A09-3E51101B2E69}" dt="2023-03-04T15:25:38.675" v="164"/>
          <ac:spMkLst>
            <pc:docMk/>
            <pc:sldMk cId="1237226634" sldId="309"/>
            <ac:spMk id="4" creationId="{00000000-0000-0000-0000-000000000000}"/>
          </ac:spMkLst>
        </pc:spChg>
        <pc:spChg chg="mod ord">
          <ac:chgData name="Rizwan Rashid" userId="S::rizwan.rashid@comsats.edu.pk::12b6bffb-8fd7-410a-bd1e-f473b901c3a4" providerId="AD" clId="Web-{EF5EF4CC-FADC-84B1-6A09-3E51101B2E69}" dt="2023-03-04T15:25:38.675" v="164"/>
          <ac:spMkLst>
            <pc:docMk/>
            <pc:sldMk cId="1237226634" sldId="309"/>
            <ac:spMk id="31747" creationId="{00000000-0000-0000-0000-000000000000}"/>
          </ac:spMkLst>
        </pc:spChg>
        <pc:spChg chg="mod ord">
          <ac:chgData name="Rizwan Rashid" userId="S::rizwan.rashid@comsats.edu.pk::12b6bffb-8fd7-410a-bd1e-f473b901c3a4" providerId="AD" clId="Web-{EF5EF4CC-FADC-84B1-6A09-3E51101B2E69}" dt="2023-03-04T18:06:28.253" v="187" actId="20577"/>
          <ac:spMkLst>
            <pc:docMk/>
            <pc:sldMk cId="1237226634" sldId="309"/>
            <ac:spMk id="31748" creationId="{00000000-0000-0000-0000-000000000000}"/>
          </ac:spMkLst>
        </pc:spChg>
      </pc:sldChg>
      <pc:sldChg chg="add del">
        <pc:chgData name="Rizwan Rashid" userId="S::rizwan.rashid@comsats.edu.pk::12b6bffb-8fd7-410a-bd1e-f473b901c3a4" providerId="AD" clId="Web-{EF5EF4CC-FADC-84B1-6A09-3E51101B2E69}" dt="2023-03-04T15:22:11.401" v="111"/>
        <pc:sldMkLst>
          <pc:docMk/>
          <pc:sldMk cId="1602115991" sldId="309"/>
        </pc:sldMkLst>
      </pc:sldChg>
      <pc:sldChg chg="modSp add mod modClrScheme chgLayout">
        <pc:chgData name="Rizwan Rashid" userId="S::rizwan.rashid@comsats.edu.pk::12b6bffb-8fd7-410a-bd1e-f473b901c3a4" providerId="AD" clId="Web-{EF5EF4CC-FADC-84B1-6A09-3E51101B2E69}" dt="2023-03-04T15:24:59.579" v="163"/>
        <pc:sldMkLst>
          <pc:docMk/>
          <pc:sldMk cId="638677986" sldId="310"/>
        </pc:sldMkLst>
        <pc:spChg chg="mod ord">
          <ac:chgData name="Rizwan Rashid" userId="S::rizwan.rashid@comsats.edu.pk::12b6bffb-8fd7-410a-bd1e-f473b901c3a4" providerId="AD" clId="Web-{EF5EF4CC-FADC-84B1-6A09-3E51101B2E69}" dt="2023-03-04T15:24:59.579" v="163"/>
          <ac:spMkLst>
            <pc:docMk/>
            <pc:sldMk cId="638677986" sldId="310"/>
            <ac:spMk id="4" creationId="{00000000-0000-0000-0000-000000000000}"/>
          </ac:spMkLst>
        </pc:spChg>
        <pc:spChg chg="mod ord">
          <ac:chgData name="Rizwan Rashid" userId="S::rizwan.rashid@comsats.edu.pk::12b6bffb-8fd7-410a-bd1e-f473b901c3a4" providerId="AD" clId="Web-{EF5EF4CC-FADC-84B1-6A09-3E51101B2E69}" dt="2023-03-04T15:24:59.579" v="163"/>
          <ac:spMkLst>
            <pc:docMk/>
            <pc:sldMk cId="638677986" sldId="310"/>
            <ac:spMk id="30723" creationId="{00000000-0000-0000-0000-000000000000}"/>
          </ac:spMkLst>
        </pc:spChg>
        <pc:spChg chg="mod ord">
          <ac:chgData name="Rizwan Rashid" userId="S::rizwan.rashid@comsats.edu.pk::12b6bffb-8fd7-410a-bd1e-f473b901c3a4" providerId="AD" clId="Web-{EF5EF4CC-FADC-84B1-6A09-3E51101B2E69}" dt="2023-03-04T15:24:59.579" v="163"/>
          <ac:spMkLst>
            <pc:docMk/>
            <pc:sldMk cId="638677986" sldId="310"/>
            <ac:spMk id="30724" creationId="{00000000-0000-0000-0000-000000000000}"/>
          </ac:spMkLst>
        </pc:spChg>
      </pc:sldChg>
      <pc:sldChg chg="add del">
        <pc:chgData name="Rizwan Rashid" userId="S::rizwan.rashid@comsats.edu.pk::12b6bffb-8fd7-410a-bd1e-f473b901c3a4" providerId="AD" clId="Web-{EF5EF4CC-FADC-84B1-6A09-3E51101B2E69}" dt="2023-03-04T15:22:11.401" v="110"/>
        <pc:sldMkLst>
          <pc:docMk/>
          <pc:sldMk cId="3849860184" sldId="310"/>
        </pc:sldMkLst>
      </pc:sldChg>
      <pc:sldChg chg="modSp add del mod modClrScheme chgLayout">
        <pc:chgData name="Rizwan Rashid" userId="S::rizwan.rashid@comsats.edu.pk::12b6bffb-8fd7-410a-bd1e-f473b901c3a4" providerId="AD" clId="Web-{EF5EF4CC-FADC-84B1-6A09-3E51101B2E69}" dt="2023-03-04T15:24:54.298" v="162"/>
        <pc:sldMkLst>
          <pc:docMk/>
          <pc:sldMk cId="862432516" sldId="311"/>
        </pc:sldMkLst>
        <pc:spChg chg="mod ord">
          <ac:chgData name="Rizwan Rashid" userId="S::rizwan.rashid@comsats.edu.pk::12b6bffb-8fd7-410a-bd1e-f473b901c3a4" providerId="AD" clId="Web-{EF5EF4CC-FADC-84B1-6A09-3E51101B2E69}" dt="2023-03-04T15:23:36.248" v="119"/>
          <ac:spMkLst>
            <pc:docMk/>
            <pc:sldMk cId="862432516" sldId="311"/>
            <ac:spMk id="4" creationId="{00000000-0000-0000-0000-000000000000}"/>
          </ac:spMkLst>
        </pc:spChg>
        <pc:spChg chg="mod ord">
          <ac:chgData name="Rizwan Rashid" userId="S::rizwan.rashid@comsats.edu.pk::12b6bffb-8fd7-410a-bd1e-f473b901c3a4" providerId="AD" clId="Web-{EF5EF4CC-FADC-84B1-6A09-3E51101B2E69}" dt="2023-03-04T15:23:36.248" v="119"/>
          <ac:spMkLst>
            <pc:docMk/>
            <pc:sldMk cId="862432516" sldId="311"/>
            <ac:spMk id="28675" creationId="{00000000-0000-0000-0000-000000000000}"/>
          </ac:spMkLst>
        </pc:spChg>
        <pc:spChg chg="mod ord">
          <ac:chgData name="Rizwan Rashid" userId="S::rizwan.rashid@comsats.edu.pk::12b6bffb-8fd7-410a-bd1e-f473b901c3a4" providerId="AD" clId="Web-{EF5EF4CC-FADC-84B1-6A09-3E51101B2E69}" dt="2023-03-04T15:24:15.859" v="130" actId="20577"/>
          <ac:spMkLst>
            <pc:docMk/>
            <pc:sldMk cId="862432516" sldId="311"/>
            <ac:spMk id="28676" creationId="{00000000-0000-0000-0000-000000000000}"/>
          </ac:spMkLst>
        </pc:spChg>
      </pc:sldChg>
      <pc:sldChg chg="add del">
        <pc:chgData name="Rizwan Rashid" userId="S::rizwan.rashid@comsats.edu.pk::12b6bffb-8fd7-410a-bd1e-f473b901c3a4" providerId="AD" clId="Web-{EF5EF4CC-FADC-84B1-6A09-3E51101B2E69}" dt="2023-03-04T15:22:11.385" v="109"/>
        <pc:sldMkLst>
          <pc:docMk/>
          <pc:sldMk cId="1493904291" sldId="311"/>
        </pc:sldMkLst>
      </pc:sldChg>
      <pc:sldChg chg="addSp delSp modSp add mod modClrScheme chgLayout">
        <pc:chgData name="Rizwan Rashid" userId="S::rizwan.rashid@comsats.edu.pk::12b6bffb-8fd7-410a-bd1e-f473b901c3a4" providerId="AD" clId="Web-{EF5EF4CC-FADC-84B1-6A09-3E51101B2E69}" dt="2023-03-04T15:24:52.892" v="161" actId="20577"/>
        <pc:sldMkLst>
          <pc:docMk/>
          <pc:sldMk cId="410574454" sldId="312"/>
        </pc:sldMkLst>
        <pc:spChg chg="mod ord">
          <ac:chgData name="Rizwan Rashid" userId="S::rizwan.rashid@comsats.edu.pk::12b6bffb-8fd7-410a-bd1e-f473b901c3a4" providerId="AD" clId="Web-{EF5EF4CC-FADC-84B1-6A09-3E51101B2E69}" dt="2023-03-04T15:23:21.357" v="118"/>
          <ac:spMkLst>
            <pc:docMk/>
            <pc:sldMk cId="410574454" sldId="312"/>
            <ac:spMk id="4" creationId="{00000000-0000-0000-0000-000000000000}"/>
          </ac:spMkLst>
        </pc:spChg>
        <pc:spChg chg="add mod">
          <ac:chgData name="Rizwan Rashid" userId="S::rizwan.rashid@comsats.edu.pk::12b6bffb-8fd7-410a-bd1e-f473b901c3a4" providerId="AD" clId="Web-{EF5EF4CC-FADC-84B1-6A09-3E51101B2E69}" dt="2023-03-04T15:24:12.156" v="129" actId="1076"/>
          <ac:spMkLst>
            <pc:docMk/>
            <pc:sldMk cId="410574454" sldId="312"/>
            <ac:spMk id="17" creationId="{9216F9AF-A53A-1CBA-07D7-DF1A5795F957}"/>
          </ac:spMkLst>
        </pc:spChg>
        <pc:spChg chg="add del mod">
          <ac:chgData name="Rizwan Rashid" userId="S::rizwan.rashid@comsats.edu.pk::12b6bffb-8fd7-410a-bd1e-f473b901c3a4" providerId="AD" clId="Web-{EF5EF4CC-FADC-84B1-6A09-3E51101B2E69}" dt="2023-03-04T15:24:23.828" v="134"/>
          <ac:spMkLst>
            <pc:docMk/>
            <pc:sldMk cId="410574454" sldId="312"/>
            <ac:spMk id="18" creationId="{59631BA7-1F16-6385-3783-672E6C0848F1}"/>
          </ac:spMkLst>
        </pc:spChg>
        <pc:spChg chg="mod ord">
          <ac:chgData name="Rizwan Rashid" userId="S::rizwan.rashid@comsats.edu.pk::12b6bffb-8fd7-410a-bd1e-f473b901c3a4" providerId="AD" clId="Web-{EF5EF4CC-FADC-84B1-6A09-3E51101B2E69}" dt="2023-03-04T15:23:21.357" v="118"/>
          <ac:spMkLst>
            <pc:docMk/>
            <pc:sldMk cId="410574454" sldId="312"/>
            <ac:spMk id="27651" creationId="{00000000-0000-0000-0000-000000000000}"/>
          </ac:spMkLst>
        </pc:spChg>
        <pc:spChg chg="add del mod ord">
          <ac:chgData name="Rizwan Rashid" userId="S::rizwan.rashid@comsats.edu.pk::12b6bffb-8fd7-410a-bd1e-f473b901c3a4" providerId="AD" clId="Web-{EF5EF4CC-FADC-84B1-6A09-3E51101B2E69}" dt="2023-03-04T15:24:52.892" v="161" actId="20577"/>
          <ac:spMkLst>
            <pc:docMk/>
            <pc:sldMk cId="410574454" sldId="312"/>
            <ac:spMk id="27652" creationId="{00000000-0000-0000-0000-000000000000}"/>
          </ac:spMkLst>
        </pc:spChg>
        <pc:spChg chg="add del">
          <ac:chgData name="Rizwan Rashid" userId="S::rizwan.rashid@comsats.edu.pk::12b6bffb-8fd7-410a-bd1e-f473b901c3a4" providerId="AD" clId="Web-{EF5EF4CC-FADC-84B1-6A09-3E51101B2E69}" dt="2023-03-04T15:23:21.357" v="118"/>
          <ac:spMkLst>
            <pc:docMk/>
            <pc:sldMk cId="410574454" sldId="312"/>
            <ac:spMk id="27658" creationId="{09FCD75A-2C80-D4CC-3AAD-722259B9F3D0}"/>
          </ac:spMkLst>
        </pc:spChg>
        <pc:graphicFrameChg chg="add del">
          <ac:chgData name="Rizwan Rashid" userId="S::rizwan.rashid@comsats.edu.pk::12b6bffb-8fd7-410a-bd1e-f473b901c3a4" providerId="AD" clId="Web-{EF5EF4CC-FADC-84B1-6A09-3E51101B2E69}" dt="2023-03-04T15:23:21.357" v="118"/>
          <ac:graphicFrameMkLst>
            <pc:docMk/>
            <pc:sldMk cId="410574454" sldId="312"/>
            <ac:graphicFrameMk id="27654" creationId="{E2794EE1-ACAB-7E65-A23F-2E1B64F27D70}"/>
          </ac:graphicFrameMkLst>
        </pc:graphicFrameChg>
      </pc:sldChg>
      <pc:sldChg chg="add del">
        <pc:chgData name="Rizwan Rashid" userId="S::rizwan.rashid@comsats.edu.pk::12b6bffb-8fd7-410a-bd1e-f473b901c3a4" providerId="AD" clId="Web-{EF5EF4CC-FADC-84B1-6A09-3E51101B2E69}" dt="2023-03-04T15:22:11.385" v="108"/>
        <pc:sldMkLst>
          <pc:docMk/>
          <pc:sldMk cId="2717646682" sldId="312"/>
        </pc:sldMkLst>
      </pc:sldChg>
      <pc:sldChg chg="modSp add">
        <pc:chgData name="Rizwan Rashid" userId="S::rizwan.rashid@comsats.edu.pk::12b6bffb-8fd7-410a-bd1e-f473b901c3a4" providerId="AD" clId="Web-{EF5EF4CC-FADC-84B1-6A09-3E51101B2E69}" dt="2023-03-04T18:11:07.981" v="196" actId="20577"/>
        <pc:sldMkLst>
          <pc:docMk/>
          <pc:sldMk cId="3135257175" sldId="313"/>
        </pc:sldMkLst>
        <pc:spChg chg="mod">
          <ac:chgData name="Rizwan Rashid" userId="S::rizwan.rashid@comsats.edu.pk::12b6bffb-8fd7-410a-bd1e-f473b901c3a4" providerId="AD" clId="Web-{EF5EF4CC-FADC-84B1-6A09-3E51101B2E69}" dt="2023-03-04T18:10:40.059" v="193" actId="20577"/>
          <ac:spMkLst>
            <pc:docMk/>
            <pc:sldMk cId="3135257175" sldId="313"/>
            <ac:spMk id="93185" creationId="{00000000-0000-0000-0000-000000000000}"/>
          </ac:spMkLst>
        </pc:spChg>
        <pc:spChg chg="mod">
          <ac:chgData name="Rizwan Rashid" userId="S::rizwan.rashid@comsats.edu.pk::12b6bffb-8fd7-410a-bd1e-f473b901c3a4" providerId="AD" clId="Web-{EF5EF4CC-FADC-84B1-6A09-3E51101B2E69}" dt="2023-03-04T18:11:07.981" v="196" actId="20577"/>
          <ac:spMkLst>
            <pc:docMk/>
            <pc:sldMk cId="3135257175" sldId="313"/>
            <ac:spMk id="93186" creationId="{00000000-0000-0000-0000-000000000000}"/>
          </ac:spMkLst>
        </pc:spChg>
      </pc:sldChg>
      <pc:sldMasterChg chg="add del addSldLayout delSldLayout">
        <pc:chgData name="Rizwan Rashid" userId="S::rizwan.rashid@comsats.edu.pk::12b6bffb-8fd7-410a-bd1e-f473b901c3a4" providerId="AD" clId="Web-{EF5EF4CC-FADC-84B1-6A09-3E51101B2E69}" dt="2023-03-04T15:22:11.401" v="111"/>
        <pc:sldMasterMkLst>
          <pc:docMk/>
          <pc:sldMasterMk cId="0" sldId="2147483707"/>
        </pc:sldMasterMkLst>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08"/>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09"/>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0"/>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1"/>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2"/>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3"/>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4"/>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5"/>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6"/>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7"/>
          </pc:sldLayoutMkLst>
        </pc:sldLayoutChg>
        <pc:sldLayoutChg chg="add del">
          <pc:chgData name="Rizwan Rashid" userId="S::rizwan.rashid@comsats.edu.pk::12b6bffb-8fd7-410a-bd1e-f473b901c3a4" providerId="AD" clId="Web-{EF5EF4CC-FADC-84B1-6A09-3E51101B2E69}" dt="2023-03-04T15:22:11.401" v="111"/>
          <pc:sldLayoutMkLst>
            <pc:docMk/>
            <pc:sldMasterMk cId="0" sldId="2147483707"/>
            <pc:sldLayoutMk cId="0" sldId="2147483718"/>
          </pc:sldLayoutMkLst>
        </pc:sldLayoutChg>
      </pc:sldMasterChg>
    </pc:docChg>
  </pc:docChgLst>
  <pc:docChgLst>
    <pc:chgData name="Rizwan Rashid" userId="S::rizwan.rashid@comsats.edu.pk::12b6bffb-8fd7-410a-bd1e-f473b901c3a4" providerId="AD" clId="Web-{9E50A080-2594-4EE9-25F9-29B66D28D8AE}"/>
    <pc:docChg chg="addSld modSld">
      <pc:chgData name="Rizwan Rashid" userId="S::rizwan.rashid@comsats.edu.pk::12b6bffb-8fd7-410a-bd1e-f473b901c3a4" providerId="AD" clId="Web-{9E50A080-2594-4EE9-25F9-29B66D28D8AE}" dt="2023-03-12T14:38:33.633" v="12"/>
      <pc:docMkLst>
        <pc:docMk/>
      </pc:docMkLst>
      <pc:sldChg chg="addSp delSp modSp">
        <pc:chgData name="Rizwan Rashid" userId="S::rizwan.rashid@comsats.edu.pk::12b6bffb-8fd7-410a-bd1e-f473b901c3a4" providerId="AD" clId="Web-{9E50A080-2594-4EE9-25F9-29B66D28D8AE}" dt="2023-03-12T14:37:30.287" v="7"/>
        <pc:sldMkLst>
          <pc:docMk/>
          <pc:sldMk cId="1144330755" sldId="277"/>
        </pc:sldMkLst>
        <pc:picChg chg="add del mod">
          <ac:chgData name="Rizwan Rashid" userId="S::rizwan.rashid@comsats.edu.pk::12b6bffb-8fd7-410a-bd1e-f473b901c3a4" providerId="AD" clId="Web-{9E50A080-2594-4EE9-25F9-29B66D28D8AE}" dt="2023-03-12T14:37:09.630" v="1"/>
          <ac:picMkLst>
            <pc:docMk/>
            <pc:sldMk cId="1144330755" sldId="277"/>
            <ac:picMk id="2" creationId="{35A98A78-6362-A28B-D85F-CF82CBC28E3B}"/>
          </ac:picMkLst>
        </pc:picChg>
        <pc:picChg chg="add del mod">
          <ac:chgData name="Rizwan Rashid" userId="S::rizwan.rashid@comsats.edu.pk::12b6bffb-8fd7-410a-bd1e-f473b901c3a4" providerId="AD" clId="Web-{9E50A080-2594-4EE9-25F9-29B66D28D8AE}" dt="2023-03-12T14:37:16.552" v="3"/>
          <ac:picMkLst>
            <pc:docMk/>
            <pc:sldMk cId="1144330755" sldId="277"/>
            <ac:picMk id="3" creationId="{FF45E187-84F3-F973-8071-ACA164419B83}"/>
          </ac:picMkLst>
        </pc:picChg>
        <pc:picChg chg="add del mod">
          <ac:chgData name="Rizwan Rashid" userId="S::rizwan.rashid@comsats.edu.pk::12b6bffb-8fd7-410a-bd1e-f473b901c3a4" providerId="AD" clId="Web-{9E50A080-2594-4EE9-25F9-29B66D28D8AE}" dt="2023-03-12T14:37:30.287" v="7"/>
          <ac:picMkLst>
            <pc:docMk/>
            <pc:sldMk cId="1144330755" sldId="277"/>
            <ac:picMk id="4" creationId="{A1C293A9-E1FC-7C1D-EA76-18DE49716FDA}"/>
          </ac:picMkLst>
        </pc:picChg>
      </pc:sldChg>
      <pc:sldChg chg="new">
        <pc:chgData name="Rizwan Rashid" userId="S::rizwan.rashid@comsats.edu.pk::12b6bffb-8fd7-410a-bd1e-f473b901c3a4" providerId="AD" clId="Web-{9E50A080-2594-4EE9-25F9-29B66D28D8AE}" dt="2023-03-12T14:37:19.989" v="4"/>
        <pc:sldMkLst>
          <pc:docMk/>
          <pc:sldMk cId="3559858969" sldId="278"/>
        </pc:sldMkLst>
      </pc:sldChg>
      <pc:sldChg chg="addSp delSp modSp new">
        <pc:chgData name="Rizwan Rashid" userId="S::rizwan.rashid@comsats.edu.pk::12b6bffb-8fd7-410a-bd1e-f473b901c3a4" providerId="AD" clId="Web-{9E50A080-2594-4EE9-25F9-29B66D28D8AE}" dt="2023-03-12T14:38:33.633" v="12"/>
        <pc:sldMkLst>
          <pc:docMk/>
          <pc:sldMk cId="2142972920" sldId="279"/>
        </pc:sldMkLst>
        <pc:spChg chg="del">
          <ac:chgData name="Rizwan Rashid" userId="S::rizwan.rashid@comsats.edu.pk::12b6bffb-8fd7-410a-bd1e-f473b901c3a4" providerId="AD" clId="Web-{9E50A080-2594-4EE9-25F9-29B66D28D8AE}" dt="2023-03-12T14:37:48.397" v="9"/>
          <ac:spMkLst>
            <pc:docMk/>
            <pc:sldMk cId="2142972920" sldId="279"/>
            <ac:spMk id="3" creationId="{CBD5D325-7266-2C07-AE00-7A06FD90A204}"/>
          </ac:spMkLst>
        </pc:spChg>
        <pc:spChg chg="add del mod">
          <ac:chgData name="Rizwan Rashid" userId="S::rizwan.rashid@comsats.edu.pk::12b6bffb-8fd7-410a-bd1e-f473b901c3a4" providerId="AD" clId="Web-{9E50A080-2594-4EE9-25F9-29B66D28D8AE}" dt="2023-03-12T14:38:33.273" v="11"/>
          <ac:spMkLst>
            <pc:docMk/>
            <pc:sldMk cId="2142972920" sldId="279"/>
            <ac:spMk id="7" creationId="{2FBBF04C-ACB0-710C-9DC2-D08B636C3080}"/>
          </ac:spMkLst>
        </pc:spChg>
        <pc:spChg chg="add mod">
          <ac:chgData name="Rizwan Rashid" userId="S::rizwan.rashid@comsats.edu.pk::12b6bffb-8fd7-410a-bd1e-f473b901c3a4" providerId="AD" clId="Web-{9E50A080-2594-4EE9-25F9-29B66D28D8AE}" dt="2023-03-12T14:38:33.633" v="12"/>
          <ac:spMkLst>
            <pc:docMk/>
            <pc:sldMk cId="2142972920" sldId="279"/>
            <ac:spMk id="10" creationId="{C9371E30-F8D0-6291-0387-AAB1174E49CA}"/>
          </ac:spMkLst>
        </pc:spChg>
        <pc:picChg chg="add del mod ord">
          <ac:chgData name="Rizwan Rashid" userId="S::rizwan.rashid@comsats.edu.pk::12b6bffb-8fd7-410a-bd1e-f473b901c3a4" providerId="AD" clId="Web-{9E50A080-2594-4EE9-25F9-29B66D28D8AE}" dt="2023-03-12T14:37:52.272" v="10"/>
          <ac:picMkLst>
            <pc:docMk/>
            <pc:sldMk cId="2142972920" sldId="279"/>
            <ac:picMk id="5" creationId="{DA8CB0E9-7A92-EBC5-AA14-AD39B9661A09}"/>
          </ac:picMkLst>
        </pc:picChg>
        <pc:picChg chg="add del mod ord">
          <ac:chgData name="Rizwan Rashid" userId="S::rizwan.rashid@comsats.edu.pk::12b6bffb-8fd7-410a-bd1e-f473b901c3a4" providerId="AD" clId="Web-{9E50A080-2594-4EE9-25F9-29B66D28D8AE}" dt="2023-03-12T14:38:33.633" v="12"/>
          <ac:picMkLst>
            <pc:docMk/>
            <pc:sldMk cId="2142972920" sldId="279"/>
            <ac:picMk id="8" creationId="{D24ECA3B-107B-01EA-5C5C-BC2CF7BD9A94}"/>
          </ac:picMkLst>
        </pc:picChg>
      </pc:sldChg>
    </pc:docChg>
  </pc:docChgLst>
  <pc:docChgLst>
    <pc:chgData name="Rizwan Rashid" userId="S::rizwan.rashid@comsats.edu.pk::12b6bffb-8fd7-410a-bd1e-f473b901c3a4" providerId="AD" clId="Web-{30DE1357-0FBB-6918-318B-E5A8C71FF614}"/>
    <pc:docChg chg="addSld modSld">
      <pc:chgData name="Rizwan Rashid" userId="S::rizwan.rashid@comsats.edu.pk::12b6bffb-8fd7-410a-bd1e-f473b901c3a4" providerId="AD" clId="Web-{30DE1357-0FBB-6918-318B-E5A8C71FF614}" dt="2023-03-18T15:15:32.547" v="47" actId="14100"/>
      <pc:docMkLst>
        <pc:docMk/>
      </pc:docMkLst>
      <pc:sldChg chg="addSp delSp modSp new">
        <pc:chgData name="Rizwan Rashid" userId="S::rizwan.rashid@comsats.edu.pk::12b6bffb-8fd7-410a-bd1e-f473b901c3a4" providerId="AD" clId="Web-{30DE1357-0FBB-6918-318B-E5A8C71FF614}" dt="2023-03-18T15:10:12.240" v="18" actId="20577"/>
        <pc:sldMkLst>
          <pc:docMk/>
          <pc:sldMk cId="2835391841" sldId="289"/>
        </pc:sldMkLst>
        <pc:spChg chg="mod">
          <ac:chgData name="Rizwan Rashid" userId="S::rizwan.rashid@comsats.edu.pk::12b6bffb-8fd7-410a-bd1e-f473b901c3a4" providerId="AD" clId="Web-{30DE1357-0FBB-6918-318B-E5A8C71FF614}" dt="2023-03-18T15:10:12.240" v="18" actId="20577"/>
          <ac:spMkLst>
            <pc:docMk/>
            <pc:sldMk cId="2835391841" sldId="289"/>
            <ac:spMk id="2" creationId="{ADA347E5-4657-DFB2-FE7A-DBA633867271}"/>
          </ac:spMkLst>
        </pc:spChg>
        <pc:spChg chg="del">
          <ac:chgData name="Rizwan Rashid" userId="S::rizwan.rashid@comsats.edu.pk::12b6bffb-8fd7-410a-bd1e-f473b901c3a4" providerId="AD" clId="Web-{30DE1357-0FBB-6918-318B-E5A8C71FF614}" dt="2023-03-18T15:08:45.144" v="1"/>
          <ac:spMkLst>
            <pc:docMk/>
            <pc:sldMk cId="2835391841" sldId="289"/>
            <ac:spMk id="3" creationId="{99EFF045-A258-1B70-4A9C-D25A91B721C9}"/>
          </ac:spMkLst>
        </pc:spChg>
        <pc:spChg chg="add del mod">
          <ac:chgData name="Rizwan Rashid" userId="S::rizwan.rashid@comsats.edu.pk::12b6bffb-8fd7-410a-bd1e-f473b901c3a4" providerId="AD" clId="Web-{30DE1357-0FBB-6918-318B-E5A8C71FF614}" dt="2023-03-18T15:08:54.598" v="5"/>
          <ac:spMkLst>
            <pc:docMk/>
            <pc:sldMk cId="2835391841" sldId="289"/>
            <ac:spMk id="5" creationId="{61EBA809-F2A0-54B7-AEA1-7519DBB94C86}"/>
          </ac:spMkLst>
        </pc:spChg>
        <pc:picChg chg="add mod">
          <ac:chgData name="Rizwan Rashid" userId="S::rizwan.rashid@comsats.edu.pk::12b6bffb-8fd7-410a-bd1e-f473b901c3a4" providerId="AD" clId="Web-{30DE1357-0FBB-6918-318B-E5A8C71FF614}" dt="2023-03-18T15:10:00.506" v="13" actId="1076"/>
          <ac:picMkLst>
            <pc:docMk/>
            <pc:sldMk cId="2835391841" sldId="289"/>
            <ac:picMk id="6" creationId="{82B3899C-24E5-5043-DDF5-DD6745D7B0C5}"/>
          </ac:picMkLst>
        </pc:picChg>
      </pc:sldChg>
      <pc:sldChg chg="addSp delSp modSp new">
        <pc:chgData name="Rizwan Rashid" userId="S::rizwan.rashid@comsats.edu.pk::12b6bffb-8fd7-410a-bd1e-f473b901c3a4" providerId="AD" clId="Web-{30DE1357-0FBB-6918-318B-E5A8C71FF614}" dt="2023-03-18T15:11:59.900" v="37" actId="1076"/>
        <pc:sldMkLst>
          <pc:docMk/>
          <pc:sldMk cId="1541621828" sldId="290"/>
        </pc:sldMkLst>
        <pc:spChg chg="mod">
          <ac:chgData name="Rizwan Rashid" userId="S::rizwan.rashid@comsats.edu.pk::12b6bffb-8fd7-410a-bd1e-f473b901c3a4" providerId="AD" clId="Web-{30DE1357-0FBB-6918-318B-E5A8C71FF614}" dt="2023-03-18T15:11:37.915" v="27" actId="20577"/>
          <ac:spMkLst>
            <pc:docMk/>
            <pc:sldMk cId="1541621828" sldId="290"/>
            <ac:spMk id="2" creationId="{9DD047DC-91DE-761C-55A4-DD02FEA64641}"/>
          </ac:spMkLst>
        </pc:spChg>
        <pc:spChg chg="del">
          <ac:chgData name="Rizwan Rashid" userId="S::rizwan.rashid@comsats.edu.pk::12b6bffb-8fd7-410a-bd1e-f473b901c3a4" providerId="AD" clId="Web-{30DE1357-0FBB-6918-318B-E5A8C71FF614}" dt="2023-03-18T15:11:13.070" v="20"/>
          <ac:spMkLst>
            <pc:docMk/>
            <pc:sldMk cId="1541621828" sldId="290"/>
            <ac:spMk id="3" creationId="{9EE2F5FA-2735-1F44-390A-877202638342}"/>
          </ac:spMkLst>
        </pc:spChg>
        <pc:spChg chg="add mod">
          <ac:chgData name="Rizwan Rashid" userId="S::rizwan.rashid@comsats.edu.pk::12b6bffb-8fd7-410a-bd1e-f473b901c3a4" providerId="AD" clId="Web-{30DE1357-0FBB-6918-318B-E5A8C71FF614}" dt="2023-03-18T15:11:59.900" v="37" actId="1076"/>
          <ac:spMkLst>
            <pc:docMk/>
            <pc:sldMk cId="1541621828" sldId="290"/>
            <ac:spMk id="6" creationId="{FED467BA-EE6E-1CCE-5DF6-171DD12210DD}"/>
          </ac:spMkLst>
        </pc:spChg>
        <pc:picChg chg="add mod ord">
          <ac:chgData name="Rizwan Rashid" userId="S::rizwan.rashid@comsats.edu.pk::12b6bffb-8fd7-410a-bd1e-f473b901c3a4" providerId="AD" clId="Web-{30DE1357-0FBB-6918-318B-E5A8C71FF614}" dt="2023-03-18T15:11:18.492" v="22" actId="14100"/>
          <ac:picMkLst>
            <pc:docMk/>
            <pc:sldMk cId="1541621828" sldId="290"/>
            <ac:picMk id="5" creationId="{53D9A271-E666-51FE-8DD2-D2F015ED0F36}"/>
          </ac:picMkLst>
        </pc:picChg>
      </pc:sldChg>
      <pc:sldChg chg="addSp modSp new">
        <pc:chgData name="Rizwan Rashid" userId="S::rizwan.rashid@comsats.edu.pk::12b6bffb-8fd7-410a-bd1e-f473b901c3a4" providerId="AD" clId="Web-{30DE1357-0FBB-6918-318B-E5A8C71FF614}" dt="2023-03-18T15:15:32.547" v="47" actId="14100"/>
        <pc:sldMkLst>
          <pc:docMk/>
          <pc:sldMk cId="570939183" sldId="291"/>
        </pc:sldMkLst>
        <pc:spChg chg="mod">
          <ac:chgData name="Rizwan Rashid" userId="S::rizwan.rashid@comsats.edu.pk::12b6bffb-8fd7-410a-bd1e-f473b901c3a4" providerId="AD" clId="Web-{30DE1357-0FBB-6918-318B-E5A8C71FF614}" dt="2023-03-18T15:13:59.294" v="42" actId="20577"/>
          <ac:spMkLst>
            <pc:docMk/>
            <pc:sldMk cId="570939183" sldId="291"/>
            <ac:spMk id="2" creationId="{CFEB9F6A-A6B4-3E74-83AC-364686BD5123}"/>
          </ac:spMkLst>
        </pc:spChg>
        <pc:spChg chg="mod">
          <ac:chgData name="Rizwan Rashid" userId="S::rizwan.rashid@comsats.edu.pk::12b6bffb-8fd7-410a-bd1e-f473b901c3a4" providerId="AD" clId="Web-{30DE1357-0FBB-6918-318B-E5A8C71FF614}" dt="2023-03-18T15:13:56.294" v="41" actId="14100"/>
          <ac:spMkLst>
            <pc:docMk/>
            <pc:sldMk cId="570939183" sldId="291"/>
            <ac:spMk id="3" creationId="{505C8B93-A183-7163-9405-B3D7395C19FE}"/>
          </ac:spMkLst>
        </pc:spChg>
        <pc:picChg chg="add mod">
          <ac:chgData name="Rizwan Rashid" userId="S::rizwan.rashid@comsats.edu.pk::12b6bffb-8fd7-410a-bd1e-f473b901c3a4" providerId="AD" clId="Web-{30DE1357-0FBB-6918-318B-E5A8C71FF614}" dt="2023-03-18T15:15:32.547" v="47" actId="14100"/>
          <ac:picMkLst>
            <pc:docMk/>
            <pc:sldMk cId="570939183" sldId="291"/>
            <ac:picMk id="5" creationId="{D4E2395A-5090-6FA2-D94A-345C22A80DD5}"/>
          </ac:picMkLst>
        </pc:picChg>
      </pc:sldChg>
    </pc:docChg>
  </pc:docChgLst>
  <pc:docChgLst>
    <pc:chgData name="Rizwan Rashid" userId="S::rizwan.rashid@comsats.edu.pk::12b6bffb-8fd7-410a-bd1e-f473b901c3a4" providerId="AD" clId="Web-{DD0FD014-C90D-71A8-CD32-02A6BB98148C}"/>
    <pc:docChg chg="addSld modSld">
      <pc:chgData name="Rizwan Rashid" userId="S::rizwan.rashid@comsats.edu.pk::12b6bffb-8fd7-410a-bd1e-f473b901c3a4" providerId="AD" clId="Web-{DD0FD014-C90D-71A8-CD32-02A6BB98148C}" dt="2023-02-26T13:36:57.036" v="78" actId="1076"/>
      <pc:docMkLst>
        <pc:docMk/>
      </pc:docMkLst>
      <pc:sldChg chg="modSp">
        <pc:chgData name="Rizwan Rashid" userId="S::rizwan.rashid@comsats.edu.pk::12b6bffb-8fd7-410a-bd1e-f473b901c3a4" providerId="AD" clId="Web-{DD0FD014-C90D-71A8-CD32-02A6BB98148C}" dt="2023-02-26T13:31:17.509" v="16" actId="20577"/>
        <pc:sldMkLst>
          <pc:docMk/>
          <pc:sldMk cId="396960561" sldId="303"/>
        </pc:sldMkLst>
        <pc:spChg chg="mod">
          <ac:chgData name="Rizwan Rashid" userId="S::rizwan.rashid@comsats.edu.pk::12b6bffb-8fd7-410a-bd1e-f473b901c3a4" providerId="AD" clId="Web-{DD0FD014-C90D-71A8-CD32-02A6BB98148C}" dt="2023-02-26T13:26:23.046" v="4" actId="20577"/>
          <ac:spMkLst>
            <pc:docMk/>
            <pc:sldMk cId="396960561" sldId="303"/>
            <ac:spMk id="2" creationId="{097A7DAC-6179-C03A-BBF2-2991BA0FA052}"/>
          </ac:spMkLst>
        </pc:spChg>
        <pc:spChg chg="mod">
          <ac:chgData name="Rizwan Rashid" userId="S::rizwan.rashid@comsats.edu.pk::12b6bffb-8fd7-410a-bd1e-f473b901c3a4" providerId="AD" clId="Web-{DD0FD014-C90D-71A8-CD32-02A6BB98148C}" dt="2023-02-26T13:31:17.509" v="16" actId="20577"/>
          <ac:spMkLst>
            <pc:docMk/>
            <pc:sldMk cId="396960561" sldId="303"/>
            <ac:spMk id="3" creationId="{84AEE141-5F1D-0F86-D138-36902D5E5EE6}"/>
          </ac:spMkLst>
        </pc:spChg>
      </pc:sldChg>
      <pc:sldChg chg="addSp delSp modSp new">
        <pc:chgData name="Rizwan Rashid" userId="S::rizwan.rashid@comsats.edu.pk::12b6bffb-8fd7-410a-bd1e-f473b901c3a4" providerId="AD" clId="Web-{DD0FD014-C90D-71A8-CD32-02A6BB98148C}" dt="2023-02-26T13:36:57.036" v="78" actId="1076"/>
        <pc:sldMkLst>
          <pc:docMk/>
          <pc:sldMk cId="1356119526" sldId="304"/>
        </pc:sldMkLst>
        <pc:spChg chg="mod">
          <ac:chgData name="Rizwan Rashid" userId="S::rizwan.rashid@comsats.edu.pk::12b6bffb-8fd7-410a-bd1e-f473b901c3a4" providerId="AD" clId="Web-{DD0FD014-C90D-71A8-CD32-02A6BB98148C}" dt="2023-02-26T13:34:35.656" v="56" actId="14100"/>
          <ac:spMkLst>
            <pc:docMk/>
            <pc:sldMk cId="1356119526" sldId="304"/>
            <ac:spMk id="2" creationId="{8039E250-3E91-5879-28E5-DE4BF0483DFC}"/>
          </ac:spMkLst>
        </pc:spChg>
        <pc:spChg chg="del">
          <ac:chgData name="Rizwan Rashid" userId="S::rizwan.rashid@comsats.edu.pk::12b6bffb-8fd7-410a-bd1e-f473b901c3a4" providerId="AD" clId="Web-{DD0FD014-C90D-71A8-CD32-02A6BB98148C}" dt="2023-02-26T13:31:25.494" v="18"/>
          <ac:spMkLst>
            <pc:docMk/>
            <pc:sldMk cId="1356119526" sldId="304"/>
            <ac:spMk id="3" creationId="{ECB8D1CE-6DAF-A805-52D9-BBC734D58D88}"/>
          </ac:spMkLst>
        </pc:spChg>
        <pc:spChg chg="del">
          <ac:chgData name="Rizwan Rashid" userId="S::rizwan.rashid@comsats.edu.pk::12b6bffb-8fd7-410a-bd1e-f473b901c3a4" providerId="AD" clId="Web-{DD0FD014-C90D-71A8-CD32-02A6BB98148C}" dt="2023-02-26T13:33:11.888" v="27"/>
          <ac:spMkLst>
            <pc:docMk/>
            <pc:sldMk cId="1356119526" sldId="304"/>
            <ac:spMk id="5" creationId="{D4ADE763-FA9C-FF54-447D-8CAB7F0CE209}"/>
          </ac:spMkLst>
        </pc:spChg>
        <pc:spChg chg="add mod">
          <ac:chgData name="Rizwan Rashid" userId="S::rizwan.rashid@comsats.edu.pk::12b6bffb-8fd7-410a-bd1e-f473b901c3a4" providerId="AD" clId="Web-{DD0FD014-C90D-71A8-CD32-02A6BB98148C}" dt="2023-02-26T13:35:23.642" v="69" actId="1076"/>
          <ac:spMkLst>
            <pc:docMk/>
            <pc:sldMk cId="1356119526" sldId="304"/>
            <ac:spMk id="10" creationId="{2B3BA15F-EED2-D947-60FC-8FC1158B2727}"/>
          </ac:spMkLst>
        </pc:spChg>
        <pc:spChg chg="add mod">
          <ac:chgData name="Rizwan Rashid" userId="S::rizwan.rashid@comsats.edu.pk::12b6bffb-8fd7-410a-bd1e-f473b901c3a4" providerId="AD" clId="Web-{DD0FD014-C90D-71A8-CD32-02A6BB98148C}" dt="2023-02-26T13:36:09.737" v="75" actId="1076"/>
          <ac:spMkLst>
            <pc:docMk/>
            <pc:sldMk cId="1356119526" sldId="304"/>
            <ac:spMk id="11" creationId="{79AD46D1-9CE6-ACE0-3BCE-84198D8CD169}"/>
          </ac:spMkLst>
        </pc:spChg>
        <pc:picChg chg="add mod ord modCrop">
          <ac:chgData name="Rizwan Rashid" userId="S::rizwan.rashid@comsats.edu.pk::12b6bffb-8fd7-410a-bd1e-f473b901c3a4" providerId="AD" clId="Web-{DD0FD014-C90D-71A8-CD32-02A6BB98148C}" dt="2023-02-26T13:36:46.098" v="76"/>
          <ac:picMkLst>
            <pc:docMk/>
            <pc:sldMk cId="1356119526" sldId="304"/>
            <ac:picMk id="6" creationId="{89ACF81F-B355-6698-E3A8-3CC7E4D8CE14}"/>
          </ac:picMkLst>
        </pc:picChg>
        <pc:picChg chg="add del mod">
          <ac:chgData name="Rizwan Rashid" userId="S::rizwan.rashid@comsats.edu.pk::12b6bffb-8fd7-410a-bd1e-f473b901c3a4" providerId="AD" clId="Web-{DD0FD014-C90D-71A8-CD32-02A6BB98148C}" dt="2023-02-26T13:32:33.183" v="24"/>
          <ac:picMkLst>
            <pc:docMk/>
            <pc:sldMk cId="1356119526" sldId="304"/>
            <ac:picMk id="7" creationId="{9DDA34EB-8718-E2C4-A96E-D9D1AA4D4D77}"/>
          </ac:picMkLst>
        </pc:picChg>
        <pc:picChg chg="add mod modCrop">
          <ac:chgData name="Rizwan Rashid" userId="S::rizwan.rashid@comsats.edu.pk::12b6bffb-8fd7-410a-bd1e-f473b901c3a4" providerId="AD" clId="Web-{DD0FD014-C90D-71A8-CD32-02A6BB98148C}" dt="2023-02-26T13:36:57.036" v="78" actId="1076"/>
          <ac:picMkLst>
            <pc:docMk/>
            <pc:sldMk cId="1356119526" sldId="304"/>
            <ac:picMk id="8" creationId="{A44AE221-0354-6F71-ACC6-0D2DF2BDE46A}"/>
          </ac:picMkLst>
        </pc:picChg>
        <pc:picChg chg="add mod modCrop">
          <ac:chgData name="Rizwan Rashid" userId="S::rizwan.rashid@comsats.edu.pk::12b6bffb-8fd7-410a-bd1e-f473b901c3a4" providerId="AD" clId="Web-{DD0FD014-C90D-71A8-CD32-02A6BB98148C}" dt="2023-02-26T13:35:13.017" v="67" actId="1076"/>
          <ac:picMkLst>
            <pc:docMk/>
            <pc:sldMk cId="1356119526" sldId="304"/>
            <ac:picMk id="9" creationId="{70DE5FBE-53DE-7C7D-2EBC-40233287F70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455CF-B899-4461-B000-3CA0161C8F05}" type="datetimeFigureOut">
              <a:t>12/17/2023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82285-9208-45FE-8296-067356ACE3AE}" type="slidenum">
              <a:t>‹#›</a:t>
            </a:fld>
            <a:endParaRPr lang="en-US"/>
          </a:p>
        </p:txBody>
      </p:sp>
    </p:spTree>
    <p:extLst>
      <p:ext uri="{BB962C8B-B14F-4D97-AF65-F5344CB8AC3E}">
        <p14:creationId xmlns:p14="http://schemas.microsoft.com/office/powerpoint/2010/main" val="738506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7782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F6ACE5B-4FD8-477C-98B7-5A066055D36D}" type="slidenum">
              <a:rPr lang="en-US" smtClean="0"/>
              <a:pPr fontAlgn="base">
                <a:spcBef>
                  <a:spcPct val="0"/>
                </a:spcBef>
                <a:spcAft>
                  <a:spcPct val="0"/>
                </a:spcAft>
                <a:defRPr/>
              </a:pPr>
              <a:t>1</a:t>
            </a:fld>
            <a:endParaRPr lang="en-US"/>
          </a:p>
        </p:txBody>
      </p:sp>
    </p:spTree>
    <p:extLst>
      <p:ext uri="{BB962C8B-B14F-4D97-AF65-F5344CB8AC3E}">
        <p14:creationId xmlns:p14="http://schemas.microsoft.com/office/powerpoint/2010/main" val="619104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58F6D21-CC6A-4A74-9942-DD23E0FBDF24}" type="datetime1">
              <a:rPr lang="en-US" smtClean="0"/>
              <a:t>12/17/2023</a:t>
            </a:fld>
            <a:endParaRPr lang="en-US"/>
          </a:p>
        </p:txBody>
      </p:sp>
      <p:sp>
        <p:nvSpPr>
          <p:cNvPr id="5" name="Footer Placeholder 4"/>
          <p:cNvSpPr>
            <a:spLocks noGrp="1"/>
          </p:cNvSpPr>
          <p:nvPr>
            <p:ph type="ftr" sz="quarter" idx="11"/>
          </p:nvPr>
        </p:nvSpPr>
        <p:spPr/>
        <p:txBody>
          <a:bodyPr/>
          <a:lstStyle>
            <a:lvl1pPr>
              <a:defRPr dirty="0"/>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r>
              <a:rPr lang="en-US"/>
              <a:t>4-</a:t>
            </a:r>
            <a:fld id="{B069CE69-BA4D-409A-9BEE-BBC106BF059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a:xfrm>
            <a:off x="6502400" y="6324601"/>
            <a:ext cx="1219200" cy="365125"/>
          </a:xfrm>
        </p:spPr>
        <p:txBody>
          <a:bodyPr/>
          <a:lstStyle>
            <a:lvl1pPr>
              <a:defRPr/>
            </a:lvl1pPr>
          </a:lstStyle>
          <a:p>
            <a:pPr>
              <a:defRPr/>
            </a:pPr>
            <a:fld id="{0890E0EA-71A1-46A9-8A68-F142709F4AF4}" type="datetime1">
              <a:rPr lang="en-US" smtClean="0"/>
              <a:t>12/17/2023</a:t>
            </a:fld>
            <a:endParaRPr lang="en-US" dirty="0"/>
          </a:p>
        </p:txBody>
      </p:sp>
      <p:sp>
        <p:nvSpPr>
          <p:cNvPr id="5" name="Slide Number Placeholder 7"/>
          <p:cNvSpPr>
            <a:spLocks noGrp="1"/>
          </p:cNvSpPr>
          <p:nvPr>
            <p:ph type="sldNum" sz="quarter" idx="11"/>
          </p:nvPr>
        </p:nvSpPr>
        <p:spPr/>
        <p:txBody>
          <a:bodyPr/>
          <a:lstStyle>
            <a:lvl1pPr>
              <a:defRPr/>
            </a:lvl1pPr>
          </a:lstStyle>
          <a:p>
            <a:pPr>
              <a:defRPr/>
            </a:pPr>
            <a:r>
              <a:rPr lang="en-US"/>
              <a:t>4-</a:t>
            </a:r>
            <a:fld id="{57268796-14F5-48B8-9B28-6E8BE4B44CA9}" type="slidenum">
              <a:rPr lang="en-US"/>
              <a:pPr>
                <a:defRPr/>
              </a:pPr>
              <a:t>‹#›</a:t>
            </a:fld>
            <a:endParaRPr lang="en-US"/>
          </a:p>
        </p:txBody>
      </p:sp>
      <p:sp>
        <p:nvSpPr>
          <p:cNvPr id="6" name="Footer Placeholder 8"/>
          <p:cNvSpPr>
            <a:spLocks noGrp="1"/>
          </p:cNvSpPr>
          <p:nvPr>
            <p:ph type="ftr" sz="quarter" idx="12"/>
          </p:nvPr>
        </p:nvSpPr>
        <p:spPr>
          <a:xfrm>
            <a:off x="609600" y="6340476"/>
            <a:ext cx="5791200" cy="365125"/>
          </a:xfrm>
        </p:spPr>
        <p:txBody>
          <a:bodyPr/>
          <a:lstStyle>
            <a:lvl1pPr>
              <a:defRPr dirty="0"/>
            </a:lvl1pPr>
          </a:lstStyle>
          <a:p>
            <a:pPr>
              <a:defRPr/>
            </a:pPr>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8CCCB9A-A0F2-4A21-AFBB-13F763B48C90}" type="datetime1">
              <a:rPr lang="en-US" smtClean="0"/>
              <a:t>12/17/2023</a:t>
            </a:fld>
            <a:endParaRPr lang="en-US"/>
          </a:p>
        </p:txBody>
      </p:sp>
      <p:sp>
        <p:nvSpPr>
          <p:cNvPr id="5" name="Footer Placeholder 4"/>
          <p:cNvSpPr>
            <a:spLocks noGrp="1"/>
          </p:cNvSpPr>
          <p:nvPr>
            <p:ph type="ftr" sz="quarter" idx="11"/>
          </p:nvPr>
        </p:nvSpPr>
        <p:spPr/>
        <p:txBody>
          <a:bodyPr/>
          <a:lstStyle>
            <a:lvl1pPr>
              <a:defRPr dirty="0"/>
            </a:lvl1pPr>
          </a:lstStyle>
          <a:p>
            <a:pPr>
              <a:defRPr/>
            </a:pPr>
            <a:endParaRPr lang="en-CA"/>
          </a:p>
        </p:txBody>
      </p:sp>
      <p:sp>
        <p:nvSpPr>
          <p:cNvPr id="6" name="Slide Number Placeholder 5"/>
          <p:cNvSpPr>
            <a:spLocks noGrp="1"/>
          </p:cNvSpPr>
          <p:nvPr>
            <p:ph type="sldNum" sz="quarter" idx="12"/>
          </p:nvPr>
        </p:nvSpPr>
        <p:spPr/>
        <p:txBody>
          <a:bodyPr/>
          <a:lstStyle>
            <a:lvl1pPr>
              <a:defRPr/>
            </a:lvl1pPr>
          </a:lstStyle>
          <a:p>
            <a:pPr>
              <a:defRPr/>
            </a:pPr>
            <a:r>
              <a:rPr lang="en-US"/>
              <a:t>4-</a:t>
            </a:r>
            <a:fld id="{EB25F41A-FC34-4ED0-B488-FE197F39465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88A6B259-8448-4B5A-8438-2B5949D8727C}" type="datetime1">
              <a:rPr lang="en-US" smtClean="0"/>
              <a:t>12/17/2023</a:t>
            </a:fld>
            <a:endParaRPr lang="en-US"/>
          </a:p>
        </p:txBody>
      </p:sp>
      <p:sp>
        <p:nvSpPr>
          <p:cNvPr id="6" name="Footer Placeholder 5"/>
          <p:cNvSpPr>
            <a:spLocks noGrp="1"/>
          </p:cNvSpPr>
          <p:nvPr>
            <p:ph type="ftr" sz="quarter" idx="11"/>
          </p:nvPr>
        </p:nvSpPr>
        <p:spPr/>
        <p:txBody>
          <a:bodyPr/>
          <a:lstStyle>
            <a:lvl1pPr>
              <a:defRPr dirty="0"/>
            </a:lvl1pPr>
          </a:lstStyle>
          <a:p>
            <a:pPr>
              <a:defRPr/>
            </a:pPr>
            <a:endParaRPr lang="en-CA"/>
          </a:p>
        </p:txBody>
      </p:sp>
      <p:sp>
        <p:nvSpPr>
          <p:cNvPr id="7" name="Slide Number Placeholder 6"/>
          <p:cNvSpPr>
            <a:spLocks noGrp="1"/>
          </p:cNvSpPr>
          <p:nvPr>
            <p:ph type="sldNum" sz="quarter" idx="12"/>
          </p:nvPr>
        </p:nvSpPr>
        <p:spPr/>
        <p:txBody>
          <a:bodyPr/>
          <a:lstStyle>
            <a:lvl1pPr>
              <a:defRPr/>
            </a:lvl1pPr>
          </a:lstStyle>
          <a:p>
            <a:pPr>
              <a:defRPr/>
            </a:pPr>
            <a:r>
              <a:rPr lang="en-US"/>
              <a:t>4-</a:t>
            </a:r>
            <a:fld id="{10D6D814-DD1A-442D-BA9A-9C5ED29DB3F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fld id="{6E5876AD-C089-49D8-8741-7DC2A0991284}" type="datetime1">
              <a:rPr lang="en-US" smtClean="0"/>
              <a:t>12/17/2023</a:t>
            </a:fld>
            <a:endParaRPr lang="en-US"/>
          </a:p>
        </p:txBody>
      </p:sp>
      <p:sp>
        <p:nvSpPr>
          <p:cNvPr id="8" name="Footer Placeholder 7"/>
          <p:cNvSpPr>
            <a:spLocks noGrp="1"/>
          </p:cNvSpPr>
          <p:nvPr>
            <p:ph type="ftr" sz="quarter" idx="11"/>
          </p:nvPr>
        </p:nvSpPr>
        <p:spPr/>
        <p:txBody>
          <a:bodyPr/>
          <a:lstStyle>
            <a:lvl1pPr>
              <a:defRPr dirty="0"/>
            </a:lvl1pPr>
          </a:lstStyle>
          <a:p>
            <a:pPr>
              <a:defRPr/>
            </a:pPr>
            <a:endParaRPr lang="en-CA"/>
          </a:p>
        </p:txBody>
      </p:sp>
      <p:sp>
        <p:nvSpPr>
          <p:cNvPr id="9" name="Slide Number Placeholder 8"/>
          <p:cNvSpPr>
            <a:spLocks noGrp="1"/>
          </p:cNvSpPr>
          <p:nvPr>
            <p:ph type="sldNum" sz="quarter" idx="12"/>
          </p:nvPr>
        </p:nvSpPr>
        <p:spPr/>
        <p:txBody>
          <a:bodyPr/>
          <a:lstStyle>
            <a:lvl1pPr>
              <a:defRPr/>
            </a:lvl1pPr>
          </a:lstStyle>
          <a:p>
            <a:pPr>
              <a:defRPr/>
            </a:pPr>
            <a:r>
              <a:rPr lang="en-US"/>
              <a:t>4-</a:t>
            </a:r>
            <a:fld id="{CD025D4A-CD3D-4BD5-A25B-DE3B219771C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246C6E2C-208C-4B47-8C0C-256F03EBEDB3}" type="datetime1">
              <a:rPr lang="en-US" smtClean="0"/>
              <a:t>12/17/2023</a:t>
            </a:fld>
            <a:endParaRPr lang="en-US"/>
          </a:p>
        </p:txBody>
      </p:sp>
      <p:sp>
        <p:nvSpPr>
          <p:cNvPr id="4" name="Footer Placeholder 3"/>
          <p:cNvSpPr>
            <a:spLocks noGrp="1"/>
          </p:cNvSpPr>
          <p:nvPr>
            <p:ph type="ftr" sz="quarter" idx="11"/>
          </p:nvPr>
        </p:nvSpPr>
        <p:spPr/>
        <p:txBody>
          <a:bodyPr/>
          <a:lstStyle>
            <a:lvl1pPr>
              <a:defRPr dirty="0"/>
            </a:lvl1pPr>
          </a:lstStyle>
          <a:p>
            <a:pPr>
              <a:defRPr/>
            </a:pPr>
            <a:endParaRPr lang="en-CA"/>
          </a:p>
        </p:txBody>
      </p:sp>
      <p:sp>
        <p:nvSpPr>
          <p:cNvPr id="5" name="Slide Number Placeholder 4"/>
          <p:cNvSpPr>
            <a:spLocks noGrp="1"/>
          </p:cNvSpPr>
          <p:nvPr>
            <p:ph type="sldNum" sz="quarter" idx="12"/>
          </p:nvPr>
        </p:nvSpPr>
        <p:spPr/>
        <p:txBody>
          <a:bodyPr/>
          <a:lstStyle>
            <a:lvl1pPr>
              <a:defRPr/>
            </a:lvl1pPr>
          </a:lstStyle>
          <a:p>
            <a:pPr>
              <a:defRPr/>
            </a:pPr>
            <a:r>
              <a:rPr lang="en-US"/>
              <a:t>4-</a:t>
            </a:r>
            <a:fld id="{F1AA2B40-3527-4D05-9DF4-019F06FB972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41A7A682-A913-4895-B053-8EAAECA1DBD8}" type="datetime1">
              <a:rPr lang="en-US" smtClean="0"/>
              <a:t>12/17/2023</a:t>
            </a:fld>
            <a:endParaRPr lang="en-US"/>
          </a:p>
        </p:txBody>
      </p:sp>
      <p:sp>
        <p:nvSpPr>
          <p:cNvPr id="3" name="Footer Placeholder 2"/>
          <p:cNvSpPr>
            <a:spLocks noGrp="1"/>
          </p:cNvSpPr>
          <p:nvPr>
            <p:ph type="ftr" sz="quarter" idx="11"/>
          </p:nvPr>
        </p:nvSpPr>
        <p:spPr/>
        <p:txBody>
          <a:bodyPr/>
          <a:lstStyle>
            <a:lvl1pPr>
              <a:defRPr dirty="0"/>
            </a:lvl1pPr>
          </a:lstStyle>
          <a:p>
            <a:pPr>
              <a:defRPr/>
            </a:pPr>
            <a:endParaRPr lang="en-CA"/>
          </a:p>
        </p:txBody>
      </p:sp>
      <p:sp>
        <p:nvSpPr>
          <p:cNvPr id="4" name="Slide Number Placeholder 3"/>
          <p:cNvSpPr>
            <a:spLocks noGrp="1"/>
          </p:cNvSpPr>
          <p:nvPr>
            <p:ph type="sldNum" sz="quarter" idx="12"/>
          </p:nvPr>
        </p:nvSpPr>
        <p:spPr/>
        <p:txBody>
          <a:bodyPr/>
          <a:lstStyle>
            <a:lvl1pPr>
              <a:defRPr/>
            </a:lvl1pPr>
          </a:lstStyle>
          <a:p>
            <a:pPr>
              <a:defRPr/>
            </a:pPr>
            <a:r>
              <a:rPr lang="en-US"/>
              <a:t>4-</a:t>
            </a:r>
            <a:fld id="{5C19DC18-8568-4928-8A24-3CFC41AF7C2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F1448B37-5D56-4C32-8DC8-7919F1285592}" type="datetime1">
              <a:rPr lang="en-US" smtClean="0"/>
              <a:t>12/17/2023</a:t>
            </a:fld>
            <a:endParaRPr lang="en-US"/>
          </a:p>
        </p:txBody>
      </p:sp>
      <p:sp>
        <p:nvSpPr>
          <p:cNvPr id="6" name="Footer Placeholder 5"/>
          <p:cNvSpPr>
            <a:spLocks noGrp="1"/>
          </p:cNvSpPr>
          <p:nvPr>
            <p:ph type="ftr" sz="quarter" idx="11"/>
          </p:nvPr>
        </p:nvSpPr>
        <p:spPr/>
        <p:txBody>
          <a:bodyPr/>
          <a:lstStyle>
            <a:lvl1pPr>
              <a:defRPr dirty="0"/>
            </a:lvl1pPr>
          </a:lstStyle>
          <a:p>
            <a:pPr>
              <a:defRPr/>
            </a:pPr>
            <a:endParaRPr lang="en-CA"/>
          </a:p>
        </p:txBody>
      </p:sp>
      <p:sp>
        <p:nvSpPr>
          <p:cNvPr id="7" name="Slide Number Placeholder 6"/>
          <p:cNvSpPr>
            <a:spLocks noGrp="1"/>
          </p:cNvSpPr>
          <p:nvPr>
            <p:ph type="sldNum" sz="quarter" idx="12"/>
          </p:nvPr>
        </p:nvSpPr>
        <p:spPr/>
        <p:txBody>
          <a:bodyPr/>
          <a:lstStyle>
            <a:lvl1pPr>
              <a:defRPr/>
            </a:lvl1pPr>
          </a:lstStyle>
          <a:p>
            <a:pPr>
              <a:defRPr/>
            </a:pPr>
            <a:r>
              <a:rPr lang="en-US"/>
              <a:t>4-</a:t>
            </a:r>
            <a:fld id="{80FF31FF-0458-47E2-870A-575BE826263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A18AA7D3-5371-48C2-BF16-008D42325B51}" type="datetime1">
              <a:rPr lang="en-US" smtClean="0"/>
              <a:t>12/17/2023</a:t>
            </a:fld>
            <a:endParaRPr lang="en-US"/>
          </a:p>
        </p:txBody>
      </p:sp>
      <p:sp>
        <p:nvSpPr>
          <p:cNvPr id="6" name="Footer Placeholder 5"/>
          <p:cNvSpPr>
            <a:spLocks noGrp="1"/>
          </p:cNvSpPr>
          <p:nvPr>
            <p:ph type="ftr" sz="quarter" idx="11"/>
          </p:nvPr>
        </p:nvSpPr>
        <p:spPr/>
        <p:txBody>
          <a:bodyPr/>
          <a:lstStyle>
            <a:lvl1pPr>
              <a:defRPr dirty="0"/>
            </a:lvl1pPr>
          </a:lstStyle>
          <a:p>
            <a:pPr>
              <a:defRPr/>
            </a:pPr>
            <a:endParaRPr lang="en-CA"/>
          </a:p>
        </p:txBody>
      </p:sp>
      <p:sp>
        <p:nvSpPr>
          <p:cNvPr id="7" name="Slide Number Placeholder 6"/>
          <p:cNvSpPr>
            <a:spLocks noGrp="1"/>
          </p:cNvSpPr>
          <p:nvPr>
            <p:ph type="sldNum" sz="quarter" idx="12"/>
          </p:nvPr>
        </p:nvSpPr>
        <p:spPr/>
        <p:txBody>
          <a:bodyPr/>
          <a:lstStyle>
            <a:lvl1pPr>
              <a:defRPr/>
            </a:lvl1pPr>
          </a:lstStyle>
          <a:p>
            <a:pPr>
              <a:defRPr/>
            </a:pPr>
            <a:r>
              <a:rPr lang="en-US"/>
              <a:t>4-</a:t>
            </a:r>
            <a:fld id="{923D035E-B47D-4709-BD55-4547F4FE47F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3AF6B82-6B12-40F2-A18B-136CF51DACA4}" type="datetime1">
              <a:rPr lang="en-US" smtClean="0"/>
              <a:t>12/17/2023</a:t>
            </a:fld>
            <a:endParaRPr lang="en-US"/>
          </a:p>
        </p:txBody>
      </p:sp>
      <p:sp>
        <p:nvSpPr>
          <p:cNvPr id="5" name="Footer Placeholder 4"/>
          <p:cNvSpPr>
            <a:spLocks noGrp="1"/>
          </p:cNvSpPr>
          <p:nvPr>
            <p:ph type="ftr" sz="quarter" idx="11"/>
          </p:nvPr>
        </p:nvSpPr>
        <p:spPr/>
        <p:txBody>
          <a:bodyPr/>
          <a:lstStyle>
            <a:lvl1pPr>
              <a:defRPr dirty="0"/>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r>
              <a:rPr lang="en-US"/>
              <a:t>4-</a:t>
            </a:r>
            <a:fld id="{253BA372-21F8-431B-9751-C5A570203D3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C55DE06-6875-457C-9CBD-3B7F77D1C5AE}" type="datetime1">
              <a:rPr lang="en-US" smtClean="0"/>
              <a:t>12/17/2023</a:t>
            </a:fld>
            <a:endParaRPr lang="en-US"/>
          </a:p>
        </p:txBody>
      </p:sp>
      <p:sp>
        <p:nvSpPr>
          <p:cNvPr id="5" name="Footer Placeholder 4"/>
          <p:cNvSpPr>
            <a:spLocks noGrp="1"/>
          </p:cNvSpPr>
          <p:nvPr>
            <p:ph type="ftr" sz="quarter" idx="11"/>
          </p:nvPr>
        </p:nvSpPr>
        <p:spPr/>
        <p:txBody>
          <a:bodyPr/>
          <a:lstStyle>
            <a:lvl1pPr>
              <a:defRPr dirty="0"/>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r>
              <a:rPr lang="en-US"/>
              <a:t>4-</a:t>
            </a:r>
            <a:fld id="{923606AD-46F8-45CE-985C-1AB648C1A7B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8575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DC00BA2-983A-01B3-647B-E9F7C0A7823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92F31CDF-F117-D494-6E0A-6645CD46CDDF}"/>
              </a:ext>
            </a:extLst>
          </p:cNvPr>
          <p:cNvSpPr>
            <a:spLocks noGrp="1" noChangeArrowheads="1"/>
          </p:cNvSpPr>
          <p:nvPr>
            <p:ph type="sldNum" sz="quarter" idx="11"/>
          </p:nvPr>
        </p:nvSpPr>
        <p:spPr>
          <a:ln/>
        </p:spPr>
        <p:txBody>
          <a:bodyPr/>
          <a:lstStyle>
            <a:lvl1pPr>
              <a:defRPr/>
            </a:lvl1pPr>
          </a:lstStyle>
          <a:p>
            <a:fld id="{DD07503D-3F2A-46B8-8990-32C0256ECDC3}" type="slidenum">
              <a:rPr lang="en-US" altLang="en-US"/>
              <a:pPr/>
              <a:t>‹#›</a:t>
            </a:fld>
            <a:endParaRPr lang="en-US" altLang="en-US"/>
          </a:p>
        </p:txBody>
      </p:sp>
    </p:spTree>
    <p:extLst>
      <p:ext uri="{BB962C8B-B14F-4D97-AF65-F5344CB8AC3E}">
        <p14:creationId xmlns:p14="http://schemas.microsoft.com/office/powerpoint/2010/main" val="1814554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97600" y="6340476"/>
            <a:ext cx="1219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632435DB-2777-44C7-A4D1-DA10B0998925}" type="datetime1">
              <a:rPr lang="en-US" smtClean="0"/>
              <a:t>12/17/2023</a:t>
            </a:fld>
            <a:endParaRPr lang="en-US" dirty="0"/>
          </a:p>
        </p:txBody>
      </p:sp>
      <p:sp>
        <p:nvSpPr>
          <p:cNvPr id="5" name="Footer Placeholder 4"/>
          <p:cNvSpPr>
            <a:spLocks noGrp="1"/>
          </p:cNvSpPr>
          <p:nvPr>
            <p:ph type="ftr" sz="quarter" idx="3"/>
          </p:nvPr>
        </p:nvSpPr>
        <p:spPr>
          <a:xfrm>
            <a:off x="609600" y="6356351"/>
            <a:ext cx="5486400" cy="365125"/>
          </a:xfrm>
          <a:prstGeom prst="rect">
            <a:avLst/>
          </a:prstGeom>
        </p:spPr>
        <p:txBody>
          <a:bodyPr vert="horz" wrap="square" lIns="91440" tIns="45720" rIns="91440" bIns="45720" numCol="1" anchor="ctr" anchorCtr="0" compatLnSpc="1">
            <a:prstTxWarp prst="textNoShape">
              <a:avLst/>
            </a:prstTxWarp>
          </a:bodyPr>
          <a:lstStyle>
            <a:lvl1pPr algn="ctr">
              <a:defRPr sz="1200" dirty="0">
                <a:solidFill>
                  <a:srgbClr val="898989"/>
                </a:solidFill>
                <a:latin typeface="Calibri" pitchFamily="34" charset="0"/>
                <a:cs typeface="+mn-cs"/>
              </a:defRPr>
            </a:lvl1pPr>
          </a:lstStyle>
          <a:p>
            <a:pPr>
              <a:defRPr/>
            </a:pPr>
            <a:endParaRPr lang="en-CA"/>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r>
              <a:rPr lang="en-US"/>
              <a:t>1-</a:t>
            </a:r>
            <a:fld id="{5F15D9FD-F25E-4309-8ECE-902AF3FEEAAB}" type="slidenum">
              <a:rPr lang="en-US"/>
              <a:pPr>
                <a:defRPr/>
              </a:pPr>
              <a:t>‹#›</a:t>
            </a:fld>
            <a:endParaRPr lang="en-US"/>
          </a:p>
        </p:txBody>
      </p:sp>
      <p:pic>
        <p:nvPicPr>
          <p:cNvPr id="1031" name="Picture 2"/>
          <p:cNvPicPr>
            <a:picLocks noChangeArrowheads="1"/>
          </p:cNvPicPr>
          <p:nvPr userDrawn="1"/>
        </p:nvPicPr>
        <p:blipFill>
          <a:blip r:embed="rId14"/>
          <a:srcRect/>
          <a:stretch>
            <a:fillRect/>
          </a:stretch>
        </p:blipFill>
        <p:spPr bwMode="auto">
          <a:xfrm>
            <a:off x="0" y="0"/>
            <a:ext cx="203200" cy="68580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2"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a:xfrm>
            <a:off x="3209027" y="2455654"/>
            <a:ext cx="5763883" cy="1470025"/>
          </a:xfrm>
        </p:spPr>
        <p:txBody>
          <a:bodyPr/>
          <a:lstStyle/>
          <a:p>
            <a:r>
              <a:rPr lang="en-US" dirty="0"/>
              <a:t>Lecture – 26-27</a:t>
            </a:r>
          </a:p>
        </p:txBody>
      </p:sp>
      <p:sp>
        <p:nvSpPr>
          <p:cNvPr id="3" name="Subtitle 2"/>
          <p:cNvSpPr>
            <a:spLocks noGrp="1"/>
          </p:cNvSpPr>
          <p:nvPr>
            <p:ph type="subTitle" idx="1"/>
          </p:nvPr>
        </p:nvSpPr>
        <p:spPr>
          <a:xfrm>
            <a:off x="3496574" y="3917832"/>
            <a:ext cx="4948686" cy="976223"/>
          </a:xfrm>
        </p:spPr>
        <p:txBody>
          <a:bodyPr rtlCol="0">
            <a:normAutofit/>
          </a:bodyPr>
          <a:lstStyle/>
          <a:p>
            <a:r>
              <a:rPr lang="en-US" dirty="0"/>
              <a:t>Binary Files</a:t>
            </a:r>
          </a:p>
        </p:txBody>
      </p:sp>
      <p:sp>
        <p:nvSpPr>
          <p:cNvPr id="2" name="AutoShape 2" descr="https://euc-powerpoint.officeapps.live.com/pods/GetClipboardImage.ashx?Id=c625e484-1ae5-4722-b306-c2de0a13a0fb&amp;DC=GEU9&amp;pkey=0b22afb2-de41-4082-976f-4a05fdef003b&amp;wdwaccluster=GEU9"/>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5978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0E774370-1F1C-936A-3A49-83CD69A6E4F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875BFD7-B306-4BB6-A7E0-85AD6DA313C8}" type="slidenum">
              <a:rPr lang="en-US" altLang="en-US" sz="1400"/>
              <a:pPr>
                <a:spcBef>
                  <a:spcPct val="0"/>
                </a:spcBef>
                <a:buClrTx/>
                <a:buSzTx/>
                <a:buFontTx/>
                <a:buNone/>
              </a:pPr>
              <a:t>2</a:t>
            </a:fld>
            <a:endParaRPr lang="en-US" altLang="en-US" sz="1400"/>
          </a:p>
        </p:txBody>
      </p:sp>
      <p:sp>
        <p:nvSpPr>
          <p:cNvPr id="7171" name="Rectangle 2">
            <a:extLst>
              <a:ext uri="{FF2B5EF4-FFF2-40B4-BE49-F238E27FC236}">
                <a16:creationId xmlns:a16="http://schemas.microsoft.com/office/drawing/2014/main" id="{171C28FC-F533-E8A3-A867-ADF8632126FA}"/>
              </a:ext>
            </a:extLst>
          </p:cNvPr>
          <p:cNvSpPr>
            <a:spLocks noGrp="1" noChangeArrowheads="1"/>
          </p:cNvSpPr>
          <p:nvPr>
            <p:ph type="title"/>
          </p:nvPr>
        </p:nvSpPr>
        <p:spPr>
          <a:xfrm>
            <a:off x="914400" y="228600"/>
            <a:ext cx="10363200" cy="666750"/>
          </a:xfrm>
          <a:noFill/>
        </p:spPr>
        <p:txBody>
          <a:bodyPr/>
          <a:lstStyle/>
          <a:p>
            <a:r>
              <a:rPr lang="en-US" altLang="en-US"/>
              <a:t>How is I/O Handled in Java?</a:t>
            </a:r>
          </a:p>
        </p:txBody>
      </p:sp>
      <p:sp>
        <p:nvSpPr>
          <p:cNvPr id="7172" name="Rectangle 3">
            <a:extLst>
              <a:ext uri="{FF2B5EF4-FFF2-40B4-BE49-F238E27FC236}">
                <a16:creationId xmlns:a16="http://schemas.microsoft.com/office/drawing/2014/main" id="{418534F3-5DE8-65FA-6644-BC513CC5AF21}"/>
              </a:ext>
            </a:extLst>
          </p:cNvPr>
          <p:cNvSpPr>
            <a:spLocks noGrp="1" noChangeArrowheads="1"/>
          </p:cNvSpPr>
          <p:nvPr>
            <p:ph type="body" idx="1"/>
          </p:nvPr>
        </p:nvSpPr>
        <p:spPr>
          <a:xfrm>
            <a:off x="304800" y="1066800"/>
            <a:ext cx="11582400" cy="1143000"/>
          </a:xfrm>
          <a:noFill/>
        </p:spPr>
        <p:txBody>
          <a:bodyPr/>
          <a:lstStyle/>
          <a:p>
            <a:pPr algn="just"/>
            <a:r>
              <a:rPr lang="en-US" altLang="en-US" sz="2200" dirty="0">
                <a:cs typeface="Courier New" panose="02070309020205020404" pitchFamily="49" charset="0"/>
              </a:rPr>
              <a:t>A </a:t>
            </a:r>
            <a:r>
              <a:rPr lang="en-US" altLang="en-US" sz="2200" b="1" dirty="0">
                <a:cs typeface="Courier New" panose="02070309020205020404" pitchFamily="49" charset="0"/>
              </a:rPr>
              <a:t>File</a:t>
            </a:r>
            <a:r>
              <a:rPr lang="en-US" altLang="en-US" sz="2200" dirty="0">
                <a:cs typeface="Courier New" panose="02070309020205020404" pitchFamily="49" charset="0"/>
              </a:rPr>
              <a:t> object encapsulates the properties of a file or a path, but does not contain the methods for reading/writing data from/to a file. </a:t>
            </a:r>
          </a:p>
          <a:p>
            <a:pPr algn="just"/>
            <a:r>
              <a:rPr lang="en-US" altLang="en-US" sz="2200" dirty="0">
                <a:cs typeface="Courier New" panose="02070309020205020404" pitchFamily="49" charset="0"/>
              </a:rPr>
              <a:t>In order to perform I/O, you need to create objects using appropriate Java I/O classes. </a:t>
            </a:r>
          </a:p>
        </p:txBody>
      </p:sp>
      <p:sp>
        <p:nvSpPr>
          <p:cNvPr id="7173" name="Rectangle 7">
            <a:extLst>
              <a:ext uri="{FF2B5EF4-FFF2-40B4-BE49-F238E27FC236}">
                <a16:creationId xmlns:a16="http://schemas.microsoft.com/office/drawing/2014/main" id="{6B6193CC-2796-F4DC-2266-8DF313E89552}"/>
              </a:ext>
            </a:extLst>
          </p:cNvPr>
          <p:cNvSpPr>
            <a:spLocks noChangeArrowheads="1"/>
          </p:cNvSpPr>
          <p:nvPr/>
        </p:nvSpPr>
        <p:spPr bwMode="auto">
          <a:xfrm>
            <a:off x="3282951" y="2514600"/>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0776" name="Rectangle 8">
            <a:extLst>
              <a:ext uri="{FF2B5EF4-FFF2-40B4-BE49-F238E27FC236}">
                <a16:creationId xmlns:a16="http://schemas.microsoft.com/office/drawing/2014/main" id="{88C4D007-970C-D877-04F7-6144F3567B03}"/>
              </a:ext>
            </a:extLst>
          </p:cNvPr>
          <p:cNvSpPr>
            <a:spLocks noChangeArrowheads="1"/>
          </p:cNvSpPr>
          <p:nvPr/>
        </p:nvSpPr>
        <p:spPr bwMode="auto">
          <a:xfrm>
            <a:off x="1016000" y="5257800"/>
            <a:ext cx="8839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t>PrintWriter output = new PrintWriter("temp.txt");</a:t>
            </a:r>
          </a:p>
          <a:p>
            <a:pPr>
              <a:buFont typeface="Monotype Sorts"/>
              <a:buNone/>
            </a:pPr>
            <a:r>
              <a:rPr lang="en-US" altLang="en-US" sz="2000"/>
              <a:t>output.println("Java 101");</a:t>
            </a:r>
          </a:p>
          <a:p>
            <a:pPr>
              <a:buFont typeface="Monotype Sorts"/>
              <a:buNone/>
            </a:pPr>
            <a:r>
              <a:rPr lang="en-US" altLang="en-US" sz="2000"/>
              <a:t>output.close();</a:t>
            </a:r>
            <a:endParaRPr lang="en-US" altLang="en-US" sz="2000">
              <a:cs typeface="Courier New" panose="02070309020205020404" pitchFamily="49" charset="0"/>
            </a:endParaRPr>
          </a:p>
        </p:txBody>
      </p:sp>
      <p:sp>
        <p:nvSpPr>
          <p:cNvPr id="160777" name="Rectangle 9">
            <a:extLst>
              <a:ext uri="{FF2B5EF4-FFF2-40B4-BE49-F238E27FC236}">
                <a16:creationId xmlns:a16="http://schemas.microsoft.com/office/drawing/2014/main" id="{64D045C5-14D3-C1DD-353A-DEEA20C000AD}"/>
              </a:ext>
            </a:extLst>
          </p:cNvPr>
          <p:cNvSpPr>
            <a:spLocks noChangeArrowheads="1"/>
          </p:cNvSpPr>
          <p:nvPr/>
        </p:nvSpPr>
        <p:spPr bwMode="auto">
          <a:xfrm>
            <a:off x="914400" y="2286000"/>
            <a:ext cx="8839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t>Scanner input = new Scanner(new File("temp.txt"));</a:t>
            </a:r>
          </a:p>
          <a:p>
            <a:pPr>
              <a:buFont typeface="Monotype Sorts"/>
              <a:buNone/>
            </a:pPr>
            <a:r>
              <a:rPr lang="en-US" altLang="en-US" sz="2000"/>
              <a:t>System.out.println(input.nextLine());</a:t>
            </a:r>
          </a:p>
        </p:txBody>
      </p:sp>
      <p:sp>
        <p:nvSpPr>
          <p:cNvPr id="7176" name="Rectangle 13">
            <a:extLst>
              <a:ext uri="{FF2B5EF4-FFF2-40B4-BE49-F238E27FC236}">
                <a16:creationId xmlns:a16="http://schemas.microsoft.com/office/drawing/2014/main" id="{7AC7D71C-BDD9-4748-1487-7E0909B7DAD2}"/>
              </a:ext>
            </a:extLst>
          </p:cNvPr>
          <p:cNvSpPr>
            <a:spLocks noChangeArrowheads="1"/>
          </p:cNvSpPr>
          <p:nvPr/>
        </p:nvSpPr>
        <p:spPr bwMode="auto">
          <a:xfrm>
            <a:off x="0" y="2283768"/>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9739" y="3133428"/>
            <a:ext cx="5239482" cy="2124372"/>
          </a:xfrm>
          <a:prstGeom prst="rect">
            <a:avLst/>
          </a:prstGeom>
        </p:spPr>
      </p:pic>
    </p:spTree>
    <p:extLst>
      <p:ext uri="{BB962C8B-B14F-4D97-AF65-F5344CB8AC3E}">
        <p14:creationId xmlns:p14="http://schemas.microsoft.com/office/powerpoint/2010/main" val="3945539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24147D18-D8EE-11AE-C4AD-F28DFCDB5E8E}"/>
              </a:ext>
            </a:extLst>
          </p:cNvPr>
          <p:cNvSpPr>
            <a:spLocks noGrp="1" noChangeArrowheads="1"/>
          </p:cNvSpPr>
          <p:nvPr>
            <p:ph type="title"/>
          </p:nvPr>
        </p:nvSpPr>
        <p:spPr/>
        <p:txBody>
          <a:bodyPr/>
          <a:lstStyle/>
          <a:p>
            <a:pPr algn="l"/>
            <a:r>
              <a:rPr lang="en-US" altLang="en-US" dirty="0"/>
              <a:t>Text File vs. Binary File</a:t>
            </a:r>
          </a:p>
        </p:txBody>
      </p:sp>
      <p:sp>
        <p:nvSpPr>
          <p:cNvPr id="8196" name="Rectangle 3">
            <a:extLst>
              <a:ext uri="{FF2B5EF4-FFF2-40B4-BE49-F238E27FC236}">
                <a16:creationId xmlns:a16="http://schemas.microsoft.com/office/drawing/2014/main" id="{2841C2EF-48FD-9D82-E415-C869E4E4099F}"/>
              </a:ext>
            </a:extLst>
          </p:cNvPr>
          <p:cNvSpPr>
            <a:spLocks noGrp="1" noChangeArrowheads="1"/>
          </p:cNvSpPr>
          <p:nvPr>
            <p:ph idx="1"/>
          </p:nvPr>
        </p:nvSpPr>
        <p:spPr>
          <a:xfrm>
            <a:off x="395784" y="1491020"/>
            <a:ext cx="11491415" cy="5073553"/>
          </a:xfrm>
        </p:spPr>
        <p:txBody>
          <a:bodyPr/>
          <a:lstStyle/>
          <a:p>
            <a:r>
              <a:rPr lang="en-US" altLang="en-US" dirty="0"/>
              <a:t>Data stored in a text file are represented in human-readable form. </a:t>
            </a:r>
          </a:p>
          <a:p>
            <a:r>
              <a:rPr lang="en-US" altLang="en-US" dirty="0"/>
              <a:t>Data stored in a binary file are represented in binary form. You cannot read binary files. </a:t>
            </a:r>
          </a:p>
          <a:p>
            <a:r>
              <a:rPr lang="en-US" altLang="en-US" dirty="0"/>
              <a:t>Binary files are designed to be read by programs.</a:t>
            </a:r>
          </a:p>
          <a:p>
            <a:pPr lvl="1"/>
            <a:r>
              <a:rPr lang="en-US" altLang="en-US" dirty="0"/>
              <a:t>For example, the Java source programs are stored in text files and can be read by a text editor, but the Java classes are stored in binary files and are read by the JVM. </a:t>
            </a:r>
          </a:p>
          <a:p>
            <a:pPr lvl="1"/>
            <a:r>
              <a:rPr lang="en-US" altLang="en-US" dirty="0"/>
              <a:t>The advantage of binary files is that they are more efficient to process than text files.</a:t>
            </a:r>
          </a:p>
        </p:txBody>
      </p:sp>
      <p:sp>
        <p:nvSpPr>
          <p:cNvPr id="2" name="Rectangle 1"/>
          <p:cNvSpPr/>
          <p:nvPr/>
        </p:nvSpPr>
        <p:spPr>
          <a:xfrm>
            <a:off x="6141492" y="474724"/>
            <a:ext cx="5964075"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i="1" dirty="0"/>
              <a:t>Binary I/O does not involve encoding or decoding and thus is more efficient than text I/O.</a:t>
            </a:r>
            <a:endParaRPr lang="en-US" sz="2000" dirty="0"/>
          </a:p>
        </p:txBody>
      </p:sp>
    </p:spTree>
    <p:extLst>
      <p:ext uri="{BB962C8B-B14F-4D97-AF65-F5344CB8AC3E}">
        <p14:creationId xmlns:p14="http://schemas.microsoft.com/office/powerpoint/2010/main" val="3244280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2" name="Picture 7">
            <a:extLst>
              <a:ext uri="{FF2B5EF4-FFF2-40B4-BE49-F238E27FC236}">
                <a16:creationId xmlns:a16="http://schemas.microsoft.com/office/drawing/2014/main" id="{4E8007A0-333D-2DBD-CAFA-6936490015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406"/>
          <a:stretch/>
        </p:blipFill>
        <p:spPr bwMode="auto">
          <a:xfrm>
            <a:off x="6776509" y="1928010"/>
            <a:ext cx="5413547" cy="2848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9219" name="Rectangle 2">
            <a:extLst>
              <a:ext uri="{FF2B5EF4-FFF2-40B4-BE49-F238E27FC236}">
                <a16:creationId xmlns:a16="http://schemas.microsoft.com/office/drawing/2014/main" id="{8C970EF6-AA5E-C40C-548C-4F5D2B8B6F7E}"/>
              </a:ext>
            </a:extLst>
          </p:cNvPr>
          <p:cNvSpPr>
            <a:spLocks noGrp="1" noChangeArrowheads="1"/>
          </p:cNvSpPr>
          <p:nvPr>
            <p:ph type="title"/>
          </p:nvPr>
        </p:nvSpPr>
        <p:spPr/>
        <p:txBody>
          <a:bodyPr/>
          <a:lstStyle/>
          <a:p>
            <a:pPr algn="l"/>
            <a:r>
              <a:rPr lang="en-US" altLang="en-US" dirty="0"/>
              <a:t>Binary I/O</a:t>
            </a:r>
          </a:p>
        </p:txBody>
      </p:sp>
      <p:sp>
        <p:nvSpPr>
          <p:cNvPr id="9220" name="Rectangle 3">
            <a:extLst>
              <a:ext uri="{FF2B5EF4-FFF2-40B4-BE49-F238E27FC236}">
                <a16:creationId xmlns:a16="http://schemas.microsoft.com/office/drawing/2014/main" id="{839772E1-AE4F-B353-9EFA-DE7530F5D578}"/>
              </a:ext>
            </a:extLst>
          </p:cNvPr>
          <p:cNvSpPr>
            <a:spLocks noGrp="1" noChangeArrowheads="1"/>
          </p:cNvSpPr>
          <p:nvPr>
            <p:ph type="body" sz="half" idx="1"/>
          </p:nvPr>
        </p:nvSpPr>
        <p:spPr>
          <a:xfrm>
            <a:off x="518613" y="1378422"/>
            <a:ext cx="6558102" cy="5199799"/>
          </a:xfrm>
        </p:spPr>
        <p:txBody>
          <a:bodyPr/>
          <a:lstStyle/>
          <a:p>
            <a:r>
              <a:rPr lang="en-US" altLang="en-US" sz="2800" dirty="0"/>
              <a:t>Text I/O requires encoding and decoding. </a:t>
            </a:r>
          </a:p>
          <a:p>
            <a:r>
              <a:rPr lang="en-US" altLang="en-US" sz="2800" dirty="0"/>
              <a:t>The JVM converts a Unicode to a file specific encoding when writing a character and converts a file specific encoding to a Unicode when reading a character. </a:t>
            </a:r>
          </a:p>
          <a:p>
            <a:r>
              <a:rPr lang="en-US" altLang="en-US" sz="2800" dirty="0"/>
              <a:t>Binary I/O does not require conversions. When you write a byte to a file, the original byte is copied into the file. When you read a byte from a file, the exact byte in the file is returned.</a:t>
            </a:r>
          </a:p>
        </p:txBody>
      </p:sp>
    </p:spTree>
    <p:extLst>
      <p:ext uri="{BB962C8B-B14F-4D97-AF65-F5344CB8AC3E}">
        <p14:creationId xmlns:p14="http://schemas.microsoft.com/office/powerpoint/2010/main" val="994541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60DEC93D-D1FA-6E68-91C5-52C4A4FD0D7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E42FB03-9013-45A5-93A0-1920281E91F7}" type="slidenum">
              <a:rPr lang="en-US" altLang="en-US" sz="1400"/>
              <a:pPr>
                <a:spcBef>
                  <a:spcPct val="0"/>
                </a:spcBef>
                <a:buClrTx/>
                <a:buSzTx/>
                <a:buFontTx/>
                <a:buNone/>
              </a:pPr>
              <a:t>5</a:t>
            </a:fld>
            <a:endParaRPr lang="en-US" altLang="en-US" sz="1400"/>
          </a:p>
        </p:txBody>
      </p:sp>
      <p:sp>
        <p:nvSpPr>
          <p:cNvPr id="10243" name="Rectangle 2">
            <a:extLst>
              <a:ext uri="{FF2B5EF4-FFF2-40B4-BE49-F238E27FC236}">
                <a16:creationId xmlns:a16="http://schemas.microsoft.com/office/drawing/2014/main" id="{BC5E240A-2B1F-D277-6D80-54E924E16414}"/>
              </a:ext>
            </a:extLst>
          </p:cNvPr>
          <p:cNvSpPr>
            <a:spLocks noGrp="1" noChangeArrowheads="1"/>
          </p:cNvSpPr>
          <p:nvPr>
            <p:ph type="title"/>
          </p:nvPr>
        </p:nvSpPr>
        <p:spPr>
          <a:xfrm>
            <a:off x="914400" y="228600"/>
            <a:ext cx="10363200" cy="685800"/>
          </a:xfrm>
          <a:noFill/>
        </p:spPr>
        <p:txBody>
          <a:bodyPr/>
          <a:lstStyle/>
          <a:p>
            <a:r>
              <a:rPr lang="en-US" altLang="en-US"/>
              <a:t>Binary I/O Classes</a:t>
            </a:r>
          </a:p>
        </p:txBody>
      </p:sp>
      <p:sp>
        <p:nvSpPr>
          <p:cNvPr id="10244" name="Rectangle 15">
            <a:extLst>
              <a:ext uri="{FF2B5EF4-FFF2-40B4-BE49-F238E27FC236}">
                <a16:creationId xmlns:a16="http://schemas.microsoft.com/office/drawing/2014/main" id="{7413617D-D6E3-F731-CB46-74345EA14367}"/>
              </a:ext>
            </a:extLst>
          </p:cNvPr>
          <p:cNvSpPr>
            <a:spLocks noChangeArrowheads="1"/>
          </p:cNvSpPr>
          <p:nvPr/>
        </p:nvSpPr>
        <p:spPr bwMode="auto">
          <a:xfrm>
            <a:off x="2057400" y="1455738"/>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5" name="Rectangle 17">
            <a:extLst>
              <a:ext uri="{FF2B5EF4-FFF2-40B4-BE49-F238E27FC236}">
                <a16:creationId xmlns:a16="http://schemas.microsoft.com/office/drawing/2014/main" id="{CB137FE2-5EE9-F1C0-4511-6365C6412C71}"/>
              </a:ext>
            </a:extLst>
          </p:cNvPr>
          <p:cNvSpPr>
            <a:spLocks noChangeArrowheads="1"/>
          </p:cNvSpPr>
          <p:nvPr/>
        </p:nvSpPr>
        <p:spPr bwMode="auto">
          <a:xfrm>
            <a:off x="3009900" y="2543175"/>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0246" name="Picture 7">
            <a:extLst>
              <a:ext uri="{FF2B5EF4-FFF2-40B4-BE49-F238E27FC236}">
                <a16:creationId xmlns:a16="http://schemas.microsoft.com/office/drawing/2014/main" id="{E4F7B8F1-4F8B-04C3-30ED-6DB177C6A5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2774007"/>
            <a:ext cx="11150600" cy="317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 name="Rectangle 1"/>
          <p:cNvSpPr/>
          <p:nvPr/>
        </p:nvSpPr>
        <p:spPr>
          <a:xfrm>
            <a:off x="688833" y="1437517"/>
            <a:ext cx="10969767"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The abstract </a:t>
            </a:r>
            <a:r>
              <a:rPr lang="en-US" sz="2400" dirty="0" err="1">
                <a:latin typeface="Courier New" pitchFamily="49" charset="0"/>
                <a:cs typeface="Courier New" pitchFamily="49" charset="0"/>
              </a:rPr>
              <a:t>InputStream</a:t>
            </a:r>
            <a:r>
              <a:rPr lang="en-US" sz="2400" dirty="0"/>
              <a:t> is the root class for reading binary data, and the abstract </a:t>
            </a:r>
            <a:r>
              <a:rPr lang="en-US" sz="2400" dirty="0" err="1">
                <a:latin typeface="Courier New" pitchFamily="49" charset="0"/>
                <a:cs typeface="Courier New" pitchFamily="49" charset="0"/>
              </a:rPr>
              <a:t>OutputStream</a:t>
            </a:r>
            <a:r>
              <a:rPr lang="en-US" sz="2400" dirty="0"/>
              <a:t> is the root class for writing binary data</a:t>
            </a:r>
          </a:p>
        </p:txBody>
      </p:sp>
    </p:spTree>
    <p:extLst>
      <p:ext uri="{BB962C8B-B14F-4D97-AF65-F5344CB8AC3E}">
        <p14:creationId xmlns:p14="http://schemas.microsoft.com/office/powerpoint/2010/main" val="427250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C4804EB7-0092-F6D0-14A0-FC0D96B2C69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A030640-396C-445C-972C-190A9EE707A9}" type="slidenum">
              <a:rPr lang="en-US" altLang="en-US" sz="1400"/>
              <a:pPr>
                <a:spcBef>
                  <a:spcPct val="0"/>
                </a:spcBef>
                <a:buClrTx/>
                <a:buSzTx/>
                <a:buFontTx/>
                <a:buNone/>
              </a:pPr>
              <a:t>6</a:t>
            </a:fld>
            <a:endParaRPr lang="en-US" altLang="en-US" sz="1400"/>
          </a:p>
        </p:txBody>
      </p:sp>
      <p:sp>
        <p:nvSpPr>
          <p:cNvPr id="11273" name="Rectangle 14">
            <a:extLst>
              <a:ext uri="{FF2B5EF4-FFF2-40B4-BE49-F238E27FC236}">
                <a16:creationId xmlns:a16="http://schemas.microsoft.com/office/drawing/2014/main" id="{B8B99DBB-4832-394B-BD0F-0E921C229098}"/>
              </a:ext>
            </a:extLst>
          </p:cNvPr>
          <p:cNvSpPr>
            <a:spLocks noGrp="1" noChangeArrowheads="1"/>
          </p:cNvSpPr>
          <p:nvPr>
            <p:ph type="title"/>
          </p:nvPr>
        </p:nvSpPr>
        <p:spPr>
          <a:xfrm>
            <a:off x="914400" y="228600"/>
            <a:ext cx="10363200" cy="685800"/>
          </a:xfrm>
          <a:noFill/>
        </p:spPr>
        <p:txBody>
          <a:bodyPr/>
          <a:lstStyle/>
          <a:p>
            <a:r>
              <a:rPr lang="en-US" altLang="en-US"/>
              <a:t>InputStream</a:t>
            </a:r>
          </a:p>
        </p:txBody>
      </p:sp>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340" y="1256012"/>
            <a:ext cx="11972660" cy="5131140"/>
          </a:xfrm>
          <a:prstGeom prst="rect">
            <a:avLst/>
          </a:prstGeom>
        </p:spPr>
      </p:pic>
    </p:spTree>
    <p:extLst>
      <p:ext uri="{BB962C8B-B14F-4D97-AF65-F5344CB8AC3E}">
        <p14:creationId xmlns:p14="http://schemas.microsoft.com/office/powerpoint/2010/main" val="250792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ABB6E6F2-F20D-BA18-D53E-F57DA9C8B31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029D9B3-D4DE-4D27-BBAD-94BDAF9BFEE6}" type="slidenum">
              <a:rPr lang="en-US" altLang="en-US" sz="1400"/>
              <a:pPr>
                <a:spcBef>
                  <a:spcPct val="0"/>
                </a:spcBef>
                <a:buClrTx/>
                <a:buSzTx/>
                <a:buFontTx/>
                <a:buNone/>
              </a:pPr>
              <a:t>7</a:t>
            </a:fld>
            <a:endParaRPr lang="en-US" altLang="en-US" sz="1400"/>
          </a:p>
        </p:txBody>
      </p:sp>
      <p:sp>
        <p:nvSpPr>
          <p:cNvPr id="12293" name="Rectangle 8">
            <a:extLst>
              <a:ext uri="{FF2B5EF4-FFF2-40B4-BE49-F238E27FC236}">
                <a16:creationId xmlns:a16="http://schemas.microsoft.com/office/drawing/2014/main" id="{3BFB53B6-A11B-B0A4-919C-AB04CFEA9447}"/>
              </a:ext>
            </a:extLst>
          </p:cNvPr>
          <p:cNvSpPr>
            <a:spLocks noGrp="1" noChangeArrowheads="1"/>
          </p:cNvSpPr>
          <p:nvPr>
            <p:ph type="title"/>
          </p:nvPr>
        </p:nvSpPr>
        <p:spPr>
          <a:xfrm>
            <a:off x="914400" y="228600"/>
            <a:ext cx="10363200" cy="685800"/>
          </a:xfrm>
          <a:noFill/>
        </p:spPr>
        <p:txBody>
          <a:bodyPr/>
          <a:lstStyle/>
          <a:p>
            <a:r>
              <a:rPr lang="en-US" altLang="en-US"/>
              <a:t>OutputStream</a:t>
            </a:r>
          </a:p>
        </p:txBody>
      </p:sp>
      <p:sp>
        <p:nvSpPr>
          <p:cNvPr id="12294" name="Rectangle 10">
            <a:extLst>
              <a:ext uri="{FF2B5EF4-FFF2-40B4-BE49-F238E27FC236}">
                <a16:creationId xmlns:a16="http://schemas.microsoft.com/office/drawing/2014/main" id="{40B69345-9F75-43CF-259A-81A8D2A7CD5D}"/>
              </a:ext>
            </a:extLst>
          </p:cNvPr>
          <p:cNvSpPr>
            <a:spLocks noChangeArrowheads="1"/>
          </p:cNvSpPr>
          <p:nvPr/>
        </p:nvSpPr>
        <p:spPr bwMode="auto">
          <a:xfrm>
            <a:off x="3041651" y="2633663"/>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933" y="1941597"/>
            <a:ext cx="11019674" cy="2780529"/>
          </a:xfrm>
          <a:prstGeom prst="rect">
            <a:avLst/>
          </a:prstGeom>
        </p:spPr>
      </p:pic>
    </p:spTree>
    <p:extLst>
      <p:ext uri="{BB962C8B-B14F-4D97-AF65-F5344CB8AC3E}">
        <p14:creationId xmlns:p14="http://schemas.microsoft.com/office/powerpoint/2010/main" val="3121702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2A54B87F-2CD5-3E36-93E8-039A2BFC028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D8BD5BF-382D-4D70-911F-DA9BB6754D63}" type="slidenum">
              <a:rPr lang="en-US" altLang="en-US" sz="1400"/>
              <a:pPr>
                <a:spcBef>
                  <a:spcPct val="0"/>
                </a:spcBef>
                <a:buClrTx/>
                <a:buSzTx/>
                <a:buFontTx/>
                <a:buNone/>
              </a:pPr>
              <a:t>8</a:t>
            </a:fld>
            <a:endParaRPr lang="en-US" altLang="en-US" sz="1400"/>
          </a:p>
        </p:txBody>
      </p:sp>
      <p:sp>
        <p:nvSpPr>
          <p:cNvPr id="13315" name="Rectangle 2">
            <a:extLst>
              <a:ext uri="{FF2B5EF4-FFF2-40B4-BE49-F238E27FC236}">
                <a16:creationId xmlns:a16="http://schemas.microsoft.com/office/drawing/2014/main" id="{82C25AE1-0316-8E42-12C1-707AE2A29FAF}"/>
              </a:ext>
            </a:extLst>
          </p:cNvPr>
          <p:cNvSpPr>
            <a:spLocks noGrp="1" noChangeArrowheads="1"/>
          </p:cNvSpPr>
          <p:nvPr>
            <p:ph type="title"/>
          </p:nvPr>
        </p:nvSpPr>
        <p:spPr>
          <a:xfrm>
            <a:off x="304800" y="228600"/>
            <a:ext cx="11582400" cy="609600"/>
          </a:xfrm>
        </p:spPr>
        <p:txBody>
          <a:bodyPr/>
          <a:lstStyle/>
          <a:p>
            <a:r>
              <a:rPr lang="en-US" altLang="en-US"/>
              <a:t>FileInputStream/FileOutputStream</a:t>
            </a:r>
            <a:endParaRPr lang="en-US" altLang="en-US" b="1"/>
          </a:p>
        </p:txBody>
      </p:sp>
      <p:sp>
        <p:nvSpPr>
          <p:cNvPr id="13316" name="Rectangle 3">
            <a:extLst>
              <a:ext uri="{FF2B5EF4-FFF2-40B4-BE49-F238E27FC236}">
                <a16:creationId xmlns:a16="http://schemas.microsoft.com/office/drawing/2014/main" id="{0F97F756-DE24-065B-3962-BB462616996D}"/>
              </a:ext>
            </a:extLst>
          </p:cNvPr>
          <p:cNvSpPr>
            <a:spLocks noGrp="1" noChangeArrowheads="1"/>
          </p:cNvSpPr>
          <p:nvPr>
            <p:ph type="body" idx="1"/>
          </p:nvPr>
        </p:nvSpPr>
        <p:spPr>
          <a:xfrm>
            <a:off x="406400" y="3084397"/>
            <a:ext cx="11277600" cy="3630304"/>
          </a:xfrm>
        </p:spPr>
        <p:txBody>
          <a:bodyPr/>
          <a:lstStyle/>
          <a:p>
            <a:pPr algn="just">
              <a:lnSpc>
                <a:spcPct val="90000"/>
              </a:lnSpc>
            </a:pPr>
            <a:r>
              <a:rPr lang="en-US" altLang="en-US" sz="2800" dirty="0" err="1">
                <a:latin typeface="Courier New" pitchFamily="49" charset="0"/>
                <a:cs typeface="Courier New" pitchFamily="49" charset="0"/>
              </a:rPr>
              <a:t>FileInputStream</a:t>
            </a:r>
            <a:r>
              <a:rPr lang="en-US" altLang="en-US" sz="2800" dirty="0">
                <a:latin typeface="Courier New" pitchFamily="49" charset="0"/>
                <a:cs typeface="Courier New" pitchFamily="49" charset="0"/>
              </a:rPr>
              <a:t>/</a:t>
            </a:r>
            <a:r>
              <a:rPr lang="en-US" altLang="en-US" sz="2800" dirty="0" err="1">
                <a:latin typeface="Courier New" pitchFamily="49" charset="0"/>
                <a:cs typeface="Courier New" pitchFamily="49" charset="0"/>
              </a:rPr>
              <a:t>FileOutputStream</a:t>
            </a:r>
            <a:r>
              <a:rPr lang="en-US" altLang="en-US" sz="2800" dirty="0">
                <a:cs typeface="Courier New" panose="02070309020205020404" pitchFamily="49" charset="0"/>
              </a:rPr>
              <a:t> associates a binary input/output stream with an external file. </a:t>
            </a:r>
          </a:p>
          <a:p>
            <a:pPr algn="just">
              <a:lnSpc>
                <a:spcPct val="90000"/>
              </a:lnSpc>
            </a:pPr>
            <a:r>
              <a:rPr lang="en-US" altLang="en-US" sz="2800" dirty="0">
                <a:cs typeface="Courier New" panose="02070309020205020404" pitchFamily="49" charset="0"/>
              </a:rPr>
              <a:t>All the methods in </a:t>
            </a:r>
            <a:r>
              <a:rPr lang="en-US" altLang="en-US" sz="2800" dirty="0" err="1">
                <a:latin typeface="Courier New" pitchFamily="49" charset="0"/>
                <a:cs typeface="Courier New" pitchFamily="49" charset="0"/>
              </a:rPr>
              <a:t>FileInputStream</a:t>
            </a:r>
            <a:r>
              <a:rPr lang="en-US" altLang="en-US" sz="2800" dirty="0">
                <a:latin typeface="Courier New" pitchFamily="49" charset="0"/>
                <a:cs typeface="Courier New" pitchFamily="49" charset="0"/>
              </a:rPr>
              <a:t>/</a:t>
            </a:r>
            <a:r>
              <a:rPr lang="en-US" altLang="en-US" sz="2800" dirty="0" err="1">
                <a:latin typeface="Courier New" pitchFamily="49" charset="0"/>
                <a:cs typeface="Courier New" pitchFamily="49" charset="0"/>
              </a:rPr>
              <a:t>FileOuptputStream</a:t>
            </a:r>
            <a:r>
              <a:rPr lang="en-US" altLang="en-US" sz="2800" dirty="0">
                <a:cs typeface="Courier New" panose="02070309020205020404" pitchFamily="49" charset="0"/>
              </a:rPr>
              <a:t> are inherited from its </a:t>
            </a:r>
            <a:r>
              <a:rPr lang="en-US" altLang="en-US" sz="2800" dirty="0" err="1">
                <a:cs typeface="Courier New" panose="02070309020205020404" pitchFamily="49" charset="0"/>
              </a:rPr>
              <a:t>superclasses</a:t>
            </a:r>
            <a:r>
              <a:rPr lang="en-US" altLang="en-US" sz="2800" dirty="0">
                <a:cs typeface="Courier New" panose="02070309020205020404" pitchFamily="49" charset="0"/>
              </a:rPr>
              <a:t>. </a:t>
            </a:r>
          </a:p>
          <a:p>
            <a:pPr algn="just">
              <a:lnSpc>
                <a:spcPct val="90000"/>
              </a:lnSpc>
            </a:pPr>
            <a:r>
              <a:rPr lang="en-US" sz="2800" dirty="0"/>
              <a:t>Does not introduce new methods </a:t>
            </a:r>
            <a:endParaRPr lang="en-US" altLang="en-US" sz="2800" dirty="0">
              <a:cs typeface="Courier New" panose="02070309020205020404" pitchFamily="49" charset="0"/>
            </a:endParaRPr>
          </a:p>
        </p:txBody>
      </p:sp>
      <p:graphicFrame>
        <p:nvGraphicFramePr>
          <p:cNvPr id="13317" name="Object 7">
            <a:extLst>
              <a:ext uri="{FF2B5EF4-FFF2-40B4-BE49-F238E27FC236}">
                <a16:creationId xmlns:a16="http://schemas.microsoft.com/office/drawing/2014/main" id="{B4140E33-85D0-DF32-B6C6-700ED954D08B}"/>
              </a:ext>
            </a:extLst>
          </p:cNvPr>
          <p:cNvGraphicFramePr>
            <a:graphicFrameLocks noChangeAspect="1"/>
          </p:cNvGraphicFramePr>
          <p:nvPr>
            <p:extLst>
              <p:ext uri="{D42A27DB-BD31-4B8C-83A1-F6EECF244321}">
                <p14:modId xmlns:p14="http://schemas.microsoft.com/office/powerpoint/2010/main" val="3948845854"/>
              </p:ext>
            </p:extLst>
          </p:nvPr>
        </p:nvGraphicFramePr>
        <p:xfrm>
          <a:off x="2979762" y="951932"/>
          <a:ext cx="7747379" cy="2223265"/>
        </p:xfrm>
        <a:graphic>
          <a:graphicData uri="http://schemas.openxmlformats.org/presentationml/2006/ole">
            <mc:AlternateContent xmlns:mc="http://schemas.openxmlformats.org/markup-compatibility/2006">
              <mc:Choice xmlns:v="urn:schemas-microsoft-com:vml" Requires="v">
                <p:oleObj name="Picture" r:id="rId2" imgW="4629912" imgH="1772412" progId="Word.Picture.8">
                  <p:embed/>
                </p:oleObj>
              </mc:Choice>
              <mc:Fallback>
                <p:oleObj name="Picture" r:id="rId2" imgW="4629912" imgH="1772412"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9762" y="951932"/>
                        <a:ext cx="7747379" cy="222326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697523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4C5B4695-B550-F6F5-5175-5FA1C66F556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8E51FD9-2419-4EAC-A092-D4954CDD7201}" type="slidenum">
              <a:rPr lang="en-US" altLang="en-US" sz="1400"/>
              <a:pPr>
                <a:spcBef>
                  <a:spcPct val="0"/>
                </a:spcBef>
                <a:buClrTx/>
                <a:buSzTx/>
                <a:buFontTx/>
                <a:buNone/>
              </a:pPr>
              <a:t>9</a:t>
            </a:fld>
            <a:endParaRPr lang="en-US" altLang="en-US" sz="1400"/>
          </a:p>
        </p:txBody>
      </p:sp>
      <p:sp>
        <p:nvSpPr>
          <p:cNvPr id="14339" name="Rectangle 2">
            <a:extLst>
              <a:ext uri="{FF2B5EF4-FFF2-40B4-BE49-F238E27FC236}">
                <a16:creationId xmlns:a16="http://schemas.microsoft.com/office/drawing/2014/main" id="{9D3A8DD2-8CCC-2341-37C1-2BA004CF8DE6}"/>
              </a:ext>
            </a:extLst>
          </p:cNvPr>
          <p:cNvSpPr>
            <a:spLocks noGrp="1" noChangeArrowheads="1"/>
          </p:cNvSpPr>
          <p:nvPr>
            <p:ph type="title"/>
          </p:nvPr>
        </p:nvSpPr>
        <p:spPr>
          <a:xfrm>
            <a:off x="1016000" y="228600"/>
            <a:ext cx="10363200" cy="742950"/>
          </a:xfrm>
        </p:spPr>
        <p:txBody>
          <a:bodyPr/>
          <a:lstStyle/>
          <a:p>
            <a:r>
              <a:rPr lang="en-US" altLang="en-US"/>
              <a:t>FileInputStream</a:t>
            </a:r>
            <a:endParaRPr lang="en-US" altLang="en-US" b="1"/>
          </a:p>
        </p:txBody>
      </p:sp>
      <p:pic>
        <p:nvPicPr>
          <p:cNvPr id="2" name="Picture 1" descr="Screen Clipping"/>
          <p:cNvPicPr>
            <a:picLocks noChangeAspect="1"/>
          </p:cNvPicPr>
          <p:nvPr/>
        </p:nvPicPr>
        <p:blipFill rotWithShape="1">
          <a:blip r:embed="rId2">
            <a:extLst>
              <a:ext uri="{28A0092B-C50C-407E-A947-70E740481C1C}">
                <a14:useLocalDpi xmlns:a14="http://schemas.microsoft.com/office/drawing/2010/main" val="0"/>
              </a:ext>
            </a:extLst>
          </a:blip>
          <a:srcRect l="19994" b="58207"/>
          <a:stretch/>
        </p:blipFill>
        <p:spPr>
          <a:xfrm>
            <a:off x="1542197" y="1291080"/>
            <a:ext cx="9758843" cy="2571235"/>
          </a:xfrm>
          <a:prstGeom prst="rect">
            <a:avLst/>
          </a:prstGeom>
        </p:spPr>
      </p:pic>
    </p:spTree>
    <p:extLst>
      <p:ext uri="{BB962C8B-B14F-4D97-AF65-F5344CB8AC3E}">
        <p14:creationId xmlns:p14="http://schemas.microsoft.com/office/powerpoint/2010/main" val="3279865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04CE9974-E249-9573-5B37-1453EE63859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2BE602D-3270-46DC-9032-9D1DE879CE19}" type="slidenum">
              <a:rPr lang="en-US" altLang="en-US" sz="1400"/>
              <a:pPr>
                <a:spcBef>
                  <a:spcPct val="0"/>
                </a:spcBef>
                <a:buClrTx/>
                <a:buSzTx/>
                <a:buFontTx/>
                <a:buNone/>
              </a:pPr>
              <a:t>10</a:t>
            </a:fld>
            <a:endParaRPr lang="en-US" altLang="en-US" sz="1400"/>
          </a:p>
        </p:txBody>
      </p:sp>
      <p:sp>
        <p:nvSpPr>
          <p:cNvPr id="15363" name="Rectangle 2">
            <a:extLst>
              <a:ext uri="{FF2B5EF4-FFF2-40B4-BE49-F238E27FC236}">
                <a16:creationId xmlns:a16="http://schemas.microsoft.com/office/drawing/2014/main" id="{4804E789-714A-2BD9-A2E3-398FB1AB64EC}"/>
              </a:ext>
            </a:extLst>
          </p:cNvPr>
          <p:cNvSpPr>
            <a:spLocks noGrp="1" noChangeArrowheads="1"/>
          </p:cNvSpPr>
          <p:nvPr>
            <p:ph type="title"/>
          </p:nvPr>
        </p:nvSpPr>
        <p:spPr>
          <a:xfrm>
            <a:off x="1016000" y="228600"/>
            <a:ext cx="10363200" cy="742950"/>
          </a:xfrm>
        </p:spPr>
        <p:txBody>
          <a:bodyPr/>
          <a:lstStyle/>
          <a:p>
            <a:r>
              <a:rPr lang="en-US" altLang="en-US"/>
              <a:t>FileOutputStream</a:t>
            </a:r>
            <a:endParaRPr lang="en-US" altLang="en-US" b="1"/>
          </a:p>
        </p:txBody>
      </p:sp>
      <p:sp>
        <p:nvSpPr>
          <p:cNvPr id="15364" name="Rectangle 3">
            <a:extLst>
              <a:ext uri="{FF2B5EF4-FFF2-40B4-BE49-F238E27FC236}">
                <a16:creationId xmlns:a16="http://schemas.microsoft.com/office/drawing/2014/main" id="{D211520C-6261-3E32-D76C-9C83BE5CD3C5}"/>
              </a:ext>
            </a:extLst>
          </p:cNvPr>
          <p:cNvSpPr>
            <a:spLocks noGrp="1" noChangeArrowheads="1"/>
          </p:cNvSpPr>
          <p:nvPr>
            <p:ph type="body" idx="1"/>
          </p:nvPr>
        </p:nvSpPr>
        <p:spPr>
          <a:xfrm>
            <a:off x="460991" y="3930555"/>
            <a:ext cx="11576334" cy="2688609"/>
          </a:xfrm>
        </p:spPr>
        <p:txBody>
          <a:bodyPr/>
          <a:lstStyle/>
          <a:p>
            <a:pPr algn="just">
              <a:lnSpc>
                <a:spcPct val="90000"/>
              </a:lnSpc>
            </a:pPr>
            <a:r>
              <a:rPr lang="en-US" altLang="en-US" sz="2800" dirty="0">
                <a:cs typeface="Courier New" panose="02070309020205020404" pitchFamily="49" charset="0"/>
              </a:rPr>
              <a:t>If the file does not exist, a new file would be created. </a:t>
            </a:r>
          </a:p>
          <a:p>
            <a:pPr algn="just">
              <a:lnSpc>
                <a:spcPct val="90000"/>
              </a:lnSpc>
            </a:pPr>
            <a:r>
              <a:rPr lang="en-US" altLang="en-US" sz="2800" dirty="0">
                <a:cs typeface="Courier New" panose="02070309020205020404" pitchFamily="49" charset="0"/>
              </a:rPr>
              <a:t>If the file already exists, the first two constructors would delete the current contents in the file. </a:t>
            </a:r>
          </a:p>
          <a:p>
            <a:pPr algn="just">
              <a:lnSpc>
                <a:spcPct val="90000"/>
              </a:lnSpc>
            </a:pPr>
            <a:r>
              <a:rPr lang="en-US" altLang="en-US" sz="2800" dirty="0">
                <a:cs typeface="Courier New" panose="02070309020205020404" pitchFamily="49" charset="0"/>
              </a:rPr>
              <a:t>To retain the current content and append new data into the file, use the last two constructors by passing true to the append parameter. </a:t>
            </a:r>
          </a:p>
        </p:txBody>
      </p:sp>
      <p:pic>
        <p:nvPicPr>
          <p:cNvPr id="5" name="Picture 4" descr="Screen Clipping"/>
          <p:cNvPicPr>
            <a:picLocks noChangeAspect="1"/>
          </p:cNvPicPr>
          <p:nvPr/>
        </p:nvPicPr>
        <p:blipFill rotWithShape="1">
          <a:blip r:embed="rId2">
            <a:extLst>
              <a:ext uri="{28A0092B-C50C-407E-A947-70E740481C1C}">
                <a14:useLocalDpi xmlns:a14="http://schemas.microsoft.com/office/drawing/2010/main" val="0"/>
              </a:ext>
            </a:extLst>
          </a:blip>
          <a:srcRect l="-1409" t="53239" r="1020" b="124"/>
          <a:stretch/>
        </p:blipFill>
        <p:spPr>
          <a:xfrm>
            <a:off x="887104" y="1129579"/>
            <a:ext cx="11313101" cy="2650851"/>
          </a:xfrm>
          <a:prstGeom prst="rect">
            <a:avLst/>
          </a:prstGeom>
        </p:spPr>
      </p:pic>
    </p:spTree>
    <p:extLst>
      <p:ext uri="{BB962C8B-B14F-4D97-AF65-F5344CB8AC3E}">
        <p14:creationId xmlns:p14="http://schemas.microsoft.com/office/powerpoint/2010/main" val="694195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11</a:t>
            </a:fld>
            <a:endParaRPr lang="en-US"/>
          </a:p>
        </p:txBody>
      </p:sp>
      <p:sp>
        <p:nvSpPr>
          <p:cNvPr id="5" name="Rectangle 4"/>
          <p:cNvSpPr/>
          <p:nvPr/>
        </p:nvSpPr>
        <p:spPr>
          <a:xfrm>
            <a:off x="891644" y="1067265"/>
            <a:ext cx="10299512" cy="5632311"/>
          </a:xfrm>
          <a:prstGeom prst="rect">
            <a:avLst/>
          </a:prstGeom>
        </p:spPr>
        <p:txBody>
          <a:bodyPr wrap="square">
            <a:spAutoFit/>
          </a:bodyPr>
          <a:lstStyle/>
          <a:p>
            <a:r>
              <a:rPr lang="en-US" sz="2400" dirty="0"/>
              <a:t>import java.io.*;</a:t>
            </a:r>
          </a:p>
          <a:p>
            <a:r>
              <a:rPr lang="en-US" sz="2400" dirty="0"/>
              <a:t>public class </a:t>
            </a:r>
            <a:r>
              <a:rPr lang="en-US" sz="2400" dirty="0" err="1"/>
              <a:t>TestFile</a:t>
            </a:r>
            <a:r>
              <a:rPr lang="en-US" sz="2400" dirty="0"/>
              <a:t>{</a:t>
            </a:r>
          </a:p>
          <a:p>
            <a:r>
              <a:rPr lang="en-US" sz="2400" dirty="0"/>
              <a:t>	public static void main(String[] </a:t>
            </a:r>
            <a:r>
              <a:rPr lang="en-US" sz="2400" dirty="0" err="1"/>
              <a:t>args</a:t>
            </a:r>
            <a:r>
              <a:rPr lang="en-US" sz="2400" dirty="0"/>
              <a:t>) throws </a:t>
            </a:r>
            <a:r>
              <a:rPr lang="en-US" sz="2400" dirty="0" err="1"/>
              <a:t>IOException</a:t>
            </a:r>
            <a:r>
              <a:rPr lang="en-US" sz="2400" dirty="0"/>
              <a:t>{</a:t>
            </a:r>
          </a:p>
          <a:p>
            <a:r>
              <a:rPr lang="en-US" sz="2400" dirty="0"/>
              <a:t>		</a:t>
            </a:r>
            <a:r>
              <a:rPr lang="en-US" sz="2400" dirty="0" err="1"/>
              <a:t>FileOutputStream</a:t>
            </a:r>
            <a:r>
              <a:rPr lang="en-US" sz="2400" dirty="0"/>
              <a:t> output = new </a:t>
            </a:r>
            <a:r>
              <a:rPr lang="en-US" sz="2400" dirty="0" err="1"/>
              <a:t>FileOutputStream</a:t>
            </a:r>
            <a:r>
              <a:rPr lang="en-US" sz="2400" dirty="0"/>
              <a:t>("temp.dat");</a:t>
            </a:r>
          </a:p>
          <a:p>
            <a:r>
              <a:rPr lang="en-US" sz="2400" dirty="0"/>
              <a:t>		for(</a:t>
            </a:r>
            <a:r>
              <a:rPr lang="en-US" sz="2400" dirty="0" err="1"/>
              <a:t>int</a:t>
            </a:r>
            <a:r>
              <a:rPr lang="en-US" sz="2400" dirty="0"/>
              <a:t> i=0; i&lt;10; i++){</a:t>
            </a:r>
          </a:p>
          <a:p>
            <a:r>
              <a:rPr lang="en-US" sz="2400" dirty="0"/>
              <a:t>			</a:t>
            </a:r>
            <a:r>
              <a:rPr lang="en-US" sz="2400" dirty="0" err="1"/>
              <a:t>output.write</a:t>
            </a:r>
            <a:r>
              <a:rPr lang="en-US" sz="2400" dirty="0"/>
              <a:t>(i);</a:t>
            </a:r>
          </a:p>
          <a:p>
            <a:r>
              <a:rPr lang="en-US" sz="2400" dirty="0"/>
              <a:t>		}</a:t>
            </a:r>
          </a:p>
          <a:p>
            <a:r>
              <a:rPr lang="en-US" sz="2400" dirty="0"/>
              <a:t>		</a:t>
            </a:r>
            <a:r>
              <a:rPr lang="en-US" sz="2400" dirty="0" err="1"/>
              <a:t>output.close</a:t>
            </a:r>
            <a:r>
              <a:rPr lang="en-US" sz="2400" dirty="0"/>
              <a:t>();</a:t>
            </a:r>
          </a:p>
          <a:p>
            <a:r>
              <a:rPr lang="en-US" sz="2400" dirty="0"/>
              <a:t>		</a:t>
            </a:r>
            <a:r>
              <a:rPr lang="en-US" sz="2400" dirty="0" err="1"/>
              <a:t>FileInputStream</a:t>
            </a:r>
            <a:r>
              <a:rPr lang="en-US" sz="2400" dirty="0"/>
              <a:t> input = new </a:t>
            </a:r>
            <a:r>
              <a:rPr lang="en-US" sz="2400" dirty="0" err="1"/>
              <a:t>FileInputStream</a:t>
            </a:r>
            <a:r>
              <a:rPr lang="en-US" sz="2400" dirty="0"/>
              <a:t>("temp.dat");</a:t>
            </a:r>
          </a:p>
          <a:p>
            <a:r>
              <a:rPr lang="en-US" sz="2400" dirty="0"/>
              <a:t>		</a:t>
            </a:r>
            <a:r>
              <a:rPr lang="en-US" sz="2400" dirty="0" err="1"/>
              <a:t>int</a:t>
            </a:r>
            <a:r>
              <a:rPr lang="en-US" sz="2400" dirty="0"/>
              <a:t> value;</a:t>
            </a:r>
          </a:p>
          <a:p>
            <a:r>
              <a:rPr lang="en-US" sz="2400" dirty="0"/>
              <a:t>		while((value = </a:t>
            </a:r>
            <a:r>
              <a:rPr lang="en-US" sz="2400" dirty="0" err="1"/>
              <a:t>input.read</a:t>
            </a:r>
            <a:r>
              <a:rPr lang="en-US" sz="2400" dirty="0"/>
              <a:t>())!= -1)</a:t>
            </a:r>
          </a:p>
          <a:p>
            <a:r>
              <a:rPr lang="en-US" sz="2400" dirty="0"/>
              <a:t>			</a:t>
            </a:r>
            <a:r>
              <a:rPr lang="en-US" sz="2400" dirty="0" err="1"/>
              <a:t>System.out.println</a:t>
            </a:r>
            <a:r>
              <a:rPr lang="en-US" sz="2400" dirty="0"/>
              <a:t>(value + " ");</a:t>
            </a:r>
          </a:p>
          <a:p>
            <a:endParaRPr lang="en-US" sz="2400" dirty="0"/>
          </a:p>
          <a:p>
            <a:r>
              <a:rPr lang="en-US" sz="2400" dirty="0"/>
              <a:t>	}</a:t>
            </a:r>
          </a:p>
          <a:p>
            <a:r>
              <a:rPr lang="en-US" sz="2400" dirty="0"/>
              <a:t>}</a:t>
            </a:r>
          </a:p>
        </p:txBody>
      </p:sp>
    </p:spTree>
    <p:extLst>
      <p:ext uri="{BB962C8B-B14F-4D97-AF65-F5344CB8AC3E}">
        <p14:creationId xmlns:p14="http://schemas.microsoft.com/office/powerpoint/2010/main" val="74430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0462B406-4AD3-178A-8000-18942810AC1E}"/>
              </a:ext>
            </a:extLst>
          </p:cNvPr>
          <p:cNvSpPr>
            <a:spLocks noGrp="1" noChangeArrowheads="1"/>
          </p:cNvSpPr>
          <p:nvPr>
            <p:ph type="title"/>
          </p:nvPr>
        </p:nvSpPr>
        <p:spPr/>
        <p:txBody>
          <a:bodyPr/>
          <a:lstStyle/>
          <a:p>
            <a:r>
              <a:rPr lang="en-US" altLang="en-US"/>
              <a:t>Object I/O</a:t>
            </a:r>
            <a:endParaRPr lang="en-US" altLang="en-US" b="1"/>
          </a:p>
        </p:txBody>
      </p:sp>
      <p:sp>
        <p:nvSpPr>
          <p:cNvPr id="27652" name="Rectangle 3">
            <a:extLst>
              <a:ext uri="{FF2B5EF4-FFF2-40B4-BE49-F238E27FC236}">
                <a16:creationId xmlns:a16="http://schemas.microsoft.com/office/drawing/2014/main" id="{9EF45E41-9673-6E66-8E29-0CAB43B55964}"/>
              </a:ext>
            </a:extLst>
          </p:cNvPr>
          <p:cNvSpPr>
            <a:spLocks noGrp="1" noChangeArrowheads="1"/>
          </p:cNvSpPr>
          <p:nvPr>
            <p:ph idx="1"/>
          </p:nvPr>
        </p:nvSpPr>
        <p:spPr/>
        <p:txBody>
          <a:bodyPr/>
          <a:lstStyle/>
          <a:p>
            <a:pPr>
              <a:lnSpc>
                <a:spcPct val="90000"/>
              </a:lnSpc>
            </a:pPr>
            <a:r>
              <a:rPr lang="en-US" altLang="en-US" sz="2800" u="sng" dirty="0" err="1">
                <a:cs typeface="Courier New" panose="02070309020205020404" pitchFamily="49" charset="0"/>
              </a:rPr>
              <a:t>DataInputStream</a:t>
            </a:r>
            <a:r>
              <a:rPr lang="en-US" altLang="en-US" sz="2800" dirty="0">
                <a:cs typeface="Courier New" panose="02070309020205020404" pitchFamily="49" charset="0"/>
              </a:rPr>
              <a:t>/</a:t>
            </a:r>
            <a:r>
              <a:rPr lang="en-US" altLang="en-US" sz="2800" u="sng" dirty="0" err="1">
                <a:cs typeface="Courier New" panose="02070309020205020404" pitchFamily="49" charset="0"/>
              </a:rPr>
              <a:t>DataOutputStream</a:t>
            </a:r>
            <a:r>
              <a:rPr lang="en-US" altLang="en-US" sz="2800" dirty="0">
                <a:cs typeface="Courier New" panose="02070309020205020404" pitchFamily="49" charset="0"/>
              </a:rPr>
              <a:t> enables you to perform I/O for </a:t>
            </a:r>
            <a:r>
              <a:rPr lang="en-US" altLang="en-US" sz="2800" b="1" dirty="0">
                <a:cs typeface="Courier New" panose="02070309020205020404" pitchFamily="49" charset="0"/>
              </a:rPr>
              <a:t>primitive type values and strings</a:t>
            </a:r>
            <a:r>
              <a:rPr lang="en-US" altLang="en-US" sz="2800" dirty="0">
                <a:cs typeface="Courier New" panose="02070309020205020404" pitchFamily="49" charset="0"/>
              </a:rPr>
              <a:t>. </a:t>
            </a:r>
          </a:p>
          <a:p>
            <a:pPr>
              <a:lnSpc>
                <a:spcPct val="90000"/>
              </a:lnSpc>
            </a:pPr>
            <a:r>
              <a:rPr lang="en-US" altLang="en-US" sz="2800" u="sng" dirty="0" err="1">
                <a:cs typeface="Courier New" panose="02070309020205020404" pitchFamily="49" charset="0"/>
              </a:rPr>
              <a:t>ObjectInputStream</a:t>
            </a:r>
            <a:r>
              <a:rPr lang="en-US" altLang="en-US" sz="2800" dirty="0">
                <a:cs typeface="Courier New" panose="02070309020205020404" pitchFamily="49" charset="0"/>
              </a:rPr>
              <a:t>/</a:t>
            </a:r>
            <a:r>
              <a:rPr lang="en-US" altLang="en-US" sz="2800" u="sng" dirty="0" err="1">
                <a:cs typeface="Courier New" panose="02070309020205020404" pitchFamily="49" charset="0"/>
              </a:rPr>
              <a:t>ObjectOutputStream</a:t>
            </a:r>
            <a:r>
              <a:rPr lang="en-US" altLang="en-US" sz="2800" dirty="0">
                <a:cs typeface="Courier New" panose="02070309020205020404" pitchFamily="49" charset="0"/>
              </a:rPr>
              <a:t> enables you to perform I/O for objects </a:t>
            </a:r>
            <a:r>
              <a:rPr lang="en-US" altLang="en-US" sz="2800" b="1" dirty="0">
                <a:cs typeface="Courier New" panose="02070309020205020404" pitchFamily="49" charset="0"/>
              </a:rPr>
              <a:t>in addition for primitive type values and strings</a:t>
            </a:r>
            <a:r>
              <a:rPr lang="en-US" altLang="en-US" sz="2800" dirty="0">
                <a:cs typeface="Courier New" panose="02070309020205020404" pitchFamily="49" charset="0"/>
              </a:rPr>
              <a:t>. </a:t>
            </a:r>
          </a:p>
        </p:txBody>
      </p:sp>
      <p:sp>
        <p:nvSpPr>
          <p:cNvPr id="27650" name="Slide Number Placeholder 4">
            <a:extLst>
              <a:ext uri="{FF2B5EF4-FFF2-40B4-BE49-F238E27FC236}">
                <a16:creationId xmlns:a16="http://schemas.microsoft.com/office/drawing/2014/main" id="{A75E1079-B2B5-9F75-0042-666AB059525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BF05E4E-935E-4A5F-ABDD-25B859B14DA6}" type="slidenum">
              <a:rPr lang="en-US" altLang="en-US" sz="1400"/>
              <a:pPr>
                <a:spcBef>
                  <a:spcPct val="0"/>
                </a:spcBef>
                <a:buClrTx/>
                <a:buSzTx/>
                <a:buFontTx/>
                <a:buNone/>
              </a:pPr>
              <a:t>12</a:t>
            </a:fld>
            <a:endParaRPr lang="en-US" altLang="en-US" sz="1400"/>
          </a:p>
        </p:txBody>
      </p:sp>
      <p:graphicFrame>
        <p:nvGraphicFramePr>
          <p:cNvPr id="27653" name="Object 4">
            <a:extLst>
              <a:ext uri="{FF2B5EF4-FFF2-40B4-BE49-F238E27FC236}">
                <a16:creationId xmlns:a16="http://schemas.microsoft.com/office/drawing/2014/main" id="{5D0E490B-6559-3924-F0FF-4FFE22F4090A}"/>
              </a:ext>
            </a:extLst>
          </p:cNvPr>
          <p:cNvGraphicFramePr>
            <a:graphicFrameLocks noChangeAspect="1"/>
          </p:cNvGraphicFramePr>
          <p:nvPr>
            <p:extLst>
              <p:ext uri="{D42A27DB-BD31-4B8C-83A1-F6EECF244321}">
                <p14:modId xmlns:p14="http://schemas.microsoft.com/office/powerpoint/2010/main" val="4101635608"/>
              </p:ext>
            </p:extLst>
          </p:nvPr>
        </p:nvGraphicFramePr>
        <p:xfrm>
          <a:off x="351809" y="3349388"/>
          <a:ext cx="11379200" cy="3265488"/>
        </p:xfrm>
        <a:graphic>
          <a:graphicData uri="http://schemas.openxmlformats.org/presentationml/2006/ole">
            <mc:AlternateContent xmlns:mc="http://schemas.openxmlformats.org/markup-compatibility/2006">
              <mc:Choice xmlns:v="urn:schemas-microsoft-com:vml" Requires="v">
                <p:oleObj name="Picture" r:id="rId2" imgW="4629912" imgH="1772412" progId="Word.Picture.8">
                  <p:embed/>
                </p:oleObj>
              </mc:Choice>
              <mc:Fallback>
                <p:oleObj name="Picture" r:id="rId2" imgW="4629912" imgH="1772412"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809" y="3349388"/>
                        <a:ext cx="11379200" cy="326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49023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0CA508AE-9FF5-C501-626C-5AFCA536077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D5E34E4-B99D-4F11-A356-012A952C4547}" type="slidenum">
              <a:rPr lang="en-US" altLang="en-US" sz="1400"/>
              <a:pPr>
                <a:spcBef>
                  <a:spcPct val="0"/>
                </a:spcBef>
                <a:buClrTx/>
                <a:buSzTx/>
                <a:buFontTx/>
                <a:buNone/>
              </a:pPr>
              <a:t>13</a:t>
            </a:fld>
            <a:endParaRPr lang="en-US" altLang="en-US" sz="1400"/>
          </a:p>
        </p:txBody>
      </p:sp>
      <p:sp>
        <p:nvSpPr>
          <p:cNvPr id="28675" name="Rectangle 2">
            <a:extLst>
              <a:ext uri="{FF2B5EF4-FFF2-40B4-BE49-F238E27FC236}">
                <a16:creationId xmlns:a16="http://schemas.microsoft.com/office/drawing/2014/main" id="{638F9231-34EF-08A1-63E7-FC4037D3ABB6}"/>
              </a:ext>
            </a:extLst>
          </p:cNvPr>
          <p:cNvSpPr>
            <a:spLocks noGrp="1" noChangeArrowheads="1"/>
          </p:cNvSpPr>
          <p:nvPr>
            <p:ph type="title"/>
          </p:nvPr>
        </p:nvSpPr>
        <p:spPr>
          <a:xfrm>
            <a:off x="914400" y="228600"/>
            <a:ext cx="10363200" cy="609600"/>
          </a:xfrm>
        </p:spPr>
        <p:txBody>
          <a:bodyPr/>
          <a:lstStyle/>
          <a:p>
            <a:r>
              <a:rPr lang="en-US" altLang="en-US"/>
              <a:t>ObjectInputStream</a:t>
            </a:r>
          </a:p>
        </p:txBody>
      </p:sp>
      <p:sp>
        <p:nvSpPr>
          <p:cNvPr id="28676" name="Rectangle 3">
            <a:extLst>
              <a:ext uri="{FF2B5EF4-FFF2-40B4-BE49-F238E27FC236}">
                <a16:creationId xmlns:a16="http://schemas.microsoft.com/office/drawing/2014/main" id="{9329F782-B600-BCE5-95E2-0823232BBF27}"/>
              </a:ext>
            </a:extLst>
          </p:cNvPr>
          <p:cNvSpPr>
            <a:spLocks noGrp="1" noChangeArrowheads="1"/>
          </p:cNvSpPr>
          <p:nvPr>
            <p:ph type="body" idx="1"/>
          </p:nvPr>
        </p:nvSpPr>
        <p:spPr>
          <a:xfrm>
            <a:off x="812800" y="1447800"/>
            <a:ext cx="10769600" cy="914400"/>
          </a:xfrm>
        </p:spPr>
        <p:txBody>
          <a:bodyPr/>
          <a:lstStyle/>
          <a:p>
            <a:pPr marL="0" indent="0">
              <a:lnSpc>
                <a:spcPct val="90000"/>
              </a:lnSpc>
              <a:buFont typeface="Monotype Sorts"/>
              <a:buNone/>
            </a:pPr>
            <a:r>
              <a:rPr lang="en-US" altLang="en-US" sz="2800" dirty="0" err="1">
                <a:latin typeface="Courier New" pitchFamily="49" charset="0"/>
                <a:cs typeface="Courier New" pitchFamily="49" charset="0"/>
              </a:rPr>
              <a:t>ObjectInputStream</a:t>
            </a:r>
            <a:r>
              <a:rPr lang="en-US" altLang="en-US" sz="2800" dirty="0">
                <a:cs typeface="Courier New" panose="02070309020205020404" pitchFamily="49" charset="0"/>
              </a:rPr>
              <a:t> extends </a:t>
            </a:r>
            <a:r>
              <a:rPr lang="en-US" altLang="en-US" sz="2800" dirty="0" err="1">
                <a:latin typeface="Courier New" pitchFamily="49" charset="0"/>
                <a:cs typeface="Courier New" pitchFamily="49" charset="0"/>
              </a:rPr>
              <a:t>InputStream</a:t>
            </a:r>
            <a:r>
              <a:rPr lang="en-US" altLang="en-US" sz="2800" dirty="0">
                <a:cs typeface="Courier New" panose="02070309020205020404" pitchFamily="49" charset="0"/>
              </a:rPr>
              <a:t> and implements </a:t>
            </a:r>
            <a:r>
              <a:rPr lang="en-US" altLang="en-US" sz="2800" dirty="0" err="1">
                <a:latin typeface="Courier New" pitchFamily="49" charset="0"/>
                <a:cs typeface="Courier New" pitchFamily="49" charset="0"/>
              </a:rPr>
              <a:t>ObjectInput</a:t>
            </a:r>
            <a:r>
              <a:rPr lang="en-US" altLang="en-US" sz="2800" dirty="0">
                <a:cs typeface="Courier New" panose="02070309020205020404" pitchFamily="49" charset="0"/>
              </a:rPr>
              <a:t> and </a:t>
            </a:r>
            <a:r>
              <a:rPr lang="en-US" altLang="en-US" sz="2800" dirty="0" err="1">
                <a:latin typeface="Courier New" pitchFamily="49" charset="0"/>
                <a:cs typeface="Courier New" pitchFamily="49" charset="0"/>
              </a:rPr>
              <a:t>ObjectStreamConstants</a:t>
            </a:r>
            <a:r>
              <a:rPr lang="en-US" altLang="en-US" sz="2800" dirty="0">
                <a:cs typeface="Courier New" panose="02070309020205020404" pitchFamily="49" charset="0"/>
              </a:rPr>
              <a:t>.</a:t>
            </a:r>
            <a:r>
              <a:rPr lang="en-US" altLang="en-US" sz="2800" dirty="0">
                <a:latin typeface="Courier New" panose="02070309020205020404" pitchFamily="49" charset="0"/>
                <a:cs typeface="Courier New" panose="02070309020205020404" pitchFamily="49" charset="0"/>
              </a:rPr>
              <a:t> </a:t>
            </a:r>
          </a:p>
        </p:txBody>
      </p:sp>
      <p:sp>
        <p:nvSpPr>
          <p:cNvPr id="28677" name="Rectangle 5">
            <a:extLst>
              <a:ext uri="{FF2B5EF4-FFF2-40B4-BE49-F238E27FC236}">
                <a16:creationId xmlns:a16="http://schemas.microsoft.com/office/drawing/2014/main" id="{1D6F2287-1FAC-4497-CC45-45CEA3D97C52}"/>
              </a:ext>
            </a:extLst>
          </p:cNvPr>
          <p:cNvSpPr>
            <a:spLocks noChangeArrowheads="1"/>
          </p:cNvSpPr>
          <p:nvPr/>
        </p:nvSpPr>
        <p:spPr bwMode="auto">
          <a:xfrm>
            <a:off x="3295651" y="2786063"/>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8" name="Picture 7"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779" y="2786063"/>
            <a:ext cx="9945562" cy="3096122"/>
          </a:xfrm>
          <a:prstGeom prst="rect">
            <a:avLst/>
          </a:prstGeom>
        </p:spPr>
      </p:pic>
    </p:spTree>
    <p:extLst>
      <p:ext uri="{BB962C8B-B14F-4D97-AF65-F5344CB8AC3E}">
        <p14:creationId xmlns:p14="http://schemas.microsoft.com/office/powerpoint/2010/main" val="3739111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8A1C4F4F-C8C4-EFB8-622F-BCCEFA9AF42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09AFE71-9DCF-4D30-AD2C-602E20835B5C}" type="slidenum">
              <a:rPr lang="en-US" altLang="en-US" sz="1400"/>
              <a:pPr>
                <a:spcBef>
                  <a:spcPct val="0"/>
                </a:spcBef>
                <a:buClrTx/>
                <a:buSzTx/>
                <a:buFontTx/>
                <a:buNone/>
              </a:pPr>
              <a:t>14</a:t>
            </a:fld>
            <a:endParaRPr lang="en-US" altLang="en-US" sz="1400"/>
          </a:p>
        </p:txBody>
      </p:sp>
      <p:sp>
        <p:nvSpPr>
          <p:cNvPr id="29699" name="Rectangle 2">
            <a:extLst>
              <a:ext uri="{FF2B5EF4-FFF2-40B4-BE49-F238E27FC236}">
                <a16:creationId xmlns:a16="http://schemas.microsoft.com/office/drawing/2014/main" id="{AC50741F-9B45-1446-924E-E09242964D54}"/>
              </a:ext>
            </a:extLst>
          </p:cNvPr>
          <p:cNvSpPr>
            <a:spLocks noGrp="1" noChangeArrowheads="1"/>
          </p:cNvSpPr>
          <p:nvPr>
            <p:ph type="title"/>
          </p:nvPr>
        </p:nvSpPr>
        <p:spPr>
          <a:xfrm>
            <a:off x="914400" y="228600"/>
            <a:ext cx="10363200" cy="609600"/>
          </a:xfrm>
        </p:spPr>
        <p:txBody>
          <a:bodyPr/>
          <a:lstStyle/>
          <a:p>
            <a:r>
              <a:rPr lang="en-US" altLang="en-US"/>
              <a:t>ObjectOutputStream</a:t>
            </a:r>
          </a:p>
        </p:txBody>
      </p:sp>
      <p:sp>
        <p:nvSpPr>
          <p:cNvPr id="29700" name="Rectangle 3">
            <a:extLst>
              <a:ext uri="{FF2B5EF4-FFF2-40B4-BE49-F238E27FC236}">
                <a16:creationId xmlns:a16="http://schemas.microsoft.com/office/drawing/2014/main" id="{B74B20D3-8014-321B-A1EF-72C6F973EF51}"/>
              </a:ext>
            </a:extLst>
          </p:cNvPr>
          <p:cNvSpPr>
            <a:spLocks noGrp="1" noChangeArrowheads="1"/>
          </p:cNvSpPr>
          <p:nvPr>
            <p:ph type="body" idx="1"/>
          </p:nvPr>
        </p:nvSpPr>
        <p:spPr>
          <a:xfrm>
            <a:off x="812800" y="1447800"/>
            <a:ext cx="10769600" cy="914400"/>
          </a:xfrm>
        </p:spPr>
        <p:txBody>
          <a:bodyPr/>
          <a:lstStyle/>
          <a:p>
            <a:pPr marL="0" indent="0">
              <a:lnSpc>
                <a:spcPct val="90000"/>
              </a:lnSpc>
              <a:buFont typeface="Monotype Sorts"/>
              <a:buNone/>
            </a:pPr>
            <a:r>
              <a:rPr lang="en-US" altLang="en-US" sz="2800" dirty="0" err="1">
                <a:latin typeface="Courier New" pitchFamily="49" charset="0"/>
                <a:cs typeface="Courier New" pitchFamily="49" charset="0"/>
              </a:rPr>
              <a:t>ObjectOutputStream</a:t>
            </a:r>
            <a:r>
              <a:rPr lang="en-US" altLang="en-US" sz="2800" dirty="0">
                <a:cs typeface="Courier New" panose="02070309020205020404" pitchFamily="49" charset="0"/>
              </a:rPr>
              <a:t> extends </a:t>
            </a:r>
            <a:r>
              <a:rPr lang="en-US" altLang="en-US" sz="2800" dirty="0" err="1">
                <a:latin typeface="Courier New" pitchFamily="49" charset="0"/>
                <a:cs typeface="Courier New" pitchFamily="49" charset="0"/>
              </a:rPr>
              <a:t>OutputStream</a:t>
            </a:r>
            <a:r>
              <a:rPr lang="en-US" altLang="en-US" sz="2800" dirty="0">
                <a:cs typeface="Courier New" panose="02070309020205020404" pitchFamily="49" charset="0"/>
              </a:rPr>
              <a:t> and implements </a:t>
            </a:r>
            <a:r>
              <a:rPr lang="en-US" altLang="en-US" sz="2800" dirty="0" err="1">
                <a:latin typeface="Courier New" pitchFamily="49" charset="0"/>
                <a:cs typeface="Courier New" pitchFamily="49" charset="0"/>
              </a:rPr>
              <a:t>ObjectOutput</a:t>
            </a:r>
            <a:r>
              <a:rPr lang="en-US" altLang="en-US" sz="2800" dirty="0">
                <a:cs typeface="Courier New" panose="02070309020205020404" pitchFamily="49" charset="0"/>
              </a:rPr>
              <a:t> and </a:t>
            </a:r>
            <a:r>
              <a:rPr lang="en-US" altLang="en-US" sz="2800" dirty="0" err="1">
                <a:latin typeface="Courier New" pitchFamily="49" charset="0"/>
                <a:cs typeface="Courier New" pitchFamily="49" charset="0"/>
              </a:rPr>
              <a:t>ObjectStreamConstants</a:t>
            </a:r>
            <a:r>
              <a:rPr lang="en-US" altLang="en-US" sz="2800" dirty="0">
                <a:cs typeface="Courier New" panose="02070309020205020404" pitchFamily="49" charset="0"/>
              </a:rPr>
              <a:t>.</a:t>
            </a:r>
            <a:endParaRPr lang="en-US" altLang="en-US" sz="2800" dirty="0">
              <a:latin typeface="Courier New" panose="02070309020205020404" pitchFamily="49" charset="0"/>
              <a:cs typeface="Courier New" panose="02070309020205020404" pitchFamily="49" charset="0"/>
            </a:endParaRPr>
          </a:p>
        </p:txBody>
      </p:sp>
      <p:sp>
        <p:nvSpPr>
          <p:cNvPr id="29701" name="Rectangle 4">
            <a:extLst>
              <a:ext uri="{FF2B5EF4-FFF2-40B4-BE49-F238E27FC236}">
                <a16:creationId xmlns:a16="http://schemas.microsoft.com/office/drawing/2014/main" id="{C07D79D9-3FA7-A5C4-1787-37A3B7E51B17}"/>
              </a:ext>
            </a:extLst>
          </p:cNvPr>
          <p:cNvSpPr>
            <a:spLocks noChangeArrowheads="1"/>
          </p:cNvSpPr>
          <p:nvPr/>
        </p:nvSpPr>
        <p:spPr bwMode="auto">
          <a:xfrm>
            <a:off x="3295651" y="2786063"/>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2" name="Rectangle 11">
            <a:extLst>
              <a:ext uri="{FF2B5EF4-FFF2-40B4-BE49-F238E27FC236}">
                <a16:creationId xmlns:a16="http://schemas.microsoft.com/office/drawing/2014/main" id="{CD72641D-E9D5-FC5E-88E8-6AF270D78671}"/>
              </a:ext>
            </a:extLst>
          </p:cNvPr>
          <p:cNvSpPr>
            <a:spLocks noChangeArrowheads="1"/>
          </p:cNvSpPr>
          <p:nvPr/>
        </p:nvSpPr>
        <p:spPr bwMode="auto">
          <a:xfrm>
            <a:off x="2965451" y="2776538"/>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4124" y="2776538"/>
            <a:ext cx="9757339" cy="2869805"/>
          </a:xfrm>
          <a:prstGeom prst="rect">
            <a:avLst/>
          </a:prstGeom>
        </p:spPr>
      </p:pic>
    </p:spTree>
    <p:extLst>
      <p:ext uri="{BB962C8B-B14F-4D97-AF65-F5344CB8AC3E}">
        <p14:creationId xmlns:p14="http://schemas.microsoft.com/office/powerpoint/2010/main" val="1153331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68A41C3B-575D-8666-51F7-176D6AC88096}"/>
              </a:ext>
            </a:extLst>
          </p:cNvPr>
          <p:cNvSpPr>
            <a:spLocks noGrp="1" noChangeArrowheads="1"/>
          </p:cNvSpPr>
          <p:nvPr>
            <p:ph type="title"/>
          </p:nvPr>
        </p:nvSpPr>
        <p:spPr>
          <a:noFill/>
        </p:spPr>
        <p:txBody>
          <a:bodyPr/>
          <a:lstStyle/>
          <a:p>
            <a:r>
              <a:rPr lang="en-US" altLang="en-US" sz="4200"/>
              <a:t>Using Object Streams</a:t>
            </a:r>
            <a:endParaRPr lang="en-US" altLang="en-US" sz="4200" b="1"/>
          </a:p>
        </p:txBody>
      </p:sp>
      <p:sp>
        <p:nvSpPr>
          <p:cNvPr id="30725" name="Rectangle 8">
            <a:extLst>
              <a:ext uri="{FF2B5EF4-FFF2-40B4-BE49-F238E27FC236}">
                <a16:creationId xmlns:a16="http://schemas.microsoft.com/office/drawing/2014/main" id="{B0F9F3EB-219F-1D63-499E-514BC23FC1E0}"/>
              </a:ext>
            </a:extLst>
          </p:cNvPr>
          <p:cNvSpPr>
            <a:spLocks noGrp="1" noChangeArrowheads="1"/>
          </p:cNvSpPr>
          <p:nvPr>
            <p:ph idx="1"/>
          </p:nvPr>
        </p:nvSpPr>
        <p:spPr>
          <a:noFill/>
        </p:spPr>
        <p:txBody>
          <a:bodyPr/>
          <a:lstStyle/>
          <a:p>
            <a:r>
              <a:rPr lang="en-US" altLang="en-US" dirty="0">
                <a:cs typeface="Courier New" panose="02070309020205020404" pitchFamily="49" charset="0"/>
              </a:rPr>
              <a:t>You may wrap an </a:t>
            </a:r>
            <a:r>
              <a:rPr lang="en-US" altLang="en-US" dirty="0" err="1">
                <a:cs typeface="Courier New" panose="02070309020205020404" pitchFamily="49" charset="0"/>
              </a:rPr>
              <a:t>ObjectInputStream</a:t>
            </a:r>
            <a:r>
              <a:rPr lang="en-US" altLang="en-US" dirty="0">
                <a:cs typeface="Courier New" panose="02070309020205020404" pitchFamily="49" charset="0"/>
              </a:rPr>
              <a:t>/</a:t>
            </a:r>
            <a:r>
              <a:rPr lang="en-US" altLang="en-US" dirty="0" err="1">
                <a:cs typeface="Courier New" panose="02070309020205020404" pitchFamily="49" charset="0"/>
              </a:rPr>
              <a:t>ObjectOutputStream</a:t>
            </a:r>
            <a:r>
              <a:rPr lang="en-US" altLang="en-US" dirty="0">
                <a:cs typeface="Courier New" panose="02070309020205020404" pitchFamily="49" charset="0"/>
              </a:rPr>
              <a:t> on any </a:t>
            </a:r>
            <a:r>
              <a:rPr lang="en-US" altLang="en-US" dirty="0" err="1">
                <a:cs typeface="Courier New" panose="02070309020205020404" pitchFamily="49" charset="0"/>
              </a:rPr>
              <a:t>InputStream</a:t>
            </a:r>
            <a:r>
              <a:rPr lang="en-US" altLang="en-US" dirty="0">
                <a:cs typeface="Courier New" panose="02070309020205020404" pitchFamily="49" charset="0"/>
              </a:rPr>
              <a:t>/</a:t>
            </a:r>
            <a:r>
              <a:rPr lang="en-US" altLang="en-US" dirty="0" err="1">
                <a:cs typeface="Courier New" panose="02070309020205020404" pitchFamily="49" charset="0"/>
              </a:rPr>
              <a:t>OutputStream</a:t>
            </a:r>
            <a:r>
              <a:rPr lang="en-US" altLang="en-US" dirty="0">
                <a:cs typeface="Courier New" panose="02070309020205020404" pitchFamily="49" charset="0"/>
              </a:rPr>
              <a:t> using the following constructors:</a:t>
            </a:r>
          </a:p>
          <a:p>
            <a:pPr marL="0" indent="0">
              <a:buFont typeface="Monotype Sorts"/>
              <a:buNone/>
            </a:pPr>
            <a:endParaRPr lang="en-US" altLang="en-US" sz="2400" dirty="0">
              <a:cs typeface="Times New Roman" panose="02020603050405020304" pitchFamily="18" charset="0"/>
            </a:endParaRPr>
          </a:p>
          <a:p>
            <a:pPr lvl="1">
              <a:buFontTx/>
              <a:buNone/>
            </a:pPr>
            <a:r>
              <a:rPr lang="en-US" altLang="en-US" sz="2400" dirty="0">
                <a:latin typeface="Courier New" pitchFamily="49" charset="0"/>
                <a:cs typeface="Courier New" pitchFamily="49" charset="0"/>
              </a:rPr>
              <a:t>// Create an </a:t>
            </a:r>
            <a:r>
              <a:rPr lang="en-US" altLang="en-US" sz="2400" dirty="0" err="1">
                <a:latin typeface="Courier New" pitchFamily="49" charset="0"/>
                <a:cs typeface="Courier New" pitchFamily="49" charset="0"/>
              </a:rPr>
              <a:t>ObjectInputStream</a:t>
            </a:r>
            <a:endParaRPr lang="en-US" altLang="en-US" sz="2400" dirty="0">
              <a:latin typeface="Courier New" pitchFamily="49" charset="0"/>
              <a:cs typeface="Courier New" pitchFamily="49" charset="0"/>
            </a:endParaRPr>
          </a:p>
          <a:p>
            <a:pPr lvl="1">
              <a:buFontTx/>
              <a:buNone/>
            </a:pPr>
            <a:r>
              <a:rPr lang="en-US" altLang="en-US" sz="2400" dirty="0">
                <a:latin typeface="Courier New" pitchFamily="49" charset="0"/>
                <a:cs typeface="Courier New" pitchFamily="49" charset="0"/>
              </a:rPr>
              <a:t>public </a:t>
            </a:r>
            <a:r>
              <a:rPr lang="en-US" altLang="en-US" sz="2400" dirty="0" err="1">
                <a:latin typeface="Courier New" pitchFamily="49" charset="0"/>
                <a:cs typeface="Courier New" pitchFamily="49" charset="0"/>
              </a:rPr>
              <a:t>ObjectInputStream</a:t>
            </a:r>
            <a:r>
              <a:rPr lang="en-US" altLang="en-US" sz="2400" dirty="0">
                <a:latin typeface="Courier New" pitchFamily="49" charset="0"/>
                <a:cs typeface="Courier New" pitchFamily="49" charset="0"/>
              </a:rPr>
              <a:t>(</a:t>
            </a:r>
            <a:r>
              <a:rPr lang="en-US" altLang="en-US" sz="2400" dirty="0" err="1">
                <a:latin typeface="Courier New" pitchFamily="49" charset="0"/>
                <a:cs typeface="Courier New" pitchFamily="49" charset="0"/>
              </a:rPr>
              <a:t>InputStream</a:t>
            </a:r>
            <a:r>
              <a:rPr lang="en-US" altLang="en-US" sz="2400" dirty="0">
                <a:latin typeface="Courier New" pitchFamily="49" charset="0"/>
                <a:cs typeface="Courier New" pitchFamily="49" charset="0"/>
              </a:rPr>
              <a:t> in)</a:t>
            </a:r>
            <a:endParaRPr lang="en-US" altLang="en-US" sz="2000" dirty="0">
              <a:latin typeface="Courier New" pitchFamily="49" charset="0"/>
              <a:cs typeface="Courier New" pitchFamily="49" charset="0"/>
            </a:endParaRPr>
          </a:p>
          <a:p>
            <a:pPr lvl="1">
              <a:buFontTx/>
              <a:buNone/>
            </a:pPr>
            <a:r>
              <a:rPr lang="en-US" altLang="en-US" sz="2000" dirty="0">
                <a:cs typeface="Courier New" panose="02070309020205020404" pitchFamily="49" charset="0"/>
              </a:rPr>
              <a:t> </a:t>
            </a:r>
            <a:endParaRPr lang="en-US" altLang="en-US" sz="2000" dirty="0">
              <a:cs typeface="Times New Roman" panose="02020603050405020304" pitchFamily="18" charset="0"/>
            </a:endParaRPr>
          </a:p>
          <a:p>
            <a:pPr lvl="1">
              <a:buFontTx/>
              <a:buNone/>
            </a:pPr>
            <a:r>
              <a:rPr lang="en-US" altLang="en-US" sz="2400" dirty="0">
                <a:latin typeface="Courier New" pitchFamily="49" charset="0"/>
                <a:cs typeface="Courier New" pitchFamily="49" charset="0"/>
              </a:rPr>
              <a:t>// Create an </a:t>
            </a:r>
            <a:r>
              <a:rPr lang="en-US" altLang="en-US" sz="2400" dirty="0" err="1">
                <a:latin typeface="Courier New" pitchFamily="49" charset="0"/>
                <a:cs typeface="Courier New" pitchFamily="49" charset="0"/>
              </a:rPr>
              <a:t>ObjectOutputStream</a:t>
            </a:r>
            <a:endParaRPr lang="en-US" altLang="en-US" sz="2400" dirty="0">
              <a:latin typeface="Courier New" pitchFamily="49" charset="0"/>
              <a:cs typeface="Courier New" pitchFamily="49" charset="0"/>
            </a:endParaRPr>
          </a:p>
          <a:p>
            <a:pPr lvl="1">
              <a:buFontTx/>
              <a:buNone/>
            </a:pPr>
            <a:r>
              <a:rPr lang="en-US" altLang="en-US" sz="2400" dirty="0">
                <a:latin typeface="Courier New" pitchFamily="49" charset="0"/>
                <a:cs typeface="Courier New" pitchFamily="49" charset="0"/>
              </a:rPr>
              <a:t>public </a:t>
            </a:r>
            <a:r>
              <a:rPr lang="en-US" altLang="en-US" sz="2400" dirty="0" err="1">
                <a:latin typeface="Courier New" pitchFamily="49" charset="0"/>
                <a:cs typeface="Courier New" pitchFamily="49" charset="0"/>
              </a:rPr>
              <a:t>ObjectOutputStream</a:t>
            </a:r>
            <a:r>
              <a:rPr lang="en-US" altLang="en-US" sz="2400" dirty="0">
                <a:latin typeface="Courier New" pitchFamily="49" charset="0"/>
                <a:cs typeface="Courier New" pitchFamily="49" charset="0"/>
              </a:rPr>
              <a:t>(</a:t>
            </a:r>
            <a:r>
              <a:rPr lang="en-US" altLang="en-US" sz="2400" dirty="0" err="1">
                <a:latin typeface="Courier New" pitchFamily="49" charset="0"/>
                <a:cs typeface="Courier New" pitchFamily="49" charset="0"/>
              </a:rPr>
              <a:t>OutputStream</a:t>
            </a:r>
            <a:r>
              <a:rPr lang="en-US" altLang="en-US" sz="2400" dirty="0">
                <a:latin typeface="Courier New" pitchFamily="49" charset="0"/>
                <a:cs typeface="Courier New" pitchFamily="49" charset="0"/>
              </a:rPr>
              <a:t> out) </a:t>
            </a:r>
          </a:p>
        </p:txBody>
      </p:sp>
      <p:sp>
        <p:nvSpPr>
          <p:cNvPr id="30722" name="Slide Number Placeholder 4">
            <a:extLst>
              <a:ext uri="{FF2B5EF4-FFF2-40B4-BE49-F238E27FC236}">
                <a16:creationId xmlns:a16="http://schemas.microsoft.com/office/drawing/2014/main" id="{3769E0E8-D0C5-0CAF-2243-0B5F18599DC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50D66BE-28E2-4362-98B4-ADFB99C93575}" type="slidenum">
              <a:rPr lang="en-US" altLang="en-US" sz="1400"/>
              <a:pPr>
                <a:spcBef>
                  <a:spcPct val="0"/>
                </a:spcBef>
                <a:buClrTx/>
                <a:buSzTx/>
                <a:buFontTx/>
                <a:buNone/>
              </a:pPr>
              <a:t>15</a:t>
            </a:fld>
            <a:endParaRPr lang="en-US" altLang="en-US" sz="1400"/>
          </a:p>
        </p:txBody>
      </p:sp>
      <p:sp>
        <p:nvSpPr>
          <p:cNvPr id="30724" name="Rectangle 7">
            <a:extLst>
              <a:ext uri="{FF2B5EF4-FFF2-40B4-BE49-F238E27FC236}">
                <a16:creationId xmlns:a16="http://schemas.microsoft.com/office/drawing/2014/main" id="{F9A467E0-E98A-0FEB-1D45-C39449D04718}"/>
              </a:ext>
            </a:extLst>
          </p:cNvPr>
          <p:cNvSpPr>
            <a:spLocks noChangeArrowheads="1"/>
          </p:cNvSpPr>
          <p:nvPr/>
        </p:nvSpPr>
        <p:spPr bwMode="auto">
          <a:xfrm>
            <a:off x="3098800" y="2452688"/>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extLst>
      <p:ext uri="{BB962C8B-B14F-4D97-AF65-F5344CB8AC3E}">
        <p14:creationId xmlns:p14="http://schemas.microsoft.com/office/powerpoint/2010/main" val="1839896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16</a:t>
            </a:fld>
            <a:endParaRPr lang="en-US"/>
          </a:p>
        </p:txBody>
      </p:sp>
      <p:sp>
        <p:nvSpPr>
          <p:cNvPr id="5" name="Rectangle 4"/>
          <p:cNvSpPr/>
          <p:nvPr/>
        </p:nvSpPr>
        <p:spPr>
          <a:xfrm>
            <a:off x="409433" y="1355386"/>
            <a:ext cx="11491415" cy="5078313"/>
          </a:xfrm>
          <a:prstGeom prst="rect">
            <a:avLst/>
          </a:prstGeom>
        </p:spPr>
        <p:txBody>
          <a:bodyPr wrap="square" lIns="91440" tIns="45720" rIns="91440" bIns="45720" anchor="t">
            <a:spAutoFit/>
          </a:bodyPr>
          <a:lstStyle/>
          <a:p>
            <a:r>
              <a:rPr lang="en-US" dirty="0"/>
              <a:t>import java.io.*;</a:t>
            </a:r>
          </a:p>
          <a:p>
            <a:r>
              <a:rPr lang="en-US" dirty="0"/>
              <a:t>public class ObjectStream{</a:t>
            </a:r>
          </a:p>
          <a:p>
            <a:r>
              <a:rPr lang="en-US" dirty="0"/>
              <a:t>	public static void main(String[] </a:t>
            </a:r>
            <a:r>
              <a:rPr lang="en-US" dirty="0" err="1"/>
              <a:t>args</a:t>
            </a:r>
            <a:r>
              <a:rPr lang="en-US" dirty="0"/>
              <a:t>)throws </a:t>
            </a:r>
            <a:r>
              <a:rPr lang="en-US" dirty="0" err="1"/>
              <a:t>IOException</a:t>
            </a:r>
            <a:r>
              <a:rPr lang="en-US" dirty="0"/>
              <a:t>, </a:t>
            </a:r>
            <a:r>
              <a:rPr lang="en-US" dirty="0" err="1"/>
              <a:t>ClassNotFoundException</a:t>
            </a:r>
            <a:r>
              <a:rPr lang="en-US" dirty="0"/>
              <a:t>{</a:t>
            </a:r>
          </a:p>
          <a:p>
            <a:r>
              <a:rPr lang="en-US" dirty="0"/>
              <a:t>		</a:t>
            </a:r>
            <a:r>
              <a:rPr lang="en-US" dirty="0" err="1"/>
              <a:t>ObjectOutputStream</a:t>
            </a:r>
            <a:r>
              <a:rPr lang="en-US" dirty="0"/>
              <a:t> output = new </a:t>
            </a:r>
            <a:r>
              <a:rPr lang="en-US" dirty="0" err="1"/>
              <a:t>ObjectOutputStream</a:t>
            </a:r>
            <a:r>
              <a:rPr lang="en-US" dirty="0"/>
              <a:t>(new </a:t>
            </a:r>
            <a:r>
              <a:rPr lang="en-US" dirty="0" err="1"/>
              <a:t>FileOutputStream</a:t>
            </a:r>
            <a:r>
              <a:rPr lang="en-US" dirty="0"/>
              <a:t>("temp1.dat"));</a:t>
            </a:r>
          </a:p>
          <a:p>
            <a:r>
              <a:rPr lang="en-US" dirty="0"/>
              <a:t>		</a:t>
            </a:r>
            <a:r>
              <a:rPr lang="en-US" dirty="0" err="1"/>
              <a:t>output.writeUTF</a:t>
            </a:r>
            <a:r>
              <a:rPr lang="en-US" dirty="0"/>
              <a:t>("Ali");</a:t>
            </a:r>
            <a:endParaRPr lang="en-US" dirty="0">
              <a:ea typeface="Calibri"/>
              <a:cs typeface="Calibri"/>
            </a:endParaRPr>
          </a:p>
          <a:p>
            <a:r>
              <a:rPr lang="en-US" dirty="0"/>
              <a:t>		</a:t>
            </a:r>
            <a:r>
              <a:rPr lang="en-US" dirty="0" err="1"/>
              <a:t>output.writeDouble</a:t>
            </a:r>
            <a:r>
              <a:rPr lang="en-US" dirty="0"/>
              <a:t>(85.5);</a:t>
            </a:r>
          </a:p>
          <a:p>
            <a:r>
              <a:rPr lang="en-US" dirty="0"/>
              <a:t>		</a:t>
            </a:r>
            <a:r>
              <a:rPr lang="en-US" dirty="0" err="1"/>
              <a:t>output.writeObject</a:t>
            </a:r>
            <a:r>
              <a:rPr lang="en-US" dirty="0"/>
              <a:t>(new </a:t>
            </a:r>
            <a:r>
              <a:rPr lang="en-US" dirty="0" err="1"/>
              <a:t>java.util.Date</a:t>
            </a:r>
            <a:r>
              <a:rPr lang="en-US" dirty="0"/>
              <a:t>());</a:t>
            </a:r>
          </a:p>
          <a:p>
            <a:r>
              <a:rPr lang="en-US" dirty="0"/>
              <a:t>		</a:t>
            </a:r>
            <a:r>
              <a:rPr lang="en-US" dirty="0" err="1"/>
              <a:t>output.close</a:t>
            </a:r>
            <a:r>
              <a:rPr lang="en-US" dirty="0"/>
              <a:t>();</a:t>
            </a:r>
          </a:p>
          <a:p>
            <a:endParaRPr lang="en-US" dirty="0"/>
          </a:p>
          <a:p>
            <a:r>
              <a:rPr lang="en-US" dirty="0"/>
              <a:t>		</a:t>
            </a:r>
            <a:r>
              <a:rPr lang="en-US" dirty="0" err="1"/>
              <a:t>ObjectInputStream</a:t>
            </a:r>
            <a:r>
              <a:rPr lang="en-US" dirty="0"/>
              <a:t> input = new </a:t>
            </a:r>
            <a:r>
              <a:rPr lang="en-US" dirty="0" err="1"/>
              <a:t>ObjectInputStream</a:t>
            </a:r>
            <a:r>
              <a:rPr lang="en-US" dirty="0"/>
              <a:t>(new </a:t>
            </a:r>
            <a:r>
              <a:rPr lang="en-US" dirty="0" err="1"/>
              <a:t>FileInputStream</a:t>
            </a:r>
            <a:r>
              <a:rPr lang="en-US" dirty="0"/>
              <a:t>("temp1.dat"));</a:t>
            </a:r>
          </a:p>
          <a:p>
            <a:r>
              <a:rPr lang="en-US" dirty="0"/>
              <a:t>		String name = </a:t>
            </a:r>
            <a:r>
              <a:rPr lang="en-US" dirty="0" err="1"/>
              <a:t>input.readUTF</a:t>
            </a:r>
            <a:r>
              <a:rPr lang="en-US" dirty="0"/>
              <a:t>();</a:t>
            </a:r>
          </a:p>
          <a:p>
            <a:r>
              <a:rPr lang="en-US" dirty="0"/>
              <a:t>		double score = </a:t>
            </a:r>
            <a:r>
              <a:rPr lang="en-US" dirty="0" err="1"/>
              <a:t>input.readDouble</a:t>
            </a:r>
            <a:r>
              <a:rPr lang="en-US" dirty="0"/>
              <a:t>();</a:t>
            </a:r>
          </a:p>
          <a:p>
            <a:r>
              <a:rPr lang="en-US" dirty="0"/>
              <a:t>		</a:t>
            </a:r>
            <a:r>
              <a:rPr lang="en-US" err="1"/>
              <a:t>java.util.Date</a:t>
            </a:r>
            <a:r>
              <a:rPr lang="en-US" dirty="0"/>
              <a:t> date = (</a:t>
            </a:r>
            <a:r>
              <a:rPr lang="en-US" err="1"/>
              <a:t>java.util.Date</a:t>
            </a:r>
            <a:r>
              <a:rPr lang="en-US" dirty="0"/>
              <a:t>)(</a:t>
            </a:r>
            <a:r>
              <a:rPr lang="en-US" err="1"/>
              <a:t>input.readObject</a:t>
            </a:r>
            <a:r>
              <a:rPr lang="en-US" dirty="0"/>
              <a:t>());</a:t>
            </a:r>
          </a:p>
          <a:p>
            <a:r>
              <a:rPr lang="en-US" dirty="0"/>
              <a:t>		</a:t>
            </a:r>
            <a:r>
              <a:rPr lang="en-US" err="1"/>
              <a:t>System.out.println</a:t>
            </a:r>
            <a:r>
              <a:rPr lang="en-US" dirty="0"/>
              <a:t>(name+" "+score+" "+ date);</a:t>
            </a:r>
          </a:p>
          <a:p>
            <a:r>
              <a:rPr lang="en-US" dirty="0"/>
              <a:t>		</a:t>
            </a:r>
            <a:r>
              <a:rPr lang="en-US" err="1"/>
              <a:t>input.close</a:t>
            </a:r>
            <a:r>
              <a:rPr lang="en-US" dirty="0"/>
              <a:t>();</a:t>
            </a:r>
          </a:p>
          <a:p>
            <a:endParaRPr lang="en-US" dirty="0"/>
          </a:p>
          <a:p>
            <a:r>
              <a:rPr lang="en-US" dirty="0"/>
              <a:t>	}</a:t>
            </a:r>
          </a:p>
          <a:p>
            <a:r>
              <a:rPr lang="en-US" dirty="0"/>
              <a:t>}</a:t>
            </a:r>
          </a:p>
        </p:txBody>
      </p:sp>
    </p:spTree>
    <p:extLst>
      <p:ext uri="{BB962C8B-B14F-4D97-AF65-F5344CB8AC3E}">
        <p14:creationId xmlns:p14="http://schemas.microsoft.com/office/powerpoint/2010/main" val="1702886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Object Streams</a:t>
            </a:r>
          </a:p>
        </p:txBody>
      </p:sp>
      <p:sp>
        <p:nvSpPr>
          <p:cNvPr id="3" name="Content Placeholder 2"/>
          <p:cNvSpPr>
            <a:spLocks noGrp="1"/>
          </p:cNvSpPr>
          <p:nvPr>
            <p:ph idx="1"/>
          </p:nvPr>
        </p:nvSpPr>
        <p:spPr/>
        <p:txBody>
          <a:bodyPr/>
          <a:lstStyle/>
          <a:p>
            <a:r>
              <a:rPr lang="en-US" dirty="0" err="1"/>
              <a:t>readObject</a:t>
            </a:r>
            <a:r>
              <a:rPr lang="en-US" dirty="0"/>
              <a:t>() may throw </a:t>
            </a:r>
            <a:r>
              <a:rPr lang="en-US" dirty="0" err="1"/>
              <a:t>ClassNotFoundException</a:t>
            </a:r>
            <a:endParaRPr lang="en-US" dirty="0"/>
          </a:p>
          <a:p>
            <a:pPr lvl="1"/>
            <a:r>
              <a:rPr lang="en-US" dirty="0"/>
              <a:t>JVM restores an object by first loading the class for the object. </a:t>
            </a:r>
          </a:p>
          <a:p>
            <a:r>
              <a:rPr lang="en-US" dirty="0"/>
              <a:t>You have to read the data from the file in the same order and format as they were written to the file.</a:t>
            </a:r>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17</a:t>
            </a:fld>
            <a:endParaRPr lang="en-US"/>
          </a:p>
        </p:txBody>
      </p:sp>
    </p:spTree>
    <p:extLst>
      <p:ext uri="{BB962C8B-B14F-4D97-AF65-F5344CB8AC3E}">
        <p14:creationId xmlns:p14="http://schemas.microsoft.com/office/powerpoint/2010/main" val="663506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latin typeface="Courier New" pitchFamily="49" charset="0"/>
                <a:cs typeface="Courier New" pitchFamily="49" charset="0"/>
              </a:rPr>
              <a:t>Serializable</a:t>
            </a:r>
            <a:r>
              <a:rPr lang="en-US" dirty="0"/>
              <a:t> Interface</a:t>
            </a:r>
          </a:p>
        </p:txBody>
      </p:sp>
      <p:sp>
        <p:nvSpPr>
          <p:cNvPr id="3" name="Content Placeholder 2"/>
          <p:cNvSpPr>
            <a:spLocks noGrp="1"/>
          </p:cNvSpPr>
          <p:nvPr>
            <p:ph idx="1"/>
          </p:nvPr>
        </p:nvSpPr>
        <p:spPr>
          <a:xfrm>
            <a:off x="609599" y="1600201"/>
            <a:ext cx="8056729" cy="4525963"/>
          </a:xfrm>
        </p:spPr>
        <p:txBody>
          <a:bodyPr/>
          <a:lstStyle/>
          <a:p>
            <a:r>
              <a:rPr lang="en-US" sz="2800" b="1" dirty="0"/>
              <a:t>Serialization in Java</a:t>
            </a:r>
            <a:r>
              <a:rPr lang="en-US" sz="2800" dirty="0"/>
              <a:t> is a mechanism of </a:t>
            </a:r>
            <a:r>
              <a:rPr lang="en-US" sz="2800" i="1" dirty="0"/>
              <a:t>writing the state of an object into a byte-stream</a:t>
            </a:r>
          </a:p>
          <a:p>
            <a:r>
              <a:rPr lang="en-US" sz="2800" dirty="0"/>
              <a:t>The reverse operation of serialization is called </a:t>
            </a:r>
            <a:r>
              <a:rPr lang="en-US" sz="2800" i="1" dirty="0"/>
              <a:t>deserialization</a:t>
            </a:r>
            <a:r>
              <a:rPr lang="en-US" sz="2800" dirty="0"/>
              <a:t> where byte-stream is converted into an object</a:t>
            </a:r>
          </a:p>
          <a:p>
            <a:r>
              <a:rPr lang="en-US" sz="2800" dirty="0"/>
              <a:t>The serialization and deserialization process is platform-independent, </a:t>
            </a:r>
          </a:p>
          <a:p>
            <a:pPr lvl="1"/>
            <a:r>
              <a:rPr lang="en-US" sz="2400" dirty="0"/>
              <a:t>Object can be serialized on one platform and </a:t>
            </a:r>
            <a:r>
              <a:rPr lang="en-US" sz="2400" dirty="0" err="1"/>
              <a:t>deserialize</a:t>
            </a:r>
            <a:r>
              <a:rPr lang="en-US" sz="2400" dirty="0"/>
              <a:t> it on a different platform.</a:t>
            </a:r>
          </a:p>
          <a:p>
            <a:r>
              <a:rPr lang="en-US" dirty="0">
                <a:latin typeface="Courier New" pitchFamily="49" charset="0"/>
                <a:cs typeface="Courier New" pitchFamily="49" charset="0"/>
              </a:rPr>
              <a:t>import </a:t>
            </a:r>
            <a:r>
              <a:rPr lang="en-US" dirty="0" err="1">
                <a:latin typeface="Courier New" pitchFamily="49" charset="0"/>
                <a:cs typeface="Courier New" pitchFamily="49" charset="0"/>
              </a:rPr>
              <a:t>java.io.Serializable</a:t>
            </a:r>
            <a:endParaRPr lang="en-US" dirty="0">
              <a:latin typeface="Courier New" pitchFamily="49" charset="0"/>
              <a:cs typeface="Courier New" pitchFamily="49" charset="0"/>
            </a:endParaRPr>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18</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5260" y="1648848"/>
            <a:ext cx="3455667" cy="3141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2171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latin typeface="Courier New" pitchFamily="49" charset="0"/>
                <a:cs typeface="Courier New" pitchFamily="49" charset="0"/>
              </a:rPr>
              <a:t>Serializable</a:t>
            </a:r>
            <a:r>
              <a:rPr lang="en-US" dirty="0"/>
              <a:t> Interface</a:t>
            </a:r>
          </a:p>
        </p:txBody>
      </p:sp>
      <p:sp>
        <p:nvSpPr>
          <p:cNvPr id="3" name="Content Placeholder 2"/>
          <p:cNvSpPr>
            <a:spLocks noGrp="1"/>
          </p:cNvSpPr>
          <p:nvPr>
            <p:ph idx="1"/>
          </p:nvPr>
        </p:nvSpPr>
        <p:spPr/>
        <p:txBody>
          <a:bodyPr/>
          <a:lstStyle/>
          <a:p>
            <a:r>
              <a:rPr lang="en-US" dirty="0"/>
              <a:t>The </a:t>
            </a:r>
            <a:r>
              <a:rPr lang="en-US" dirty="0" err="1">
                <a:latin typeface="Courier New" pitchFamily="49" charset="0"/>
                <a:cs typeface="Courier New" pitchFamily="49" charset="0"/>
              </a:rPr>
              <a:t>Serializable</a:t>
            </a:r>
            <a:r>
              <a:rPr lang="en-US" dirty="0"/>
              <a:t> interface is a marker interface</a:t>
            </a:r>
          </a:p>
          <a:p>
            <a:pPr lvl="1"/>
            <a:r>
              <a:rPr lang="en-US" dirty="0"/>
              <a:t>It has no data member and method</a:t>
            </a:r>
          </a:p>
          <a:p>
            <a:r>
              <a:rPr lang="en-US" dirty="0"/>
              <a:t>The </a:t>
            </a:r>
            <a:r>
              <a:rPr lang="en-US" b="1" dirty="0" err="1"/>
              <a:t>Serializable</a:t>
            </a:r>
            <a:r>
              <a:rPr lang="en-US" dirty="0"/>
              <a:t> interface must be implemented by the class whose object needs to be persisted.</a:t>
            </a:r>
          </a:p>
          <a:p>
            <a:r>
              <a:rPr lang="en-US" dirty="0"/>
              <a:t>The String class and all the wrapper classes implement the </a:t>
            </a:r>
            <a:r>
              <a:rPr lang="en-US" i="1" dirty="0" err="1"/>
              <a:t>java.io.Serializable</a:t>
            </a:r>
            <a:r>
              <a:rPr lang="en-US" dirty="0"/>
              <a:t> interface by default.</a:t>
            </a:r>
          </a:p>
          <a:p>
            <a:pPr marL="0" indent="0">
              <a:buNone/>
            </a:pPr>
            <a:endParaRPr lang="en-US" dirty="0"/>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19</a:t>
            </a:fld>
            <a:endParaRPr lang="en-US"/>
          </a:p>
        </p:txBody>
      </p:sp>
      <p:sp>
        <p:nvSpPr>
          <p:cNvPr id="5" name="Rectangle 4"/>
          <p:cNvSpPr/>
          <p:nvPr/>
        </p:nvSpPr>
        <p:spPr>
          <a:xfrm>
            <a:off x="946245" y="4847229"/>
            <a:ext cx="10108442" cy="1138773"/>
          </a:xfrm>
          <a:prstGeom prst="rect">
            <a:avLst/>
          </a:prstGeom>
        </p:spPr>
        <p:txBody>
          <a:bodyPr wrap="square">
            <a:spAutoFit/>
          </a:bodyPr>
          <a:lstStyle/>
          <a:p>
            <a:r>
              <a:rPr lang="en-US" sz="2000" dirty="0" err="1"/>
              <a:t>java.math.BigInteger</a:t>
            </a:r>
            <a:r>
              <a:rPr lang="en-US" sz="2000" dirty="0"/>
              <a:t>, </a:t>
            </a:r>
            <a:r>
              <a:rPr lang="en-US" sz="2000" dirty="0" err="1"/>
              <a:t>java.math.BigDecimal</a:t>
            </a:r>
            <a:r>
              <a:rPr lang="en-US" sz="2000" dirty="0"/>
              <a:t>, </a:t>
            </a:r>
            <a:r>
              <a:rPr lang="en-US" sz="2000" dirty="0" err="1"/>
              <a:t>java.lang.String</a:t>
            </a:r>
            <a:r>
              <a:rPr lang="en-US" sz="2000" dirty="0"/>
              <a:t>, </a:t>
            </a:r>
            <a:r>
              <a:rPr lang="en-US" sz="2000" dirty="0" err="1"/>
              <a:t>java.lang.StringBuilder</a:t>
            </a:r>
            <a:r>
              <a:rPr lang="en-US" sz="2000" dirty="0"/>
              <a:t>, </a:t>
            </a:r>
            <a:r>
              <a:rPr lang="en-US" sz="2000" dirty="0" err="1"/>
              <a:t>java.lang.StringBuffer</a:t>
            </a:r>
            <a:r>
              <a:rPr lang="en-US" sz="2000" dirty="0"/>
              <a:t>, </a:t>
            </a:r>
            <a:r>
              <a:rPr lang="en-US" sz="2000" dirty="0" err="1"/>
              <a:t>java.util.Date</a:t>
            </a:r>
            <a:r>
              <a:rPr lang="en-US" sz="2000" dirty="0"/>
              <a:t>, and </a:t>
            </a:r>
            <a:r>
              <a:rPr lang="en-US" sz="2000" dirty="0" err="1"/>
              <a:t>java.util.ArrayList</a:t>
            </a:r>
            <a:endParaRPr lang="en-US" sz="2000" dirty="0"/>
          </a:p>
          <a:p>
            <a:r>
              <a:rPr lang="en-US" sz="2800" dirty="0"/>
              <a:t>All implement </a:t>
            </a:r>
            <a:r>
              <a:rPr lang="en-US" sz="2800" dirty="0" err="1"/>
              <a:t>Serializable</a:t>
            </a:r>
            <a:r>
              <a:rPr lang="en-US" sz="2800" dirty="0"/>
              <a:t> interface</a:t>
            </a:r>
          </a:p>
        </p:txBody>
      </p:sp>
    </p:spTree>
    <p:extLst>
      <p:ext uri="{BB962C8B-B14F-4D97-AF65-F5344CB8AC3E}">
        <p14:creationId xmlns:p14="http://schemas.microsoft.com/office/powerpoint/2010/main" val="3218482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latin typeface="Courier New" pitchFamily="49" charset="0"/>
                <a:cs typeface="Courier New" pitchFamily="49" charset="0"/>
              </a:rPr>
              <a:t>Serializable</a:t>
            </a:r>
            <a:r>
              <a:rPr lang="en-US" dirty="0"/>
              <a:t> Interface</a:t>
            </a:r>
          </a:p>
        </p:txBody>
      </p:sp>
      <p:sp>
        <p:nvSpPr>
          <p:cNvPr id="3" name="Content Placeholder 2"/>
          <p:cNvSpPr>
            <a:spLocks noGrp="1"/>
          </p:cNvSpPr>
          <p:nvPr>
            <p:ph idx="1"/>
          </p:nvPr>
        </p:nvSpPr>
        <p:spPr/>
        <p:txBody>
          <a:bodyPr/>
          <a:lstStyle/>
          <a:p>
            <a:r>
              <a:rPr lang="en-US" dirty="0"/>
              <a:t>When a </a:t>
            </a:r>
            <a:r>
              <a:rPr lang="en-US" dirty="0" err="1"/>
              <a:t>serializable</a:t>
            </a:r>
            <a:r>
              <a:rPr lang="en-US" dirty="0"/>
              <a:t> object is stored, the class of the object is encoded; this includes </a:t>
            </a:r>
          </a:p>
          <a:p>
            <a:pPr lvl="1"/>
            <a:r>
              <a:rPr lang="en-US" dirty="0"/>
              <a:t>class name </a:t>
            </a:r>
          </a:p>
          <a:p>
            <a:pPr lvl="1"/>
            <a:r>
              <a:rPr lang="en-US" dirty="0"/>
              <a:t>signature of the class, </a:t>
            </a:r>
          </a:p>
          <a:p>
            <a:pPr lvl="1"/>
            <a:r>
              <a:rPr lang="en-US" dirty="0"/>
              <a:t>values of the object’s instance variables, and</a:t>
            </a:r>
          </a:p>
          <a:p>
            <a:pPr lvl="1"/>
            <a:r>
              <a:rPr lang="en-US" dirty="0"/>
              <a:t>the closure of any other objects referenced by the object</a:t>
            </a:r>
          </a:p>
          <a:p>
            <a:r>
              <a:rPr lang="en-US" dirty="0"/>
              <a:t>The values of the object’s static variables are not stored</a:t>
            </a:r>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20</a:t>
            </a:fld>
            <a:endParaRPr lang="en-US"/>
          </a:p>
        </p:txBody>
      </p:sp>
    </p:spTree>
    <p:extLst>
      <p:ext uri="{BB962C8B-B14F-4D97-AF65-F5344CB8AC3E}">
        <p14:creationId xmlns:p14="http://schemas.microsoft.com/office/powerpoint/2010/main" val="1776961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Serialization</a:t>
            </a:r>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21</a:t>
            </a:fld>
            <a:endParaRPr lang="en-US"/>
          </a:p>
        </p:txBody>
      </p:sp>
      <p:sp>
        <p:nvSpPr>
          <p:cNvPr id="5" name="Rectangle 4"/>
          <p:cNvSpPr/>
          <p:nvPr/>
        </p:nvSpPr>
        <p:spPr>
          <a:xfrm>
            <a:off x="373039" y="1358416"/>
            <a:ext cx="4471916" cy="2862322"/>
          </a:xfrm>
          <a:prstGeom prst="rect">
            <a:avLst/>
          </a:prstGeom>
        </p:spPr>
        <p:txBody>
          <a:bodyPr wrap="square">
            <a:spAutoFit/>
          </a:bodyPr>
          <a:lstStyle/>
          <a:p>
            <a:r>
              <a:rPr lang="en-US" b="1" dirty="0"/>
              <a:t>import</a:t>
            </a:r>
            <a:r>
              <a:rPr lang="en-US" dirty="0"/>
              <a:t> </a:t>
            </a:r>
            <a:r>
              <a:rPr lang="en-US" dirty="0" err="1"/>
              <a:t>java.io.Serializable</a:t>
            </a:r>
            <a:r>
              <a:rPr lang="en-US" dirty="0"/>
              <a:t>;  </a:t>
            </a:r>
          </a:p>
          <a:p>
            <a:r>
              <a:rPr lang="en-US" b="1" dirty="0"/>
              <a:t>public</a:t>
            </a:r>
            <a:r>
              <a:rPr lang="en-US" dirty="0"/>
              <a:t> </a:t>
            </a:r>
            <a:r>
              <a:rPr lang="en-US" b="1" dirty="0"/>
              <a:t>class</a:t>
            </a:r>
            <a:r>
              <a:rPr lang="en-US" dirty="0"/>
              <a:t> Student </a:t>
            </a:r>
            <a:r>
              <a:rPr lang="en-US" b="1" dirty="0"/>
              <a:t>implements</a:t>
            </a:r>
            <a:r>
              <a:rPr lang="en-US" dirty="0"/>
              <a:t> </a:t>
            </a:r>
            <a:r>
              <a:rPr lang="en-US" dirty="0" err="1"/>
              <a:t>Serializable</a:t>
            </a:r>
            <a:r>
              <a:rPr lang="en-US" dirty="0"/>
              <a:t>{  </a:t>
            </a:r>
          </a:p>
          <a:p>
            <a:pPr lvl="1"/>
            <a:r>
              <a:rPr lang="en-US" dirty="0"/>
              <a:t> </a:t>
            </a:r>
            <a:r>
              <a:rPr lang="en-US" b="1" dirty="0" err="1"/>
              <a:t>int</a:t>
            </a:r>
            <a:r>
              <a:rPr lang="en-US" dirty="0"/>
              <a:t> id;  </a:t>
            </a:r>
          </a:p>
          <a:p>
            <a:pPr lvl="1"/>
            <a:r>
              <a:rPr lang="en-US" dirty="0"/>
              <a:t> String name;  </a:t>
            </a:r>
          </a:p>
          <a:p>
            <a:pPr lvl="1"/>
            <a:r>
              <a:rPr lang="en-US" dirty="0"/>
              <a:t> </a:t>
            </a:r>
            <a:r>
              <a:rPr lang="en-US" b="1" dirty="0"/>
              <a:t>public</a:t>
            </a:r>
            <a:r>
              <a:rPr lang="en-US" dirty="0"/>
              <a:t> Student(</a:t>
            </a:r>
            <a:r>
              <a:rPr lang="en-US" b="1" dirty="0" err="1"/>
              <a:t>int</a:t>
            </a:r>
            <a:r>
              <a:rPr lang="en-US" dirty="0"/>
              <a:t> id, String name) {  </a:t>
            </a:r>
          </a:p>
          <a:p>
            <a:pPr lvl="2"/>
            <a:r>
              <a:rPr lang="en-US" dirty="0"/>
              <a:t>  </a:t>
            </a:r>
            <a:r>
              <a:rPr lang="en-US" b="1" dirty="0"/>
              <a:t>this</a:t>
            </a:r>
            <a:r>
              <a:rPr lang="en-US" dirty="0"/>
              <a:t>.id = id;  </a:t>
            </a:r>
          </a:p>
          <a:p>
            <a:pPr lvl="2"/>
            <a:r>
              <a:rPr lang="en-US" dirty="0"/>
              <a:t>  </a:t>
            </a:r>
            <a:r>
              <a:rPr lang="en-US" b="1" dirty="0"/>
              <a:t>this</a:t>
            </a:r>
            <a:r>
              <a:rPr lang="en-US" dirty="0"/>
              <a:t>.name = name;  </a:t>
            </a:r>
          </a:p>
          <a:p>
            <a:pPr lvl="1"/>
            <a:r>
              <a:rPr lang="en-US" dirty="0"/>
              <a:t> }  </a:t>
            </a:r>
          </a:p>
          <a:p>
            <a:r>
              <a:rPr lang="en-US" dirty="0"/>
              <a:t>}  </a:t>
            </a:r>
          </a:p>
        </p:txBody>
      </p:sp>
      <p:sp>
        <p:nvSpPr>
          <p:cNvPr id="6" name="Rectangle 5"/>
          <p:cNvSpPr/>
          <p:nvPr/>
        </p:nvSpPr>
        <p:spPr>
          <a:xfrm>
            <a:off x="5122459" y="1358416"/>
            <a:ext cx="6723797" cy="4247317"/>
          </a:xfrm>
          <a:prstGeom prst="rect">
            <a:avLst/>
          </a:prstGeom>
        </p:spPr>
        <p:txBody>
          <a:bodyPr wrap="square">
            <a:spAutoFit/>
          </a:bodyPr>
          <a:lstStyle/>
          <a:p>
            <a:r>
              <a:rPr lang="en-US" b="1" dirty="0"/>
              <a:t>import</a:t>
            </a:r>
            <a:r>
              <a:rPr lang="en-US" dirty="0"/>
              <a:t> java.io.*;    </a:t>
            </a:r>
          </a:p>
          <a:p>
            <a:r>
              <a:rPr lang="en-US" b="1" dirty="0"/>
              <a:t>class</a:t>
            </a:r>
            <a:r>
              <a:rPr lang="en-US" dirty="0"/>
              <a:t> Persist{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a:t>
            </a:r>
            <a:r>
              <a:rPr lang="en-US" b="1" dirty="0"/>
              <a:t>try</a:t>
            </a:r>
            <a:r>
              <a:rPr lang="en-US" dirty="0"/>
              <a:t>{    </a:t>
            </a:r>
          </a:p>
          <a:p>
            <a:r>
              <a:rPr lang="en-US" dirty="0"/>
              <a:t>    </a:t>
            </a:r>
          </a:p>
          <a:p>
            <a:pPr lvl="1"/>
            <a:r>
              <a:rPr lang="en-US" dirty="0"/>
              <a:t>  Student s1 =</a:t>
            </a:r>
            <a:r>
              <a:rPr lang="en-US" b="1" dirty="0"/>
              <a:t>new</a:t>
            </a:r>
            <a:r>
              <a:rPr lang="en-US" dirty="0"/>
              <a:t> Student(211, “Ali”);    </a:t>
            </a:r>
          </a:p>
          <a:p>
            <a:pPr lvl="1"/>
            <a:r>
              <a:rPr lang="en-US" dirty="0"/>
              <a:t>  </a:t>
            </a:r>
            <a:r>
              <a:rPr lang="en-US" dirty="0" err="1"/>
              <a:t>FileOutputStream</a:t>
            </a:r>
            <a:r>
              <a:rPr lang="en-US" dirty="0"/>
              <a:t> </a:t>
            </a:r>
            <a:r>
              <a:rPr lang="en-US" dirty="0" err="1"/>
              <a:t>fout</a:t>
            </a:r>
            <a:r>
              <a:rPr lang="en-US" dirty="0"/>
              <a:t>=</a:t>
            </a:r>
            <a:r>
              <a:rPr lang="en-US" b="1" dirty="0"/>
              <a:t>new</a:t>
            </a:r>
            <a:r>
              <a:rPr lang="en-US" dirty="0"/>
              <a:t> </a:t>
            </a:r>
            <a:r>
              <a:rPr lang="en-US" dirty="0" err="1"/>
              <a:t>FileOutputStream</a:t>
            </a:r>
            <a:r>
              <a:rPr lang="en-US" dirty="0"/>
              <a:t>("f.txt");    </a:t>
            </a:r>
          </a:p>
          <a:p>
            <a:pPr lvl="1"/>
            <a:r>
              <a:rPr lang="en-US" dirty="0"/>
              <a:t>  </a:t>
            </a:r>
            <a:r>
              <a:rPr lang="en-US" dirty="0" err="1"/>
              <a:t>ObjectOutputStream</a:t>
            </a:r>
            <a:r>
              <a:rPr lang="en-US" dirty="0"/>
              <a:t> out=</a:t>
            </a:r>
            <a:r>
              <a:rPr lang="en-US" b="1" dirty="0"/>
              <a:t>new</a:t>
            </a:r>
            <a:r>
              <a:rPr lang="en-US" dirty="0"/>
              <a:t> </a:t>
            </a:r>
            <a:r>
              <a:rPr lang="en-US" dirty="0" err="1"/>
              <a:t>ObjectOutputStream</a:t>
            </a:r>
            <a:r>
              <a:rPr lang="en-US" dirty="0"/>
              <a:t>(</a:t>
            </a:r>
            <a:r>
              <a:rPr lang="en-US" dirty="0" err="1"/>
              <a:t>fout</a:t>
            </a:r>
            <a:r>
              <a:rPr lang="en-US" dirty="0"/>
              <a:t>);    </a:t>
            </a:r>
          </a:p>
          <a:p>
            <a:pPr lvl="1"/>
            <a:r>
              <a:rPr lang="en-US" dirty="0"/>
              <a:t>  </a:t>
            </a:r>
            <a:r>
              <a:rPr lang="en-US" dirty="0" err="1"/>
              <a:t>out.writeObject</a:t>
            </a:r>
            <a:r>
              <a:rPr lang="en-US" dirty="0"/>
              <a:t>(s1);    </a:t>
            </a:r>
          </a:p>
          <a:p>
            <a:pPr lvl="1"/>
            <a:r>
              <a:rPr lang="en-US" dirty="0"/>
              <a:t>  </a:t>
            </a:r>
            <a:r>
              <a:rPr lang="en-US" dirty="0" err="1"/>
              <a:t>out.flush</a:t>
            </a:r>
            <a:r>
              <a:rPr lang="en-US" dirty="0"/>
              <a:t>();    </a:t>
            </a:r>
          </a:p>
          <a:p>
            <a:pPr lvl="1"/>
            <a:r>
              <a:rPr lang="en-US" dirty="0"/>
              <a:t>  </a:t>
            </a:r>
            <a:r>
              <a:rPr lang="en-US" dirty="0" err="1"/>
              <a:t>out.close</a:t>
            </a:r>
            <a:r>
              <a:rPr lang="en-US" dirty="0"/>
              <a:t>();    </a:t>
            </a:r>
          </a:p>
          <a:p>
            <a:pPr lvl="1"/>
            <a:r>
              <a:rPr lang="en-US" dirty="0"/>
              <a:t>  </a:t>
            </a:r>
            <a:r>
              <a:rPr lang="en-US" dirty="0" err="1"/>
              <a:t>System.out.println</a:t>
            </a:r>
            <a:r>
              <a:rPr lang="en-US" dirty="0"/>
              <a:t>("success");    </a:t>
            </a:r>
          </a:p>
          <a:p>
            <a:r>
              <a:rPr lang="en-US" dirty="0"/>
              <a:t>  }</a:t>
            </a:r>
            <a:r>
              <a:rPr lang="en-US" b="1" dirty="0"/>
              <a:t>catch</a:t>
            </a:r>
            <a:r>
              <a:rPr lang="en-US" dirty="0"/>
              <a:t>(Exception e){</a:t>
            </a:r>
            <a:r>
              <a:rPr lang="en-US" dirty="0" err="1"/>
              <a:t>System.out.println</a:t>
            </a:r>
            <a:r>
              <a:rPr lang="en-US" dirty="0"/>
              <a:t>(e);}    </a:t>
            </a:r>
          </a:p>
          <a:p>
            <a:r>
              <a:rPr lang="en-US" dirty="0"/>
              <a:t> }    </a:t>
            </a:r>
          </a:p>
          <a:p>
            <a:r>
              <a:rPr lang="en-US" dirty="0"/>
              <a:t>}</a:t>
            </a:r>
          </a:p>
        </p:txBody>
      </p:sp>
    </p:spTree>
    <p:extLst>
      <p:ext uri="{BB962C8B-B14F-4D97-AF65-F5344CB8AC3E}">
        <p14:creationId xmlns:p14="http://schemas.microsoft.com/office/powerpoint/2010/main" val="1422900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Deserialization</a:t>
            </a:r>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22</a:t>
            </a:fld>
            <a:endParaRPr lang="en-US"/>
          </a:p>
        </p:txBody>
      </p:sp>
      <p:sp>
        <p:nvSpPr>
          <p:cNvPr id="5" name="Rectangle 4"/>
          <p:cNvSpPr/>
          <p:nvPr/>
        </p:nvSpPr>
        <p:spPr>
          <a:xfrm>
            <a:off x="864357" y="1919491"/>
            <a:ext cx="10872718" cy="3785652"/>
          </a:xfrm>
          <a:prstGeom prst="rect">
            <a:avLst/>
          </a:prstGeom>
        </p:spPr>
        <p:txBody>
          <a:bodyPr wrap="square">
            <a:spAutoFit/>
          </a:bodyPr>
          <a:lstStyle/>
          <a:p>
            <a:r>
              <a:rPr lang="en-US" sz="2000" b="1" dirty="0"/>
              <a:t>import</a:t>
            </a:r>
            <a:r>
              <a:rPr lang="en-US" sz="2000" dirty="0"/>
              <a:t> java.io.*;  </a:t>
            </a:r>
          </a:p>
          <a:p>
            <a:r>
              <a:rPr lang="en-US" sz="2000" b="1" dirty="0"/>
              <a:t>class</a:t>
            </a:r>
            <a:r>
              <a:rPr lang="en-US" sz="2000" dirty="0"/>
              <a:t> </a:t>
            </a:r>
            <a:r>
              <a:rPr lang="en-US" sz="2000" dirty="0" err="1"/>
              <a:t>Depersist</a:t>
            </a:r>
            <a:r>
              <a:rPr lang="en-US" sz="2000" dirty="0"/>
              <a:t>{  </a:t>
            </a:r>
          </a:p>
          <a:p>
            <a:pPr lvl="1"/>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lvl="2"/>
            <a:r>
              <a:rPr lang="en-US" sz="2000" dirty="0"/>
              <a:t>  </a:t>
            </a:r>
            <a:r>
              <a:rPr lang="en-US" sz="2000" b="1" dirty="0"/>
              <a:t>try</a:t>
            </a:r>
            <a:r>
              <a:rPr lang="en-US" sz="2000" dirty="0"/>
              <a:t>{  </a:t>
            </a:r>
          </a:p>
          <a:p>
            <a:pPr lvl="2"/>
            <a:r>
              <a:rPr lang="en-US" sz="2000" dirty="0"/>
              <a:t>  </a:t>
            </a:r>
          </a:p>
          <a:p>
            <a:pPr lvl="3"/>
            <a:r>
              <a:rPr lang="en-US" sz="2000" dirty="0"/>
              <a:t>  </a:t>
            </a:r>
            <a:r>
              <a:rPr lang="en-US" sz="2000" dirty="0" err="1"/>
              <a:t>ObjectInputStream</a:t>
            </a:r>
            <a:r>
              <a:rPr lang="en-US" sz="2000" dirty="0"/>
              <a:t> in=</a:t>
            </a:r>
            <a:r>
              <a:rPr lang="en-US" sz="2000" b="1" dirty="0"/>
              <a:t>new</a:t>
            </a:r>
            <a:r>
              <a:rPr lang="en-US" sz="2000" dirty="0"/>
              <a:t> </a:t>
            </a:r>
            <a:r>
              <a:rPr lang="en-US" sz="2000" dirty="0" err="1"/>
              <a:t>ObjectInputStream</a:t>
            </a:r>
            <a:r>
              <a:rPr lang="en-US" sz="2000" dirty="0"/>
              <a:t>(</a:t>
            </a:r>
            <a:r>
              <a:rPr lang="en-US" sz="2000" b="1" dirty="0"/>
              <a:t>new</a:t>
            </a:r>
            <a:r>
              <a:rPr lang="en-US" sz="2000" dirty="0"/>
              <a:t> </a:t>
            </a:r>
            <a:r>
              <a:rPr lang="en-US" sz="2000" dirty="0" err="1"/>
              <a:t>FileInputStream</a:t>
            </a:r>
            <a:r>
              <a:rPr lang="en-US" sz="2000" dirty="0"/>
              <a:t>("f.txt"));  </a:t>
            </a:r>
          </a:p>
          <a:p>
            <a:pPr lvl="3"/>
            <a:r>
              <a:rPr lang="en-US" sz="2000" dirty="0"/>
              <a:t>  Student s=(Student)</a:t>
            </a:r>
            <a:r>
              <a:rPr lang="en-US" sz="2000" dirty="0" err="1"/>
              <a:t>in.readObject</a:t>
            </a:r>
            <a:r>
              <a:rPr lang="en-US" sz="2000" dirty="0"/>
              <a:t>();  </a:t>
            </a:r>
          </a:p>
          <a:p>
            <a:pPr lvl="3"/>
            <a:r>
              <a:rPr lang="en-US" sz="2000" dirty="0"/>
              <a:t>  </a:t>
            </a:r>
            <a:r>
              <a:rPr lang="en-US" sz="2000" dirty="0" err="1"/>
              <a:t>System.out.println</a:t>
            </a:r>
            <a:r>
              <a:rPr lang="en-US" sz="2000" dirty="0"/>
              <a:t>(s.id+" "+s.name);  </a:t>
            </a:r>
          </a:p>
          <a:p>
            <a:pPr lvl="3"/>
            <a:r>
              <a:rPr lang="en-US" sz="2000" dirty="0"/>
              <a:t>  </a:t>
            </a:r>
            <a:r>
              <a:rPr lang="en-US" sz="2000" dirty="0" err="1"/>
              <a:t>in.close</a:t>
            </a:r>
            <a:r>
              <a:rPr lang="en-US" sz="2000" dirty="0"/>
              <a:t>();  </a:t>
            </a:r>
          </a:p>
          <a:p>
            <a:pPr lvl="2"/>
            <a:r>
              <a:rPr lang="en-US" sz="2000" dirty="0"/>
              <a:t>  }</a:t>
            </a:r>
            <a:r>
              <a:rPr lang="en-US" sz="2000" b="1" dirty="0"/>
              <a:t>catch</a:t>
            </a:r>
            <a:r>
              <a:rPr lang="en-US" sz="2000" dirty="0"/>
              <a:t>(Exception e){</a:t>
            </a:r>
            <a:r>
              <a:rPr lang="en-US" sz="2000" dirty="0" err="1"/>
              <a:t>System.out.println</a:t>
            </a:r>
            <a:r>
              <a:rPr lang="en-US" sz="2000" dirty="0"/>
              <a:t>(e);}  </a:t>
            </a:r>
          </a:p>
          <a:p>
            <a:pPr lvl="1"/>
            <a:r>
              <a:rPr lang="en-US" sz="2000" dirty="0"/>
              <a:t> }  </a:t>
            </a:r>
          </a:p>
          <a:p>
            <a:r>
              <a:rPr lang="en-US" sz="2000" dirty="0"/>
              <a:t>}  </a:t>
            </a:r>
          </a:p>
        </p:txBody>
      </p:sp>
    </p:spTree>
    <p:extLst>
      <p:ext uri="{BB962C8B-B14F-4D97-AF65-F5344CB8AC3E}">
        <p14:creationId xmlns:p14="http://schemas.microsoft.com/office/powerpoint/2010/main" val="1432918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Serialization Rules</a:t>
            </a:r>
          </a:p>
        </p:txBody>
      </p:sp>
      <p:sp>
        <p:nvSpPr>
          <p:cNvPr id="3" name="Content Placeholder 2"/>
          <p:cNvSpPr>
            <a:spLocks noGrp="1"/>
          </p:cNvSpPr>
          <p:nvPr>
            <p:ph idx="1"/>
          </p:nvPr>
        </p:nvSpPr>
        <p:spPr>
          <a:xfrm>
            <a:off x="609600" y="1446663"/>
            <a:ext cx="10972800" cy="4679501"/>
          </a:xfrm>
        </p:spPr>
        <p:txBody>
          <a:bodyPr/>
          <a:lstStyle/>
          <a:p>
            <a:r>
              <a:rPr lang="en-US" sz="2800" b="1" dirty="0"/>
              <a:t>Java Serialization with Inheritance</a:t>
            </a:r>
          </a:p>
          <a:p>
            <a:pPr lvl="1"/>
            <a:r>
              <a:rPr lang="en-US" sz="2400" dirty="0"/>
              <a:t>If a Parent class implements </a:t>
            </a:r>
            <a:r>
              <a:rPr lang="en-US" sz="2400" b="1" dirty="0" err="1"/>
              <a:t>Serializable</a:t>
            </a:r>
            <a:r>
              <a:rPr lang="en-US" sz="2400" b="1" dirty="0"/>
              <a:t> interface</a:t>
            </a:r>
            <a:r>
              <a:rPr lang="en-US" sz="2400" dirty="0"/>
              <a:t> then all its sub classes will also be </a:t>
            </a:r>
            <a:r>
              <a:rPr lang="en-US" sz="2400" dirty="0" err="1"/>
              <a:t>serializable</a:t>
            </a:r>
            <a:endParaRPr lang="en-US" sz="2400" dirty="0"/>
          </a:p>
          <a:p>
            <a:r>
              <a:rPr lang="en-US" sz="2800" b="1" dirty="0"/>
              <a:t>Java Serialization with Aggregation</a:t>
            </a:r>
          </a:p>
          <a:p>
            <a:pPr lvl="1"/>
            <a:r>
              <a:rPr lang="en-US" sz="2400" dirty="0"/>
              <a:t>If a class has a reference to another class, all the references must be </a:t>
            </a:r>
            <a:r>
              <a:rPr lang="en-US" sz="2400" dirty="0" err="1"/>
              <a:t>Serializable</a:t>
            </a:r>
            <a:r>
              <a:rPr lang="en-US" sz="2400" dirty="0"/>
              <a:t> otherwise serialization process will not be performed</a:t>
            </a:r>
          </a:p>
          <a:p>
            <a:pPr lvl="1"/>
            <a:r>
              <a:rPr lang="en-US" sz="2400" dirty="0"/>
              <a:t>In such case, </a:t>
            </a:r>
            <a:r>
              <a:rPr lang="en-US" sz="2400" i="1" dirty="0" err="1"/>
              <a:t>NotSerializableException</a:t>
            </a:r>
            <a:r>
              <a:rPr lang="en-US" sz="2400" dirty="0"/>
              <a:t> is thrown at runtime.</a:t>
            </a:r>
          </a:p>
          <a:p>
            <a:r>
              <a:rPr lang="en-US" sz="2800" b="1" dirty="0"/>
              <a:t>Java Serialization with array or collection</a:t>
            </a:r>
          </a:p>
          <a:p>
            <a:pPr lvl="1"/>
            <a:r>
              <a:rPr lang="en-US" sz="2400" dirty="0"/>
              <a:t> In case of array or collection, all the objects of array or collection must be </a:t>
            </a:r>
            <a:r>
              <a:rPr lang="en-US" sz="2400" dirty="0" err="1"/>
              <a:t>serializable</a:t>
            </a:r>
            <a:r>
              <a:rPr lang="en-US" sz="2400" dirty="0"/>
              <a:t>. If any object is not </a:t>
            </a:r>
            <a:r>
              <a:rPr lang="en-US" sz="2400" dirty="0" err="1"/>
              <a:t>serializable</a:t>
            </a:r>
            <a:r>
              <a:rPr lang="en-US" sz="2400" dirty="0"/>
              <a:t>, serialization will be failed.</a:t>
            </a:r>
            <a:br>
              <a:rPr lang="en-US" sz="2400" dirty="0"/>
            </a:br>
            <a:endParaRPr lang="en-US" sz="2400" dirty="0"/>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23</a:t>
            </a:fld>
            <a:endParaRPr lang="en-US"/>
          </a:p>
        </p:txBody>
      </p:sp>
    </p:spTree>
    <p:extLst>
      <p:ext uri="{BB962C8B-B14F-4D97-AF65-F5344CB8AC3E}">
        <p14:creationId xmlns:p14="http://schemas.microsoft.com/office/powerpoint/2010/main" val="3861264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Serialization</a:t>
            </a:r>
          </a:p>
        </p:txBody>
      </p:sp>
      <p:sp>
        <p:nvSpPr>
          <p:cNvPr id="3" name="Content Placeholder 2"/>
          <p:cNvSpPr>
            <a:spLocks noGrp="1"/>
          </p:cNvSpPr>
          <p:nvPr>
            <p:ph idx="1"/>
          </p:nvPr>
        </p:nvSpPr>
        <p:spPr>
          <a:xfrm>
            <a:off x="488650" y="1276362"/>
            <a:ext cx="10972800" cy="4525963"/>
          </a:xfrm>
        </p:spPr>
        <p:txBody>
          <a:bodyPr/>
          <a:lstStyle/>
          <a:p>
            <a:r>
              <a:rPr lang="en-US" sz="2800" dirty="0" err="1"/>
              <a:t>Nonserializable</a:t>
            </a:r>
            <a:r>
              <a:rPr lang="en-US" sz="2800" dirty="0"/>
              <a:t> fields</a:t>
            </a:r>
          </a:p>
          <a:p>
            <a:pPr lvl="1"/>
            <a:r>
              <a:rPr lang="en-US" sz="2400" dirty="0"/>
              <a:t>If an object is an instance of Serializable but contains </a:t>
            </a:r>
            <a:r>
              <a:rPr lang="en-US" sz="2400" dirty="0" err="1"/>
              <a:t>nonserializable</a:t>
            </a:r>
            <a:r>
              <a:rPr lang="en-US" sz="2400" dirty="0"/>
              <a:t> instance data fields, can it be serialized? </a:t>
            </a:r>
          </a:p>
          <a:p>
            <a:pPr lvl="1"/>
            <a:r>
              <a:rPr lang="en-US" sz="2400" b="1" dirty="0"/>
              <a:t>The answer is no. </a:t>
            </a:r>
          </a:p>
          <a:p>
            <a:pPr lvl="1"/>
            <a:r>
              <a:rPr lang="en-US" sz="2400" dirty="0"/>
              <a:t>To enable the object to be serialized, mark these data fields with the </a:t>
            </a:r>
            <a:r>
              <a:rPr lang="en-US" sz="2400" b="1" i="1" dirty="0"/>
              <a:t>transient </a:t>
            </a:r>
            <a:r>
              <a:rPr lang="en-US" sz="2400" dirty="0"/>
              <a:t>keyword to tell the JVM to ignore them when writing the object to an object stream</a:t>
            </a:r>
            <a:endParaRPr lang="en-US" sz="2400" dirty="0">
              <a:cs typeface="Calibri"/>
            </a:endParaRPr>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24</a:t>
            </a:fld>
            <a:endParaRPr lang="en-US"/>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5062" y="136685"/>
            <a:ext cx="5186938" cy="1509813"/>
          </a:xfrm>
          <a:prstGeom prst="rect">
            <a:avLst/>
          </a:prstGeom>
        </p:spPr>
      </p:pic>
      <p:sp>
        <p:nvSpPr>
          <p:cNvPr id="6" name="Rectangle 5"/>
          <p:cNvSpPr/>
          <p:nvPr/>
        </p:nvSpPr>
        <p:spPr>
          <a:xfrm>
            <a:off x="945842" y="4499910"/>
            <a:ext cx="10432228" cy="1569660"/>
          </a:xfrm>
          <a:prstGeom prst="rect">
            <a:avLst/>
          </a:prstGeom>
        </p:spPr>
        <p:txBody>
          <a:bodyPr wrap="square">
            <a:spAutoFit/>
          </a:bodyPr>
          <a:lstStyle/>
          <a:p>
            <a:r>
              <a:rPr lang="en-US" sz="2400" dirty="0"/>
              <a:t>When an object of the C class is serialized, only variable v1 is serialized. Variable v2 is not serialized because it is a static variable, and variable v3 is not serialized because it is marked </a:t>
            </a:r>
            <a:r>
              <a:rPr lang="en-US" sz="2400" b="1" dirty="0"/>
              <a:t>transient</a:t>
            </a:r>
            <a:r>
              <a:rPr lang="en-US" sz="2400" dirty="0"/>
              <a:t>. If v3 were not marked transient, a </a:t>
            </a:r>
            <a:r>
              <a:rPr lang="en-US" sz="2400" dirty="0" err="1"/>
              <a:t>java.io.NotSerializableException</a:t>
            </a:r>
            <a:r>
              <a:rPr lang="en-US" sz="2400" dirty="0"/>
              <a:t> would occur</a:t>
            </a:r>
          </a:p>
        </p:txBody>
      </p:sp>
    </p:spTree>
    <p:extLst>
      <p:ext uri="{BB962C8B-B14F-4D97-AF65-F5344CB8AC3E}">
        <p14:creationId xmlns:p14="http://schemas.microsoft.com/office/powerpoint/2010/main" val="2076334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Serialization</a:t>
            </a:r>
          </a:p>
        </p:txBody>
      </p:sp>
      <p:sp>
        <p:nvSpPr>
          <p:cNvPr id="3" name="Content Placeholder 2"/>
          <p:cNvSpPr>
            <a:spLocks noGrp="1"/>
          </p:cNvSpPr>
          <p:nvPr>
            <p:ph idx="1"/>
          </p:nvPr>
        </p:nvSpPr>
        <p:spPr>
          <a:xfrm>
            <a:off x="488650" y="1276362"/>
            <a:ext cx="10972800" cy="4525963"/>
          </a:xfrm>
        </p:spPr>
        <p:txBody>
          <a:bodyPr/>
          <a:lstStyle/>
          <a:p>
            <a:r>
              <a:rPr lang="en-US" sz="2800" dirty="0"/>
              <a:t>Duplicate objects</a:t>
            </a:r>
          </a:p>
          <a:p>
            <a:pPr lvl="1"/>
            <a:r>
              <a:rPr lang="en-US" sz="2400" dirty="0"/>
              <a:t>If an object is written to an object stream more than once, will it be stored in multiple copies? </a:t>
            </a:r>
          </a:p>
          <a:p>
            <a:pPr lvl="1"/>
            <a:r>
              <a:rPr lang="en-US" sz="2400" b="1" dirty="0"/>
              <a:t>No, it will not. </a:t>
            </a:r>
          </a:p>
          <a:p>
            <a:pPr lvl="1"/>
            <a:r>
              <a:rPr lang="en-US" sz="2400" dirty="0"/>
              <a:t>When an object is written for the first time, a serial number is created for it. The JVM writes the complete contents of the object along with the serial number into the object stream. After the first time, only the serial number is stored if the same object is written again. When the objects are read back, their references are the same since only one object is actually created in the memory</a:t>
            </a:r>
          </a:p>
          <a:p>
            <a:pPr lvl="1"/>
            <a:endParaRPr lang="en-US" sz="2400" dirty="0"/>
          </a:p>
        </p:txBody>
      </p:sp>
      <p:sp>
        <p:nvSpPr>
          <p:cNvPr id="4" name="Slide Number Placeholder 3"/>
          <p:cNvSpPr>
            <a:spLocks noGrp="1"/>
          </p:cNvSpPr>
          <p:nvPr>
            <p:ph type="sldNum" sz="quarter" idx="11"/>
          </p:nvPr>
        </p:nvSpPr>
        <p:spPr/>
        <p:txBody>
          <a:bodyPr/>
          <a:lstStyle/>
          <a:p>
            <a:pPr>
              <a:defRPr/>
            </a:pPr>
            <a:r>
              <a:rPr lang="en-US"/>
              <a:t>4-</a:t>
            </a:r>
            <a:fld id="{57268796-14F5-48B8-9B28-6E8BE4B44CA9}" type="slidenum">
              <a:rPr lang="en-US" smtClean="0"/>
              <a:pPr>
                <a:defRPr/>
              </a:pPr>
              <a:t>25</a:t>
            </a:fld>
            <a:endParaRPr lang="en-US"/>
          </a:p>
        </p:txBody>
      </p:sp>
    </p:spTree>
    <p:extLst>
      <p:ext uri="{BB962C8B-B14F-4D97-AF65-F5344CB8AC3E}">
        <p14:creationId xmlns:p14="http://schemas.microsoft.com/office/powerpoint/2010/main" val="633877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9078</TotalTime>
  <Words>890</Words>
  <Application>Microsoft Office PowerPoint</Application>
  <PresentationFormat>Widescreen</PresentationFormat>
  <Paragraphs>188</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Lecture – 26-27</vt:lpstr>
      <vt:lpstr>How is I/O Handled in Java?</vt:lpstr>
      <vt:lpstr>Text File vs. Binary File</vt:lpstr>
      <vt:lpstr>Binary I/O</vt:lpstr>
      <vt:lpstr>Binary I/O Classes</vt:lpstr>
      <vt:lpstr>InputStream</vt:lpstr>
      <vt:lpstr>OutputStream</vt:lpstr>
      <vt:lpstr>FileInputStream/FileOutputStream</vt:lpstr>
      <vt:lpstr>FileInputStream</vt:lpstr>
      <vt:lpstr>FileOutputStream</vt:lpstr>
      <vt:lpstr>Example</vt:lpstr>
      <vt:lpstr>Object I/O</vt:lpstr>
      <vt:lpstr>ObjectInputStream</vt:lpstr>
      <vt:lpstr>ObjectOutputStream</vt:lpstr>
      <vt:lpstr>Using Object Streams</vt:lpstr>
      <vt:lpstr>Example</vt:lpstr>
      <vt:lpstr>Using Object Streams</vt:lpstr>
      <vt:lpstr>The Serializable Interface</vt:lpstr>
      <vt:lpstr>The Serializable Interface</vt:lpstr>
      <vt:lpstr>The Serializable Interface</vt:lpstr>
      <vt:lpstr>Example of Serialization</vt:lpstr>
      <vt:lpstr>Example of Deserialization</vt:lpstr>
      <vt:lpstr>Serialization Rules</vt:lpstr>
      <vt:lpstr>Serialization</vt:lpstr>
      <vt:lpstr>Serialization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HIAB86</dc:creator>
  <cp:lastModifiedBy>Samsung</cp:lastModifiedBy>
  <cp:revision>1401</cp:revision>
  <dcterms:created xsi:type="dcterms:W3CDTF">2023-02-26T08:59:28Z</dcterms:created>
  <dcterms:modified xsi:type="dcterms:W3CDTF">2023-12-17T16:40:07Z</dcterms:modified>
</cp:coreProperties>
</file>